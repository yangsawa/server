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438" r:id="rId2"/>
    <p:sldId id="552" r:id="rId3"/>
    <p:sldId id="439" r:id="rId4"/>
    <p:sldId id="440" r:id="rId5"/>
    <p:sldId id="262" r:id="rId6"/>
    <p:sldId id="446" r:id="rId7"/>
    <p:sldId id="268" r:id="rId8"/>
    <p:sldId id="447" r:id="rId9"/>
    <p:sldId id="445" r:id="rId10"/>
    <p:sldId id="448" r:id="rId11"/>
    <p:sldId id="455" r:id="rId12"/>
    <p:sldId id="457" r:id="rId13"/>
    <p:sldId id="458" r:id="rId14"/>
    <p:sldId id="459" r:id="rId15"/>
    <p:sldId id="460" r:id="rId16"/>
    <p:sldId id="461" r:id="rId17"/>
    <p:sldId id="597" r:id="rId18"/>
    <p:sldId id="465" r:id="rId19"/>
    <p:sldId id="466" r:id="rId20"/>
    <p:sldId id="467" r:id="rId21"/>
    <p:sldId id="478" r:id="rId22"/>
    <p:sldId id="553" r:id="rId23"/>
    <p:sldId id="554" r:id="rId24"/>
    <p:sldId id="555" r:id="rId25"/>
    <p:sldId id="556" r:id="rId26"/>
    <p:sldId id="557" r:id="rId27"/>
    <p:sldId id="558" r:id="rId28"/>
    <p:sldId id="559" r:id="rId29"/>
    <p:sldId id="560" r:id="rId30"/>
    <p:sldId id="561" r:id="rId31"/>
    <p:sldId id="562" r:id="rId32"/>
    <p:sldId id="563" r:id="rId33"/>
    <p:sldId id="564" r:id="rId34"/>
    <p:sldId id="565" r:id="rId35"/>
    <p:sldId id="566" r:id="rId36"/>
    <p:sldId id="567" r:id="rId37"/>
    <p:sldId id="568" r:id="rId38"/>
    <p:sldId id="572" r:id="rId39"/>
    <p:sldId id="573" r:id="rId40"/>
    <p:sldId id="574" r:id="rId41"/>
    <p:sldId id="575" r:id="rId42"/>
    <p:sldId id="577" r:id="rId43"/>
    <p:sldId id="578" r:id="rId44"/>
    <p:sldId id="579" r:id="rId45"/>
    <p:sldId id="580" r:id="rId46"/>
    <p:sldId id="581" r:id="rId47"/>
    <p:sldId id="583" r:id="rId48"/>
    <p:sldId id="584" r:id="rId49"/>
    <p:sldId id="588" r:id="rId50"/>
    <p:sldId id="589" r:id="rId51"/>
    <p:sldId id="590" r:id="rId52"/>
    <p:sldId id="591" r:id="rId53"/>
    <p:sldId id="592" r:id="rId54"/>
    <p:sldId id="593" r:id="rId55"/>
    <p:sldId id="594" r:id="rId56"/>
    <p:sldId id="595" r:id="rId57"/>
    <p:sldId id="485" r:id="rId58"/>
    <p:sldId id="486" r:id="rId59"/>
    <p:sldId id="487" r:id="rId60"/>
    <p:sldId id="488" r:id="rId61"/>
    <p:sldId id="546" r:id="rId62"/>
    <p:sldId id="489" r:id="rId63"/>
    <p:sldId id="490" r:id="rId64"/>
    <p:sldId id="491" r:id="rId65"/>
    <p:sldId id="493" r:id="rId66"/>
    <p:sldId id="494" r:id="rId67"/>
    <p:sldId id="613" r:id="rId68"/>
    <p:sldId id="505" r:id="rId69"/>
    <p:sldId id="506" r:id="rId70"/>
    <p:sldId id="508" r:id="rId71"/>
    <p:sldId id="509" r:id="rId72"/>
    <p:sldId id="515" r:id="rId73"/>
    <p:sldId id="516" r:id="rId74"/>
    <p:sldId id="517" r:id="rId75"/>
    <p:sldId id="518" r:id="rId76"/>
    <p:sldId id="596" r:id="rId7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99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987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C8C7FD-3B1E-1F07-941B-BD21DB2B5B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8BB256-E67E-7A07-94B8-D4683CA62B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846E0070-6B70-464D-853F-B94D5094F535}" type="datetimeFigureOut">
              <a:rPr lang="zh-CN" altLang="en-US"/>
              <a:pPr>
                <a:defRPr/>
              </a:pPr>
              <a:t>2025/10/28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0990162-2E27-6578-D800-855BF3738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DAF10216-ADFB-5889-26D9-C14069700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E79F8-081C-2253-F0F9-6DD2FACD7C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5B53E7-9791-21F7-2FF6-29844D11D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9750382-D820-4DF0-818B-43EDBB612B82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4B04ED6B-2210-2261-3FBD-57420A311E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C5053D-7374-4BF1-84DC-298B0F285897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4103E373-C66C-4FD3-4F30-00116FC6CB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07BF1C74-FEF4-54D6-597A-187990ABF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DFF7C5D3-3206-9312-76B9-69F07814D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F43C1B-A4D6-4415-B346-102ED3565157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04087E41-DF3A-97B1-350D-E498AE11EB2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7363A323-F12B-FF30-79C0-3E0694237A0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5C5CF1CE-E12B-3E53-F9AE-88562A7324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67D4210-E871-4A21-A72F-5A09195AA250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881C2DBD-8995-06CF-EAD7-17974B935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A9D3179E-C0CE-FDD3-3357-05B368C4E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C38EF907-7622-627F-63C7-1FF1E94396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C60CDA4-F478-4C33-B1CE-C267055B308E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A4169AFE-A0C4-0C59-5270-3B37AB3FDF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5DAD8870-F1C9-8D8A-4605-102BE4186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BDD019F8-BBD4-ED0E-CFB7-91433B4C50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87C398B-1625-4881-8614-3AD089F841DD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9E94BFA7-4497-3621-3710-4F7E8FB012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6ADD0432-1FA4-5BE9-92FC-A6C2CE955D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535B76AE-5102-B94A-440C-673BEA3F9A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890BD7-400E-49C4-A47C-EE5440922BFF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DCF163B9-51BF-C947-3465-43103A01CC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DAB2C392-FA9C-3457-E8FB-C133A62D5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BD236C96-8ECD-C26A-46B8-D7BA46EEEF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BE5848-7608-4335-A0A4-A7DF4F33E22B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A4FE08A2-7C52-F578-3627-4B692A6B5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00664B9F-FA2E-2B31-7A61-1BE4A9BC54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F61B1C38-94A7-B512-4014-D00E7E294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989664-4A87-4830-B8E7-19225B97E181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E7852F9-EFBA-8F92-4AC0-97885146A3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A8CF508C-3CA8-9469-4B6A-D189BFDB3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5B978DC-3BEB-C29E-8089-040D3AAE6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9AA254-4B97-42D1-AC91-730EE30E1777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95977C6-76F9-0F61-2011-8B63AE7018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67F4814-202B-D571-F108-80C92867AB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41F4C9D7-824A-C5BE-3A2A-1C7C7DB9F4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C1619D-7901-4190-8D6F-23DB6C149D9B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ADFDFEEF-14AC-E09A-AA30-1926AC53AD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9F989DAA-3495-7B86-712B-16787A3E6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A3AA07A4-73E8-9D19-FF5A-56239BF433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0C6784-49ED-4D96-86B5-70331CF6BEF8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7281B220-38CF-6A8E-46CB-ECF9052B6F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C88D21BB-3468-7072-C0BF-B6DC6F404F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F63D624B-7009-7524-772B-41B440D979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1BA19C7-FBAB-4FC3-A9D0-62E88F150C47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FACE785C-D030-DCD6-D0F6-7C23618B0F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9FA0B406-610A-B29E-D4AF-68C0572CF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66B79787-09D3-41E7-E638-CB5BD0033D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D247E86-3BD2-4114-9B04-DE8690379B4C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18AAFC9C-EBBB-7951-5FE1-AA0992684E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0124E0A8-9C39-B0E2-41DA-78B9A4C7B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D16CD7C9-9FFD-1132-FF71-B91500F029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8546C4-553D-4FBC-BC02-672B1412232C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0AC3C347-8DB7-A980-0333-74143B560E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7D07F7FF-F6E7-0D5A-AB8F-84DDFA814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FDFAA66C-A3E3-0087-FC95-D2ADFBE06A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3D1DA89-013D-4775-87CD-6471D37E6ACD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4BD35309-6E60-12A2-1FDC-958D4A17EB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8809A291-118B-480C-50CA-46CA241E97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499DDB08-31ED-C338-4AB3-691A3EDC88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FB017CC-5DCB-446C-87CB-13574004873D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F8B2BAF0-5B3B-E955-0CB3-97ED98F116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E2B3739-0976-2747-0880-F014F69C9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5C699FB9-4493-EACD-99C8-39760D5D67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F56C7D2-D1B7-4B15-BD7F-F8C467BDAA23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1427D2A-99EC-709B-9145-1DAC16F930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7DC3F695-6514-BA6A-38DC-21B039931D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F9E4E83-6C89-68F3-097C-2607A5D324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693C06-7A82-42CD-865E-BF9FE5CDD92C}" type="slidenum">
              <a:rPr lang="en-US" altLang="zh-CN"/>
              <a:pPr eaLnBrk="1" hangingPunct="1"/>
              <a:t>25</a:t>
            </a:fld>
            <a:endParaRPr lang="en-US" altLang="zh-CN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5373C480-4717-E0E4-6D62-5CE4FE1AAE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CF4F82A5-4202-01C8-AB83-9D057B9A11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3A37F065-0741-0F74-490A-1C67AB587A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9BE87D-8706-47E6-AC31-071112D3E08D}" type="slidenum">
              <a:rPr lang="en-US" altLang="zh-CN"/>
              <a:pPr eaLnBrk="1" hangingPunct="1"/>
              <a:t>26</a:t>
            </a:fld>
            <a:endParaRPr lang="en-US" altLang="zh-CN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3776B47-33DF-CF6C-327A-806F094B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F8277DE2-1830-1A11-1654-2F0F68780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024709DD-A76B-77C2-01D0-716241ECE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791838-D212-471F-B7D0-5832C7D2523C}" type="slidenum">
              <a:rPr lang="en-US" altLang="zh-CN"/>
              <a:pPr eaLnBrk="1" hangingPunct="1"/>
              <a:t>27</a:t>
            </a:fld>
            <a:endParaRPr lang="en-US" altLang="zh-CN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B633201A-B1DE-B75F-A89A-ACB0942D38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510A5300-7A00-5F5E-8742-9DECCCA6D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C9665ED1-C33C-DF78-B2D7-5EC44393D9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8DC0BD6-5505-4E77-8B88-661487366241}" type="slidenum">
              <a:rPr lang="en-US" altLang="zh-CN"/>
              <a:pPr eaLnBrk="1" hangingPunct="1"/>
              <a:t>28</a:t>
            </a:fld>
            <a:endParaRPr lang="en-US" altLang="zh-CN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2EFF2A01-7BF2-9D69-A657-EC60146285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DECACB1-179A-EA0E-C8EF-566EE85BF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CD9BFC13-869C-3D19-8335-5C018E63B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C216D6-1F61-4F5C-B436-1C600BA9CB87}" type="slidenum">
              <a:rPr lang="en-US" altLang="zh-CN"/>
              <a:pPr eaLnBrk="1" hangingPunct="1"/>
              <a:t>29</a:t>
            </a:fld>
            <a:endParaRPr lang="en-US" altLang="zh-CN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B55F34D9-AE86-7D3E-50FB-35396DB198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6E3E5877-812E-B0B6-9D3B-C48C51301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19DEA443-235F-7E50-841E-F16F81259E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910C44-ACC6-4777-95AC-F6857005B6BA}" type="slidenum">
              <a:rPr lang="en-US" altLang="zh-CN"/>
              <a:pPr eaLnBrk="1" hangingPunct="1"/>
              <a:t>30</a:t>
            </a:fld>
            <a:endParaRPr lang="en-US" altLang="zh-CN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D7A384FF-FCC6-B549-5ED5-CBA3D0E80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58206660-4460-3C4F-4DBA-747E1145A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FEC724E4-C432-06A8-1744-952245ADC8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5C1135C-771F-4B9C-82B1-B8D7432994E0}" type="slidenum">
              <a:rPr lang="en-US" altLang="zh-CN"/>
              <a:pPr eaLnBrk="1" hangingPunct="1"/>
              <a:t>31</a:t>
            </a:fld>
            <a:endParaRPr lang="en-US" altLang="zh-CN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5BC72CF-E3A8-4D85-3FE3-34A51C4AA6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A79DA742-6DC4-A1C3-D7AE-98C098D51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D7FF883C-09DF-13B9-EE58-465A4789A0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27D7C2C-E26A-451B-8F77-E9B0F2D79EA8}" type="slidenum">
              <a:rPr lang="en-US" altLang="zh-CN"/>
              <a:pPr eaLnBrk="1" hangingPunct="1"/>
              <a:t>32</a:t>
            </a:fld>
            <a:endParaRPr lang="en-US" altLang="zh-CN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6433CEE7-4E34-66A4-E2E8-AB0D73FDDE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862CCE5A-D7BB-A851-4DEB-682622CC3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FE55A1FF-3342-EA3F-F81E-313C240E06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572080-C6B3-4F69-851F-262FECCACBA9}" type="slidenum">
              <a:rPr lang="en-US" altLang="zh-CN"/>
              <a:pPr eaLnBrk="1" hangingPunct="1"/>
              <a:t>33</a:t>
            </a:fld>
            <a:endParaRPr lang="en-US" altLang="zh-CN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AE92F13E-7FD5-3F51-7BCB-A401EB6196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550E2D3C-8450-41E6-04A5-47C8BF5FB2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108DD456-DFBD-DFCC-D7C4-BFEB21864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194D1BE-6253-4450-B452-55B567B49BC7}" type="slidenum">
              <a:rPr lang="en-US" altLang="zh-CN"/>
              <a:pPr eaLnBrk="1" hangingPunct="1"/>
              <a:t>34</a:t>
            </a:fld>
            <a:endParaRPr lang="en-US" altLang="zh-CN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AA9029C2-BF0D-F2F8-B5B0-06C0978B4C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1112754C-9ADD-A5BF-847C-D0B5A6B30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1C6EE19-43CD-F2F4-8FD1-95F5BD1FF8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E1AAB13-82DA-4163-9008-F81378557235}" type="slidenum">
              <a:rPr lang="en-US" altLang="zh-CN"/>
              <a:pPr eaLnBrk="1" hangingPunct="1"/>
              <a:t>35</a:t>
            </a:fld>
            <a:endParaRPr lang="en-US" altLang="zh-CN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82AB9D48-5C97-5895-49DF-5254A268D4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1A7D386E-0150-5D30-E431-1B4AB293E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76D227D0-6500-1A2E-73FE-C14BF24C61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9B970E0-882F-4920-9813-42367343DEF6}" type="slidenum">
              <a:rPr lang="en-US" altLang="zh-CN"/>
              <a:pPr eaLnBrk="1" hangingPunct="1"/>
              <a:t>36</a:t>
            </a:fld>
            <a:endParaRPr lang="en-US" altLang="zh-CN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67EB7423-3D3D-8162-83A0-2C2FC83BF1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B292C1BA-7D99-5C4F-B034-3E554FE315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E463BD96-22CB-B328-00B6-9797D8AEF0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E8E714-16F7-48BF-B5F5-934876E7A798}" type="slidenum">
              <a:rPr lang="en-US" altLang="zh-CN"/>
              <a:pPr eaLnBrk="1" hangingPunct="1"/>
              <a:t>37</a:t>
            </a:fld>
            <a:endParaRPr lang="en-US" altLang="zh-CN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62C1B234-0D2C-67A4-7193-5F3A2724E5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1D47F4E0-74EE-335F-EF4B-E39AB0DC9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9AC02784-B8D5-E08C-4887-8B3A4EDCDD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7A7A7F8-2AF1-4F41-8B1C-AC9792A24939}" type="slidenum">
              <a:rPr lang="en-US" altLang="zh-CN"/>
              <a:pPr eaLnBrk="1" hangingPunct="1"/>
              <a:t>38</a:t>
            </a:fld>
            <a:endParaRPr lang="en-US" altLang="zh-CN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6A3ED99D-5E69-1C19-8216-AF53D14BBA1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8FB3914A-256C-EB72-51D5-D13E7B032E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D86A6726-DC52-6009-FBBA-C30599B2BF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4C668D-1209-4A0D-ADAD-18F9E856922A}" type="slidenum">
              <a:rPr lang="en-US" altLang="zh-CN"/>
              <a:pPr eaLnBrk="1" hangingPunct="1"/>
              <a:t>39</a:t>
            </a:fld>
            <a:endParaRPr lang="en-US" altLang="zh-CN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E2F982C1-0859-ED8B-6539-B1E43D909D8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33FB5D69-2D04-96E1-5F65-FC02F2099A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CDF1AD94-3D69-50B6-657F-F9EA7EE41E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01C2709-E9B3-4C9C-9169-8C25E9628718}" type="slidenum">
              <a:rPr lang="en-US" altLang="zh-CN"/>
              <a:pPr eaLnBrk="1" hangingPunct="1"/>
              <a:t>40</a:t>
            </a:fld>
            <a:endParaRPr lang="en-US" altLang="zh-CN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8114B106-044D-24C5-A994-0B4691E887C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73131256-2F98-21E3-0301-2E8E10D5E7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D4536D2A-C225-A792-CA4D-323D5913B3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8CB7C4-692E-4335-87A9-09B4F1A64477}" type="slidenum">
              <a:rPr lang="en-US" altLang="zh-CN"/>
              <a:pPr eaLnBrk="1" hangingPunct="1"/>
              <a:t>41</a:t>
            </a:fld>
            <a:endParaRPr lang="en-US" altLang="zh-CN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8CFB1F0-B232-42DB-C41F-CDB473B33FE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03B9BCB-7D51-B196-19C7-E39E8345CEA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5D7AA90F-84BE-3DEC-091C-4F4C0EE64F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F3A980-78FA-4551-AC19-746DFB28658D}" type="slidenum">
              <a:rPr lang="en-US" altLang="zh-CN"/>
              <a:pPr eaLnBrk="1" hangingPunct="1"/>
              <a:t>42</a:t>
            </a:fld>
            <a:endParaRPr lang="en-US" altLang="zh-CN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A3CEC279-6AEC-CABA-74A7-551AC95864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3F4B158E-8B10-4B0B-1430-B0A0C9616D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3CB6D6C0-936E-4C87-29E9-CCB8022E88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C57B26-1ED0-4D0D-83EF-01307529768B}" type="slidenum">
              <a:rPr lang="en-US" altLang="zh-CN"/>
              <a:pPr eaLnBrk="1" hangingPunct="1"/>
              <a:t>43</a:t>
            </a:fld>
            <a:endParaRPr lang="en-US" altLang="zh-CN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2987BE61-9775-F6B6-65B1-5D6C716ADB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0DDAA19-F95E-195A-8724-77B84BAEF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34269773-BE74-3602-E2B3-D54D698F6C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E43815-5949-462B-8BF5-A36A0154811C}" type="slidenum">
              <a:rPr lang="en-US" altLang="zh-CN"/>
              <a:pPr eaLnBrk="1" hangingPunct="1"/>
              <a:t>44</a:t>
            </a:fld>
            <a:endParaRPr lang="en-US" altLang="zh-CN"/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1D5C5B11-D3E7-D1A8-C1FF-6DF322BF7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F74ABE41-D573-5D21-58F4-D7958D349B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07BF70A-2A93-C400-4636-EFF6D1E47A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92BF447-AAFF-4A82-BBC8-E166D5D912BC}" type="slidenum">
              <a:rPr lang="en-US" altLang="zh-CN"/>
              <a:pPr eaLnBrk="1" hangingPunct="1"/>
              <a:t>45</a:t>
            </a:fld>
            <a:endParaRPr lang="en-US" altLang="zh-CN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11715FF6-43AC-ED88-B0FE-FB820F177B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5E3CFF9-4CFA-7A73-CADA-0E3ACFFCD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4664BA8D-B5D2-95CA-7B4E-18B9938790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B18610-988E-4AFD-8472-F516DEE4EA10}" type="slidenum">
              <a:rPr lang="en-US" altLang="zh-CN"/>
              <a:pPr eaLnBrk="1" hangingPunct="1"/>
              <a:t>46</a:t>
            </a:fld>
            <a:endParaRPr lang="en-US" altLang="zh-CN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443E5AC7-B99D-10B9-CD3D-1270ED075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428CC93-62BE-B948-5B9F-A3D543AA6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68B82BB9-E532-335C-A3E4-BA8D53F67D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C6386A-6E7A-45F4-96D1-03666A1A060F}" type="slidenum">
              <a:rPr lang="en-US" altLang="zh-CN"/>
              <a:pPr eaLnBrk="1" hangingPunct="1"/>
              <a:t>47</a:t>
            </a:fld>
            <a:endParaRPr lang="en-US" altLang="zh-CN"/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4C110914-5FD9-F17F-191C-488BBBD3B5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F13438CB-AB67-E637-8433-69EF65B1BC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2BC6C88-ADAF-A1F0-E190-584917204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435F6E4-C2A6-4F5B-8E0E-0A6BE02CAD0A}" type="slidenum">
              <a:rPr lang="en-US" altLang="zh-CN"/>
              <a:pPr eaLnBrk="1" hangingPunct="1"/>
              <a:t>48</a:t>
            </a:fld>
            <a:endParaRPr lang="en-US" altLang="zh-CN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A9C632FD-F20B-EB3C-2DB7-3B2F205BFF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B86C8979-2402-FE2F-51DF-5C93A02E3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B86EBA82-0DC1-6138-26B6-DFD8426EE0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BCE0D6-D20A-46BD-A8DF-8191A54666D1}" type="slidenum">
              <a:rPr lang="en-US" altLang="zh-CN"/>
              <a:pPr eaLnBrk="1" hangingPunct="1"/>
              <a:t>49</a:t>
            </a:fld>
            <a:endParaRPr lang="en-US" altLang="zh-CN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EF4F7BDB-CCF9-BF3B-03E1-EF23158CF1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4AD15725-D18F-5D5B-F7B6-6BF55B97C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9E3FBC80-90CF-085F-EAB2-D15774ADAB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0281D1-EC04-4C61-9DED-26120F017F75}" type="slidenum">
              <a:rPr lang="en-US" altLang="zh-CN"/>
              <a:pPr eaLnBrk="1" hangingPunct="1"/>
              <a:t>50</a:t>
            </a:fld>
            <a:endParaRPr lang="en-US" altLang="zh-CN"/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F28C68D5-F9C9-BAFE-35D3-8E8B10E771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E7E18F6A-B529-5C48-85E8-D52CE9DE0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AE306C07-5A46-1F93-4171-EF3C4EA1D7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4EE8E7-1A03-46A5-A58D-FDC892CA5BA3}" type="slidenum">
              <a:rPr lang="en-US" altLang="zh-CN"/>
              <a:pPr eaLnBrk="1" hangingPunct="1"/>
              <a:t>51</a:t>
            </a:fld>
            <a:endParaRPr lang="en-US" altLang="zh-CN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EE481161-62E9-E7E3-C4A1-3546201D30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3E558E90-AA68-7B78-EA28-4119BF63A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3A9036D6-BF0A-3A60-73F0-347522DA0E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4779BA-C22C-45CC-BD19-032899D43212}" type="slidenum">
              <a:rPr lang="en-US" altLang="zh-CN"/>
              <a:pPr eaLnBrk="1" hangingPunct="1"/>
              <a:t>52</a:t>
            </a:fld>
            <a:endParaRPr lang="en-US" altLang="zh-CN"/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2344068B-971F-41CF-CBA2-F17B0F6EB3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AFB48FDA-F540-44E0-E27F-90E5DD885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D1FCE16B-888F-C58C-EF77-86ACAC2494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DD6C27-D888-4C9E-8F1B-F5A844B3AB76}" type="slidenum">
              <a:rPr lang="en-US" altLang="zh-CN"/>
              <a:pPr eaLnBrk="1" hangingPunct="1"/>
              <a:t>53</a:t>
            </a:fld>
            <a:endParaRPr lang="en-US" altLang="zh-CN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BC3FC650-0B89-55FA-2BBF-F8ADF0A5C4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F8E866C7-2307-C7FA-5F59-E2AEC2BD6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7AD054BB-C4AD-2C23-2B43-0F326D0F4F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055E42-B5E4-493F-9C45-5AB37E7D699C}" type="slidenum">
              <a:rPr lang="en-US" altLang="zh-CN"/>
              <a:pPr eaLnBrk="1" hangingPunct="1"/>
              <a:t>54</a:t>
            </a:fld>
            <a:endParaRPr lang="en-US" altLang="zh-CN"/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8E86D6B4-D86E-B5C3-7CE3-BE6AD85AA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F2D3BD91-0E19-7083-8890-2EDCF5933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355F81D3-B350-EC42-117F-9269D670C5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70DD0EE-047F-4CBC-A7A4-5FB293F00359}" type="slidenum">
              <a:rPr lang="en-US" altLang="zh-CN"/>
              <a:pPr eaLnBrk="1" hangingPunct="1"/>
              <a:t>55</a:t>
            </a:fld>
            <a:endParaRPr lang="en-US" altLang="zh-CN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24D30938-BE58-EA67-7E8F-98AB875512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2425CDFF-43DE-1985-24A7-EC6D05BFD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D9FEDE44-7C4E-3B19-E419-73B7C4818D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4150" y="8001000"/>
            <a:ext cx="3055938" cy="420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3A8A7F-28AC-4AE4-99B9-93DF39826B23}" type="slidenum">
              <a:rPr lang="zh-CN" altLang="zh-CN"/>
              <a:pPr eaLnBrk="1" hangingPunct="1"/>
              <a:t>56</a:t>
            </a:fld>
            <a:endParaRPr lang="zh-CN" altLang="zh-CN"/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336019AF-65B5-A813-8D33-39C79ED5256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54CE03AF-236E-1156-0C2E-1D9958E9F4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628F9582-E173-E8C6-C91E-74BAAB2599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88D0BB-2588-4309-A8C4-5935744DDB6C}" type="slidenum">
              <a:rPr lang="en-US" altLang="zh-CN"/>
              <a:pPr eaLnBrk="1" hangingPunct="1"/>
              <a:t>57</a:t>
            </a:fld>
            <a:endParaRPr lang="en-US" altLang="zh-CN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D71E6A15-7D54-19F3-C15D-3107A125C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2B1B9F26-519D-D0BE-24CF-B2337C03C6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92C5D9E7-C943-15A6-ADC4-81050445B5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3D1422-028C-4F52-B874-B6C203980762}" type="slidenum">
              <a:rPr lang="en-US" altLang="zh-CN"/>
              <a:pPr eaLnBrk="1" hangingPunct="1"/>
              <a:t>58</a:t>
            </a:fld>
            <a:endParaRPr lang="en-US" altLang="zh-CN"/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A47EAB2A-4D4E-6CC8-4769-D4F57F42A3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118736C7-4AD3-BDAC-6DCB-934C3997A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AA588604-8E80-7971-0C1A-6DE49AF420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11FB18A-FC4F-4E42-924C-0E93A436FEA4}" type="slidenum">
              <a:rPr lang="en-US" altLang="zh-CN"/>
              <a:pPr eaLnBrk="1" hangingPunct="1"/>
              <a:t>59</a:t>
            </a:fld>
            <a:endParaRPr lang="en-US" altLang="zh-CN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1906B601-3386-C9AE-7069-ADA2BAC76E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08861495-2218-BFA8-8C3C-1A9D8AB16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2E488E4A-0736-0059-B338-25CEBF400A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5102F8-F152-4E1F-A31E-071F503A45B8}" type="slidenum">
              <a:rPr lang="en-US" altLang="zh-CN"/>
              <a:pPr eaLnBrk="1" hangingPunct="1"/>
              <a:t>60</a:t>
            </a:fld>
            <a:endParaRPr lang="en-US" altLang="zh-CN"/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30F4344A-8B14-9705-80DC-60515ED9EA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B63CA889-A0B2-D384-E56A-2B5176598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4EA2BBE9-9012-7DC1-7B87-7A45DBF348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487638-4ECC-4215-BE1B-41E05DBCC820}" type="slidenum">
              <a:rPr lang="en-US" altLang="zh-CN"/>
              <a:pPr eaLnBrk="1" hangingPunct="1"/>
              <a:t>62</a:t>
            </a:fld>
            <a:endParaRPr lang="en-US" altLang="zh-CN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90E220F2-21BA-AD5F-2892-4F6E6F0035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0857BEA2-8269-4D76-1FF0-8BD262184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6EFFE9BF-1D2D-A715-D202-F95FA57061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FE2DC66-663E-4E3F-B409-12668641B0DB}" type="slidenum">
              <a:rPr lang="en-US" altLang="zh-CN"/>
              <a:pPr eaLnBrk="1" hangingPunct="1"/>
              <a:t>63</a:t>
            </a:fld>
            <a:endParaRPr lang="en-US" altLang="zh-CN"/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D2500297-B32E-F754-1102-30225DB9EE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D14AFE31-FC78-E467-1950-CF004B029D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B431F757-4BB2-4341-C11C-84657E452B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5E0934-FBA1-402F-83CF-118D73149E46}" type="slidenum">
              <a:rPr lang="en-US" altLang="zh-CN"/>
              <a:pPr eaLnBrk="1" hangingPunct="1"/>
              <a:t>64</a:t>
            </a:fld>
            <a:endParaRPr lang="en-US" altLang="zh-CN"/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2DDE9CA9-1138-F44A-D5AF-7F5CEB4800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2033C19B-FD52-6DD3-C05F-3920483B5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94A0226A-EDB8-D6BF-3727-84C536E9EB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10B09C-5597-4760-8E10-9F2FFABFC764}" type="slidenum">
              <a:rPr lang="en-US" altLang="zh-CN"/>
              <a:pPr eaLnBrk="1" hangingPunct="1"/>
              <a:t>65</a:t>
            </a:fld>
            <a:endParaRPr lang="en-US" altLang="zh-CN"/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C39944AC-1C9D-F913-7ABC-5E4BE165FF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2011ED8F-6420-61E0-3750-86FB0FAC5E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D239E375-0E72-A6B6-A164-23E9D87475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CE3FC27-CD1D-483D-8FDA-9D737B63D426}" type="slidenum">
              <a:rPr lang="en-US" altLang="zh-CN"/>
              <a:pPr eaLnBrk="1" hangingPunct="1"/>
              <a:t>66</a:t>
            </a:fld>
            <a:endParaRPr lang="en-US" altLang="zh-CN"/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98A9D89F-8FD5-F44B-B4E0-89D819A334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36E631DE-07F0-D550-224E-FEDE214D1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1BF880C6-EF42-EA42-F24B-46E75C1F26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7B1CF1-D7BE-4448-9201-026ED651C84C}" type="slidenum">
              <a:rPr lang="en-US" altLang="zh-CN"/>
              <a:pPr eaLnBrk="1" hangingPunct="1"/>
              <a:t>72</a:t>
            </a:fld>
            <a:endParaRPr lang="en-US" altLang="zh-CN"/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D4EC3066-96EB-0359-1A69-D8A60CF7D7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9E96726B-8661-B989-0CA3-5D31F21C9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32E14E55-6410-9A60-A043-4C88935C46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53BE34-4424-4EDA-BAD8-4F898733CE8A}" type="slidenum">
              <a:rPr lang="en-US" altLang="zh-CN"/>
              <a:pPr eaLnBrk="1" hangingPunct="1"/>
              <a:t>73</a:t>
            </a:fld>
            <a:endParaRPr lang="en-US" altLang="zh-CN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DDAA0982-E8A3-62C3-347D-3AA6B2185D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CFD81FDF-2727-CE6F-071D-CC81287466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3A8F34CB-B638-7C31-CD7B-EF2097F9D1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2491CB-D51F-4FD5-8C16-0FD3B2237E1C}" type="slidenum">
              <a:rPr lang="en-US" altLang="zh-CN"/>
              <a:pPr eaLnBrk="1" hangingPunct="1"/>
              <a:t>74</a:t>
            </a:fld>
            <a:endParaRPr lang="en-US" altLang="zh-CN"/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145548B2-4ED5-E7F5-DFE1-5340685E4F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D6E7C922-B427-FD19-AD5C-5777307F6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06803492-73AB-8C4A-B297-DA943DD372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289030-1556-4DB1-9700-5B10EEE5A076}" type="slidenum">
              <a:rPr lang="en-US" altLang="zh-CN"/>
              <a:pPr eaLnBrk="1" hangingPunct="1"/>
              <a:t>75</a:t>
            </a:fld>
            <a:endParaRPr lang="en-US" altLang="zh-CN"/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C485EDEB-245D-C8C5-E1DC-5FA8FA040A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88264062-BDAF-ADFD-B617-0620110A6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5540D154-993A-EE0B-92B7-1BA67D527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07C7DA8-437C-4E62-B154-690E4CF02C17}" type="slidenum">
              <a:rPr lang="en-US" altLang="zh-CN"/>
              <a:pPr eaLnBrk="1" hangingPunct="1"/>
              <a:t>76</a:t>
            </a:fld>
            <a:endParaRPr lang="en-US" altLang="zh-CN"/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B1E03342-494D-7A92-7554-7390BEEDC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E572D898-9BA8-D934-F94A-8F39762E6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DCC9B9-8AB7-9F5E-76D4-937BFAB1BD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9FC6CA-3AF3-1462-FBAD-3AD5A5B143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220604-9515-455B-3A20-5212059A55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45A790-2E81-4C23-A4CD-53B7C3B0FA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820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6210C3-7723-6185-0605-C58942A465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FE9D20-94D4-7AD4-E4F6-018E097E0E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C282C4-2A91-A151-6C28-5705EC29ED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1C1616-AFF6-430A-BB43-C72D787187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7292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8D7F28-2B06-26EC-81A2-42E7196B86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F32E98-7964-0AC7-0BE2-8F85F7ABD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182EA13-0959-FFFF-618E-43E2781098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0A186E-F36D-4FF0-BA52-9D12C9FD10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54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8003B-4AC7-24AC-D40E-5DDB62326A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933A22-BE47-7D26-FE24-D2140D255E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C81469-FE2D-A8F4-B5DD-8D11B91EFC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1CB3C6-F39D-4631-931D-C8657D990A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311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3DC144-808A-D0C5-73FF-22731E9E3A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31BA879-A672-33C4-4FB6-F231A588C2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52F158C-7F6D-FA5A-565E-48A0E8B328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3F2D72-05C3-4E67-B213-3760C0DC31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684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AD3B081-7F16-81DE-1495-C02ABC197C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387FCD7-D12C-3BAE-9F64-5E944C382D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DAAAED7-83C9-A182-91E5-0A94159AC1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41F204-7ACF-4398-B35A-4C8BE2F28D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39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64F3EDE-5D98-5B6A-599D-3EABFD4484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64D37EA-E863-EA1B-223B-E3925962F8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260A21B-A370-D162-DBA8-D7631C7801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1FA17A-961B-4C7D-A720-A8F7303944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4615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8466B4-B2D0-FCF4-599A-D2390CCED6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20076E-999A-BCDD-9908-E4645CF25C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575C50-5100-472B-81D9-F228575C7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904B7D-DBA8-49A3-941B-3648DE0B7C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1401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F77121-3B5B-5282-28D4-D9C853C843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109BE-D472-B7D2-14BF-6FE5A924C3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7D3903-4D32-2CED-1E8D-5243569E96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ACAECA-01E1-4938-9027-6FD94D849A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611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132CEE-E37D-1EA4-3713-D428D5781A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6F9FE6-7075-8FC8-2440-7221906A3F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0B9BEB-D6E6-636B-B5C9-3D31B8C671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86C06E-6F51-411F-842A-1324E807D1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7206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CF6912-B091-F888-A17E-7947723B12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D08316-7FA2-479F-D1A4-9858B08763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157190-1C04-51BA-3F18-C3A9AFF7DD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D91475-1D72-49EB-B682-B88B018F54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7046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0179099-2CB9-829C-1642-9A5DD40A8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2BF249-CE79-10CA-51E3-6E6939EC1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1779B80-4983-A8E0-F956-2FA1393E2CA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A6E4BA-9E78-C33B-854D-C2118F6696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1569220-CF7C-0A8A-0824-C7D15B779C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3747D8B-CFE0-45EE-9630-FE3E2F8760F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40.w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5.wmf"/><Relationship Id="rId3" Type="http://schemas.openxmlformats.org/officeDocument/2006/relationships/image" Target="../media/image35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7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1.wmf"/><Relationship Id="rId9" Type="http://schemas.openxmlformats.org/officeDocument/2006/relationships/image" Target="../media/image58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0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2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4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69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5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wmf"/><Relationship Id="rId11" Type="http://schemas.openxmlformats.org/officeDocument/2006/relationships/image" Target="../media/image81.wmf"/><Relationship Id="rId5" Type="http://schemas.openxmlformats.org/officeDocument/2006/relationships/oleObject" Target="../embeddings/oleObject74.bin"/><Relationship Id="rId10" Type="http://schemas.openxmlformats.org/officeDocument/2006/relationships/oleObject" Target="../embeddings/oleObject76.bin"/><Relationship Id="rId4" Type="http://schemas.openxmlformats.org/officeDocument/2006/relationships/image" Target="../media/image77.wmf"/><Relationship Id="rId9" Type="http://schemas.openxmlformats.org/officeDocument/2006/relationships/image" Target="../media/image80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82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84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79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image" Target="../media/image88.emf"/><Relationship Id="rId7" Type="http://schemas.openxmlformats.org/officeDocument/2006/relationships/oleObject" Target="../embeddings/oleObject84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emf"/><Relationship Id="rId5" Type="http://schemas.openxmlformats.org/officeDocument/2006/relationships/image" Target="../media/image89.wmf"/><Relationship Id="rId4" Type="http://schemas.openxmlformats.org/officeDocument/2006/relationships/oleObject" Target="../embeddings/oleObject83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93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12" Type="http://schemas.openxmlformats.org/officeDocument/2006/relationships/image" Target="../media/image102.e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100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6.w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105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8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07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7.w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109.w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13.bin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120.wmf"/><Relationship Id="rId20" Type="http://schemas.openxmlformats.org/officeDocument/2006/relationships/image" Target="../media/image12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10" Type="http://schemas.openxmlformats.org/officeDocument/2006/relationships/image" Target="../media/image117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19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7" Type="http://schemas.openxmlformats.org/officeDocument/2006/relationships/image" Target="../media/image125.w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7.bin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116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131.wmf"/><Relationship Id="rId26" Type="http://schemas.openxmlformats.org/officeDocument/2006/relationships/image" Target="../media/image134.wmf"/><Relationship Id="rId3" Type="http://schemas.openxmlformats.org/officeDocument/2006/relationships/oleObject" Target="../embeddings/oleObject118.bin"/><Relationship Id="rId21" Type="http://schemas.openxmlformats.org/officeDocument/2006/relationships/oleObject" Target="../embeddings/oleObject127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30.wmf"/><Relationship Id="rId17" Type="http://schemas.openxmlformats.org/officeDocument/2006/relationships/oleObject" Target="../embeddings/oleObject125.bin"/><Relationship Id="rId25" Type="http://schemas.openxmlformats.org/officeDocument/2006/relationships/oleObject" Target="../embeddings/oleObject129.bin"/><Relationship Id="rId2" Type="http://schemas.openxmlformats.org/officeDocument/2006/relationships/notesSlide" Target="../notesSlides/notesSlide61.xml"/><Relationship Id="rId16" Type="http://schemas.openxmlformats.org/officeDocument/2006/relationships/image" Target="../media/image119.wmf"/><Relationship Id="rId20" Type="http://schemas.openxmlformats.org/officeDocument/2006/relationships/image" Target="../media/image12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22.bin"/><Relationship Id="rId24" Type="http://schemas.openxmlformats.org/officeDocument/2006/relationships/image" Target="../media/image133.wmf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23" Type="http://schemas.openxmlformats.org/officeDocument/2006/relationships/oleObject" Target="../embeddings/oleObject128.bin"/><Relationship Id="rId10" Type="http://schemas.openxmlformats.org/officeDocument/2006/relationships/image" Target="../media/image129.wmf"/><Relationship Id="rId19" Type="http://schemas.openxmlformats.org/officeDocument/2006/relationships/oleObject" Target="../embeddings/oleObject126.bin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18.wmf"/><Relationship Id="rId22" Type="http://schemas.openxmlformats.org/officeDocument/2006/relationships/image" Target="../media/image132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oleObject" Target="../embeddings/oleObject130.bin"/><Relationship Id="rId7" Type="http://schemas.openxmlformats.org/officeDocument/2006/relationships/image" Target="../media/image136.w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38.wmf"/><Relationship Id="rId5" Type="http://schemas.openxmlformats.org/officeDocument/2006/relationships/image" Target="../media/image123.wmf"/><Relationship Id="rId10" Type="http://schemas.openxmlformats.org/officeDocument/2006/relationships/oleObject" Target="../embeddings/oleObject133.bin"/><Relationship Id="rId4" Type="http://schemas.openxmlformats.org/officeDocument/2006/relationships/image" Target="../media/image135.wmf"/><Relationship Id="rId9" Type="http://schemas.openxmlformats.org/officeDocument/2006/relationships/image" Target="../media/image137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43.w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0" Type="http://schemas.openxmlformats.org/officeDocument/2006/relationships/image" Target="../media/image142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3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>
            <a:extLst>
              <a:ext uri="{FF2B5EF4-FFF2-40B4-BE49-F238E27FC236}">
                <a16:creationId xmlns:a16="http://schemas.microsoft.com/office/drawing/2014/main" id="{2335BDE5-5193-4CA4-E352-37B2C94C57F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E1F7AA-D968-41AC-85D2-ACB275B5EEA2}" type="datetime10">
              <a:rPr lang="zh-CN" altLang="en-US" smtClean="0"/>
              <a:pPr eaLnBrk="1" hangingPunct="1"/>
              <a:t>09:57</a:t>
            </a:fld>
            <a:endParaRPr lang="en-US" altLang="zh-CN"/>
          </a:p>
        </p:txBody>
      </p:sp>
      <p:sp>
        <p:nvSpPr>
          <p:cNvPr id="2051" name="Rectangle 6">
            <a:extLst>
              <a:ext uri="{FF2B5EF4-FFF2-40B4-BE49-F238E27FC236}">
                <a16:creationId xmlns:a16="http://schemas.microsoft.com/office/drawing/2014/main" id="{1C83F1BB-4B72-5F6F-9443-409DA272D2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9D1C2F0-3C5A-4C83-BCEB-2F670D3C72AB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62CCDC17-388A-8C85-1FA6-44EEF9493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484313"/>
            <a:ext cx="2608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kumimoji="1"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1</a:t>
            </a:r>
            <a:r>
              <a:rPr kumimoji="1"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绪 论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75412AD-B48E-49EA-FDDC-71089B50A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225" y="2852738"/>
            <a:ext cx="4313238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1.1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自动控制及其发展概述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5EF9887-2C83-A5D4-AAC1-52AF10AEC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225" y="3427413"/>
            <a:ext cx="61087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1.2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控制系统的反馈工作原理及其组成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396C817-70D8-BED3-B801-89C6970D9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225" y="4156075"/>
            <a:ext cx="3236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1.3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控制系统的分类</a:t>
            </a: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E70A422F-A92B-D476-C6B1-5CA83278C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225" y="4630738"/>
            <a:ext cx="6827838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1.4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对控制系统的要求及常用典型控制信号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占位符 1">
            <a:extLst>
              <a:ext uri="{FF2B5EF4-FFF2-40B4-BE49-F238E27FC236}">
                <a16:creationId xmlns:a16="http://schemas.microsoft.com/office/drawing/2014/main" id="{98647B2E-842C-63E9-9E72-A7A851D91CA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8532CB-47E5-4D51-8D5D-D751AED3819D}" type="datetime10">
              <a:rPr lang="zh-CN" altLang="en-US" smtClean="0"/>
              <a:pPr eaLnBrk="1" hangingPunct="1"/>
              <a:t>09:57</a:t>
            </a:fld>
            <a:endParaRPr lang="zh-CN" altLang="en-US"/>
          </a:p>
        </p:txBody>
      </p:sp>
      <p:sp>
        <p:nvSpPr>
          <p:cNvPr id="3075" name="灯片编号占位符 3">
            <a:extLst>
              <a:ext uri="{FF2B5EF4-FFF2-40B4-BE49-F238E27FC236}">
                <a16:creationId xmlns:a16="http://schemas.microsoft.com/office/drawing/2014/main" id="{CC69EF4B-403C-AC54-6372-96F8B4109B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976027-03E5-440A-9A0B-5D6EE2BDB8A9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D923C880-A3F4-6829-4014-6B3957B43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54175"/>
            <a:ext cx="379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控制系统的工作原理：</a:t>
            </a: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5290AFF6-FDA0-F655-6BBB-DE5630E8B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60613"/>
            <a:ext cx="58070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8925" indent="-2889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zh-CN" altLang="en-US" sz="2800">
                <a:latin typeface="Times New Roman" panose="02020603050405020304" pitchFamily="18" charset="0"/>
              </a:rPr>
              <a:t>检测输出量</a:t>
            </a:r>
            <a:r>
              <a:rPr lang="zh-CN" altLang="en-US" sz="2800">
                <a:latin typeface="宋体" panose="02010600030101010101" pitchFamily="2" charset="-122"/>
              </a:rPr>
              <a:t>（被控制量）</a:t>
            </a:r>
            <a:r>
              <a:rPr lang="zh-CN" altLang="en-US" sz="2800">
                <a:latin typeface="Times New Roman" panose="02020603050405020304" pitchFamily="18" charset="0"/>
              </a:rPr>
              <a:t>的实际值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51549ED0-B45A-F131-515E-146885773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065463"/>
            <a:ext cx="7585075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8925" indent="-2889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zh-CN" altLang="en-US" sz="2800">
                <a:latin typeface="宋体" panose="02010600030101010101" pitchFamily="2" charset="-122"/>
              </a:rPr>
              <a:t>将输出量的实际值与给定值（输入量）进行比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较得出偏差；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7C6FBD4B-6335-4CAF-AA5D-39DC9FAEC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94175"/>
            <a:ext cx="7585075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8925" indent="-2889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zh-CN" altLang="en-US" sz="2800">
                <a:latin typeface="宋体" panose="02010600030101010101" pitchFamily="2" charset="-122"/>
              </a:rPr>
              <a:t>用偏差值产生控制调节作用去消除偏差，使得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输出量维持期望的输出。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  <p:bldP spid="15364" grpId="0"/>
      <p:bldP spid="153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1">
            <a:extLst>
              <a:ext uri="{FF2B5EF4-FFF2-40B4-BE49-F238E27FC236}">
                <a16:creationId xmlns:a16="http://schemas.microsoft.com/office/drawing/2014/main" id="{0A3656E5-3AF0-5252-C9F9-90F303883BE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EEF118E-37C5-4A19-8F21-05032AA0C6F4}" type="datetime10">
              <a:rPr lang="zh-CN" altLang="en-US" smtClean="0"/>
              <a:pPr eaLnBrk="1" hangingPunct="1"/>
              <a:t>09:57</a:t>
            </a:fld>
            <a:endParaRPr lang="en-US" altLang="zh-CN"/>
          </a:p>
        </p:txBody>
      </p:sp>
      <p:sp>
        <p:nvSpPr>
          <p:cNvPr id="4099" name="灯片编号占位符 3">
            <a:extLst>
              <a:ext uri="{FF2B5EF4-FFF2-40B4-BE49-F238E27FC236}">
                <a16:creationId xmlns:a16="http://schemas.microsoft.com/office/drawing/2014/main" id="{903A1A1E-1BC5-B4C8-4CB7-906AE145A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3751E84-5CA5-4704-8F07-6CF9E2B94442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pic>
        <p:nvPicPr>
          <p:cNvPr id="4100" name="Picture 8">
            <a:extLst>
              <a:ext uri="{FF2B5EF4-FFF2-40B4-BE49-F238E27FC236}">
                <a16:creationId xmlns:a16="http://schemas.microsoft.com/office/drawing/2014/main" id="{F92DD283-7B31-D2E1-61DE-00A019C8C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60350"/>
            <a:ext cx="7580312" cy="322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01" name="组合 10">
            <a:extLst>
              <a:ext uri="{FF2B5EF4-FFF2-40B4-BE49-F238E27FC236}">
                <a16:creationId xmlns:a16="http://schemas.microsoft.com/office/drawing/2014/main" id="{8A390DEA-5AE0-77C1-E249-1178774CBF53}"/>
              </a:ext>
            </a:extLst>
          </p:cNvPr>
          <p:cNvGrpSpPr>
            <a:grpSpLocks/>
          </p:cNvGrpSpPr>
          <p:nvPr/>
        </p:nvGrpSpPr>
        <p:grpSpPr bwMode="auto">
          <a:xfrm>
            <a:off x="0" y="4005263"/>
            <a:ext cx="8990013" cy="2149475"/>
            <a:chOff x="0" y="4005064"/>
            <a:chExt cx="8990013" cy="2149475"/>
          </a:xfrm>
        </p:grpSpPr>
        <p:pic>
          <p:nvPicPr>
            <p:cNvPr id="4102" name="Picture 2">
              <a:extLst>
                <a:ext uri="{FF2B5EF4-FFF2-40B4-BE49-F238E27FC236}">
                  <a16:creationId xmlns:a16="http://schemas.microsoft.com/office/drawing/2014/main" id="{57A600FF-21B4-C676-815E-61AED8DE0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6" r="1366" b="-4192"/>
            <a:stretch>
              <a:fillRect/>
            </a:stretch>
          </p:blipFill>
          <p:spPr bwMode="auto">
            <a:xfrm>
              <a:off x="0" y="4005064"/>
              <a:ext cx="8990013" cy="2149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3" name="TextBox 5">
              <a:extLst>
                <a:ext uri="{FF2B5EF4-FFF2-40B4-BE49-F238E27FC236}">
                  <a16:creationId xmlns:a16="http://schemas.microsoft.com/office/drawing/2014/main" id="{47C7C355-3F54-FE00-CA5E-9CF94756C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832" y="5661248"/>
              <a:ext cx="2954337" cy="4619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工作台位置控制系统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1">
            <a:extLst>
              <a:ext uri="{FF2B5EF4-FFF2-40B4-BE49-F238E27FC236}">
                <a16:creationId xmlns:a16="http://schemas.microsoft.com/office/drawing/2014/main" id="{CDC87032-5505-9783-788A-4A07F59BF6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0187EE-B111-49FC-B8BD-119B585E7DF6}" type="datetime10">
              <a:rPr lang="zh-CN" altLang="en-US" smtClean="0"/>
              <a:pPr eaLnBrk="1" hangingPunct="1"/>
              <a:t>09:57</a:t>
            </a:fld>
            <a:endParaRPr lang="en-US" altLang="zh-CN"/>
          </a:p>
        </p:txBody>
      </p:sp>
      <p:sp>
        <p:nvSpPr>
          <p:cNvPr id="5123" name="灯片编号占位符 3">
            <a:extLst>
              <a:ext uri="{FF2B5EF4-FFF2-40B4-BE49-F238E27FC236}">
                <a16:creationId xmlns:a16="http://schemas.microsoft.com/office/drawing/2014/main" id="{981A93E6-93A4-F09C-34D5-1D4B6693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F4290E-ED41-4C19-AB00-BDC81C30B60D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31A265BC-BB65-BCB7-E2C5-4045E6A0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6250"/>
            <a:ext cx="4492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反馈控制系统的基本组成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86A3CA05-A293-3D3B-29CC-2468C18E0C8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412875"/>
            <a:ext cx="8701088" cy="4459288"/>
            <a:chOff x="183" y="1268"/>
            <a:chExt cx="5481" cy="2809"/>
          </a:xfrm>
        </p:grpSpPr>
        <p:sp>
          <p:nvSpPr>
            <p:cNvPr id="5128" name="Rectangle 4">
              <a:extLst>
                <a:ext uri="{FF2B5EF4-FFF2-40B4-BE49-F238E27FC236}">
                  <a16:creationId xmlns:a16="http://schemas.microsoft.com/office/drawing/2014/main" id="{995D8672-C26B-686D-2BC4-6B859E092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" y="1700"/>
              <a:ext cx="432" cy="433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控制</a:t>
              </a:r>
              <a:endParaRPr kumimoji="1" lang="en-US" altLang="zh-CN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元件</a:t>
              </a:r>
            </a:p>
          </p:txBody>
        </p:sp>
        <p:sp>
          <p:nvSpPr>
            <p:cNvPr id="5129" name="Text Box 5">
              <a:extLst>
                <a:ext uri="{FF2B5EF4-FFF2-40B4-BE49-F238E27FC236}">
                  <a16:creationId xmlns:a16="http://schemas.microsoft.com/office/drawing/2014/main" id="{FDCA99C9-3207-0625-1DCB-3FDCCD6AF9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" y="1757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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5130" name="Line 6">
              <a:extLst>
                <a:ext uri="{FF2B5EF4-FFF2-40B4-BE49-F238E27FC236}">
                  <a16:creationId xmlns:a16="http://schemas.microsoft.com/office/drawing/2014/main" id="{6EA8A8C3-1843-71E2-8C6B-B59E4A56A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" y="1940"/>
              <a:ext cx="24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1" name="Text Box 7">
              <a:extLst>
                <a:ext uri="{FF2B5EF4-FFF2-40B4-BE49-F238E27FC236}">
                  <a16:creationId xmlns:a16="http://schemas.microsoft.com/office/drawing/2014/main" id="{8515955D-E229-1812-0575-487F3F1E1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" y="1630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132" name="Line 8">
              <a:extLst>
                <a:ext uri="{FF2B5EF4-FFF2-40B4-BE49-F238E27FC236}">
                  <a16:creationId xmlns:a16="http://schemas.microsoft.com/office/drawing/2014/main" id="{7D8971E9-9F84-18A8-286F-B5C07E716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" y="1940"/>
              <a:ext cx="24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3" name="Rectangle 9">
              <a:extLst>
                <a:ext uri="{FF2B5EF4-FFF2-40B4-BE49-F238E27FC236}">
                  <a16:creationId xmlns:a16="http://schemas.microsoft.com/office/drawing/2014/main" id="{5A3A2C4A-9194-5FA8-E40D-FFBE29027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1700"/>
              <a:ext cx="720" cy="433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串联校正</a:t>
              </a:r>
            </a:p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元件</a:t>
              </a:r>
            </a:p>
          </p:txBody>
        </p:sp>
        <p:sp>
          <p:nvSpPr>
            <p:cNvPr id="5134" name="Rectangle 10">
              <a:extLst>
                <a:ext uri="{FF2B5EF4-FFF2-40B4-BE49-F238E27FC236}">
                  <a16:creationId xmlns:a16="http://schemas.microsoft.com/office/drawing/2014/main" id="{D7F0A545-B7BA-C6A2-3686-B98672099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1700"/>
              <a:ext cx="720" cy="433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放大变换</a:t>
              </a:r>
            </a:p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元件</a:t>
              </a:r>
            </a:p>
          </p:txBody>
        </p:sp>
        <p:sp>
          <p:nvSpPr>
            <p:cNvPr id="5135" name="Rectangle 11">
              <a:extLst>
                <a:ext uri="{FF2B5EF4-FFF2-40B4-BE49-F238E27FC236}">
                  <a16:creationId xmlns:a16="http://schemas.microsoft.com/office/drawing/2014/main" id="{EC6C94A0-FB9A-6502-4607-A514FDAC0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1" y="1700"/>
              <a:ext cx="432" cy="433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执行</a:t>
              </a:r>
            </a:p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元件</a:t>
              </a:r>
            </a:p>
          </p:txBody>
        </p:sp>
        <p:sp>
          <p:nvSpPr>
            <p:cNvPr id="5136" name="Rectangle 12">
              <a:extLst>
                <a:ext uri="{FF2B5EF4-FFF2-40B4-BE49-F238E27FC236}">
                  <a16:creationId xmlns:a16="http://schemas.microsoft.com/office/drawing/2014/main" id="{66CC3F19-56AD-FF06-385F-45AF241B8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1699"/>
              <a:ext cx="432" cy="433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控制</a:t>
              </a:r>
            </a:p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对象</a:t>
              </a:r>
            </a:p>
          </p:txBody>
        </p:sp>
        <p:sp>
          <p:nvSpPr>
            <p:cNvPr id="5137" name="Line 13">
              <a:extLst>
                <a:ext uri="{FF2B5EF4-FFF2-40B4-BE49-F238E27FC236}">
                  <a16:creationId xmlns:a16="http://schemas.microsoft.com/office/drawing/2014/main" id="{16A6A394-0A8E-DDFD-3922-5945D71C9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5" y="1988"/>
              <a:ext cx="0" cy="137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8" name="Text Box 14">
              <a:extLst>
                <a:ext uri="{FF2B5EF4-FFF2-40B4-BE49-F238E27FC236}">
                  <a16:creationId xmlns:a16="http://schemas.microsoft.com/office/drawing/2014/main" id="{3B76234A-941C-4C6F-D0A4-743683896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5" y="184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_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139" name="Text Box 15">
              <a:extLst>
                <a:ext uri="{FF2B5EF4-FFF2-40B4-BE49-F238E27FC236}">
                  <a16:creationId xmlns:a16="http://schemas.microsoft.com/office/drawing/2014/main" id="{12A7CCD3-D861-CE84-CB1A-F5B28676E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" y="1757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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5140" name="Line 16">
              <a:extLst>
                <a:ext uri="{FF2B5EF4-FFF2-40B4-BE49-F238E27FC236}">
                  <a16:creationId xmlns:a16="http://schemas.microsoft.com/office/drawing/2014/main" id="{B5AE2162-2D5B-C1E0-CAFE-D7611A2C4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1" y="1940"/>
              <a:ext cx="24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1" name="Text Box 17">
              <a:extLst>
                <a:ext uri="{FF2B5EF4-FFF2-40B4-BE49-F238E27FC236}">
                  <a16:creationId xmlns:a16="http://schemas.microsoft.com/office/drawing/2014/main" id="{8F055C9A-8CFD-62EB-5265-2F7D107E1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9" y="1630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142" name="Line 18">
              <a:extLst>
                <a:ext uri="{FF2B5EF4-FFF2-40B4-BE49-F238E27FC236}">
                  <a16:creationId xmlns:a16="http://schemas.microsoft.com/office/drawing/2014/main" id="{A92E9DC4-ADC4-7FC7-2B5B-E0016192C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4" y="1940"/>
              <a:ext cx="24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3" name="Line 19">
              <a:extLst>
                <a:ext uri="{FF2B5EF4-FFF2-40B4-BE49-F238E27FC236}">
                  <a16:creationId xmlns:a16="http://schemas.microsoft.com/office/drawing/2014/main" id="{9764EDD8-C352-D2AE-947C-49CD55638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7" y="1988"/>
              <a:ext cx="0" cy="7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4" name="Text Box 20">
              <a:extLst>
                <a:ext uri="{FF2B5EF4-FFF2-40B4-BE49-F238E27FC236}">
                  <a16:creationId xmlns:a16="http://schemas.microsoft.com/office/drawing/2014/main" id="{1BCDF57B-4BF3-6947-4434-AB6CA5926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7" y="185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_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145" name="Line 21">
              <a:extLst>
                <a:ext uri="{FF2B5EF4-FFF2-40B4-BE49-F238E27FC236}">
                  <a16:creationId xmlns:a16="http://schemas.microsoft.com/office/drawing/2014/main" id="{C88B713B-1CFC-EDC2-DA9C-61A79DC2D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1940"/>
              <a:ext cx="28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6" name="Line 22">
              <a:extLst>
                <a:ext uri="{FF2B5EF4-FFF2-40B4-BE49-F238E27FC236}">
                  <a16:creationId xmlns:a16="http://schemas.microsoft.com/office/drawing/2014/main" id="{D6828717-6995-A03D-8F4B-2448313B0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3" y="1940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7" name="Line 23">
              <a:extLst>
                <a:ext uri="{FF2B5EF4-FFF2-40B4-BE49-F238E27FC236}">
                  <a16:creationId xmlns:a16="http://schemas.microsoft.com/office/drawing/2014/main" id="{1537839E-68A4-45A3-84AE-19CFDE6D4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9" y="1940"/>
              <a:ext cx="52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8" name="Rectangle 24">
              <a:extLst>
                <a:ext uri="{FF2B5EF4-FFF2-40B4-BE49-F238E27FC236}">
                  <a16:creationId xmlns:a16="http://schemas.microsoft.com/office/drawing/2014/main" id="{0ADC9C60-D6C0-0141-9831-8C9915657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447"/>
              <a:ext cx="720" cy="433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并联校正</a:t>
              </a:r>
            </a:p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元件</a:t>
              </a:r>
            </a:p>
          </p:txBody>
        </p:sp>
        <p:sp>
          <p:nvSpPr>
            <p:cNvPr id="5149" name="Line 25">
              <a:extLst>
                <a:ext uri="{FF2B5EF4-FFF2-40B4-BE49-F238E27FC236}">
                  <a16:creationId xmlns:a16="http://schemas.microsoft.com/office/drawing/2014/main" id="{43E21B3A-4C9F-F94F-EB2E-6A57FC4AD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9" y="1940"/>
              <a:ext cx="9" cy="74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0" name="Line 26">
              <a:extLst>
                <a:ext uri="{FF2B5EF4-FFF2-40B4-BE49-F238E27FC236}">
                  <a16:creationId xmlns:a16="http://schemas.microsoft.com/office/drawing/2014/main" id="{796B4E3B-619E-1DAF-4C33-77082185E6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5" y="2688"/>
              <a:ext cx="62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1" name="Line 27">
              <a:extLst>
                <a:ext uri="{FF2B5EF4-FFF2-40B4-BE49-F238E27FC236}">
                  <a16:creationId xmlns:a16="http://schemas.microsoft.com/office/drawing/2014/main" id="{8469A8AD-9365-A83B-43D9-BDC295BF7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7" y="2688"/>
              <a:ext cx="52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2" name="Text Box 28">
              <a:extLst>
                <a:ext uri="{FF2B5EF4-FFF2-40B4-BE49-F238E27FC236}">
                  <a16:creationId xmlns:a16="http://schemas.microsoft.com/office/drawing/2014/main" id="{BEEDE955-E828-01D7-725A-11281B4B1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1" y="2257"/>
              <a:ext cx="4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局部</a:t>
              </a:r>
            </a:p>
            <a:p>
              <a:pPr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反馈</a:t>
              </a:r>
            </a:p>
          </p:txBody>
        </p:sp>
        <p:sp>
          <p:nvSpPr>
            <p:cNvPr id="5153" name="Rectangle 29">
              <a:extLst>
                <a:ext uri="{FF2B5EF4-FFF2-40B4-BE49-F238E27FC236}">
                  <a16:creationId xmlns:a16="http://schemas.microsoft.com/office/drawing/2014/main" id="{6097BF8B-AD6C-2F04-5975-B23A31663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3119"/>
              <a:ext cx="720" cy="433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反馈元件</a:t>
              </a:r>
            </a:p>
          </p:txBody>
        </p:sp>
        <p:sp>
          <p:nvSpPr>
            <p:cNvPr id="5154" name="Line 30">
              <a:extLst>
                <a:ext uri="{FF2B5EF4-FFF2-40B4-BE49-F238E27FC236}">
                  <a16:creationId xmlns:a16="http://schemas.microsoft.com/office/drawing/2014/main" id="{7B7A21EC-364E-4E43-CD76-926C7BADD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5" y="3360"/>
              <a:ext cx="192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5" name="Line 31">
              <a:extLst>
                <a:ext uri="{FF2B5EF4-FFF2-40B4-BE49-F238E27FC236}">
                  <a16:creationId xmlns:a16="http://schemas.microsoft.com/office/drawing/2014/main" id="{C2B60116-2EB9-E76A-A7BD-A641A7287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5" y="3360"/>
              <a:ext cx="148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6" name="Line 32">
              <a:extLst>
                <a:ext uri="{FF2B5EF4-FFF2-40B4-BE49-F238E27FC236}">
                  <a16:creationId xmlns:a16="http://schemas.microsoft.com/office/drawing/2014/main" id="{BFDBB8B7-55DA-5689-FD2E-856B92605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" y="1940"/>
              <a:ext cx="0" cy="142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7" name="Rectangle 33">
              <a:extLst>
                <a:ext uri="{FF2B5EF4-FFF2-40B4-BE49-F238E27FC236}">
                  <a16:creationId xmlns:a16="http://schemas.microsoft.com/office/drawing/2014/main" id="{CC817B88-8C5A-68A1-3B7B-5E28CDC21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" y="1268"/>
              <a:ext cx="4272" cy="24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58" name="Text Box 34">
              <a:extLst>
                <a:ext uri="{FF2B5EF4-FFF2-40B4-BE49-F238E27FC236}">
                  <a16:creationId xmlns:a16="http://schemas.microsoft.com/office/drawing/2014/main" id="{5F410142-4780-2432-8D03-EDA3058CF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3" y="3131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>
                  <a:latin typeface="Times New Roman" panose="02020603050405020304" pitchFamily="18" charset="0"/>
                </a:rPr>
                <a:t>主反馈</a:t>
              </a:r>
            </a:p>
          </p:txBody>
        </p:sp>
        <p:sp>
          <p:nvSpPr>
            <p:cNvPr id="5159" name="Text Box 35">
              <a:extLst>
                <a:ext uri="{FF2B5EF4-FFF2-40B4-BE49-F238E27FC236}">
                  <a16:creationId xmlns:a16="http://schemas.microsoft.com/office/drawing/2014/main" id="{2D87F0A8-BD27-4116-553C-F683F5450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3375"/>
              <a:ext cx="7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latin typeface="Times New Roman" panose="02020603050405020304" pitchFamily="18" charset="0"/>
                </a:rPr>
                <a:t>控制部分</a:t>
              </a:r>
            </a:p>
          </p:txBody>
        </p:sp>
        <p:sp>
          <p:nvSpPr>
            <p:cNvPr id="5160" name="Text Box 36">
              <a:extLst>
                <a:ext uri="{FF2B5EF4-FFF2-40B4-BE49-F238E27FC236}">
                  <a16:creationId xmlns:a16="http://schemas.microsoft.com/office/drawing/2014/main" id="{1C991D7D-C877-1847-A12B-8C85878BD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1" y="1450"/>
              <a:ext cx="4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>
                  <a:latin typeface="Times New Roman" panose="02020603050405020304" pitchFamily="18" charset="0"/>
                </a:rPr>
                <a:t>比较</a:t>
              </a:r>
            </a:p>
            <a:p>
              <a:pPr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元件</a:t>
              </a:r>
            </a:p>
          </p:txBody>
        </p:sp>
        <p:sp>
          <p:nvSpPr>
            <p:cNvPr id="5161" name="Text Box 37">
              <a:extLst>
                <a:ext uri="{FF2B5EF4-FFF2-40B4-BE49-F238E27FC236}">
                  <a16:creationId xmlns:a16="http://schemas.microsoft.com/office/drawing/2014/main" id="{741EF5A1-AB34-78B5-0663-DD49DE9D8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" y="1450"/>
              <a:ext cx="4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>
                  <a:latin typeface="Times New Roman" panose="02020603050405020304" pitchFamily="18" charset="0"/>
                </a:rPr>
                <a:t>比较</a:t>
              </a:r>
            </a:p>
            <a:p>
              <a:pPr eaLnBrk="1" hangingPunct="1"/>
              <a:r>
                <a:rPr kumimoji="1" lang="zh-CN" altLang="en-US">
                  <a:latin typeface="Times New Roman" panose="02020603050405020304" pitchFamily="18" charset="0"/>
                </a:rPr>
                <a:t>元件</a:t>
              </a:r>
            </a:p>
          </p:txBody>
        </p:sp>
        <p:sp>
          <p:nvSpPr>
            <p:cNvPr id="5162" name="Text Box 38">
              <a:extLst>
                <a:ext uri="{FF2B5EF4-FFF2-40B4-BE49-F238E27FC236}">
                  <a16:creationId xmlns:a16="http://schemas.microsoft.com/office/drawing/2014/main" id="{EB7C7B4C-0C78-E4DA-332F-166675BC8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" y="2190"/>
              <a:ext cx="692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1" lang="zh-CN" altLang="en-US">
                  <a:latin typeface="Times New Roman" panose="02020603050405020304" pitchFamily="18" charset="0"/>
                </a:rPr>
                <a:t>输入信号</a:t>
              </a:r>
            </a:p>
            <a:p>
              <a:pPr eaLnBrk="1" hangingPunct="1">
                <a:lnSpc>
                  <a:spcPct val="80000"/>
                </a:lnSpc>
              </a:pPr>
              <a:r>
                <a:rPr kumimoji="1" lang="zh-CN" altLang="en-US" sz="1600">
                  <a:latin typeface="Times New Roman" panose="02020603050405020304" pitchFamily="18" charset="0"/>
                </a:rPr>
                <a:t>      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i</a:t>
              </a:r>
              <a:endParaRPr kumimoji="1"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5163" name="Text Box 39">
              <a:extLst>
                <a:ext uri="{FF2B5EF4-FFF2-40B4-BE49-F238E27FC236}">
                  <a16:creationId xmlns:a16="http://schemas.microsoft.com/office/drawing/2014/main" id="{5929CFB0-E455-EFCE-7AEC-987A6C621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" y="2164"/>
              <a:ext cx="692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1" lang="zh-CN" altLang="en-US">
                  <a:latin typeface="Times New Roman" panose="02020603050405020304" pitchFamily="18" charset="0"/>
                </a:rPr>
                <a:t>偏差信号</a:t>
              </a:r>
            </a:p>
            <a:p>
              <a:pPr eaLnBrk="1" hangingPunct="1">
                <a:lnSpc>
                  <a:spcPct val="80000"/>
                </a:lnSpc>
              </a:pPr>
              <a:r>
                <a:rPr kumimoji="1" lang="zh-CN" altLang="en-US" sz="1600">
                  <a:latin typeface="Times New Roman" panose="02020603050405020304" pitchFamily="18" charset="0"/>
                </a:rPr>
                <a:t>      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e</a:t>
              </a:r>
              <a:endParaRPr kumimoji="1"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5164" name="Text Box 40">
              <a:extLst>
                <a:ext uri="{FF2B5EF4-FFF2-40B4-BE49-F238E27FC236}">
                  <a16:creationId xmlns:a16="http://schemas.microsoft.com/office/drawing/2014/main" id="{FEAE3596-4A81-218A-BCD3-7EBD43F33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5" y="2976"/>
              <a:ext cx="10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>
                  <a:latin typeface="Times New Roman" panose="02020603050405020304" pitchFamily="18" charset="0"/>
                </a:rPr>
                <a:t>主反馈信号</a:t>
              </a:r>
              <a:r>
                <a:rPr kumimoji="1" lang="zh-CN" altLang="en-US" sz="160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b</a:t>
              </a:r>
              <a:endParaRPr kumimoji="1"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5165" name="Line 41">
              <a:extLst>
                <a:ext uri="{FF2B5EF4-FFF2-40B4-BE49-F238E27FC236}">
                  <a16:creationId xmlns:a16="http://schemas.microsoft.com/office/drawing/2014/main" id="{C4993E69-ACBD-502F-409E-71D8CB627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9" y="1508"/>
              <a:ext cx="0" cy="19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6" name="Text Box 42">
              <a:extLst>
                <a:ext uri="{FF2B5EF4-FFF2-40B4-BE49-F238E27FC236}">
                  <a16:creationId xmlns:a16="http://schemas.microsoft.com/office/drawing/2014/main" id="{98A49EF5-B7C8-8631-9951-BE6AF0F16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" y="1296"/>
              <a:ext cx="6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>
                  <a:latin typeface="Times New Roman" panose="02020603050405020304" pitchFamily="18" charset="0"/>
                </a:rPr>
                <a:t>扰动信号</a:t>
              </a:r>
            </a:p>
          </p:txBody>
        </p:sp>
        <p:sp>
          <p:nvSpPr>
            <p:cNvPr id="5167" name="Text Box 43">
              <a:extLst>
                <a:ext uri="{FF2B5EF4-FFF2-40B4-BE49-F238E27FC236}">
                  <a16:creationId xmlns:a16="http://schemas.microsoft.com/office/drawing/2014/main" id="{FD2462C0-1F5D-00E1-12F3-6E4EF181A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9" y="1604"/>
              <a:ext cx="5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>
                  <a:latin typeface="Times New Roman" panose="02020603050405020304" pitchFamily="18" charset="0"/>
                </a:rPr>
                <a:t>输出</a:t>
              </a:r>
              <a:r>
                <a:rPr kumimoji="1" lang="zh-CN" altLang="en-US" sz="160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o</a:t>
              </a:r>
              <a:endParaRPr kumimoji="1"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5168" name="Rectangle 44">
              <a:extLst>
                <a:ext uri="{FF2B5EF4-FFF2-40B4-BE49-F238E27FC236}">
                  <a16:creationId xmlns:a16="http://schemas.microsoft.com/office/drawing/2014/main" id="{0DEC3B47-C9A1-26F9-012B-6588F8FD8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4" y="3786"/>
              <a:ext cx="224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latin typeface="Times New Roman" panose="02020603050405020304" pitchFamily="18" charset="0"/>
                </a:rPr>
                <a:t>典型反馈控制系统方块图</a:t>
              </a:r>
            </a:p>
          </p:txBody>
        </p:sp>
      </p:grpSp>
      <p:sp>
        <p:nvSpPr>
          <p:cNvPr id="5126" name="TextBox 46">
            <a:extLst>
              <a:ext uri="{FF2B5EF4-FFF2-40B4-BE49-F238E27FC236}">
                <a16:creationId xmlns:a16="http://schemas.microsoft.com/office/drawing/2014/main" id="{3A8600FB-EF6A-0CF6-BB84-2DF6A232F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260350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组成元件</a:t>
            </a:r>
          </a:p>
        </p:txBody>
      </p:sp>
      <p:sp>
        <p:nvSpPr>
          <p:cNvPr id="5127" name="TextBox 47">
            <a:extLst>
              <a:ext uri="{FF2B5EF4-FFF2-40B4-BE49-F238E27FC236}">
                <a16:creationId xmlns:a16="http://schemas.microsoft.com/office/drawing/2014/main" id="{4AC55A23-104C-48CB-59DA-C6FE575D6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76517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系统信号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">
            <a:extLst>
              <a:ext uri="{FF2B5EF4-FFF2-40B4-BE49-F238E27FC236}">
                <a16:creationId xmlns:a16="http://schemas.microsoft.com/office/drawing/2014/main" id="{48267189-3EA6-C60B-869E-25AB9215C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0"/>
            <a:ext cx="8126413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A450C"/>
                </a:solidFill>
                <a:latin typeface="Times New Roman" panose="02020603050405020304" pitchFamily="18" charset="0"/>
              </a:rPr>
              <a:t>稳定性（</a:t>
            </a:r>
            <a:r>
              <a:rPr kumimoji="1" lang="en-US" altLang="zh-CN" sz="2800">
                <a:solidFill>
                  <a:srgbClr val="FA450C"/>
                </a:solidFill>
                <a:latin typeface="Times New Roman" panose="02020603050405020304" pitchFamily="18" charset="0"/>
              </a:rPr>
              <a:t>Stability</a:t>
            </a:r>
            <a:r>
              <a:rPr kumimoji="1" lang="zh-CN" altLang="en-US" sz="2800">
                <a:solidFill>
                  <a:srgbClr val="FA450C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800">
                <a:latin typeface="Times New Roman" panose="02020603050405020304" pitchFamily="18" charset="0"/>
              </a:rPr>
              <a:t>－－是保证系统正常工作的</a:t>
            </a:r>
          </a:p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                        先决条件。一个稳定的控制系统</a:t>
            </a:r>
          </a:p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                        其被控量偏离期望值的初始偏差</a:t>
            </a:r>
          </a:p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                        应随时间的增长逐渐减小或趋于零。</a:t>
            </a:r>
          </a:p>
        </p:txBody>
      </p:sp>
      <p:sp>
        <p:nvSpPr>
          <p:cNvPr id="6147" name="Text Box 4">
            <a:extLst>
              <a:ext uri="{FF2B5EF4-FFF2-40B4-BE49-F238E27FC236}">
                <a16:creationId xmlns:a16="http://schemas.microsoft.com/office/drawing/2014/main" id="{0E9523E3-F59F-55D5-03B0-DCCFD8AB7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352800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6148" name="Text Box 5">
            <a:extLst>
              <a:ext uri="{FF2B5EF4-FFF2-40B4-BE49-F238E27FC236}">
                <a16:creationId xmlns:a16="http://schemas.microsoft.com/office/drawing/2014/main" id="{15FA6378-3D10-4B43-6A48-FB3BD8DCD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284538"/>
            <a:ext cx="7456487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快速性</a:t>
            </a:r>
            <a:r>
              <a:rPr kumimoji="1" lang="en-US" altLang="zh-CN" sz="2800">
                <a:latin typeface="Times New Roman" panose="02020603050405020304" pitchFamily="18" charset="0"/>
              </a:rPr>
              <a:t> (Response speed)</a:t>
            </a:r>
            <a:r>
              <a:rPr kumimoji="1" lang="zh-CN" altLang="en-US" sz="2800">
                <a:latin typeface="Times New Roman" panose="02020603050405020304" pitchFamily="18" charset="0"/>
              </a:rPr>
              <a:t>－－对系统</a:t>
            </a:r>
            <a:r>
              <a:rPr kumimoji="1" lang="zh-CN" altLang="en-US" sz="2800">
                <a:solidFill>
                  <a:srgbClr val="FA450C"/>
                </a:solidFill>
                <a:latin typeface="Times New Roman" panose="02020603050405020304" pitchFamily="18" charset="0"/>
              </a:rPr>
              <a:t>动态响应</a:t>
            </a:r>
          </a:p>
          <a:p>
            <a:pPr eaLnBrk="1" hangingPunct="1"/>
            <a:r>
              <a:rPr kumimoji="1" lang="zh-CN" altLang="en-US" sz="2800">
                <a:solidFill>
                  <a:srgbClr val="FA450C"/>
                </a:solidFill>
                <a:latin typeface="Times New Roman" panose="02020603050405020304" pitchFamily="18" charset="0"/>
              </a:rPr>
              <a:t>                       </a:t>
            </a:r>
            <a:r>
              <a:rPr kumimoji="1" lang="en-US" altLang="zh-CN" sz="2800">
                <a:solidFill>
                  <a:srgbClr val="FA450C"/>
                </a:solidFill>
                <a:latin typeface="Times New Roman" panose="02020603050405020304" pitchFamily="18" charset="0"/>
              </a:rPr>
              <a:t>(Transient Response)</a:t>
            </a:r>
            <a:r>
              <a:rPr kumimoji="1" lang="zh-CN" altLang="en-US" sz="2800">
                <a:latin typeface="Times New Roman" panose="02020603050405020304" pitchFamily="18" charset="0"/>
              </a:rPr>
              <a:t>过程的形式</a:t>
            </a:r>
          </a:p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                     （是否平稳）和快慢（是否快速）</a:t>
            </a:r>
          </a:p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                       提出的要求，也称为动态性能。</a:t>
            </a:r>
          </a:p>
        </p:txBody>
      </p:sp>
      <p:sp>
        <p:nvSpPr>
          <p:cNvPr id="6149" name="Text Box 6">
            <a:extLst>
              <a:ext uri="{FF2B5EF4-FFF2-40B4-BE49-F238E27FC236}">
                <a16:creationId xmlns:a16="http://schemas.microsoft.com/office/drawing/2014/main" id="{CC265C89-AD11-04F6-B029-2E0B2BC19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013325"/>
            <a:ext cx="8126412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准确性</a:t>
            </a:r>
            <a:r>
              <a:rPr kumimoji="1" lang="en-US" altLang="zh-CN" sz="2800">
                <a:latin typeface="Times New Roman" panose="02020603050405020304" pitchFamily="18" charset="0"/>
              </a:rPr>
              <a:t> (Accuracy)</a:t>
            </a:r>
            <a:r>
              <a:rPr kumimoji="1" lang="zh-CN" altLang="en-US" sz="2800">
                <a:latin typeface="Times New Roman" panose="02020603050405020304" pitchFamily="18" charset="0"/>
              </a:rPr>
              <a:t>－－当系统动态过程结束后，被</a:t>
            </a:r>
          </a:p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                    控量与期望值之间的偏差，也称为</a:t>
            </a:r>
            <a:r>
              <a:rPr kumimoji="1" lang="zh-CN" altLang="en-US" sz="2800">
                <a:solidFill>
                  <a:srgbClr val="FA450C"/>
                </a:solidFill>
                <a:latin typeface="Times New Roman" panose="02020603050405020304" pitchFamily="18" charset="0"/>
              </a:rPr>
              <a:t>稳态</a:t>
            </a:r>
          </a:p>
          <a:p>
            <a:pPr eaLnBrk="1" hangingPunct="1"/>
            <a:r>
              <a:rPr kumimoji="1" lang="zh-CN" altLang="en-US" sz="2800">
                <a:solidFill>
                  <a:srgbClr val="FA450C"/>
                </a:solidFill>
                <a:latin typeface="Times New Roman" panose="02020603050405020304" pitchFamily="18" charset="0"/>
              </a:rPr>
              <a:t>                    误差</a:t>
            </a:r>
            <a:r>
              <a:rPr kumimoji="1" lang="en-US" altLang="zh-CN" sz="2800">
                <a:solidFill>
                  <a:srgbClr val="FA450C"/>
                </a:solidFill>
                <a:latin typeface="Times New Roman" panose="02020603050405020304" pitchFamily="18" charset="0"/>
              </a:rPr>
              <a:t>( Steady-State Error)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929F7FB5-9CF0-DF24-ABCE-DD95B2D51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41322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对控制系统的基本要求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>
            <a:extLst>
              <a:ext uri="{FF2B5EF4-FFF2-40B4-BE49-F238E27FC236}">
                <a16:creationId xmlns:a16="http://schemas.microsoft.com/office/drawing/2014/main" id="{4036C1BF-EF73-6067-C358-C9F7D8FBF8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728346D-7905-4626-A66B-D3C07E8067F0}" type="datetime1">
              <a:rPr lang="zh-CN" altLang="en-US" smtClean="0"/>
              <a:pPr eaLnBrk="1" hangingPunct="1"/>
              <a:t>2025/10/28</a:t>
            </a:fld>
            <a:endParaRPr lang="en-US" altLang="zh-CN"/>
          </a:p>
        </p:txBody>
      </p:sp>
      <p:sp>
        <p:nvSpPr>
          <p:cNvPr id="7171" name="灯片编号占位符 5">
            <a:extLst>
              <a:ext uri="{FF2B5EF4-FFF2-40B4-BE49-F238E27FC236}">
                <a16:creationId xmlns:a16="http://schemas.microsoft.com/office/drawing/2014/main" id="{2A2CB462-48B0-8B10-396F-0CDD976B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0FF268-BD16-4382-A3D8-1329FCB2CE3A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7172" name="Text Box 3">
            <a:extLst>
              <a:ext uri="{FF2B5EF4-FFF2-40B4-BE49-F238E27FC236}">
                <a16:creationId xmlns:a16="http://schemas.microsoft.com/office/drawing/2014/main" id="{C0EDFDED-CD0D-100C-7052-4205C3AA9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692150"/>
            <a:ext cx="57245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kumimoji="1"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kumimoji="1"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物理系统的数学模型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CC0F043C-E51B-A8DC-DE9D-28A3D9CD5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09800"/>
            <a:ext cx="413385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2.2  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物理系统的数学模型</a:t>
            </a:r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5A8B748B-E087-FADD-491B-2C87D74F2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757488"/>
            <a:ext cx="4852988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2.3 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非线性数学模型的线性化</a:t>
            </a:r>
          </a:p>
        </p:txBody>
      </p:sp>
      <p:sp>
        <p:nvSpPr>
          <p:cNvPr id="7175" name="Rectangle 6">
            <a:extLst>
              <a:ext uri="{FF2B5EF4-FFF2-40B4-BE49-F238E27FC236}">
                <a16:creationId xmlns:a16="http://schemas.microsoft.com/office/drawing/2014/main" id="{90BB0A17-FA59-4221-1170-778F99BEB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443288"/>
            <a:ext cx="44942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2.4  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典型环节及其传递函数</a:t>
            </a:r>
          </a:p>
        </p:txBody>
      </p:sp>
      <p:sp>
        <p:nvSpPr>
          <p:cNvPr id="7176" name="Rectangle 7">
            <a:extLst>
              <a:ext uri="{FF2B5EF4-FFF2-40B4-BE49-F238E27FC236}">
                <a16:creationId xmlns:a16="http://schemas.microsoft.com/office/drawing/2014/main" id="{FA26BC65-8B60-17A1-5622-BB08AE421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857625"/>
            <a:ext cx="4852988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2.5  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系统方块图及其传递函数</a:t>
            </a:r>
          </a:p>
        </p:txBody>
      </p:sp>
      <p:sp>
        <p:nvSpPr>
          <p:cNvPr id="7177" name="Rectangle 8">
            <a:extLst>
              <a:ext uri="{FF2B5EF4-FFF2-40B4-BE49-F238E27FC236}">
                <a16:creationId xmlns:a16="http://schemas.microsoft.com/office/drawing/2014/main" id="{139ADE34-C00D-6001-0620-21AE6DE91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05313"/>
            <a:ext cx="2338388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2.6 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信号流图</a:t>
            </a:r>
          </a:p>
        </p:txBody>
      </p:sp>
      <p:sp>
        <p:nvSpPr>
          <p:cNvPr id="7178" name="Rectangle 11">
            <a:extLst>
              <a:ext uri="{FF2B5EF4-FFF2-40B4-BE49-F238E27FC236}">
                <a16:creationId xmlns:a16="http://schemas.microsoft.com/office/drawing/2014/main" id="{C289F9A1-FFE1-6BF6-948E-6F5123652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676400"/>
            <a:ext cx="413385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2.1  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控制工程的数学方法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">
            <a:extLst>
              <a:ext uri="{FF2B5EF4-FFF2-40B4-BE49-F238E27FC236}">
                <a16:creationId xmlns:a16="http://schemas.microsoft.com/office/drawing/2014/main" id="{D1BC6FA4-045C-AB07-305C-3FF4506F5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00200"/>
            <a:ext cx="393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函数</a:t>
            </a:r>
            <a:r>
              <a:rPr kumimoji="1" lang="en-US" altLang="zh-CN" sz="2400">
                <a:latin typeface="Times New Roman" panose="02020603050405020304" pitchFamily="18" charset="0"/>
              </a:rPr>
              <a:t>f(t),t≥0</a:t>
            </a:r>
            <a:r>
              <a:rPr kumimoji="1" lang="zh-CN" altLang="en-US" sz="2400">
                <a:latin typeface="Times New Roman" panose="02020603050405020304" pitchFamily="18" charset="0"/>
              </a:rPr>
              <a:t>有定义，且积分</a:t>
            </a:r>
          </a:p>
        </p:txBody>
      </p:sp>
      <p:graphicFrame>
        <p:nvGraphicFramePr>
          <p:cNvPr id="8195" name="Object 4">
            <a:extLst>
              <a:ext uri="{FF2B5EF4-FFF2-40B4-BE49-F238E27FC236}">
                <a16:creationId xmlns:a16="http://schemas.microsoft.com/office/drawing/2014/main" id="{9CFED66E-E769-1CC3-D79A-F8D4FEDF47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447800"/>
          <a:ext cx="146685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753" imgH="330057" progId="Equation.3">
                  <p:embed/>
                </p:oleObj>
              </mc:Choice>
              <mc:Fallback>
                <p:oleObj name="Equation" r:id="rId2" imgW="799753" imgH="33005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447800"/>
                        <a:ext cx="146685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5">
            <a:extLst>
              <a:ext uri="{FF2B5EF4-FFF2-40B4-BE49-F238E27FC236}">
                <a16:creationId xmlns:a16="http://schemas.microsoft.com/office/drawing/2014/main" id="{CD73DE4D-2EA2-48F3-DD3F-8688F86AE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600200"/>
            <a:ext cx="172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anose="02020603050405020304" pitchFamily="18" charset="0"/>
              </a:rPr>
              <a:t>(s</a:t>
            </a:r>
            <a:r>
              <a:rPr kumimoji="1" lang="zh-CN" altLang="en-US" sz="2400">
                <a:latin typeface="Times New Roman" panose="02020603050405020304" pitchFamily="18" charset="0"/>
              </a:rPr>
              <a:t>为复参量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8197" name="Text Box 6">
            <a:extLst>
              <a:ext uri="{FF2B5EF4-FFF2-40B4-BE49-F238E27FC236}">
                <a16:creationId xmlns:a16="http://schemas.microsoft.com/office/drawing/2014/main" id="{D6562363-2E55-A47B-4FB7-86FC3B694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2174875"/>
            <a:ext cx="7313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在</a:t>
            </a:r>
            <a:r>
              <a:rPr kumimoji="1" lang="en-US" altLang="zh-CN" sz="2400">
                <a:latin typeface="Times New Roman" panose="02020603050405020304" pitchFamily="18" charset="0"/>
              </a:rPr>
              <a:t>s</a:t>
            </a:r>
            <a:r>
              <a:rPr kumimoji="1" lang="zh-CN" altLang="en-US" sz="2400">
                <a:latin typeface="Times New Roman" panose="02020603050405020304" pitchFamily="18" charset="0"/>
              </a:rPr>
              <a:t>的某一域内收敛，则由此积分确定的函数可写为：</a:t>
            </a:r>
          </a:p>
        </p:txBody>
      </p:sp>
      <p:graphicFrame>
        <p:nvGraphicFramePr>
          <p:cNvPr id="8198" name="Object 7">
            <a:extLst>
              <a:ext uri="{FF2B5EF4-FFF2-40B4-BE49-F238E27FC236}">
                <a16:creationId xmlns:a16="http://schemas.microsoft.com/office/drawing/2014/main" id="{5A381616-D924-62C9-07B9-46DBE8955B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636838"/>
          <a:ext cx="24384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600" imgH="330200" progId="Equation.3">
                  <p:embed/>
                </p:oleObj>
              </mc:Choice>
              <mc:Fallback>
                <p:oleObj name="Equation" r:id="rId4" imgW="1244600" imgH="330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636838"/>
                        <a:ext cx="24384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8">
            <a:extLst>
              <a:ext uri="{FF2B5EF4-FFF2-40B4-BE49-F238E27FC236}">
                <a16:creationId xmlns:a16="http://schemas.microsoft.com/office/drawing/2014/main" id="{CB5EBFBA-D35E-D307-30B4-AB626BCF5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750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anose="02020603050405020304" pitchFamily="18" charset="0"/>
              </a:rPr>
              <a:t>F(s)</a:t>
            </a:r>
            <a:r>
              <a:rPr kumimoji="1" lang="zh-CN" altLang="en-US" sz="2400">
                <a:latin typeface="Times New Roman" panose="02020603050405020304" pitchFamily="18" charset="0"/>
              </a:rPr>
              <a:t>为函数</a:t>
            </a:r>
            <a:r>
              <a:rPr kumimoji="1" lang="en-US" altLang="zh-CN" sz="2400">
                <a:latin typeface="Times New Roman" panose="02020603050405020304" pitchFamily="18" charset="0"/>
              </a:rPr>
              <a:t>f(t)</a:t>
            </a:r>
            <a:r>
              <a:rPr kumimoji="1" lang="zh-CN" altLang="en-US" sz="2400">
                <a:latin typeface="Times New Roman" panose="02020603050405020304" pitchFamily="18" charset="0"/>
              </a:rPr>
              <a:t>的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拉氏变换</a:t>
            </a:r>
            <a:r>
              <a:rPr kumimoji="1" lang="zh-CN" altLang="en-US" sz="2400">
                <a:latin typeface="Times New Roman" panose="02020603050405020304" pitchFamily="18" charset="0"/>
              </a:rPr>
              <a:t>式</a:t>
            </a:r>
            <a:r>
              <a:rPr kumimoji="1" lang="en-US" altLang="zh-CN" sz="240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Laplace Transformation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8200" name="Text Box 9">
            <a:extLst>
              <a:ext uri="{FF2B5EF4-FFF2-40B4-BE49-F238E27FC236}">
                <a16:creationId xmlns:a16="http://schemas.microsoft.com/office/drawing/2014/main" id="{1EA3BC5F-9BD4-B242-35EB-80C9E9732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373688"/>
            <a:ext cx="84137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anose="02020603050405020304" pitchFamily="18" charset="0"/>
              </a:rPr>
              <a:t>   </a:t>
            </a:r>
            <a:r>
              <a:rPr kumimoji="1" lang="zh-CN" altLang="en-US" sz="2400">
                <a:latin typeface="Times New Roman" panose="02020603050405020304" pitchFamily="18" charset="0"/>
              </a:rPr>
              <a:t>控制工程中的一些变量的时间函数，其拉氏变换均是存在</a:t>
            </a:r>
          </a:p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的，不必讨论函数拉氏变换的存在性，而可直接求拉氏变换。</a:t>
            </a:r>
          </a:p>
        </p:txBody>
      </p:sp>
      <p:graphicFrame>
        <p:nvGraphicFramePr>
          <p:cNvPr id="8201" name="Object 10">
            <a:extLst>
              <a:ext uri="{FF2B5EF4-FFF2-40B4-BE49-F238E27FC236}">
                <a16:creationId xmlns:a16="http://schemas.microsoft.com/office/drawing/2014/main" id="{0E56E8B2-476C-404E-A363-B4030C2581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2852738"/>
          <a:ext cx="1655762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26698" imgH="203112" progId="Equation.3">
                  <p:embed/>
                </p:oleObj>
              </mc:Choice>
              <mc:Fallback>
                <p:oleObj name="公式" r:id="rId6" imgW="926698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852738"/>
                        <a:ext cx="1655762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1">
            <a:extLst>
              <a:ext uri="{FF2B5EF4-FFF2-40B4-BE49-F238E27FC236}">
                <a16:creationId xmlns:a16="http://schemas.microsoft.com/office/drawing/2014/main" id="{1AF23127-0BE1-0F5A-A000-1E20DF5F9E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2781300"/>
          <a:ext cx="179863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16000" imgH="228600" progId="Equation.3">
                  <p:embed/>
                </p:oleObj>
              </mc:Choice>
              <mc:Fallback>
                <p:oleObj name="公式" r:id="rId8" imgW="10160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781300"/>
                        <a:ext cx="1798637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Text Box 12">
            <a:extLst>
              <a:ext uri="{FF2B5EF4-FFF2-40B4-BE49-F238E27FC236}">
                <a16:creationId xmlns:a16="http://schemas.microsoft.com/office/drawing/2014/main" id="{DD7855D6-52EB-8396-89F5-60F699D51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76700"/>
            <a:ext cx="80327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anose="02020603050405020304" pitchFamily="18" charset="0"/>
              </a:rPr>
              <a:t>   </a:t>
            </a:r>
            <a:r>
              <a:rPr kumimoji="1" lang="zh-CN" altLang="en-US" sz="2400">
                <a:latin typeface="Times New Roman" panose="02020603050405020304" pitchFamily="18" charset="0"/>
              </a:rPr>
              <a:t>拉氏变换是这样的一种变换，即在一定条件下，它能把一</a:t>
            </a:r>
          </a:p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实数域的时变函数</a:t>
            </a:r>
            <a:r>
              <a:rPr kumimoji="1" lang="en-US" altLang="zh-CN" sz="2400">
                <a:latin typeface="Times New Roman" panose="02020603050405020304" pitchFamily="18" charset="0"/>
              </a:rPr>
              <a:t>f(t)</a:t>
            </a:r>
            <a:r>
              <a:rPr kumimoji="1" lang="zh-CN" altLang="en-US" sz="2400">
                <a:latin typeface="Times New Roman" panose="02020603050405020304" pitchFamily="18" charset="0"/>
              </a:rPr>
              <a:t>变换为一个在复数域内与之等价的</a:t>
            </a:r>
          </a:p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复变函数</a:t>
            </a:r>
            <a:r>
              <a:rPr kumimoji="1" lang="en-US" altLang="zh-CN" sz="2400">
                <a:latin typeface="Times New Roman" panose="02020603050405020304" pitchFamily="18" charset="0"/>
              </a:rPr>
              <a:t>F(s)</a:t>
            </a:r>
            <a:r>
              <a:rPr kumimoji="1" lang="zh-CN" altLang="en-US" sz="24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8204" name="Rectangle 14">
            <a:extLst>
              <a:ext uri="{FF2B5EF4-FFF2-40B4-BE49-F238E27FC236}">
                <a16:creationId xmlns:a16="http://schemas.microsoft.com/office/drawing/2014/main" id="{3FAECD44-E95B-8B83-E3C6-7B39E2973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836613"/>
            <a:ext cx="4822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拉氏变换（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Laplace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变换） </a:t>
            </a:r>
          </a:p>
        </p:txBody>
      </p:sp>
      <p:sp>
        <p:nvSpPr>
          <p:cNvPr id="8205" name="Text Box 2">
            <a:extLst>
              <a:ext uri="{FF2B5EF4-FFF2-40B4-BE49-F238E27FC236}">
                <a16:creationId xmlns:a16="http://schemas.microsoft.com/office/drawing/2014/main" id="{F4CC09C1-0D12-585E-899B-E96885A7E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404495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2.1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控制工程的数学方法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CBBFB23-F324-0826-5587-652E6905E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692150"/>
            <a:ext cx="4689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几种常用函数的拉氏变换  </a:t>
            </a:r>
          </a:p>
        </p:txBody>
      </p:sp>
      <p:graphicFrame>
        <p:nvGraphicFramePr>
          <p:cNvPr id="9219" name="Object 15">
            <a:extLst>
              <a:ext uri="{FF2B5EF4-FFF2-40B4-BE49-F238E27FC236}">
                <a16:creationId xmlns:a16="http://schemas.microsoft.com/office/drawing/2014/main" id="{BC1F4DFA-72A8-0347-7F44-068A7F2C6D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484313"/>
          <a:ext cx="24701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90170" imgH="393529" progId="Equation.3">
                  <p:embed/>
                </p:oleObj>
              </mc:Choice>
              <mc:Fallback>
                <p:oleObj name="公式" r:id="rId2" imgW="990170" imgH="39352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484313"/>
                        <a:ext cx="247015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3">
            <a:extLst>
              <a:ext uri="{FF2B5EF4-FFF2-40B4-BE49-F238E27FC236}">
                <a16:creationId xmlns:a16="http://schemas.microsoft.com/office/drawing/2014/main" id="{590416CC-911C-3AC4-BA5F-E8DF5205E6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565400"/>
          <a:ext cx="37592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48728" imgH="393529" progId="Equation.3">
                  <p:embed/>
                </p:oleObj>
              </mc:Choice>
              <mc:Fallback>
                <p:oleObj name="公式" r:id="rId4" imgW="1548728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565400"/>
                        <a:ext cx="37592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6">
            <a:extLst>
              <a:ext uri="{FF2B5EF4-FFF2-40B4-BE49-F238E27FC236}">
                <a16:creationId xmlns:a16="http://schemas.microsoft.com/office/drawing/2014/main" id="{EE4D792D-0A0A-839A-2F81-7F9004633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3716338"/>
          <a:ext cx="3276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22400" imgH="444500" progId="Equation.3">
                  <p:embed/>
                </p:oleObj>
              </mc:Choice>
              <mc:Fallback>
                <p:oleObj r:id="rId6" imgW="14224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716338"/>
                        <a:ext cx="3276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Box 9">
            <a:extLst>
              <a:ext uri="{FF2B5EF4-FFF2-40B4-BE49-F238E27FC236}">
                <a16:creationId xmlns:a16="http://schemas.microsoft.com/office/drawing/2014/main" id="{85B028AC-047E-6F35-6323-521F8953B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142706"/>
            <a:ext cx="4578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典型输入信号、时间</a:t>
            </a:r>
            <a:r>
              <a:rPr lang="en-US" altLang="zh-CN" sz="2400"/>
              <a:t>t</a:t>
            </a:r>
            <a:r>
              <a:rPr lang="zh-CN" altLang="en-US" sz="2400"/>
              <a:t>的幂函数等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>
            <a:extLst>
              <a:ext uri="{FF2B5EF4-FFF2-40B4-BE49-F238E27FC236}">
                <a16:creationId xmlns:a16="http://schemas.microsoft.com/office/drawing/2014/main" id="{905C691F-DC49-CC0E-5D6F-885DAFDBC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908050"/>
            <a:ext cx="7315200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 b="1">
                <a:latin typeface="Times New Roman" panose="02020603050405020304" pitchFamily="18" charset="0"/>
              </a:rPr>
              <a:t>常用的</a:t>
            </a:r>
            <a:r>
              <a:rPr kumimoji="1" lang="zh-CN" altLang="en-US" sz="2800" b="1">
                <a:latin typeface="宋体" panose="02010600030101010101" pitchFamily="2" charset="-122"/>
              </a:rPr>
              <a:t>典型输入信号时域、</a:t>
            </a:r>
            <a:r>
              <a:rPr kumimoji="1" lang="en-US" altLang="zh-CN" sz="2800" b="1">
                <a:latin typeface="宋体" panose="02010600030101010101" pitchFamily="2" charset="-122"/>
              </a:rPr>
              <a:t>s</a:t>
            </a:r>
            <a:r>
              <a:rPr kumimoji="1" lang="zh-CN" altLang="en-US" sz="2800" b="1">
                <a:latin typeface="宋体" panose="02010600030101010101" pitchFamily="2" charset="-122"/>
              </a:rPr>
              <a:t>域表达式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25898DF-FF8C-DDDF-8044-3FC9F69E598E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1773238"/>
            <a:ext cx="7848600" cy="4495800"/>
            <a:chOff x="672" y="1296"/>
            <a:chExt cx="4944" cy="2832"/>
          </a:xfrm>
        </p:grpSpPr>
        <p:sp>
          <p:nvSpPr>
            <p:cNvPr id="10244" name="Rectangle 5">
              <a:extLst>
                <a:ext uri="{FF2B5EF4-FFF2-40B4-BE49-F238E27FC236}">
                  <a16:creationId xmlns:a16="http://schemas.microsoft.com/office/drawing/2014/main" id="{730F01B0-BE24-4C45-EEFE-A1F575BBE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656"/>
              <a:ext cx="1488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zh-CN" sz="2600"/>
            </a:p>
          </p:txBody>
        </p:sp>
        <p:sp>
          <p:nvSpPr>
            <p:cNvPr id="10245" name="Rectangle 6">
              <a:extLst>
                <a:ext uri="{FF2B5EF4-FFF2-40B4-BE49-F238E27FC236}">
                  <a16:creationId xmlns:a16="http://schemas.microsoft.com/office/drawing/2014/main" id="{88BB6D76-EC4B-4193-1622-489A3C9AB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656"/>
              <a:ext cx="1344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600" i="1"/>
                <a:t>Asin</a:t>
              </a:r>
              <a:r>
                <a:rPr lang="en-US" altLang="zh-CN" sz="2600" i="1">
                  <a:sym typeface="Symbol" panose="05050102010706020507" pitchFamily="18" charset="2"/>
                </a:rPr>
                <a:t></a:t>
              </a:r>
              <a:r>
                <a:rPr lang="en-US" altLang="zh-CN" sz="2600" i="1"/>
                <a:t>t</a:t>
              </a:r>
              <a:r>
                <a:rPr lang="en-US" altLang="zh-CN" sz="2600"/>
                <a:t> </a:t>
              </a:r>
            </a:p>
          </p:txBody>
        </p:sp>
        <p:sp>
          <p:nvSpPr>
            <p:cNvPr id="10246" name="Rectangle 7">
              <a:extLst>
                <a:ext uri="{FF2B5EF4-FFF2-40B4-BE49-F238E27FC236}">
                  <a16:creationId xmlns:a16="http://schemas.microsoft.com/office/drawing/2014/main" id="{8D4028C2-B686-0E64-6741-4571D7DCF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656"/>
              <a:ext cx="2112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600">
                  <a:latin typeface="宋体" panose="02010600030101010101" pitchFamily="2" charset="-122"/>
                </a:rPr>
                <a:t>正弦信号</a:t>
              </a:r>
              <a:r>
                <a:rPr lang="zh-CN" altLang="en-US" sz="2600"/>
                <a:t> </a:t>
              </a:r>
            </a:p>
          </p:txBody>
        </p:sp>
        <p:sp>
          <p:nvSpPr>
            <p:cNvPr id="10247" name="Rectangle 8">
              <a:extLst>
                <a:ext uri="{FF2B5EF4-FFF2-40B4-BE49-F238E27FC236}">
                  <a16:creationId xmlns:a16="http://schemas.microsoft.com/office/drawing/2014/main" id="{22171EE3-0690-0AA8-9DE6-93611ED0D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184"/>
              <a:ext cx="1488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600"/>
                <a:t>1</a:t>
              </a:r>
            </a:p>
          </p:txBody>
        </p:sp>
        <p:sp>
          <p:nvSpPr>
            <p:cNvPr id="10248" name="Rectangle 9">
              <a:extLst>
                <a:ext uri="{FF2B5EF4-FFF2-40B4-BE49-F238E27FC236}">
                  <a16:creationId xmlns:a16="http://schemas.microsoft.com/office/drawing/2014/main" id="{658BD03A-1DCB-8E69-6770-CBAA29332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184"/>
              <a:ext cx="1344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600" i="1">
                  <a:sym typeface="Symbol" panose="05050102010706020507" pitchFamily="18" charset="2"/>
                </a:rPr>
                <a:t></a:t>
              </a:r>
              <a:r>
                <a:rPr lang="en-US" altLang="zh-CN" sz="2600"/>
                <a:t>(</a:t>
              </a:r>
              <a:r>
                <a:rPr lang="en-US" altLang="zh-CN" sz="2600" i="1"/>
                <a:t>t</a:t>
              </a:r>
              <a:r>
                <a:rPr lang="en-US" altLang="zh-CN" sz="2600"/>
                <a:t>)</a:t>
              </a:r>
              <a:r>
                <a:rPr lang="zh-CN" altLang="en-US" sz="2600">
                  <a:latin typeface="宋体" panose="02010600030101010101" pitchFamily="2" charset="-122"/>
                </a:rPr>
                <a:t>，</a:t>
              </a:r>
              <a:r>
                <a:rPr lang="en-US" altLang="zh-CN" sz="2600" i="1"/>
                <a:t>t</a:t>
              </a:r>
              <a:r>
                <a:rPr lang="en-US" altLang="zh-CN" sz="2600"/>
                <a:t>=0 </a:t>
              </a:r>
            </a:p>
          </p:txBody>
        </p:sp>
        <p:sp>
          <p:nvSpPr>
            <p:cNvPr id="10249" name="Rectangle 10">
              <a:extLst>
                <a:ext uri="{FF2B5EF4-FFF2-40B4-BE49-F238E27FC236}">
                  <a16:creationId xmlns:a16="http://schemas.microsoft.com/office/drawing/2014/main" id="{19671EEE-6D53-6E62-93D7-0FF0C70B1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184"/>
              <a:ext cx="2112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600">
                  <a:latin typeface="宋体" panose="02010600030101010101" pitchFamily="2" charset="-122"/>
                </a:rPr>
                <a:t>单位脉冲信号</a:t>
              </a:r>
              <a:r>
                <a:rPr lang="zh-CN" altLang="en-US" sz="2600"/>
                <a:t> </a:t>
              </a:r>
            </a:p>
          </p:txBody>
        </p:sp>
        <p:sp>
          <p:nvSpPr>
            <p:cNvPr id="10250" name="Rectangle 11">
              <a:extLst>
                <a:ext uri="{FF2B5EF4-FFF2-40B4-BE49-F238E27FC236}">
                  <a16:creationId xmlns:a16="http://schemas.microsoft.com/office/drawing/2014/main" id="{0548D54A-8CFD-324C-75AD-F07564113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712"/>
              <a:ext cx="1488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zh-CN" sz="2600"/>
            </a:p>
          </p:txBody>
        </p:sp>
        <p:sp>
          <p:nvSpPr>
            <p:cNvPr id="10251" name="Rectangle 12">
              <a:extLst>
                <a:ext uri="{FF2B5EF4-FFF2-40B4-BE49-F238E27FC236}">
                  <a16:creationId xmlns:a16="http://schemas.microsoft.com/office/drawing/2014/main" id="{9CBE1C3B-11EF-F9C2-F110-03FBD7D4E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712"/>
              <a:ext cx="1344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600">
                  <a:latin typeface="宋体" panose="02010600030101010101" pitchFamily="2" charset="-122"/>
                </a:rPr>
                <a:t>    </a:t>
              </a:r>
              <a:endParaRPr lang="en-US" altLang="zh-CN" sz="2600"/>
            </a:p>
          </p:txBody>
        </p:sp>
        <p:sp>
          <p:nvSpPr>
            <p:cNvPr id="10252" name="Rectangle 13">
              <a:extLst>
                <a:ext uri="{FF2B5EF4-FFF2-40B4-BE49-F238E27FC236}">
                  <a16:creationId xmlns:a16="http://schemas.microsoft.com/office/drawing/2014/main" id="{6B311048-64D4-B3E3-9EEB-B28A87425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712"/>
              <a:ext cx="2112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600">
                  <a:latin typeface="宋体" panose="02010600030101010101" pitchFamily="2" charset="-122"/>
                </a:rPr>
                <a:t>单位加速度信号</a:t>
              </a:r>
              <a:r>
                <a:rPr lang="zh-CN" altLang="en-US" sz="2600"/>
                <a:t> </a:t>
              </a:r>
            </a:p>
          </p:txBody>
        </p:sp>
        <p:sp>
          <p:nvSpPr>
            <p:cNvPr id="10253" name="Rectangle 14">
              <a:extLst>
                <a:ext uri="{FF2B5EF4-FFF2-40B4-BE49-F238E27FC236}">
                  <a16:creationId xmlns:a16="http://schemas.microsoft.com/office/drawing/2014/main" id="{71593BD5-1F92-1400-95D0-DC536EF4D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40"/>
              <a:ext cx="1488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zh-CN" sz="2600"/>
            </a:p>
          </p:txBody>
        </p:sp>
        <p:sp>
          <p:nvSpPr>
            <p:cNvPr id="10254" name="Rectangle 15">
              <a:extLst>
                <a:ext uri="{FF2B5EF4-FFF2-40B4-BE49-F238E27FC236}">
                  <a16:creationId xmlns:a16="http://schemas.microsoft.com/office/drawing/2014/main" id="{C32EDA2D-88CE-F983-12DF-16BF915A8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240"/>
              <a:ext cx="1344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600" i="1"/>
                <a:t>t</a:t>
              </a:r>
              <a:r>
                <a:rPr lang="zh-CN" altLang="en-US" sz="2600">
                  <a:latin typeface="宋体" panose="02010600030101010101" pitchFamily="2" charset="-122"/>
                </a:rPr>
                <a:t>，</a:t>
              </a:r>
              <a:r>
                <a:rPr lang="zh-CN" altLang="en-US" sz="2600"/>
                <a:t>  </a:t>
              </a:r>
              <a:r>
                <a:rPr lang="en-US" altLang="zh-CN" sz="2600" i="1"/>
                <a:t>t</a:t>
              </a:r>
              <a:r>
                <a:rPr lang="en-US" altLang="zh-CN" sz="2600">
                  <a:sym typeface="Symbol" panose="05050102010706020507" pitchFamily="18" charset="2"/>
                </a:rPr>
                <a:t></a:t>
              </a:r>
              <a:r>
                <a:rPr lang="en-US" altLang="zh-CN" sz="2600"/>
                <a:t>0 </a:t>
              </a:r>
            </a:p>
          </p:txBody>
        </p:sp>
        <p:sp>
          <p:nvSpPr>
            <p:cNvPr id="10255" name="Rectangle 16">
              <a:extLst>
                <a:ext uri="{FF2B5EF4-FFF2-40B4-BE49-F238E27FC236}">
                  <a16:creationId xmlns:a16="http://schemas.microsoft.com/office/drawing/2014/main" id="{27AF3554-A97D-8489-1634-5D813AB27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40"/>
              <a:ext cx="2112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600">
                  <a:latin typeface="宋体" panose="02010600030101010101" pitchFamily="2" charset="-122"/>
                </a:rPr>
                <a:t>单位速度</a:t>
              </a:r>
              <a:r>
                <a:rPr lang="en-US" altLang="zh-CN" sz="2600"/>
                <a:t>(</a:t>
              </a:r>
              <a:r>
                <a:rPr lang="zh-CN" altLang="en-US" sz="2600">
                  <a:latin typeface="宋体" panose="02010600030101010101" pitchFamily="2" charset="-122"/>
                </a:rPr>
                <a:t>斜坡</a:t>
              </a:r>
              <a:r>
                <a:rPr lang="en-US" altLang="zh-CN" sz="2600"/>
                <a:t>)</a:t>
              </a:r>
              <a:r>
                <a:rPr lang="zh-CN" altLang="en-US" sz="2600">
                  <a:latin typeface="宋体" panose="02010600030101010101" pitchFamily="2" charset="-122"/>
                </a:rPr>
                <a:t>信号</a:t>
              </a:r>
              <a:r>
                <a:rPr lang="zh-CN" altLang="en-US" sz="2600"/>
                <a:t> </a:t>
              </a:r>
            </a:p>
          </p:txBody>
        </p:sp>
        <p:sp>
          <p:nvSpPr>
            <p:cNvPr id="10256" name="Rectangle 17">
              <a:extLst>
                <a:ext uri="{FF2B5EF4-FFF2-40B4-BE49-F238E27FC236}">
                  <a16:creationId xmlns:a16="http://schemas.microsoft.com/office/drawing/2014/main" id="{80C19755-80F3-FC69-D8AE-D0A284137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768"/>
              <a:ext cx="1488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zh-CN" sz="2600"/>
            </a:p>
          </p:txBody>
        </p:sp>
        <p:sp>
          <p:nvSpPr>
            <p:cNvPr id="10257" name="Rectangle 18">
              <a:extLst>
                <a:ext uri="{FF2B5EF4-FFF2-40B4-BE49-F238E27FC236}">
                  <a16:creationId xmlns:a16="http://schemas.microsoft.com/office/drawing/2014/main" id="{080ABEDB-99A0-C1DA-59B4-5ED3B5B9B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768"/>
              <a:ext cx="1344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600"/>
                <a:t>1(</a:t>
              </a:r>
              <a:r>
                <a:rPr lang="en-US" altLang="zh-CN" sz="2600" i="1"/>
                <a:t>t</a:t>
              </a:r>
              <a:r>
                <a:rPr lang="en-US" altLang="zh-CN" sz="2600"/>
                <a:t>)</a:t>
              </a:r>
              <a:r>
                <a:rPr lang="zh-CN" altLang="en-US" sz="2600">
                  <a:latin typeface="宋体" panose="02010600030101010101" pitchFamily="2" charset="-122"/>
                </a:rPr>
                <a:t>，</a:t>
              </a:r>
              <a:r>
                <a:rPr lang="en-US" altLang="zh-CN" sz="2600" i="1"/>
                <a:t>t</a:t>
              </a:r>
              <a:r>
                <a:rPr lang="en-US" altLang="zh-CN" sz="2600">
                  <a:sym typeface="Symbol" panose="05050102010706020507" pitchFamily="18" charset="2"/>
                </a:rPr>
                <a:t></a:t>
              </a:r>
              <a:r>
                <a:rPr lang="en-US" altLang="zh-CN" sz="2600"/>
                <a:t>0 </a:t>
              </a:r>
            </a:p>
          </p:txBody>
        </p:sp>
        <p:sp>
          <p:nvSpPr>
            <p:cNvPr id="10258" name="Rectangle 19">
              <a:extLst>
                <a:ext uri="{FF2B5EF4-FFF2-40B4-BE49-F238E27FC236}">
                  <a16:creationId xmlns:a16="http://schemas.microsoft.com/office/drawing/2014/main" id="{8A1894DD-F46C-F949-D41C-9870A7D75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768"/>
              <a:ext cx="2112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600">
                  <a:latin typeface="宋体" panose="02010600030101010101" pitchFamily="2" charset="-122"/>
                </a:rPr>
                <a:t>单位阶跃信号</a:t>
              </a:r>
              <a:r>
                <a:rPr lang="zh-CN" altLang="en-US" sz="2600"/>
                <a:t> </a:t>
              </a:r>
            </a:p>
          </p:txBody>
        </p:sp>
        <p:sp>
          <p:nvSpPr>
            <p:cNvPr id="10259" name="Rectangle 20">
              <a:extLst>
                <a:ext uri="{FF2B5EF4-FFF2-40B4-BE49-F238E27FC236}">
                  <a16:creationId xmlns:a16="http://schemas.microsoft.com/office/drawing/2014/main" id="{6FE5098B-0E4D-F9D1-0957-84AD03D3E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296"/>
              <a:ext cx="1488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600">
                  <a:latin typeface="宋体" panose="02010600030101010101" pitchFamily="2" charset="-122"/>
                </a:rPr>
                <a:t>复数域表达式</a:t>
              </a:r>
              <a:r>
                <a:rPr lang="zh-CN" altLang="en-US" sz="2600"/>
                <a:t> </a:t>
              </a:r>
            </a:p>
          </p:txBody>
        </p:sp>
        <p:sp>
          <p:nvSpPr>
            <p:cNvPr id="10260" name="Rectangle 21">
              <a:extLst>
                <a:ext uri="{FF2B5EF4-FFF2-40B4-BE49-F238E27FC236}">
                  <a16:creationId xmlns:a16="http://schemas.microsoft.com/office/drawing/2014/main" id="{740D43AC-3639-F759-3657-2136A7042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296"/>
              <a:ext cx="1344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600">
                  <a:latin typeface="宋体" panose="02010600030101010101" pitchFamily="2" charset="-122"/>
                </a:rPr>
                <a:t>时域表达式</a:t>
              </a:r>
              <a:r>
                <a:rPr lang="zh-CN" altLang="en-US" sz="2600"/>
                <a:t> </a:t>
              </a:r>
            </a:p>
          </p:txBody>
        </p:sp>
        <p:sp>
          <p:nvSpPr>
            <p:cNvPr id="10261" name="Rectangle 22">
              <a:extLst>
                <a:ext uri="{FF2B5EF4-FFF2-40B4-BE49-F238E27FC236}">
                  <a16:creationId xmlns:a16="http://schemas.microsoft.com/office/drawing/2014/main" id="{8C86F91F-6A7E-5A38-E4FC-30DE66A84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296"/>
              <a:ext cx="2112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600">
                  <a:latin typeface="宋体" panose="02010600030101010101" pitchFamily="2" charset="-122"/>
                </a:rPr>
                <a:t>名</a:t>
              </a:r>
              <a:r>
                <a:rPr lang="zh-CN" altLang="en-US" sz="2600"/>
                <a:t>            </a:t>
              </a:r>
              <a:r>
                <a:rPr lang="zh-CN" altLang="en-US" sz="2600">
                  <a:latin typeface="宋体" panose="02010600030101010101" pitchFamily="2" charset="-122"/>
                </a:rPr>
                <a:t>称</a:t>
              </a:r>
              <a:r>
                <a:rPr lang="zh-CN" altLang="en-US" sz="2600"/>
                <a:t> </a:t>
              </a:r>
            </a:p>
          </p:txBody>
        </p:sp>
        <p:sp>
          <p:nvSpPr>
            <p:cNvPr id="10262" name="Line 23">
              <a:extLst>
                <a:ext uri="{FF2B5EF4-FFF2-40B4-BE49-F238E27FC236}">
                  <a16:creationId xmlns:a16="http://schemas.microsoft.com/office/drawing/2014/main" id="{8C3BCE25-63ED-E040-C189-4DFF6A6BB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296"/>
              <a:ext cx="494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3" name="Line 24">
              <a:extLst>
                <a:ext uri="{FF2B5EF4-FFF2-40B4-BE49-F238E27FC236}">
                  <a16:creationId xmlns:a16="http://schemas.microsoft.com/office/drawing/2014/main" id="{4EF3ED88-8006-623D-3580-62620EF06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768"/>
              <a:ext cx="49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4" name="Line 25">
              <a:extLst>
                <a:ext uri="{FF2B5EF4-FFF2-40B4-BE49-F238E27FC236}">
                  <a16:creationId xmlns:a16="http://schemas.microsoft.com/office/drawing/2014/main" id="{BD17F1C8-2F0B-F5A9-11D6-0313D274C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240"/>
              <a:ext cx="49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5" name="Line 26">
              <a:extLst>
                <a:ext uri="{FF2B5EF4-FFF2-40B4-BE49-F238E27FC236}">
                  <a16:creationId xmlns:a16="http://schemas.microsoft.com/office/drawing/2014/main" id="{2E0D4DC7-53F4-9BE0-1718-D32430CDA7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712"/>
              <a:ext cx="49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6" name="Line 27">
              <a:extLst>
                <a:ext uri="{FF2B5EF4-FFF2-40B4-BE49-F238E27FC236}">
                  <a16:creationId xmlns:a16="http://schemas.microsoft.com/office/drawing/2014/main" id="{63CCAFB1-1BC3-9BD4-5BDC-6FB6207B7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184"/>
              <a:ext cx="49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7" name="Line 28">
              <a:extLst>
                <a:ext uri="{FF2B5EF4-FFF2-40B4-BE49-F238E27FC236}">
                  <a16:creationId xmlns:a16="http://schemas.microsoft.com/office/drawing/2014/main" id="{F9AC0E68-70F2-1A8F-154D-096DC39C6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656"/>
              <a:ext cx="49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8" name="Line 29">
              <a:extLst>
                <a:ext uri="{FF2B5EF4-FFF2-40B4-BE49-F238E27FC236}">
                  <a16:creationId xmlns:a16="http://schemas.microsoft.com/office/drawing/2014/main" id="{7015FD7F-E548-55D8-D5A9-FF7705D22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4128"/>
              <a:ext cx="494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9" name="Line 30">
              <a:extLst>
                <a:ext uri="{FF2B5EF4-FFF2-40B4-BE49-F238E27FC236}">
                  <a16:creationId xmlns:a16="http://schemas.microsoft.com/office/drawing/2014/main" id="{EC13F350-DB4B-6F48-32E7-B7F3A2748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296"/>
              <a:ext cx="0" cy="283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0" name="Line 31">
              <a:extLst>
                <a:ext uri="{FF2B5EF4-FFF2-40B4-BE49-F238E27FC236}">
                  <a16:creationId xmlns:a16="http://schemas.microsoft.com/office/drawing/2014/main" id="{A9D25360-BDD6-9124-4101-60F420627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96"/>
              <a:ext cx="0" cy="28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1" name="Line 32">
              <a:extLst>
                <a:ext uri="{FF2B5EF4-FFF2-40B4-BE49-F238E27FC236}">
                  <a16:creationId xmlns:a16="http://schemas.microsoft.com/office/drawing/2014/main" id="{20279A95-4A57-E26A-EF92-AB9AE983E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296"/>
              <a:ext cx="0" cy="28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2" name="Line 33">
              <a:extLst>
                <a:ext uri="{FF2B5EF4-FFF2-40B4-BE49-F238E27FC236}">
                  <a16:creationId xmlns:a16="http://schemas.microsoft.com/office/drawing/2014/main" id="{703DF045-BEC7-AF11-24B9-2A8D144F8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6" y="1296"/>
              <a:ext cx="0" cy="283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73" name="Object 34">
              <a:extLst>
                <a:ext uri="{FF2B5EF4-FFF2-40B4-BE49-F238E27FC236}">
                  <a16:creationId xmlns:a16="http://schemas.microsoft.com/office/drawing/2014/main" id="{5D05A831-69A1-E409-D03A-F55CFE7CBD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0" y="1776"/>
            <a:ext cx="158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52400" imgH="457200" progId="Equation.3">
                    <p:embed/>
                  </p:oleObj>
                </mc:Choice>
                <mc:Fallback>
                  <p:oleObj r:id="rId3" imgW="152400" imgH="4572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0" y="1776"/>
                          <a:ext cx="158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4" name="Object 35">
              <a:extLst>
                <a:ext uri="{FF2B5EF4-FFF2-40B4-BE49-F238E27FC236}">
                  <a16:creationId xmlns:a16="http://schemas.microsoft.com/office/drawing/2014/main" id="{216AFA1B-1600-6F93-2817-12A773834A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92" y="2208"/>
            <a:ext cx="267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53890" imgH="482391" progId="Equation.3">
                    <p:embed/>
                  </p:oleObj>
                </mc:Choice>
                <mc:Fallback>
                  <p:oleObj r:id="rId5" imgW="253890" imgH="482391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2" y="2208"/>
                          <a:ext cx="267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5" name="Object 36">
              <a:extLst>
                <a:ext uri="{FF2B5EF4-FFF2-40B4-BE49-F238E27FC236}">
                  <a16:creationId xmlns:a16="http://schemas.microsoft.com/office/drawing/2014/main" id="{65C2AF60-C52D-B4BC-0C82-CA4793CF17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6" y="2688"/>
            <a:ext cx="247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41195" imgH="482391" progId="Equation.3">
                    <p:embed/>
                  </p:oleObj>
                </mc:Choice>
                <mc:Fallback>
                  <p:oleObj r:id="rId7" imgW="241195" imgH="482391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6" y="2688"/>
                          <a:ext cx="247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6" name="Object 37">
              <a:extLst>
                <a:ext uri="{FF2B5EF4-FFF2-40B4-BE49-F238E27FC236}">
                  <a16:creationId xmlns:a16="http://schemas.microsoft.com/office/drawing/2014/main" id="{1575E86E-74C2-D7DD-CF9B-988C028742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3624"/>
            <a:ext cx="672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47419" imgH="482391" progId="Equation.3">
                    <p:embed/>
                  </p:oleObj>
                </mc:Choice>
                <mc:Fallback>
                  <p:oleObj r:id="rId9" imgW="647419" imgH="482391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624"/>
                          <a:ext cx="672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7" name="Object 38">
              <a:extLst>
                <a:ext uri="{FF2B5EF4-FFF2-40B4-BE49-F238E27FC236}">
                  <a16:creationId xmlns:a16="http://schemas.microsoft.com/office/drawing/2014/main" id="{5D3F3666-8A58-9528-189C-EBD2176C58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40" y="2720"/>
            <a:ext cx="864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748975" imgH="393529" progId="Equation.3">
                    <p:embed/>
                  </p:oleObj>
                </mc:Choice>
                <mc:Fallback>
                  <p:oleObj name="Equation" r:id="rId11" imgW="748975" imgH="393529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0" y="2720"/>
                          <a:ext cx="864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>
            <a:extLst>
              <a:ext uri="{FF2B5EF4-FFF2-40B4-BE49-F238E27FC236}">
                <a16:creationId xmlns:a16="http://schemas.microsoft.com/office/drawing/2014/main" id="{28A7F075-8503-C9E5-6046-0150451214E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2C234F-5717-4FE8-A363-E565032CA371}" type="datetime1">
              <a:rPr lang="zh-CN" altLang="en-US" smtClean="0"/>
              <a:pPr eaLnBrk="1" hangingPunct="1"/>
              <a:t>2025/10/28</a:t>
            </a:fld>
            <a:endParaRPr lang="en-US" altLang="zh-CN"/>
          </a:p>
        </p:txBody>
      </p:sp>
      <p:sp>
        <p:nvSpPr>
          <p:cNvPr id="11267" name="灯片编号占位符 5">
            <a:extLst>
              <a:ext uri="{FF2B5EF4-FFF2-40B4-BE49-F238E27FC236}">
                <a16:creationId xmlns:a16="http://schemas.microsoft.com/office/drawing/2014/main" id="{859C5308-2B3A-1A36-8F1F-70DACD52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3A97D9-DE15-43B0-AD6A-4D875BE5A85A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46AAABA2-6C88-A003-F55F-7B8FEB87F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620713"/>
            <a:ext cx="4778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拉氏变换的主要运算定理   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B0E0B563-61FE-5E00-87DE-6F9CAA58A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63" y="1484313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叠加定理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FAFA69EB-709B-BE43-8281-6A1B7CA64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21336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实</a:t>
            </a:r>
            <a:r>
              <a:rPr kumimoji="1" lang="zh-CN" altLang="en-US" sz="2800">
                <a:latin typeface="宋体" panose="02010600030101010101" pitchFamily="2" charset="-122"/>
              </a:rPr>
              <a:t>微分定理 </a:t>
            </a:r>
          </a:p>
        </p:txBody>
      </p:sp>
      <p:sp>
        <p:nvSpPr>
          <p:cNvPr id="11271" name="Rectangle 2">
            <a:extLst>
              <a:ext uri="{FF2B5EF4-FFF2-40B4-BE49-F238E27FC236}">
                <a16:creationId xmlns:a16="http://schemas.microsoft.com/office/drawing/2014/main" id="{6600003D-7531-140A-EEAA-9EF51B9F5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27813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积分定理 </a:t>
            </a:r>
          </a:p>
        </p:txBody>
      </p:sp>
      <p:sp>
        <p:nvSpPr>
          <p:cNvPr id="11272" name="Rectangle 2">
            <a:extLst>
              <a:ext uri="{FF2B5EF4-FFF2-40B4-BE49-F238E27FC236}">
                <a16:creationId xmlns:a16="http://schemas.microsoft.com/office/drawing/2014/main" id="{EDD05C6B-6E22-B8A8-2D23-0FB045A8C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3500438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位移定理   </a:t>
            </a:r>
          </a:p>
        </p:txBody>
      </p:sp>
      <p:graphicFrame>
        <p:nvGraphicFramePr>
          <p:cNvPr id="11273" name="对象 1">
            <a:extLst>
              <a:ext uri="{FF2B5EF4-FFF2-40B4-BE49-F238E27FC236}">
                <a16:creationId xmlns:a16="http://schemas.microsoft.com/office/drawing/2014/main" id="{B0221D90-26FC-44EC-1905-5CED9D854B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8800" y="3500438"/>
          <a:ext cx="34290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62100" imgH="254000" progId="Equation.3">
                  <p:embed/>
                </p:oleObj>
              </mc:Choice>
              <mc:Fallback>
                <p:oleObj r:id="rId3" imgW="1562100" imgH="2540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3500438"/>
                        <a:ext cx="34290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2">
            <a:extLst>
              <a:ext uri="{FF2B5EF4-FFF2-40B4-BE49-F238E27FC236}">
                <a16:creationId xmlns:a16="http://schemas.microsoft.com/office/drawing/2014/main" id="{5C65E0C3-DA4B-4B63-976D-87ECA55B9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63" y="4365625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延迟定理  </a:t>
            </a:r>
          </a:p>
        </p:txBody>
      </p:sp>
      <p:graphicFrame>
        <p:nvGraphicFramePr>
          <p:cNvPr id="11275" name="对象 2">
            <a:extLst>
              <a:ext uri="{FF2B5EF4-FFF2-40B4-BE49-F238E27FC236}">
                <a16:creationId xmlns:a16="http://schemas.microsoft.com/office/drawing/2014/main" id="{FEE45B8A-D01B-F463-6A43-526F478FCE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463" y="4348163"/>
          <a:ext cx="356711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800" imgH="228600" progId="Equation.3">
                  <p:embed/>
                </p:oleObj>
              </mc:Choice>
              <mc:Fallback>
                <p:oleObj name="Equation" r:id="rId5" imgW="1320800" imgH="2286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4348163"/>
                        <a:ext cx="3567112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Rectangle 6">
            <a:extLst>
              <a:ext uri="{FF2B5EF4-FFF2-40B4-BE49-F238E27FC236}">
                <a16:creationId xmlns:a16="http://schemas.microsoft.com/office/drawing/2014/main" id="{1E895BCC-67A6-3BF5-9C30-31A5E4CD3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5084763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终值定理   </a:t>
            </a:r>
          </a:p>
        </p:txBody>
      </p:sp>
      <p:graphicFrame>
        <p:nvGraphicFramePr>
          <p:cNvPr id="11277" name="对象 3">
            <a:extLst>
              <a:ext uri="{FF2B5EF4-FFF2-40B4-BE49-F238E27FC236}">
                <a16:creationId xmlns:a16="http://schemas.microsoft.com/office/drawing/2014/main" id="{6FA7749D-C658-D02B-48D7-2DAA443ED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3075" y="5084763"/>
          <a:ext cx="40386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005729" imgH="304668" progId="Equation.3">
                  <p:embed/>
                </p:oleObj>
              </mc:Choice>
              <mc:Fallback>
                <p:oleObj r:id="rId7" imgW="2005729" imgH="304668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5084763"/>
                        <a:ext cx="40386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>
            <a:extLst>
              <a:ext uri="{FF2B5EF4-FFF2-40B4-BE49-F238E27FC236}">
                <a16:creationId xmlns:a16="http://schemas.microsoft.com/office/drawing/2014/main" id="{DBEC897B-D275-23B9-30DF-47D12F68E4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1611A6-F561-452F-9CEE-8E48353B2B98}" type="datetime1">
              <a:rPr lang="zh-CN" altLang="en-US" smtClean="0"/>
              <a:pPr eaLnBrk="1" hangingPunct="1"/>
              <a:t>2025/10/28</a:t>
            </a:fld>
            <a:endParaRPr lang="en-US" altLang="zh-CN"/>
          </a:p>
        </p:txBody>
      </p:sp>
      <p:sp>
        <p:nvSpPr>
          <p:cNvPr id="12291" name="灯片编号占位符 5">
            <a:extLst>
              <a:ext uri="{FF2B5EF4-FFF2-40B4-BE49-F238E27FC236}">
                <a16:creationId xmlns:a16="http://schemas.microsoft.com/office/drawing/2014/main" id="{297AA8E2-A001-F5EF-3176-8E96ACE3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BA9A8C-6EE5-4AC3-A623-2C3360DCC856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F20DEBA9-A278-3F83-30FE-F31ECA596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325438"/>
            <a:ext cx="6132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求解拉氏反变换的部分分式展开法  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15307CDF-41A4-566E-1D23-80130FF0D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268413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部分分式法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2294" name="Rectangle 4">
            <a:extLst>
              <a:ext uri="{FF2B5EF4-FFF2-40B4-BE49-F238E27FC236}">
                <a16:creationId xmlns:a16="http://schemas.microsoft.com/office/drawing/2014/main" id="{ADA56012-AE7E-0CB4-9BB0-49EECE74D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063" y="1878013"/>
            <a:ext cx="7258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如果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的拉氏变换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已分解成为下列分量：</a:t>
            </a:r>
          </a:p>
        </p:txBody>
      </p:sp>
      <p:sp>
        <p:nvSpPr>
          <p:cNvPr id="12295" name="Rectangle 5">
            <a:extLst>
              <a:ext uri="{FF2B5EF4-FFF2-40B4-BE49-F238E27FC236}">
                <a16:creationId xmlns:a16="http://schemas.microsoft.com/office/drawing/2014/main" id="{6E88791B-92F2-F175-F858-CF54B7192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2473325"/>
            <a:ext cx="4076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)=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baseline="-180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)+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baseline="-18000">
                <a:latin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)+…+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2296" name="Rectangle 6">
            <a:extLst>
              <a:ext uri="{FF2B5EF4-FFF2-40B4-BE49-F238E27FC236}">
                <a16:creationId xmlns:a16="http://schemas.microsoft.com/office/drawing/2014/main" id="{35F3F6EA-0F08-1A7A-E939-4753B98D7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3006725"/>
            <a:ext cx="7010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假定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baseline="-180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),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baseline="-18000">
                <a:latin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), …</a:t>
            </a:r>
            <a:r>
              <a:rPr kumimoji="1" lang="zh-CN" altLang="en-US" sz="2800">
                <a:latin typeface="Times New Roman" panose="02020603050405020304" pitchFamily="18" charset="0"/>
              </a:rPr>
              <a:t>，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的拉氏反变换可以容易地求出，则：</a:t>
            </a:r>
          </a:p>
        </p:txBody>
      </p:sp>
      <p:sp>
        <p:nvSpPr>
          <p:cNvPr id="12297" name="Rectangle 7">
            <a:extLst>
              <a:ext uri="{FF2B5EF4-FFF2-40B4-BE49-F238E27FC236}">
                <a16:creationId xmlns:a16="http://schemas.microsoft.com/office/drawing/2014/main" id="{3B3FA5CD-7C7E-913C-F002-4003309E8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4162425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5000"/>
              </a:spcBef>
            </a:pPr>
            <a:r>
              <a:rPr kumimoji="1" lang="en-US" altLang="zh-CN" sz="2800" i="1">
                <a:latin typeface="Times New Roman" panose="02020603050405020304" pitchFamily="18" charset="0"/>
              </a:rPr>
              <a:t>L</a:t>
            </a:r>
            <a:r>
              <a:rPr kumimoji="1" lang="en-US" altLang="zh-CN" sz="2900" baseline="30000">
                <a:latin typeface="Times New Roman" panose="02020603050405020304" pitchFamily="18" charset="0"/>
              </a:rPr>
              <a:t>-1</a:t>
            </a:r>
            <a:r>
              <a:rPr kumimoji="1" lang="en-US" altLang="zh-CN" sz="280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)] =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L</a:t>
            </a:r>
            <a:r>
              <a:rPr kumimoji="1" lang="en-US" altLang="zh-CN" sz="2900" baseline="30000">
                <a:latin typeface="Times New Roman" panose="02020603050405020304" pitchFamily="18" charset="0"/>
              </a:rPr>
              <a:t>-1</a:t>
            </a:r>
            <a:r>
              <a:rPr kumimoji="1" lang="en-US" altLang="zh-CN" sz="280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baseline="-180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)]+</a:t>
            </a:r>
            <a:r>
              <a:rPr kumimoji="1" lang="en-US" altLang="zh-CN" sz="2800" i="1">
                <a:latin typeface="Times New Roman" panose="02020603050405020304" pitchFamily="18" charset="0"/>
              </a:rPr>
              <a:t>L</a:t>
            </a:r>
            <a:r>
              <a:rPr kumimoji="1" lang="en-US" altLang="zh-CN" sz="2900" baseline="30000">
                <a:latin typeface="Times New Roman" panose="02020603050405020304" pitchFamily="18" charset="0"/>
              </a:rPr>
              <a:t>-1</a:t>
            </a:r>
            <a:r>
              <a:rPr kumimoji="1" lang="en-US" altLang="zh-CN" sz="280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baseline="-18000">
                <a:latin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)]+…+</a:t>
            </a:r>
            <a:r>
              <a:rPr kumimoji="1" lang="en-US" altLang="zh-CN" sz="2800" i="1">
                <a:latin typeface="Times New Roman" panose="02020603050405020304" pitchFamily="18" charset="0"/>
              </a:rPr>
              <a:t>L</a:t>
            </a:r>
            <a:r>
              <a:rPr kumimoji="1" lang="en-US" altLang="zh-CN" sz="2900" baseline="30000">
                <a:latin typeface="Times New Roman" panose="02020603050405020304" pitchFamily="18" charset="0"/>
              </a:rPr>
              <a:t>-1</a:t>
            </a:r>
            <a:r>
              <a:rPr kumimoji="1" lang="en-US" altLang="zh-CN" sz="280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)]</a:t>
            </a:r>
          </a:p>
        </p:txBody>
      </p:sp>
      <p:sp>
        <p:nvSpPr>
          <p:cNvPr id="12298" name="Rectangle 8">
            <a:extLst>
              <a:ext uri="{FF2B5EF4-FFF2-40B4-BE49-F238E27FC236}">
                <a16:creationId xmlns:a16="http://schemas.microsoft.com/office/drawing/2014/main" id="{8670B9C2-75DD-9C1A-6CDF-A0A4F7BFD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288" y="4773613"/>
            <a:ext cx="3629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5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=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baseline="-180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>
                <a:latin typeface="Times New Roman" panose="02020603050405020304" pitchFamily="18" charset="0"/>
              </a:rPr>
              <a:t>) +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baseline="-18000">
                <a:latin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>
                <a:latin typeface="Times New Roman" panose="02020603050405020304" pitchFamily="18" charset="0"/>
              </a:rPr>
              <a:t>) + … +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f</a:t>
            </a:r>
            <a:r>
              <a:rPr kumimoji="1"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2299" name="TextBox 10">
            <a:extLst>
              <a:ext uri="{FF2B5EF4-FFF2-40B4-BE49-F238E27FC236}">
                <a16:creationId xmlns:a16="http://schemas.microsoft.com/office/drawing/2014/main" id="{0E9EF289-F3EC-7438-14A5-74C1B88A3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5589588"/>
            <a:ext cx="5754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</a:rPr>
              <a:t>单实极点时、重极点时、共轭复数极点时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>
            <a:extLst>
              <a:ext uri="{FF2B5EF4-FFF2-40B4-BE49-F238E27FC236}">
                <a16:creationId xmlns:a16="http://schemas.microsoft.com/office/drawing/2014/main" id="{3BE8828A-93AE-2C00-F14B-6C6BD117B2E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8C47C3-B087-4B34-8D4B-5822C522B99F}" type="datetime1">
              <a:rPr lang="zh-CN" altLang="en-US" smtClean="0"/>
              <a:pPr eaLnBrk="1" hangingPunct="1"/>
              <a:t>2025/10/28</a:t>
            </a:fld>
            <a:endParaRPr lang="en-US" altLang="zh-CN"/>
          </a:p>
        </p:txBody>
      </p:sp>
      <p:sp>
        <p:nvSpPr>
          <p:cNvPr id="13315" name="灯片编号占位符 4">
            <a:extLst>
              <a:ext uri="{FF2B5EF4-FFF2-40B4-BE49-F238E27FC236}">
                <a16:creationId xmlns:a16="http://schemas.microsoft.com/office/drawing/2014/main" id="{293828FF-9B76-16BC-84E7-6C84432D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BD0EA9-9DBD-45CC-8D3A-2BDE130BDD60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61311A97-16A4-AC98-059F-9FB84C6D2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981075"/>
            <a:ext cx="4973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应用拉氏变换求取传递函数</a:t>
            </a:r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D37D93D4-7177-6659-91BE-E86D5C276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33375"/>
            <a:ext cx="5140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zh-CN" altLang="en-US" sz="2800" b="1">
                <a:latin typeface="Times New Roman" panose="02020603050405020304" pitchFamily="18" charset="0"/>
              </a:rPr>
              <a:t>拉氏变换在控制工程中的应用</a:t>
            </a:r>
          </a:p>
        </p:txBody>
      </p:sp>
      <p:sp>
        <p:nvSpPr>
          <p:cNvPr id="13318" name="Rectangle 4">
            <a:extLst>
              <a:ext uri="{FF2B5EF4-FFF2-40B4-BE49-F238E27FC236}">
                <a16:creationId xmlns:a16="http://schemas.microsoft.com/office/drawing/2014/main" id="{19A34BC3-2A6D-1716-4437-573E68A1B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628775"/>
            <a:ext cx="31638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传递函数的定义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3319" name="Rectangle 6">
            <a:extLst>
              <a:ext uri="{FF2B5EF4-FFF2-40B4-BE49-F238E27FC236}">
                <a16:creationId xmlns:a16="http://schemas.microsoft.com/office/drawing/2014/main" id="{7DB7EE29-F92E-ABD1-EEFE-C887D8E8B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205038"/>
            <a:ext cx="7327900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在</a:t>
            </a:r>
            <a:r>
              <a:rPr kumimoji="1"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零初始条件</a:t>
            </a:r>
            <a:r>
              <a:rPr kumimoji="1" lang="zh-CN" altLang="en-US" sz="2800">
                <a:latin typeface="宋体" panose="02010600030101010101" pitchFamily="2" charset="-122"/>
              </a:rPr>
              <a:t>下，线性定常系统输出量</a:t>
            </a:r>
            <a:r>
              <a:rPr kumimoji="1" lang="en-US" altLang="zh-CN" sz="2800">
                <a:latin typeface="宋体" panose="02010600030101010101" pitchFamily="2" charset="-122"/>
              </a:rPr>
              <a:t>x</a:t>
            </a:r>
            <a:r>
              <a:rPr kumimoji="1" lang="en-US" altLang="zh-CN" sz="2800" baseline="-25000">
                <a:latin typeface="宋体" panose="02010600030101010101" pitchFamily="2" charset="-122"/>
              </a:rPr>
              <a:t>c</a:t>
            </a:r>
            <a:r>
              <a:rPr kumimoji="1" lang="en-US" altLang="zh-CN" sz="2800">
                <a:latin typeface="宋体" panose="02010600030101010101" pitchFamily="2" charset="-122"/>
              </a:rPr>
              <a:t>(t)</a:t>
            </a:r>
            <a:r>
              <a:rPr kumimoji="1" lang="zh-CN" altLang="en-US" sz="2800">
                <a:latin typeface="宋体" panose="02010600030101010101" pitchFamily="2" charset="-122"/>
              </a:rPr>
              <a:t>的拉氏变换与引起该输出的输入量</a:t>
            </a:r>
            <a:r>
              <a:rPr kumimoji="1" lang="en-US" altLang="zh-CN" sz="2800">
                <a:latin typeface="宋体" panose="02010600030101010101" pitchFamily="2" charset="-122"/>
              </a:rPr>
              <a:t>x</a:t>
            </a:r>
            <a:r>
              <a:rPr kumimoji="1" lang="en-US" altLang="zh-CN" sz="2800" baseline="-25000">
                <a:latin typeface="宋体" panose="02010600030101010101" pitchFamily="2" charset="-122"/>
              </a:rPr>
              <a:t>r</a:t>
            </a:r>
            <a:r>
              <a:rPr kumimoji="1" lang="en-US" altLang="zh-CN" sz="2800">
                <a:latin typeface="宋体" panose="02010600030101010101" pitchFamily="2" charset="-122"/>
              </a:rPr>
              <a:t>(t)</a:t>
            </a:r>
            <a:r>
              <a:rPr kumimoji="1" lang="zh-CN" altLang="en-US" sz="2800">
                <a:latin typeface="宋体" panose="02010600030101010101" pitchFamily="2" charset="-122"/>
              </a:rPr>
              <a:t>的拉氏变换之比。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3320" name="Rectangle 7">
            <a:extLst>
              <a:ext uri="{FF2B5EF4-FFF2-40B4-BE49-F238E27FC236}">
                <a16:creationId xmlns:a16="http://schemas.microsoft.com/office/drawing/2014/main" id="{4C9B1683-F636-AEEF-0F1F-084D6B66F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89363"/>
            <a:ext cx="2159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零初始条件</a:t>
            </a:r>
            <a:r>
              <a:rPr kumimoji="1" lang="en-US" altLang="zh-CN" sz="24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kumimoji="1" lang="zh-CN" altLang="en-US" sz="2400" b="1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21" name="Rectangle 8">
            <a:extLst>
              <a:ext uri="{FF2B5EF4-FFF2-40B4-BE49-F238E27FC236}">
                <a16:creationId xmlns:a16="http://schemas.microsoft.com/office/drawing/2014/main" id="{67D818F6-BA2E-04FC-CAE8-5AFBA43F6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4210050"/>
            <a:ext cx="6743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>
                <a:latin typeface="Times New Roman" panose="02020603050405020304" pitchFamily="18" charset="0"/>
              </a:rPr>
              <a:t>&lt;0</a:t>
            </a:r>
            <a:r>
              <a:rPr kumimoji="1" lang="zh-CN" altLang="en-US" sz="2800">
                <a:latin typeface="宋体" panose="02010600030101010101" pitchFamily="2" charset="-122"/>
              </a:rPr>
              <a:t>时，输入量及其各阶导数均为</a:t>
            </a:r>
            <a:r>
              <a:rPr kumimoji="1" lang="en-US" altLang="zh-CN" sz="2800">
                <a:latin typeface="宋体" panose="02010600030101010101" pitchFamily="2" charset="-122"/>
              </a:rPr>
              <a:t>0</a:t>
            </a:r>
            <a:r>
              <a:rPr kumimoji="1" lang="zh-CN" altLang="en-US" sz="2800">
                <a:latin typeface="宋体" panose="02010600030101010101" pitchFamily="2" charset="-122"/>
              </a:rPr>
              <a:t>；</a:t>
            </a:r>
          </a:p>
        </p:txBody>
      </p:sp>
      <p:sp>
        <p:nvSpPr>
          <p:cNvPr id="13322" name="Rectangle 9">
            <a:extLst>
              <a:ext uri="{FF2B5EF4-FFF2-40B4-BE49-F238E27FC236}">
                <a16:creationId xmlns:a16="http://schemas.microsoft.com/office/drawing/2014/main" id="{C1E0A10B-5CCE-4A88-A1F6-59C090B3A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4743450"/>
            <a:ext cx="745490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输入量施加于系统之前，系统处于稳定的工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  作状态，即</a:t>
            </a:r>
            <a:r>
              <a:rPr kumimoji="1" lang="en-US" altLang="zh-CN" sz="2800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>
                <a:latin typeface="Times New Roman" panose="02020603050405020304" pitchFamily="18" charset="0"/>
              </a:rPr>
              <a:t> &lt; 0 </a:t>
            </a:r>
            <a:r>
              <a:rPr kumimoji="1" lang="zh-CN" altLang="en-US" sz="2800">
                <a:latin typeface="宋体" panose="02010600030101010101" pitchFamily="2" charset="-122"/>
              </a:rPr>
              <a:t>时，输出量及其各阶导数也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  均为</a:t>
            </a:r>
            <a:r>
              <a:rPr kumimoji="1" lang="en-US" altLang="zh-CN" sz="2800">
                <a:latin typeface="宋体" panose="02010600030101010101" pitchFamily="2" charset="-122"/>
              </a:rPr>
              <a:t>0</a:t>
            </a:r>
            <a:r>
              <a:rPr kumimoji="1" lang="zh-CN" altLang="en-US" sz="2800">
                <a:latin typeface="宋体" panose="02010600030101010101" pitchFamily="2" charset="-122"/>
              </a:rPr>
              <a:t>；</a:t>
            </a:r>
          </a:p>
        </p:txBody>
      </p:sp>
      <p:graphicFrame>
        <p:nvGraphicFramePr>
          <p:cNvPr id="13323" name="Object 2">
            <a:extLst>
              <a:ext uri="{FF2B5EF4-FFF2-40B4-BE49-F238E27FC236}">
                <a16:creationId xmlns:a16="http://schemas.microsoft.com/office/drawing/2014/main" id="{F489B324-3F3D-291D-90D5-0DD3ECF50D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8975" y="3297238"/>
          <a:ext cx="17494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63225" imgH="431613" progId="Equation.3">
                  <p:embed/>
                </p:oleObj>
              </mc:Choice>
              <mc:Fallback>
                <p:oleObj name="公式" r:id="rId2" imgW="863225" imgH="43161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3297238"/>
                        <a:ext cx="1749425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>
            <a:extLst>
              <a:ext uri="{FF2B5EF4-FFF2-40B4-BE49-F238E27FC236}">
                <a16:creationId xmlns:a16="http://schemas.microsoft.com/office/drawing/2014/main" id="{A03E9F31-8D73-D504-4380-CD9C9E8CB55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1EAC842-C582-43ED-A515-2F5F633F30C4}" type="datetime1">
              <a:rPr lang="zh-CN" altLang="en-US" smtClean="0"/>
              <a:pPr eaLnBrk="1" hangingPunct="1"/>
              <a:t>2025/10/28</a:t>
            </a:fld>
            <a:endParaRPr lang="en-US" altLang="zh-CN"/>
          </a:p>
        </p:txBody>
      </p:sp>
      <p:sp>
        <p:nvSpPr>
          <p:cNvPr id="14339" name="灯片编号占位符 5">
            <a:extLst>
              <a:ext uri="{FF2B5EF4-FFF2-40B4-BE49-F238E27FC236}">
                <a16:creationId xmlns:a16="http://schemas.microsoft.com/office/drawing/2014/main" id="{0FDAB419-2DB3-8563-A237-DBA52B13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B96685-BAF7-433E-B429-D2B0E06200FE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81BB1FAD-9D5D-0FCE-5ECE-6AEBB3D0B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908050"/>
            <a:ext cx="5945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典型元件及</a:t>
            </a:r>
            <a:r>
              <a:rPr kumimoji="1" lang="zh-CN" altLang="en-US" sz="2800" b="1">
                <a:latin typeface="宋体" panose="02010600030101010101" pitchFamily="2" charset="-122"/>
              </a:rPr>
              <a:t>系统数学模型的建立  </a:t>
            </a:r>
          </a:p>
        </p:txBody>
      </p:sp>
      <p:sp>
        <p:nvSpPr>
          <p:cNvPr id="14341" name="Text Box 3">
            <a:extLst>
              <a:ext uri="{FF2B5EF4-FFF2-40B4-BE49-F238E27FC236}">
                <a16:creationId xmlns:a16="http://schemas.microsoft.com/office/drawing/2014/main" id="{29B41C42-4416-9571-4220-6965B4DF2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557338"/>
            <a:ext cx="73152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机械系统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4342" name="Text Box 4">
            <a:extLst>
              <a:ext uri="{FF2B5EF4-FFF2-40B4-BE49-F238E27FC236}">
                <a16:creationId xmlns:a16="http://schemas.microsoft.com/office/drawing/2014/main" id="{D3A322E5-8A3A-AAE2-8D58-2736F0C5B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051050"/>
            <a:ext cx="74231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机械系统中以各种形式出现的物理现象，都可简化为质量、弹簧和阻尼三个要素：</a:t>
            </a:r>
          </a:p>
        </p:txBody>
      </p:sp>
      <p:sp>
        <p:nvSpPr>
          <p:cNvPr id="14343" name="Rectangle 2">
            <a:extLst>
              <a:ext uri="{FF2B5EF4-FFF2-40B4-BE49-F238E27FC236}">
                <a16:creationId xmlns:a16="http://schemas.microsoft.com/office/drawing/2014/main" id="{3021E103-A770-8FB9-23AD-992404969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3357563"/>
            <a:ext cx="272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机械平移系统</a:t>
            </a:r>
          </a:p>
        </p:txBody>
      </p:sp>
      <p:sp>
        <p:nvSpPr>
          <p:cNvPr id="14344" name="Rectangle 2">
            <a:extLst>
              <a:ext uri="{FF2B5EF4-FFF2-40B4-BE49-F238E27FC236}">
                <a16:creationId xmlns:a16="http://schemas.microsoft.com/office/drawing/2014/main" id="{CFF15023-E3CE-AE55-83D0-1B70E14F9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292600"/>
            <a:ext cx="272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机械旋转系统</a:t>
            </a:r>
          </a:p>
        </p:txBody>
      </p:sp>
      <p:sp>
        <p:nvSpPr>
          <p:cNvPr id="14345" name="Rectangle 4">
            <a:extLst>
              <a:ext uri="{FF2B5EF4-FFF2-40B4-BE49-F238E27FC236}">
                <a16:creationId xmlns:a16="http://schemas.microsoft.com/office/drawing/2014/main" id="{82B5BDD5-77B8-B37B-6C4D-A0AE6AF51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0350"/>
            <a:ext cx="4135438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2.2  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物理系统的数学模型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>
            <a:extLst>
              <a:ext uri="{FF2B5EF4-FFF2-40B4-BE49-F238E27FC236}">
                <a16:creationId xmlns:a16="http://schemas.microsoft.com/office/drawing/2014/main" id="{B47B962D-7B49-7814-18E6-64F9A7CC22A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93F97D5-5400-47CB-9104-3ECD53BE8F17}" type="datetime1">
              <a:rPr lang="zh-CN" altLang="en-US" smtClean="0"/>
              <a:pPr eaLnBrk="1" hangingPunct="1"/>
              <a:t>2025/10/28</a:t>
            </a:fld>
            <a:endParaRPr lang="en-US" altLang="zh-CN"/>
          </a:p>
        </p:txBody>
      </p:sp>
      <p:sp>
        <p:nvSpPr>
          <p:cNvPr id="15363" name="灯片编号占位符 5">
            <a:extLst>
              <a:ext uri="{FF2B5EF4-FFF2-40B4-BE49-F238E27FC236}">
                <a16:creationId xmlns:a16="http://schemas.microsoft.com/office/drawing/2014/main" id="{5DB498C2-ABC5-98F7-0020-3F14EA46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360DC7F-52E8-49D8-8D5D-ACD90341E9D2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graphicFrame>
        <p:nvGraphicFramePr>
          <p:cNvPr id="15364" name="Object 3">
            <a:extLst>
              <a:ext uri="{FF2B5EF4-FFF2-40B4-BE49-F238E27FC236}">
                <a16:creationId xmlns:a16="http://schemas.microsoft.com/office/drawing/2014/main" id="{34688B8F-3D92-7796-4ED7-FE1D82DC5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657600"/>
          <a:ext cx="4343400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20900" imgH="1117600" progId="Equation.3">
                  <p:embed/>
                </p:oleObj>
              </mc:Choice>
              <mc:Fallback>
                <p:oleObj name="Equation" r:id="rId3" imgW="2120900" imgH="1117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657600"/>
                        <a:ext cx="4343400" cy="23431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5" name="Group 4">
            <a:extLst>
              <a:ext uri="{FF2B5EF4-FFF2-40B4-BE49-F238E27FC236}">
                <a16:creationId xmlns:a16="http://schemas.microsoft.com/office/drawing/2014/main" id="{3584B606-CFF7-3F54-9879-E4A895DE83C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828800"/>
            <a:ext cx="4427538" cy="4221163"/>
            <a:chOff x="192" y="1152"/>
            <a:chExt cx="2789" cy="2659"/>
          </a:xfrm>
        </p:grpSpPr>
        <p:sp>
          <p:nvSpPr>
            <p:cNvPr id="15368" name="Rectangle 5">
              <a:extLst>
                <a:ext uri="{FF2B5EF4-FFF2-40B4-BE49-F238E27FC236}">
                  <a16:creationId xmlns:a16="http://schemas.microsoft.com/office/drawing/2014/main" id="{09B41C94-D054-9E24-FC5C-AB31DB14C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580"/>
              <a:ext cx="708" cy="46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m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5369" name="Freeform 6">
              <a:extLst>
                <a:ext uri="{FF2B5EF4-FFF2-40B4-BE49-F238E27FC236}">
                  <a16:creationId xmlns:a16="http://schemas.microsoft.com/office/drawing/2014/main" id="{E219836E-FEAB-15B3-1114-ECC47EC77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" y="2437"/>
              <a:ext cx="139" cy="468"/>
            </a:xfrm>
            <a:custGeom>
              <a:avLst/>
              <a:gdLst>
                <a:gd name="T0" fmla="*/ 1 w 208"/>
                <a:gd name="T1" fmla="*/ 0 h 576"/>
                <a:gd name="T2" fmla="*/ 1 w 208"/>
                <a:gd name="T3" fmla="*/ 2 h 576"/>
                <a:gd name="T4" fmla="*/ 1 w 208"/>
                <a:gd name="T5" fmla="*/ 2 h 576"/>
                <a:gd name="T6" fmla="*/ 1 w 208"/>
                <a:gd name="T7" fmla="*/ 2 h 576"/>
                <a:gd name="T8" fmla="*/ 1 w 208"/>
                <a:gd name="T9" fmla="*/ 4 h 576"/>
                <a:gd name="T10" fmla="*/ 1 w 208"/>
                <a:gd name="T11" fmla="*/ 5 h 576"/>
                <a:gd name="T12" fmla="*/ 1 w 208"/>
                <a:gd name="T13" fmla="*/ 6 h 576"/>
                <a:gd name="T14" fmla="*/ 1 w 208"/>
                <a:gd name="T15" fmla="*/ 7 h 576"/>
                <a:gd name="T16" fmla="*/ 1 w 208"/>
                <a:gd name="T17" fmla="*/ 7 h 5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8"/>
                <a:gd name="T28" fmla="*/ 0 h 576"/>
                <a:gd name="T29" fmla="*/ 208 w 208"/>
                <a:gd name="T30" fmla="*/ 576 h 57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8" h="576">
                  <a:moveTo>
                    <a:pt x="112" y="0"/>
                  </a:moveTo>
                  <a:cubicBezTo>
                    <a:pt x="56" y="12"/>
                    <a:pt x="0" y="24"/>
                    <a:pt x="16" y="48"/>
                  </a:cubicBezTo>
                  <a:cubicBezTo>
                    <a:pt x="32" y="72"/>
                    <a:pt x="208" y="120"/>
                    <a:pt x="208" y="144"/>
                  </a:cubicBezTo>
                  <a:cubicBezTo>
                    <a:pt x="208" y="168"/>
                    <a:pt x="16" y="168"/>
                    <a:pt x="16" y="192"/>
                  </a:cubicBezTo>
                  <a:cubicBezTo>
                    <a:pt x="16" y="216"/>
                    <a:pt x="208" y="264"/>
                    <a:pt x="208" y="288"/>
                  </a:cubicBezTo>
                  <a:cubicBezTo>
                    <a:pt x="208" y="312"/>
                    <a:pt x="16" y="312"/>
                    <a:pt x="16" y="336"/>
                  </a:cubicBezTo>
                  <a:cubicBezTo>
                    <a:pt x="16" y="360"/>
                    <a:pt x="208" y="408"/>
                    <a:pt x="208" y="432"/>
                  </a:cubicBezTo>
                  <a:cubicBezTo>
                    <a:pt x="208" y="456"/>
                    <a:pt x="32" y="456"/>
                    <a:pt x="16" y="480"/>
                  </a:cubicBezTo>
                  <a:cubicBezTo>
                    <a:pt x="0" y="504"/>
                    <a:pt x="56" y="540"/>
                    <a:pt x="112" y="576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0" name="Line 7">
              <a:extLst>
                <a:ext uri="{FF2B5EF4-FFF2-40B4-BE49-F238E27FC236}">
                  <a16:creationId xmlns:a16="http://schemas.microsoft.com/office/drawing/2014/main" id="{E8C80FBC-27E3-BAE3-45D6-F63DDB0D5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" y="2048"/>
              <a:ext cx="0" cy="38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1" name="Line 8">
              <a:extLst>
                <a:ext uri="{FF2B5EF4-FFF2-40B4-BE49-F238E27FC236}">
                  <a16:creationId xmlns:a16="http://schemas.microsoft.com/office/drawing/2014/main" id="{17919949-E0F4-5908-63F7-7D7CF08C0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" y="2905"/>
              <a:ext cx="0" cy="35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2" name="Line 9">
              <a:extLst>
                <a:ext uri="{FF2B5EF4-FFF2-40B4-BE49-F238E27FC236}">
                  <a16:creationId xmlns:a16="http://schemas.microsoft.com/office/drawing/2014/main" id="{6A3A6821-08F7-EAE5-C3D6-2F813BE1DA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" y="2048"/>
              <a:ext cx="1" cy="66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3" name="Line 10">
              <a:extLst>
                <a:ext uri="{FF2B5EF4-FFF2-40B4-BE49-F238E27FC236}">
                  <a16:creationId xmlns:a16="http://schemas.microsoft.com/office/drawing/2014/main" id="{9F0887AC-9C87-5718-EEDC-ACA46F800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" y="2710"/>
              <a:ext cx="12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4" name="Line 11">
              <a:extLst>
                <a:ext uri="{FF2B5EF4-FFF2-40B4-BE49-F238E27FC236}">
                  <a16:creationId xmlns:a16="http://schemas.microsoft.com/office/drawing/2014/main" id="{303A5733-9D45-B551-A98F-8D7875B05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671"/>
              <a:ext cx="0" cy="11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5" name="Line 12">
              <a:extLst>
                <a:ext uri="{FF2B5EF4-FFF2-40B4-BE49-F238E27FC236}">
                  <a16:creationId xmlns:a16="http://schemas.microsoft.com/office/drawing/2014/main" id="{56274981-CA6B-6BAC-7ADA-5F5D398B8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88"/>
              <a:ext cx="19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6" name="Line 13">
              <a:extLst>
                <a:ext uri="{FF2B5EF4-FFF2-40B4-BE49-F238E27FC236}">
                  <a16:creationId xmlns:a16="http://schemas.microsoft.com/office/drawing/2014/main" id="{8095291C-312F-EE7A-20EA-9E5D6493A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2671"/>
              <a:ext cx="0" cy="11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7" name="Line 14">
              <a:extLst>
                <a:ext uri="{FF2B5EF4-FFF2-40B4-BE49-F238E27FC236}">
                  <a16:creationId xmlns:a16="http://schemas.microsoft.com/office/drawing/2014/main" id="{7CC9C62B-1F57-5550-C5E6-87FF85F63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" y="2788"/>
              <a:ext cx="1" cy="46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Rectangle 15" descr="宽上对角线">
              <a:extLst>
                <a:ext uri="{FF2B5EF4-FFF2-40B4-BE49-F238E27FC236}">
                  <a16:creationId xmlns:a16="http://schemas.microsoft.com/office/drawing/2014/main" id="{00D6D87D-A982-2241-0628-4EE9E09E3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255"/>
              <a:ext cx="901" cy="156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9" name="Line 16">
              <a:extLst>
                <a:ext uri="{FF2B5EF4-FFF2-40B4-BE49-F238E27FC236}">
                  <a16:creationId xmlns:a16="http://schemas.microsoft.com/office/drawing/2014/main" id="{5656525E-E008-E591-1CDD-C52E68F9F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3255"/>
              <a:ext cx="90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0" name="Line 17">
              <a:extLst>
                <a:ext uri="{FF2B5EF4-FFF2-40B4-BE49-F238E27FC236}">
                  <a16:creationId xmlns:a16="http://schemas.microsoft.com/office/drawing/2014/main" id="{91672E26-63C6-6218-F12A-4B7E1423D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" y="1230"/>
              <a:ext cx="0" cy="35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1" name="Rectangle 18">
              <a:extLst>
                <a:ext uri="{FF2B5EF4-FFF2-40B4-BE49-F238E27FC236}">
                  <a16:creationId xmlns:a16="http://schemas.microsoft.com/office/drawing/2014/main" id="{E4654940-194A-ECCB-2F60-1A929CE03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" y="1580"/>
              <a:ext cx="708" cy="46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m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5382" name="Rectangle 19" descr="宽上对角线">
              <a:extLst>
                <a:ext uri="{FF2B5EF4-FFF2-40B4-BE49-F238E27FC236}">
                  <a16:creationId xmlns:a16="http://schemas.microsoft.com/office/drawing/2014/main" id="{8360E754-9F31-95A3-4382-8379B3A6F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3255"/>
              <a:ext cx="901" cy="156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3" name="Line 20">
              <a:extLst>
                <a:ext uri="{FF2B5EF4-FFF2-40B4-BE49-F238E27FC236}">
                  <a16:creationId xmlns:a16="http://schemas.microsoft.com/office/drawing/2014/main" id="{31B94049-690B-3933-9F54-F36F0DFD2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3255"/>
              <a:ext cx="90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4" name="Line 21">
              <a:extLst>
                <a:ext uri="{FF2B5EF4-FFF2-40B4-BE49-F238E27FC236}">
                  <a16:creationId xmlns:a16="http://schemas.microsoft.com/office/drawing/2014/main" id="{380BC980-6C54-C114-4A4E-982064B21B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4" y="1230"/>
              <a:ext cx="0" cy="35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5" name="Line 22">
              <a:extLst>
                <a:ext uri="{FF2B5EF4-FFF2-40B4-BE49-F238E27FC236}">
                  <a16:creationId xmlns:a16="http://schemas.microsoft.com/office/drawing/2014/main" id="{0EE00B8D-1BDC-422A-94FC-1289BF2F4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" y="2048"/>
              <a:ext cx="2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6" name="Line 23">
              <a:extLst>
                <a:ext uri="{FF2B5EF4-FFF2-40B4-BE49-F238E27FC236}">
                  <a16:creationId xmlns:a16="http://schemas.microsoft.com/office/drawing/2014/main" id="{31E2880A-3163-5CD1-FC1F-2C39FCFCC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7" y="2048"/>
              <a:ext cx="2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7" name="Text Box 24">
              <a:extLst>
                <a:ext uri="{FF2B5EF4-FFF2-40B4-BE49-F238E27FC236}">
                  <a16:creationId xmlns:a16="http://schemas.microsoft.com/office/drawing/2014/main" id="{A378350A-A41B-E93F-FB77-9604A6B8E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152"/>
              <a:ext cx="4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5388" name="Text Box 25">
              <a:extLst>
                <a:ext uri="{FF2B5EF4-FFF2-40B4-BE49-F238E27FC236}">
                  <a16:creationId xmlns:a16="http://schemas.microsoft.com/office/drawing/2014/main" id="{BB254C28-1345-7128-47AB-7CFB3EB54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55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15389" name="Text Box 26">
              <a:extLst>
                <a:ext uri="{FF2B5EF4-FFF2-40B4-BE49-F238E27FC236}">
                  <a16:creationId xmlns:a16="http://schemas.microsoft.com/office/drawing/2014/main" id="{2A79F329-F328-5B93-7C26-04BF232C4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" y="259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390" name="Line 27">
              <a:extLst>
                <a:ext uri="{FF2B5EF4-FFF2-40B4-BE49-F238E27FC236}">
                  <a16:creationId xmlns:a16="http://schemas.microsoft.com/office/drawing/2014/main" id="{370A532C-188D-3869-86EB-55DFF7D99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1" y="2048"/>
              <a:ext cx="0" cy="2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1" name="Text Box 28">
              <a:extLst>
                <a:ext uri="{FF2B5EF4-FFF2-40B4-BE49-F238E27FC236}">
                  <a16:creationId xmlns:a16="http://schemas.microsoft.com/office/drawing/2014/main" id="{5D93A87F-71CD-A252-1C0B-64EA7530A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2243"/>
              <a:ext cx="5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o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5392" name="Text Box 29">
              <a:extLst>
                <a:ext uri="{FF2B5EF4-FFF2-40B4-BE49-F238E27FC236}">
                  <a16:creationId xmlns:a16="http://schemas.microsoft.com/office/drawing/2014/main" id="{6B52D675-FD76-7E7E-30D4-01A08C79F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6" y="1170"/>
              <a:ext cx="4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5393" name="Line 30">
              <a:extLst>
                <a:ext uri="{FF2B5EF4-FFF2-40B4-BE49-F238E27FC236}">
                  <a16:creationId xmlns:a16="http://schemas.microsoft.com/office/drawing/2014/main" id="{7D02E70E-8F8D-33E0-79A2-127A3C961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048"/>
              <a:ext cx="0" cy="2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4" name="Text Box 31">
              <a:extLst>
                <a:ext uri="{FF2B5EF4-FFF2-40B4-BE49-F238E27FC236}">
                  <a16:creationId xmlns:a16="http://schemas.microsoft.com/office/drawing/2014/main" id="{12233714-5D54-774C-4D87-7D21F57AC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3" y="2243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o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5395" name="Text Box 32">
              <a:extLst>
                <a:ext uri="{FF2B5EF4-FFF2-40B4-BE49-F238E27FC236}">
                  <a16:creationId xmlns:a16="http://schemas.microsoft.com/office/drawing/2014/main" id="{00734E3F-976E-64B7-FC64-D7189B82C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3" y="191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96" name="Text Box 33">
              <a:extLst>
                <a:ext uri="{FF2B5EF4-FFF2-40B4-BE49-F238E27FC236}">
                  <a16:creationId xmlns:a16="http://schemas.microsoft.com/office/drawing/2014/main" id="{E9FA5DA0-B3A4-28BB-4096-E97DDC442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193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97" name="Line 34">
              <a:extLst>
                <a:ext uri="{FF2B5EF4-FFF2-40B4-BE49-F238E27FC236}">
                  <a16:creationId xmlns:a16="http://schemas.microsoft.com/office/drawing/2014/main" id="{312358AA-8083-5A69-C04D-1AB25FBE10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3" y="1541"/>
              <a:ext cx="0" cy="3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8" name="Text Box 35">
              <a:extLst>
                <a:ext uri="{FF2B5EF4-FFF2-40B4-BE49-F238E27FC236}">
                  <a16:creationId xmlns:a16="http://schemas.microsoft.com/office/drawing/2014/main" id="{4E4A3340-9F10-667A-25AB-E5956838A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584"/>
              <a:ext cx="5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m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5399" name="Line 36">
              <a:extLst>
                <a:ext uri="{FF2B5EF4-FFF2-40B4-BE49-F238E27FC236}">
                  <a16:creationId xmlns:a16="http://schemas.microsoft.com/office/drawing/2014/main" id="{DD19A7A9-558F-9DEB-0C4D-96694A650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2" y="2048"/>
              <a:ext cx="0" cy="12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0" name="Line 37">
              <a:extLst>
                <a:ext uri="{FF2B5EF4-FFF2-40B4-BE49-F238E27FC236}">
                  <a16:creationId xmlns:a16="http://schemas.microsoft.com/office/drawing/2014/main" id="{12E20D82-E8AE-3C4C-A412-6BCA31FC8D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048"/>
              <a:ext cx="0" cy="12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5401" name="Text Box 38">
              <a:extLst>
                <a:ext uri="{FF2B5EF4-FFF2-40B4-BE49-F238E27FC236}">
                  <a16:creationId xmlns:a16="http://schemas.microsoft.com/office/drawing/2014/main" id="{69D1535A-A5FE-C7E7-D71C-04C9A79A7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515"/>
              <a:ext cx="480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5402" name="Text Box 39">
              <a:extLst>
                <a:ext uri="{FF2B5EF4-FFF2-40B4-BE49-F238E27FC236}">
                  <a16:creationId xmlns:a16="http://schemas.microsoft.com/office/drawing/2014/main" id="{A0D0CEB4-EF68-3767-94D2-47E587A8B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523"/>
              <a:ext cx="2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latin typeface="Times New Roman" panose="02020603050405020304" pitchFamily="18" charset="0"/>
                </a:rPr>
                <a:t>机械平移系统及其力学模型</a:t>
              </a:r>
            </a:p>
          </p:txBody>
        </p:sp>
        <p:sp useBgFill="1">
          <p:nvSpPr>
            <p:cNvPr id="15403" name="Text Box 40">
              <a:extLst>
                <a:ext uri="{FF2B5EF4-FFF2-40B4-BE49-F238E27FC236}">
                  <a16:creationId xmlns:a16="http://schemas.microsoft.com/office/drawing/2014/main" id="{9708F56B-611A-7882-B728-C712614CD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4" y="2515"/>
              <a:ext cx="502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15366" name="AutoShape 41">
            <a:extLst>
              <a:ext uri="{FF2B5EF4-FFF2-40B4-BE49-F238E27FC236}">
                <a16:creationId xmlns:a16="http://schemas.microsoft.com/office/drawing/2014/main" id="{AF1F4995-C6C5-3537-3286-A36F82BC3E6F}"/>
              </a:ext>
            </a:extLst>
          </p:cNvPr>
          <p:cNvSpPr>
            <a:spLocks/>
          </p:cNvSpPr>
          <p:nvPr/>
        </p:nvSpPr>
        <p:spPr bwMode="auto">
          <a:xfrm>
            <a:off x="4983163" y="2671763"/>
            <a:ext cx="3627437" cy="909637"/>
          </a:xfrm>
          <a:prstGeom prst="borderCallout2">
            <a:avLst>
              <a:gd name="adj1" fmla="val 12565"/>
              <a:gd name="adj2" fmla="val -2102"/>
              <a:gd name="adj3" fmla="val 12565"/>
              <a:gd name="adj4" fmla="val -7264"/>
              <a:gd name="adj5" fmla="val 64051"/>
              <a:gd name="adj6" fmla="val -26083"/>
            </a:avLst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静止（平衡）工作点作为</a:t>
            </a:r>
          </a:p>
          <a:p>
            <a:pPr eaLnBrk="1" hangingPunct="1"/>
            <a:r>
              <a:rPr kumimoji="1" lang="zh-CN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零点，以消除重力的影响</a:t>
            </a:r>
          </a:p>
          <a:p>
            <a:pPr algn="ctr" eaLnBrk="1" hangingPunct="1"/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5367" name="Rectangle 2">
            <a:extLst>
              <a:ext uri="{FF2B5EF4-FFF2-40B4-BE49-F238E27FC236}">
                <a16:creationId xmlns:a16="http://schemas.microsoft.com/office/drawing/2014/main" id="{BACF7BC5-EEA5-4DF0-5B4B-C864427D9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981075"/>
            <a:ext cx="272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机械平移系统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>
            <a:extLst>
              <a:ext uri="{FF2B5EF4-FFF2-40B4-BE49-F238E27FC236}">
                <a16:creationId xmlns:a16="http://schemas.microsoft.com/office/drawing/2014/main" id="{28B8E821-63BC-3575-9EDD-3F8940B923A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C18634-757A-4B75-A804-0EAF7234DBF8}" type="datetime1">
              <a:rPr lang="zh-CN" altLang="en-US" smtClean="0"/>
              <a:pPr eaLnBrk="1" hangingPunct="1"/>
              <a:t>2025/10/28</a:t>
            </a:fld>
            <a:endParaRPr lang="en-US" altLang="zh-CN"/>
          </a:p>
        </p:txBody>
      </p:sp>
      <p:sp>
        <p:nvSpPr>
          <p:cNvPr id="16387" name="灯片编号占位符 5">
            <a:extLst>
              <a:ext uri="{FF2B5EF4-FFF2-40B4-BE49-F238E27FC236}">
                <a16:creationId xmlns:a16="http://schemas.microsoft.com/office/drawing/2014/main" id="{8CEE230E-4A67-E246-A1F9-51B9E9FC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463B72-9FB1-4CDF-8B8A-BD58313A2680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graphicFrame>
        <p:nvGraphicFramePr>
          <p:cNvPr id="16388" name="Object 2">
            <a:extLst>
              <a:ext uri="{FF2B5EF4-FFF2-40B4-BE49-F238E27FC236}">
                <a16:creationId xmlns:a16="http://schemas.microsoft.com/office/drawing/2014/main" id="{29E2E390-48B7-FF38-285E-2F071D60B0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946275"/>
          <a:ext cx="50292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00300" imgH="419100" progId="Equation.3">
                  <p:embed/>
                </p:oleObj>
              </mc:Choice>
              <mc:Fallback>
                <p:oleObj name="Equation" r:id="rId3" imgW="24003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46275"/>
                        <a:ext cx="50292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3">
            <a:extLst>
              <a:ext uri="{FF2B5EF4-FFF2-40B4-BE49-F238E27FC236}">
                <a16:creationId xmlns:a16="http://schemas.microsoft.com/office/drawing/2014/main" id="{49163E9F-04AF-7A2F-C206-701E2B399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941638"/>
            <a:ext cx="7467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式中，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zh-CN" altLang="en-US" sz="2800">
                <a:latin typeface="宋体" panose="02010600030101010101" pitchFamily="2" charset="-122"/>
              </a:rPr>
              <a:t>、</a:t>
            </a:r>
            <a:r>
              <a:rPr kumimoji="1" lang="en-US" altLang="zh-CN" sz="2800" i="1">
                <a:latin typeface="Times New Roman" panose="02020603050405020304" pitchFamily="18" charset="0"/>
              </a:rPr>
              <a:t>C</a:t>
            </a:r>
            <a:r>
              <a:rPr kumimoji="1" lang="zh-CN" altLang="en-US" sz="2800">
                <a:latin typeface="宋体" panose="02010600030101010101" pitchFamily="2" charset="-122"/>
              </a:rPr>
              <a:t>、</a:t>
            </a: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  <a:r>
              <a:rPr kumimoji="1" lang="zh-CN" altLang="en-US" sz="2800">
                <a:latin typeface="宋体" panose="02010600030101010101" pitchFamily="2" charset="-122"/>
              </a:rPr>
              <a:t>通常均为常数，故机械平移系统可以由二阶常系数微分方程描述。</a:t>
            </a: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F9AD8C44-09A1-D929-39E6-222DED6DA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191000"/>
            <a:ext cx="73914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显然，微分方程的系数取决于系统的结构参数，而阶次等于系统中</a:t>
            </a:r>
            <a:r>
              <a:rPr kumimoji="1"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独立</a:t>
            </a:r>
            <a:r>
              <a:rPr kumimoji="1" lang="zh-CN" altLang="en-US" sz="2800">
                <a:latin typeface="宋体" panose="02010600030101010101" pitchFamily="2" charset="-122"/>
              </a:rPr>
              <a:t>储能元件（惯性质量、弹簧）的数量。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5">
            <a:extLst>
              <a:ext uri="{FF2B5EF4-FFF2-40B4-BE49-F238E27FC236}">
                <a16:creationId xmlns:a16="http://schemas.microsoft.com/office/drawing/2014/main" id="{A98CDA7F-82BB-8DB8-A1F4-F09D10011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1773238"/>
          <a:ext cx="5334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30871" imgH="507780" progId="Equation.3">
                  <p:embed/>
                </p:oleObj>
              </mc:Choice>
              <mc:Fallback>
                <p:oleObj r:id="rId3" imgW="2830871" imgH="5077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773238"/>
                        <a:ext cx="5334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6">
            <a:extLst>
              <a:ext uri="{FF2B5EF4-FFF2-40B4-BE49-F238E27FC236}">
                <a16:creationId xmlns:a16="http://schemas.microsoft.com/office/drawing/2014/main" id="{5F05065D-8F22-1264-FDF1-6302819684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3668713"/>
          <a:ext cx="48768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755900" imgH="279400" progId="Equation.3">
                  <p:embed/>
                </p:oleObj>
              </mc:Choice>
              <mc:Fallback>
                <p:oleObj r:id="rId5" imgW="27559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3668713"/>
                        <a:ext cx="48768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7">
            <a:extLst>
              <a:ext uri="{FF2B5EF4-FFF2-40B4-BE49-F238E27FC236}">
                <a16:creationId xmlns:a16="http://schemas.microsoft.com/office/drawing/2014/main" id="{C9B13029-20D1-0371-19A3-B27B5031D2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4811713"/>
          <a:ext cx="388620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159000" imgH="495300" progId="Equation.3">
                  <p:embed/>
                </p:oleObj>
              </mc:Choice>
              <mc:Fallback>
                <p:oleObj r:id="rId7" imgW="2159000" imgH="495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4811713"/>
                        <a:ext cx="3886200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8">
            <a:extLst>
              <a:ext uri="{FF2B5EF4-FFF2-40B4-BE49-F238E27FC236}">
                <a16:creationId xmlns:a16="http://schemas.microsoft.com/office/drawing/2014/main" id="{A3A09767-900E-82D6-21B9-0D59C36D9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997200"/>
            <a:ext cx="6584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所有初始条件均为零时，其拉氏变换为：</a:t>
            </a:r>
          </a:p>
        </p:txBody>
      </p:sp>
      <p:sp>
        <p:nvSpPr>
          <p:cNvPr id="17414" name="Rectangle 9">
            <a:extLst>
              <a:ext uri="{FF2B5EF4-FFF2-40B4-BE49-F238E27FC236}">
                <a16:creationId xmlns:a16="http://schemas.microsoft.com/office/drawing/2014/main" id="{7F1C4B55-407D-C03A-B9A3-C6ABB038A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4202113"/>
            <a:ext cx="5162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按照定义，系统的传递函数为：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3E338D73-4509-B264-80C9-08744AFBF50E}"/>
              </a:ext>
            </a:extLst>
          </p:cNvPr>
          <p:cNvGrpSpPr>
            <a:grpSpLocks/>
          </p:cNvGrpSpPr>
          <p:nvPr/>
        </p:nvGrpSpPr>
        <p:grpSpPr bwMode="auto">
          <a:xfrm>
            <a:off x="539552" y="836712"/>
            <a:ext cx="5032375" cy="1981200"/>
            <a:chOff x="1344" y="1248"/>
            <a:chExt cx="3170" cy="1248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22443E2A-C039-3957-DBF6-780E2383E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0" y="1780"/>
              <a:ext cx="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301" tIns="37649" rIns="75301" bIns="37649">
              <a:spAutoFit/>
            </a:bodyPr>
            <a:lstStyle>
              <a:lvl1pPr defTabSz="750888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50888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50888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50888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50888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508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508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508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508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" name="Oval 8">
              <a:extLst>
                <a:ext uri="{FF2B5EF4-FFF2-40B4-BE49-F238E27FC236}">
                  <a16:creationId xmlns:a16="http://schemas.microsoft.com/office/drawing/2014/main" id="{C06CF72C-E47A-82FF-7078-A0C63CC54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16"/>
              <a:ext cx="96" cy="96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" name="Line 9">
              <a:extLst>
                <a:ext uri="{FF2B5EF4-FFF2-40B4-BE49-F238E27FC236}">
                  <a16:creationId xmlns:a16="http://schemas.microsoft.com/office/drawing/2014/main" id="{8506B1C4-C2D0-0491-382F-9466843D9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2064"/>
              <a:ext cx="48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Oval 10">
              <a:extLst>
                <a:ext uri="{FF2B5EF4-FFF2-40B4-BE49-F238E27FC236}">
                  <a16:creationId xmlns:a16="http://schemas.microsoft.com/office/drawing/2014/main" id="{EB4322B3-D456-4708-C447-CCE9613F3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016"/>
              <a:ext cx="96" cy="96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Text Box 11">
              <a:extLst>
                <a:ext uri="{FF2B5EF4-FFF2-40B4-BE49-F238E27FC236}">
                  <a16:creationId xmlns:a16="http://schemas.microsoft.com/office/drawing/2014/main" id="{2909442D-8443-A616-B6D2-EC690D593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248"/>
              <a:ext cx="4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DB88379C-5C7F-3A3B-025B-1772F8911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248"/>
              <a:ext cx="4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o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90E741D4-39E4-1D2E-77E1-4FA3998B2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1392"/>
              <a:ext cx="0" cy="62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40CE93A1-0C65-50B6-4249-8E019F479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440"/>
              <a:ext cx="62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DB4D7EDC-5585-9EC9-9309-AC7215DDC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952"/>
              <a:ext cx="576" cy="208"/>
            </a:xfrm>
            <a:custGeom>
              <a:avLst/>
              <a:gdLst>
                <a:gd name="T0" fmla="*/ 0 w 576"/>
                <a:gd name="T1" fmla="*/ 112 h 208"/>
                <a:gd name="T2" fmla="*/ 96 w 576"/>
                <a:gd name="T3" fmla="*/ 16 h 208"/>
                <a:gd name="T4" fmla="*/ 192 w 576"/>
                <a:gd name="T5" fmla="*/ 208 h 208"/>
                <a:gd name="T6" fmla="*/ 288 w 576"/>
                <a:gd name="T7" fmla="*/ 16 h 208"/>
                <a:gd name="T8" fmla="*/ 384 w 576"/>
                <a:gd name="T9" fmla="*/ 208 h 208"/>
                <a:gd name="T10" fmla="*/ 480 w 576"/>
                <a:gd name="T11" fmla="*/ 16 h 208"/>
                <a:gd name="T12" fmla="*/ 576 w 576"/>
                <a:gd name="T13" fmla="*/ 112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6" h="208">
                  <a:moveTo>
                    <a:pt x="0" y="112"/>
                  </a:moveTo>
                  <a:cubicBezTo>
                    <a:pt x="32" y="56"/>
                    <a:pt x="64" y="0"/>
                    <a:pt x="96" y="16"/>
                  </a:cubicBezTo>
                  <a:cubicBezTo>
                    <a:pt x="128" y="32"/>
                    <a:pt x="160" y="208"/>
                    <a:pt x="192" y="208"/>
                  </a:cubicBezTo>
                  <a:cubicBezTo>
                    <a:pt x="224" y="208"/>
                    <a:pt x="256" y="16"/>
                    <a:pt x="288" y="16"/>
                  </a:cubicBezTo>
                  <a:cubicBezTo>
                    <a:pt x="320" y="16"/>
                    <a:pt x="352" y="208"/>
                    <a:pt x="384" y="208"/>
                  </a:cubicBezTo>
                  <a:cubicBezTo>
                    <a:pt x="416" y="208"/>
                    <a:pt x="448" y="32"/>
                    <a:pt x="480" y="16"/>
                  </a:cubicBezTo>
                  <a:cubicBezTo>
                    <a:pt x="512" y="0"/>
                    <a:pt x="560" y="96"/>
                    <a:pt x="576" y="112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C0D5C423-1769-4238-C67F-608776E8F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064"/>
              <a:ext cx="72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29481D21-1BCF-725D-BA81-DB291D947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968"/>
              <a:ext cx="0" cy="19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A96276D1-BB01-715A-4AE1-7C04714FE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1392"/>
              <a:ext cx="0" cy="67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3379206E-DEED-9077-779F-25F008008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440"/>
              <a:ext cx="62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EF7CE932-A9F3-77F7-EDCF-B1CFF9A40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256"/>
              <a:ext cx="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1">
              <a:extLst>
                <a:ext uri="{FF2B5EF4-FFF2-40B4-BE49-F238E27FC236}">
                  <a16:creationId xmlns:a16="http://schemas.microsoft.com/office/drawing/2014/main" id="{529D3EAE-1CBB-6E71-2E11-962274D83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016"/>
              <a:ext cx="14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2">
              <a:extLst>
                <a:ext uri="{FF2B5EF4-FFF2-40B4-BE49-F238E27FC236}">
                  <a16:creationId xmlns:a16="http://schemas.microsoft.com/office/drawing/2014/main" id="{DA696C69-A695-79B5-7AFA-16FB7077C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920"/>
              <a:ext cx="0" cy="9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3">
              <a:extLst>
                <a:ext uri="{FF2B5EF4-FFF2-40B4-BE49-F238E27FC236}">
                  <a16:creationId xmlns:a16="http://schemas.microsoft.com/office/drawing/2014/main" id="{72E071B5-F6A7-B21B-7EBA-AB00B44D7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920"/>
              <a:ext cx="43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E2074816-A0A9-4585-0D51-135B0A886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920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5">
              <a:extLst>
                <a:ext uri="{FF2B5EF4-FFF2-40B4-BE49-F238E27FC236}">
                  <a16:creationId xmlns:a16="http://schemas.microsoft.com/office/drawing/2014/main" id="{B92C1A98-0B93-C5BE-A025-8F4F0E6825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2208"/>
              <a:ext cx="43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8BEB00CA-4408-602E-3777-3D29D8AC0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2"/>
              <a:ext cx="14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19A63E95-3264-9A8B-B1E9-315F828D7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112"/>
              <a:ext cx="0" cy="9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8">
              <a:extLst>
                <a:ext uri="{FF2B5EF4-FFF2-40B4-BE49-F238E27FC236}">
                  <a16:creationId xmlns:a16="http://schemas.microsoft.com/office/drawing/2014/main" id="{124B0BC8-00F6-E4DA-14EE-F856F302F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064"/>
              <a:ext cx="76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9">
              <a:extLst>
                <a:ext uri="{FF2B5EF4-FFF2-40B4-BE49-F238E27FC236}">
                  <a16:creationId xmlns:a16="http://schemas.microsoft.com/office/drawing/2014/main" id="{C744BC14-7D29-7E6C-F938-E6BC90EED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776"/>
              <a:ext cx="0" cy="48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30">
              <a:extLst>
                <a:ext uri="{FF2B5EF4-FFF2-40B4-BE49-F238E27FC236}">
                  <a16:creationId xmlns:a16="http://schemas.microsoft.com/office/drawing/2014/main" id="{4AB7E208-B148-F16C-AD70-03963EC501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2112"/>
              <a:ext cx="144" cy="14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Box 32">
              <a:extLst>
                <a:ext uri="{FF2B5EF4-FFF2-40B4-BE49-F238E27FC236}">
                  <a16:creationId xmlns:a16="http://schemas.microsoft.com/office/drawing/2014/main" id="{01FEEFF9-A894-EF34-FA53-5D2C59932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20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9" name="Text Box 33">
              <a:extLst>
                <a:ext uri="{FF2B5EF4-FFF2-40B4-BE49-F238E27FC236}">
                  <a16:creationId xmlns:a16="http://schemas.microsoft.com/office/drawing/2014/main" id="{0B2F40A6-F4D9-693B-ECC4-B3253CB748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220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7F231510-DDD0-A720-089A-9C0E6FA3EB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2208"/>
              <a:ext cx="144" cy="14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5">
              <a:extLst>
                <a:ext uri="{FF2B5EF4-FFF2-40B4-BE49-F238E27FC236}">
                  <a16:creationId xmlns:a16="http://schemas.microsoft.com/office/drawing/2014/main" id="{200B19A7-BA5A-F1CB-2C15-46C358AAD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2016"/>
              <a:ext cx="144" cy="14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6">
              <a:extLst>
                <a:ext uri="{FF2B5EF4-FFF2-40B4-BE49-F238E27FC236}">
                  <a16:creationId xmlns:a16="http://schemas.microsoft.com/office/drawing/2014/main" id="{AEC48B79-9149-9327-3202-28A9EFEB3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920"/>
              <a:ext cx="144" cy="14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7">
              <a:extLst>
                <a:ext uri="{FF2B5EF4-FFF2-40B4-BE49-F238E27FC236}">
                  <a16:creationId xmlns:a16="http://schemas.microsoft.com/office/drawing/2014/main" id="{EAC3841E-6200-01F8-7AB7-6B18B64235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44" cy="14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" name="Group 4">
            <a:extLst>
              <a:ext uri="{FF2B5EF4-FFF2-40B4-BE49-F238E27FC236}">
                <a16:creationId xmlns:a16="http://schemas.microsoft.com/office/drawing/2014/main" id="{EB6E59A1-6B79-2DAD-80A6-0B16CB00A500}"/>
              </a:ext>
            </a:extLst>
          </p:cNvPr>
          <p:cNvGrpSpPr>
            <a:grpSpLocks/>
          </p:cNvGrpSpPr>
          <p:nvPr/>
        </p:nvGrpSpPr>
        <p:grpSpPr bwMode="auto">
          <a:xfrm>
            <a:off x="604319" y="3503710"/>
            <a:ext cx="4664447" cy="2813993"/>
            <a:chOff x="2666" y="480"/>
            <a:chExt cx="2230" cy="1296"/>
          </a:xfrm>
        </p:grpSpPr>
        <p:sp>
          <p:nvSpPr>
            <p:cNvPr id="35" name="Rectangle 5" descr="宽上对角线">
              <a:extLst>
                <a:ext uri="{FF2B5EF4-FFF2-40B4-BE49-F238E27FC236}">
                  <a16:creationId xmlns:a16="http://schemas.microsoft.com/office/drawing/2014/main" id="{67B32CF9-86C9-058C-0EBF-8A5F47E448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669" y="1021"/>
              <a:ext cx="384" cy="70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6" name="Group 6">
              <a:extLst>
                <a:ext uri="{FF2B5EF4-FFF2-40B4-BE49-F238E27FC236}">
                  <a16:creationId xmlns:a16="http://schemas.microsoft.com/office/drawing/2014/main" id="{7340CE49-3523-42A2-CDAA-511618707FDF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262" y="1084"/>
              <a:ext cx="104" cy="720"/>
              <a:chOff x="3258" y="384"/>
              <a:chExt cx="104" cy="720"/>
            </a:xfrm>
          </p:grpSpPr>
          <p:sp>
            <p:nvSpPr>
              <p:cNvPr id="67" name="Freeform 7">
                <a:extLst>
                  <a:ext uri="{FF2B5EF4-FFF2-40B4-BE49-F238E27FC236}">
                    <a16:creationId xmlns:a16="http://schemas.microsoft.com/office/drawing/2014/main" id="{910ECD6F-A383-8583-43C5-70A02131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8" y="570"/>
                <a:ext cx="104" cy="345"/>
              </a:xfrm>
              <a:custGeom>
                <a:avLst/>
                <a:gdLst>
                  <a:gd name="T0" fmla="*/ 52 w 112"/>
                  <a:gd name="T1" fmla="*/ 0 h 432"/>
                  <a:gd name="T2" fmla="*/ 97 w 112"/>
                  <a:gd name="T3" fmla="*/ 38 h 432"/>
                  <a:gd name="T4" fmla="*/ 7 w 112"/>
                  <a:gd name="T5" fmla="*/ 77 h 432"/>
                  <a:gd name="T6" fmla="*/ 97 w 112"/>
                  <a:gd name="T7" fmla="*/ 115 h 432"/>
                  <a:gd name="T8" fmla="*/ 7 w 112"/>
                  <a:gd name="T9" fmla="*/ 153 h 432"/>
                  <a:gd name="T10" fmla="*/ 97 w 112"/>
                  <a:gd name="T11" fmla="*/ 192 h 432"/>
                  <a:gd name="T12" fmla="*/ 7 w 112"/>
                  <a:gd name="T13" fmla="*/ 230 h 432"/>
                  <a:gd name="T14" fmla="*/ 97 w 112"/>
                  <a:gd name="T15" fmla="*/ 268 h 432"/>
                  <a:gd name="T16" fmla="*/ 7 w 112"/>
                  <a:gd name="T17" fmla="*/ 307 h 432"/>
                  <a:gd name="T18" fmla="*/ 52 w 112"/>
                  <a:gd name="T19" fmla="*/ 345 h 4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2" h="432">
                    <a:moveTo>
                      <a:pt x="56" y="0"/>
                    </a:moveTo>
                    <a:cubicBezTo>
                      <a:pt x="84" y="16"/>
                      <a:pt x="112" y="32"/>
                      <a:pt x="104" y="48"/>
                    </a:cubicBezTo>
                    <a:cubicBezTo>
                      <a:pt x="96" y="64"/>
                      <a:pt x="8" y="80"/>
                      <a:pt x="8" y="96"/>
                    </a:cubicBezTo>
                    <a:cubicBezTo>
                      <a:pt x="8" y="112"/>
                      <a:pt x="104" y="128"/>
                      <a:pt x="104" y="144"/>
                    </a:cubicBezTo>
                    <a:cubicBezTo>
                      <a:pt x="104" y="160"/>
                      <a:pt x="8" y="176"/>
                      <a:pt x="8" y="192"/>
                    </a:cubicBezTo>
                    <a:cubicBezTo>
                      <a:pt x="8" y="208"/>
                      <a:pt x="104" y="224"/>
                      <a:pt x="104" y="240"/>
                    </a:cubicBezTo>
                    <a:cubicBezTo>
                      <a:pt x="104" y="256"/>
                      <a:pt x="8" y="272"/>
                      <a:pt x="8" y="288"/>
                    </a:cubicBezTo>
                    <a:cubicBezTo>
                      <a:pt x="8" y="304"/>
                      <a:pt x="104" y="320"/>
                      <a:pt x="104" y="336"/>
                    </a:cubicBezTo>
                    <a:cubicBezTo>
                      <a:pt x="104" y="352"/>
                      <a:pt x="16" y="368"/>
                      <a:pt x="8" y="384"/>
                    </a:cubicBezTo>
                    <a:cubicBezTo>
                      <a:pt x="0" y="400"/>
                      <a:pt x="28" y="416"/>
                      <a:pt x="56" y="432"/>
                    </a:cubicBezTo>
                  </a:path>
                </a:pathLst>
              </a:cu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8">
                <a:extLst>
                  <a:ext uri="{FF2B5EF4-FFF2-40B4-BE49-F238E27FC236}">
                    <a16:creationId xmlns:a16="http://schemas.microsoft.com/office/drawing/2014/main" id="{94C1AF91-C6B5-F693-EF3E-80AEC14DE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384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9">
                <a:extLst>
                  <a:ext uri="{FF2B5EF4-FFF2-40B4-BE49-F238E27FC236}">
                    <a16:creationId xmlns:a16="http://schemas.microsoft.com/office/drawing/2014/main" id="{8813754F-5C40-AC49-C518-C081D73A95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912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" name="Line 10">
              <a:extLst>
                <a:ext uri="{FF2B5EF4-FFF2-40B4-BE49-F238E27FC236}">
                  <a16:creationId xmlns:a16="http://schemas.microsoft.com/office/drawing/2014/main" id="{193A555B-47A4-A1AC-D2E4-E210A8CEF1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634" y="1056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B0378A36-F5BE-9516-BD60-54C212AFB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1026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" name="Oval 12">
              <a:extLst>
                <a:ext uri="{FF2B5EF4-FFF2-40B4-BE49-F238E27FC236}">
                  <a16:creationId xmlns:a16="http://schemas.microsoft.com/office/drawing/2014/main" id="{7342C8CE-C77A-18B3-72B1-A82A97D36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008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Line 13">
              <a:extLst>
                <a:ext uri="{FF2B5EF4-FFF2-40B4-BE49-F238E27FC236}">
                  <a16:creationId xmlns:a16="http://schemas.microsoft.com/office/drawing/2014/main" id="{AD79CDE1-A52A-5874-756F-C3F1FF2BEA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570" y="864"/>
              <a:ext cx="28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4">
              <a:extLst>
                <a:ext uri="{FF2B5EF4-FFF2-40B4-BE49-F238E27FC236}">
                  <a16:creationId xmlns:a16="http://schemas.microsoft.com/office/drawing/2014/main" id="{19674802-5BF2-BB14-8FD0-ABFA71DDFF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882" y="600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15">
              <a:extLst>
                <a:ext uri="{FF2B5EF4-FFF2-40B4-BE49-F238E27FC236}">
                  <a16:creationId xmlns:a16="http://schemas.microsoft.com/office/drawing/2014/main" id="{989E3DBF-3705-8568-80A3-9151ABE2A8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42" y="600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16">
              <a:extLst>
                <a:ext uri="{FF2B5EF4-FFF2-40B4-BE49-F238E27FC236}">
                  <a16:creationId xmlns:a16="http://schemas.microsoft.com/office/drawing/2014/main" id="{A54533B8-662A-F3F4-883B-D786EA2D0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4" y="480"/>
              <a:ext cx="45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4" name="Text Box 17">
              <a:extLst>
                <a:ext uri="{FF2B5EF4-FFF2-40B4-BE49-F238E27FC236}">
                  <a16:creationId xmlns:a16="http://schemas.microsoft.com/office/drawing/2014/main" id="{E642FB71-8E4A-D1F5-F2F3-70B560ACB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4" y="480"/>
              <a:ext cx="45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5" name="Text Box 18">
              <a:extLst>
                <a:ext uri="{FF2B5EF4-FFF2-40B4-BE49-F238E27FC236}">
                  <a16:creationId xmlns:a16="http://schemas.microsoft.com/office/drawing/2014/main" id="{FABD5DFE-17FF-AAB1-08E3-97BACA319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148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6" name="Text Box 19">
              <a:extLst>
                <a:ext uri="{FF2B5EF4-FFF2-40B4-BE49-F238E27FC236}">
                  <a16:creationId xmlns:a16="http://schemas.microsoft.com/office/drawing/2014/main" id="{8985C76A-66AB-BDFF-7FD9-9E7414B17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110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7" name="Line 20">
              <a:extLst>
                <a:ext uri="{FF2B5EF4-FFF2-40B4-BE49-F238E27FC236}">
                  <a16:creationId xmlns:a16="http://schemas.microsoft.com/office/drawing/2014/main" id="{15E876FD-E0C2-C218-9751-7FA885194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" y="1056"/>
              <a:ext cx="57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21">
              <a:extLst>
                <a:ext uri="{FF2B5EF4-FFF2-40B4-BE49-F238E27FC236}">
                  <a16:creationId xmlns:a16="http://schemas.microsoft.com/office/drawing/2014/main" id="{F2CEFDB6-F465-EA3B-87CE-84D8E185C2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1008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22">
              <a:extLst>
                <a:ext uri="{FF2B5EF4-FFF2-40B4-BE49-F238E27FC236}">
                  <a16:creationId xmlns:a16="http://schemas.microsoft.com/office/drawing/2014/main" id="{4E5F090B-4F7F-7966-4230-ADAE39472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960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23">
              <a:extLst>
                <a:ext uri="{FF2B5EF4-FFF2-40B4-BE49-F238E27FC236}">
                  <a16:creationId xmlns:a16="http://schemas.microsoft.com/office/drawing/2014/main" id="{29272F42-63B5-2B4B-4A0B-611CD82E7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4" y="960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24">
              <a:extLst>
                <a:ext uri="{FF2B5EF4-FFF2-40B4-BE49-F238E27FC236}">
                  <a16:creationId xmlns:a16="http://schemas.microsoft.com/office/drawing/2014/main" id="{A2F4FC8E-5059-BE5F-4809-A63870EA7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1152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5">
              <a:extLst>
                <a:ext uri="{FF2B5EF4-FFF2-40B4-BE49-F238E27FC236}">
                  <a16:creationId xmlns:a16="http://schemas.microsoft.com/office/drawing/2014/main" id="{89BEDCD4-BC15-457A-2CC2-1F90098D6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4" y="1056"/>
              <a:ext cx="57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6">
              <a:extLst>
                <a:ext uri="{FF2B5EF4-FFF2-40B4-BE49-F238E27FC236}">
                  <a16:creationId xmlns:a16="http://schemas.microsoft.com/office/drawing/2014/main" id="{8696ED5E-CB39-15DC-561B-81755447B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0" y="1008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6955684F-EF07-5EA6-276F-5D8B77AC9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" y="960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28">
              <a:extLst>
                <a:ext uri="{FF2B5EF4-FFF2-40B4-BE49-F238E27FC236}">
                  <a16:creationId xmlns:a16="http://schemas.microsoft.com/office/drawing/2014/main" id="{8ABCB024-87CB-243C-F8E1-836930B77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6" y="960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29">
              <a:extLst>
                <a:ext uri="{FF2B5EF4-FFF2-40B4-BE49-F238E27FC236}">
                  <a16:creationId xmlns:a16="http://schemas.microsoft.com/office/drawing/2014/main" id="{AB68834C-49AF-8E50-384F-038F5200F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" y="1152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30">
              <a:extLst>
                <a:ext uri="{FF2B5EF4-FFF2-40B4-BE49-F238E27FC236}">
                  <a16:creationId xmlns:a16="http://schemas.microsoft.com/office/drawing/2014/main" id="{FB093A4F-A7BF-54B2-6501-3D2C202CB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4" y="1056"/>
              <a:ext cx="0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31">
              <a:extLst>
                <a:ext uri="{FF2B5EF4-FFF2-40B4-BE49-F238E27FC236}">
                  <a16:creationId xmlns:a16="http://schemas.microsoft.com/office/drawing/2014/main" id="{7251207A-E0C1-901D-D755-DB1310A3B2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4" y="1056"/>
              <a:ext cx="0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Oval 32">
              <a:extLst>
                <a:ext uri="{FF2B5EF4-FFF2-40B4-BE49-F238E27FC236}">
                  <a16:creationId xmlns:a16="http://schemas.microsoft.com/office/drawing/2014/main" id="{1335CCE1-943C-C279-8F60-52A2E5011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0" y="1026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0" name="Line 33">
              <a:extLst>
                <a:ext uri="{FF2B5EF4-FFF2-40B4-BE49-F238E27FC236}">
                  <a16:creationId xmlns:a16="http://schemas.microsoft.com/office/drawing/2014/main" id="{5AB3B58C-00FC-5C63-9E37-463EB6B7EB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4" y="720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Box 34">
              <a:extLst>
                <a:ext uri="{FF2B5EF4-FFF2-40B4-BE49-F238E27FC236}">
                  <a16:creationId xmlns:a16="http://schemas.microsoft.com/office/drawing/2014/main" id="{FB96F109-D371-D1A0-80FA-639A5AC7C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67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62" name="Group 35">
              <a:extLst>
                <a:ext uri="{FF2B5EF4-FFF2-40B4-BE49-F238E27FC236}">
                  <a16:creationId xmlns:a16="http://schemas.microsoft.com/office/drawing/2014/main" id="{AA2075D2-D575-3688-19AF-47DA6BD3A7AB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414" y="700"/>
              <a:ext cx="104" cy="720"/>
              <a:chOff x="3258" y="384"/>
              <a:chExt cx="104" cy="720"/>
            </a:xfrm>
          </p:grpSpPr>
          <p:sp>
            <p:nvSpPr>
              <p:cNvPr id="64" name="Freeform 36">
                <a:extLst>
                  <a:ext uri="{FF2B5EF4-FFF2-40B4-BE49-F238E27FC236}">
                    <a16:creationId xmlns:a16="http://schemas.microsoft.com/office/drawing/2014/main" id="{E8C5FE88-7B05-791A-1C18-B6EF2F00E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8" y="570"/>
                <a:ext cx="104" cy="345"/>
              </a:xfrm>
              <a:custGeom>
                <a:avLst/>
                <a:gdLst>
                  <a:gd name="T0" fmla="*/ 52 w 112"/>
                  <a:gd name="T1" fmla="*/ 0 h 432"/>
                  <a:gd name="T2" fmla="*/ 97 w 112"/>
                  <a:gd name="T3" fmla="*/ 38 h 432"/>
                  <a:gd name="T4" fmla="*/ 7 w 112"/>
                  <a:gd name="T5" fmla="*/ 77 h 432"/>
                  <a:gd name="T6" fmla="*/ 97 w 112"/>
                  <a:gd name="T7" fmla="*/ 115 h 432"/>
                  <a:gd name="T8" fmla="*/ 7 w 112"/>
                  <a:gd name="T9" fmla="*/ 153 h 432"/>
                  <a:gd name="T10" fmla="*/ 97 w 112"/>
                  <a:gd name="T11" fmla="*/ 192 h 432"/>
                  <a:gd name="T12" fmla="*/ 7 w 112"/>
                  <a:gd name="T13" fmla="*/ 230 h 432"/>
                  <a:gd name="T14" fmla="*/ 97 w 112"/>
                  <a:gd name="T15" fmla="*/ 268 h 432"/>
                  <a:gd name="T16" fmla="*/ 7 w 112"/>
                  <a:gd name="T17" fmla="*/ 307 h 432"/>
                  <a:gd name="T18" fmla="*/ 52 w 112"/>
                  <a:gd name="T19" fmla="*/ 345 h 4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2" h="432">
                    <a:moveTo>
                      <a:pt x="56" y="0"/>
                    </a:moveTo>
                    <a:cubicBezTo>
                      <a:pt x="84" y="16"/>
                      <a:pt x="112" y="32"/>
                      <a:pt x="104" y="48"/>
                    </a:cubicBezTo>
                    <a:cubicBezTo>
                      <a:pt x="96" y="64"/>
                      <a:pt x="8" y="80"/>
                      <a:pt x="8" y="96"/>
                    </a:cubicBezTo>
                    <a:cubicBezTo>
                      <a:pt x="8" y="112"/>
                      <a:pt x="104" y="128"/>
                      <a:pt x="104" y="144"/>
                    </a:cubicBezTo>
                    <a:cubicBezTo>
                      <a:pt x="104" y="160"/>
                      <a:pt x="8" y="176"/>
                      <a:pt x="8" y="192"/>
                    </a:cubicBezTo>
                    <a:cubicBezTo>
                      <a:pt x="8" y="208"/>
                      <a:pt x="104" y="224"/>
                      <a:pt x="104" y="240"/>
                    </a:cubicBezTo>
                    <a:cubicBezTo>
                      <a:pt x="104" y="256"/>
                      <a:pt x="8" y="272"/>
                      <a:pt x="8" y="288"/>
                    </a:cubicBezTo>
                    <a:cubicBezTo>
                      <a:pt x="8" y="304"/>
                      <a:pt x="104" y="320"/>
                      <a:pt x="104" y="336"/>
                    </a:cubicBezTo>
                    <a:cubicBezTo>
                      <a:pt x="104" y="352"/>
                      <a:pt x="16" y="368"/>
                      <a:pt x="8" y="384"/>
                    </a:cubicBezTo>
                    <a:cubicBezTo>
                      <a:pt x="0" y="400"/>
                      <a:pt x="28" y="416"/>
                      <a:pt x="56" y="432"/>
                    </a:cubicBezTo>
                  </a:path>
                </a:pathLst>
              </a:cu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37">
                <a:extLst>
                  <a:ext uri="{FF2B5EF4-FFF2-40B4-BE49-F238E27FC236}">
                    <a16:creationId xmlns:a16="http://schemas.microsoft.com/office/drawing/2014/main" id="{9ED2CF48-280E-CC39-9203-8738287A66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384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38">
                <a:extLst>
                  <a:ext uri="{FF2B5EF4-FFF2-40B4-BE49-F238E27FC236}">
                    <a16:creationId xmlns:a16="http://schemas.microsoft.com/office/drawing/2014/main" id="{34A2BF54-C153-4F36-D714-87E1270C8D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912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" name="Text Box 39">
              <a:extLst>
                <a:ext uri="{FF2B5EF4-FFF2-40B4-BE49-F238E27FC236}">
                  <a16:creationId xmlns:a16="http://schemas.microsoft.com/office/drawing/2014/main" id="{36DC72B9-A653-6E91-397E-1A5718BC8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" y="110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70" name="Group 4">
            <a:extLst>
              <a:ext uri="{FF2B5EF4-FFF2-40B4-BE49-F238E27FC236}">
                <a16:creationId xmlns:a16="http://schemas.microsoft.com/office/drawing/2014/main" id="{667AE5AF-18CE-0DED-01BF-49BEC5EE9BBE}"/>
              </a:ext>
            </a:extLst>
          </p:cNvPr>
          <p:cNvGrpSpPr>
            <a:grpSpLocks/>
          </p:cNvGrpSpPr>
          <p:nvPr/>
        </p:nvGrpSpPr>
        <p:grpSpPr bwMode="auto">
          <a:xfrm>
            <a:off x="6031270" y="2133555"/>
            <a:ext cx="2438400" cy="2854325"/>
            <a:chOff x="864" y="1322"/>
            <a:chExt cx="1536" cy="1798"/>
          </a:xfrm>
        </p:grpSpPr>
        <p:sp>
          <p:nvSpPr>
            <p:cNvPr id="71" name="Rectangle 5" descr="宽上对角线">
              <a:extLst>
                <a:ext uri="{FF2B5EF4-FFF2-40B4-BE49-F238E27FC236}">
                  <a16:creationId xmlns:a16="http://schemas.microsoft.com/office/drawing/2014/main" id="{24DB13CE-2299-9D4D-FA32-55AED75DD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050"/>
              <a:ext cx="384" cy="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72" name="Group 6">
              <a:extLst>
                <a:ext uri="{FF2B5EF4-FFF2-40B4-BE49-F238E27FC236}">
                  <a16:creationId xmlns:a16="http://schemas.microsoft.com/office/drawing/2014/main" id="{8E6B26CC-1B98-E51C-62F1-BC3D059B10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4" y="1610"/>
              <a:ext cx="104" cy="720"/>
              <a:chOff x="3258" y="384"/>
              <a:chExt cx="104" cy="720"/>
            </a:xfrm>
          </p:grpSpPr>
          <p:sp>
            <p:nvSpPr>
              <p:cNvPr id="99" name="Freeform 7">
                <a:extLst>
                  <a:ext uri="{FF2B5EF4-FFF2-40B4-BE49-F238E27FC236}">
                    <a16:creationId xmlns:a16="http://schemas.microsoft.com/office/drawing/2014/main" id="{917C31EE-457B-AD33-5C33-C0E8FAEE6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8" y="570"/>
                <a:ext cx="104" cy="345"/>
              </a:xfrm>
              <a:custGeom>
                <a:avLst/>
                <a:gdLst>
                  <a:gd name="T0" fmla="*/ 52 w 112"/>
                  <a:gd name="T1" fmla="*/ 0 h 432"/>
                  <a:gd name="T2" fmla="*/ 97 w 112"/>
                  <a:gd name="T3" fmla="*/ 38 h 432"/>
                  <a:gd name="T4" fmla="*/ 7 w 112"/>
                  <a:gd name="T5" fmla="*/ 77 h 432"/>
                  <a:gd name="T6" fmla="*/ 97 w 112"/>
                  <a:gd name="T7" fmla="*/ 115 h 432"/>
                  <a:gd name="T8" fmla="*/ 7 w 112"/>
                  <a:gd name="T9" fmla="*/ 153 h 432"/>
                  <a:gd name="T10" fmla="*/ 97 w 112"/>
                  <a:gd name="T11" fmla="*/ 192 h 432"/>
                  <a:gd name="T12" fmla="*/ 7 w 112"/>
                  <a:gd name="T13" fmla="*/ 230 h 432"/>
                  <a:gd name="T14" fmla="*/ 97 w 112"/>
                  <a:gd name="T15" fmla="*/ 268 h 432"/>
                  <a:gd name="T16" fmla="*/ 7 w 112"/>
                  <a:gd name="T17" fmla="*/ 307 h 432"/>
                  <a:gd name="T18" fmla="*/ 52 w 112"/>
                  <a:gd name="T19" fmla="*/ 345 h 4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2"/>
                  <a:gd name="T31" fmla="*/ 0 h 432"/>
                  <a:gd name="T32" fmla="*/ 112 w 112"/>
                  <a:gd name="T33" fmla="*/ 432 h 4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2" h="432">
                    <a:moveTo>
                      <a:pt x="56" y="0"/>
                    </a:moveTo>
                    <a:cubicBezTo>
                      <a:pt x="84" y="16"/>
                      <a:pt x="112" y="32"/>
                      <a:pt x="104" y="48"/>
                    </a:cubicBezTo>
                    <a:cubicBezTo>
                      <a:pt x="96" y="64"/>
                      <a:pt x="8" y="80"/>
                      <a:pt x="8" y="96"/>
                    </a:cubicBezTo>
                    <a:cubicBezTo>
                      <a:pt x="8" y="112"/>
                      <a:pt x="104" y="128"/>
                      <a:pt x="104" y="144"/>
                    </a:cubicBezTo>
                    <a:cubicBezTo>
                      <a:pt x="104" y="160"/>
                      <a:pt x="8" y="176"/>
                      <a:pt x="8" y="192"/>
                    </a:cubicBezTo>
                    <a:cubicBezTo>
                      <a:pt x="8" y="208"/>
                      <a:pt x="104" y="224"/>
                      <a:pt x="104" y="240"/>
                    </a:cubicBezTo>
                    <a:cubicBezTo>
                      <a:pt x="104" y="256"/>
                      <a:pt x="8" y="272"/>
                      <a:pt x="8" y="288"/>
                    </a:cubicBezTo>
                    <a:cubicBezTo>
                      <a:pt x="8" y="304"/>
                      <a:pt x="104" y="320"/>
                      <a:pt x="104" y="336"/>
                    </a:cubicBezTo>
                    <a:cubicBezTo>
                      <a:pt x="104" y="352"/>
                      <a:pt x="16" y="368"/>
                      <a:pt x="8" y="384"/>
                    </a:cubicBezTo>
                    <a:cubicBezTo>
                      <a:pt x="0" y="400"/>
                      <a:pt x="28" y="416"/>
                      <a:pt x="56" y="432"/>
                    </a:cubicBez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8">
                <a:extLst>
                  <a:ext uri="{FF2B5EF4-FFF2-40B4-BE49-F238E27FC236}">
                    <a16:creationId xmlns:a16="http://schemas.microsoft.com/office/drawing/2014/main" id="{9DCB4933-8485-7067-002E-C22CE563C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384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9">
                <a:extLst>
                  <a:ext uri="{FF2B5EF4-FFF2-40B4-BE49-F238E27FC236}">
                    <a16:creationId xmlns:a16="http://schemas.microsoft.com/office/drawing/2014/main" id="{67298836-6D35-DC52-E550-8AE1695E40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912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3" name="Group 10">
              <a:extLst>
                <a:ext uri="{FF2B5EF4-FFF2-40B4-BE49-F238E27FC236}">
                  <a16:creationId xmlns:a16="http://schemas.microsoft.com/office/drawing/2014/main" id="{4C33411C-AD5F-DB5D-5213-6E3114631D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4" y="2330"/>
              <a:ext cx="104" cy="720"/>
              <a:chOff x="3258" y="384"/>
              <a:chExt cx="104" cy="720"/>
            </a:xfrm>
          </p:grpSpPr>
          <p:sp>
            <p:nvSpPr>
              <p:cNvPr id="96" name="Freeform 11">
                <a:extLst>
                  <a:ext uri="{FF2B5EF4-FFF2-40B4-BE49-F238E27FC236}">
                    <a16:creationId xmlns:a16="http://schemas.microsoft.com/office/drawing/2014/main" id="{5DD87D3E-F4C8-60E6-1E38-BCEAE4874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8" y="570"/>
                <a:ext cx="104" cy="345"/>
              </a:xfrm>
              <a:custGeom>
                <a:avLst/>
                <a:gdLst>
                  <a:gd name="T0" fmla="*/ 52 w 112"/>
                  <a:gd name="T1" fmla="*/ 0 h 432"/>
                  <a:gd name="T2" fmla="*/ 97 w 112"/>
                  <a:gd name="T3" fmla="*/ 38 h 432"/>
                  <a:gd name="T4" fmla="*/ 7 w 112"/>
                  <a:gd name="T5" fmla="*/ 77 h 432"/>
                  <a:gd name="T6" fmla="*/ 97 w 112"/>
                  <a:gd name="T7" fmla="*/ 115 h 432"/>
                  <a:gd name="T8" fmla="*/ 7 w 112"/>
                  <a:gd name="T9" fmla="*/ 153 h 432"/>
                  <a:gd name="T10" fmla="*/ 97 w 112"/>
                  <a:gd name="T11" fmla="*/ 192 h 432"/>
                  <a:gd name="T12" fmla="*/ 7 w 112"/>
                  <a:gd name="T13" fmla="*/ 230 h 432"/>
                  <a:gd name="T14" fmla="*/ 97 w 112"/>
                  <a:gd name="T15" fmla="*/ 268 h 432"/>
                  <a:gd name="T16" fmla="*/ 7 w 112"/>
                  <a:gd name="T17" fmla="*/ 307 h 432"/>
                  <a:gd name="T18" fmla="*/ 52 w 112"/>
                  <a:gd name="T19" fmla="*/ 345 h 4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2"/>
                  <a:gd name="T31" fmla="*/ 0 h 432"/>
                  <a:gd name="T32" fmla="*/ 112 w 112"/>
                  <a:gd name="T33" fmla="*/ 432 h 4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2" h="432">
                    <a:moveTo>
                      <a:pt x="56" y="0"/>
                    </a:moveTo>
                    <a:cubicBezTo>
                      <a:pt x="84" y="16"/>
                      <a:pt x="112" y="32"/>
                      <a:pt x="104" y="48"/>
                    </a:cubicBezTo>
                    <a:cubicBezTo>
                      <a:pt x="96" y="64"/>
                      <a:pt x="8" y="80"/>
                      <a:pt x="8" y="96"/>
                    </a:cubicBezTo>
                    <a:cubicBezTo>
                      <a:pt x="8" y="112"/>
                      <a:pt x="104" y="128"/>
                      <a:pt x="104" y="144"/>
                    </a:cubicBezTo>
                    <a:cubicBezTo>
                      <a:pt x="104" y="160"/>
                      <a:pt x="8" y="176"/>
                      <a:pt x="8" y="192"/>
                    </a:cubicBezTo>
                    <a:cubicBezTo>
                      <a:pt x="8" y="208"/>
                      <a:pt x="104" y="224"/>
                      <a:pt x="104" y="240"/>
                    </a:cubicBezTo>
                    <a:cubicBezTo>
                      <a:pt x="104" y="256"/>
                      <a:pt x="8" y="272"/>
                      <a:pt x="8" y="288"/>
                    </a:cubicBezTo>
                    <a:cubicBezTo>
                      <a:pt x="8" y="304"/>
                      <a:pt x="104" y="320"/>
                      <a:pt x="104" y="336"/>
                    </a:cubicBezTo>
                    <a:cubicBezTo>
                      <a:pt x="104" y="352"/>
                      <a:pt x="16" y="368"/>
                      <a:pt x="8" y="384"/>
                    </a:cubicBezTo>
                    <a:cubicBezTo>
                      <a:pt x="0" y="400"/>
                      <a:pt x="28" y="416"/>
                      <a:pt x="56" y="432"/>
                    </a:cubicBez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12">
                <a:extLst>
                  <a:ext uri="{FF2B5EF4-FFF2-40B4-BE49-F238E27FC236}">
                    <a16:creationId xmlns:a16="http://schemas.microsoft.com/office/drawing/2014/main" id="{8A046C9B-DA15-5D7D-FCF5-F994B7A13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384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13">
                <a:extLst>
                  <a:ext uri="{FF2B5EF4-FFF2-40B4-BE49-F238E27FC236}">
                    <a16:creationId xmlns:a16="http://schemas.microsoft.com/office/drawing/2014/main" id="{C90F53A8-BC3A-7A2B-0B1C-2AF124158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912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" name="Line 14">
              <a:extLst>
                <a:ext uri="{FF2B5EF4-FFF2-40B4-BE49-F238E27FC236}">
                  <a16:creationId xmlns:a16="http://schemas.microsoft.com/office/drawing/2014/main" id="{0BE5B259-5362-15FA-5E0C-DCB5572644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2330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4C453112-09D3-E40F-F534-EF38114DB8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2090"/>
              <a:ext cx="0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AEBE803-4061-C698-DC12-01925DFF9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090"/>
              <a:ext cx="19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FE3AFABF-1AEE-436C-D7BC-988DD1E9A5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946"/>
              <a:ext cx="0" cy="14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EA1E658A-CAAC-DAC0-EF06-3E6AD5AD0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1946"/>
              <a:ext cx="0" cy="14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0E30B1BF-5147-FDF2-B7B1-F5C24099C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99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FAA76D5E-726A-DC16-9BE2-C8E072E501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610"/>
              <a:ext cx="0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C70F0B76-426E-050D-6712-3E8455CBC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610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9AF579BF-5A1A-1C99-C648-5035856F81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1418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D3125D1C-E7DA-7CC9-65B8-FCBCEED23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50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Oval 24">
              <a:extLst>
                <a:ext uri="{FF2B5EF4-FFF2-40B4-BE49-F238E27FC236}">
                  <a16:creationId xmlns:a16="http://schemas.microsoft.com/office/drawing/2014/main" id="{83C619EA-97CD-0B5F-D14A-694FCACB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2306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5" name="Oval 25">
              <a:extLst>
                <a:ext uri="{FF2B5EF4-FFF2-40B4-BE49-F238E27FC236}">
                  <a16:creationId xmlns:a16="http://schemas.microsoft.com/office/drawing/2014/main" id="{C6A8D599-38CF-8658-66D0-01D2187E2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1580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6" name="Oval 26">
              <a:extLst>
                <a:ext uri="{FF2B5EF4-FFF2-40B4-BE49-F238E27FC236}">
                  <a16:creationId xmlns:a16="http://schemas.microsoft.com/office/drawing/2014/main" id="{F732F040-13F0-6889-F169-FAD1EAD3B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322"/>
              <a:ext cx="96" cy="9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7" name="Line 27">
              <a:extLst>
                <a:ext uri="{FF2B5EF4-FFF2-40B4-BE49-F238E27FC236}">
                  <a16:creationId xmlns:a16="http://schemas.microsoft.com/office/drawing/2014/main" id="{E00B4D0C-19BA-2456-7EF7-C587C163F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370"/>
              <a:ext cx="28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8">
              <a:extLst>
                <a:ext uri="{FF2B5EF4-FFF2-40B4-BE49-F238E27FC236}">
                  <a16:creationId xmlns:a16="http://schemas.microsoft.com/office/drawing/2014/main" id="{898161A9-9785-78F3-5A60-88096C5DE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370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29">
              <a:extLst>
                <a:ext uri="{FF2B5EF4-FFF2-40B4-BE49-F238E27FC236}">
                  <a16:creationId xmlns:a16="http://schemas.microsoft.com/office/drawing/2014/main" id="{C23B436E-4637-B5D7-09E5-81318836C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330"/>
              <a:ext cx="33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30">
              <a:extLst>
                <a:ext uri="{FF2B5EF4-FFF2-40B4-BE49-F238E27FC236}">
                  <a16:creationId xmlns:a16="http://schemas.microsoft.com/office/drawing/2014/main" id="{B7B04CBB-1021-4E26-2291-C4DE26A8F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330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 Box 31">
              <a:extLst>
                <a:ext uri="{FF2B5EF4-FFF2-40B4-BE49-F238E27FC236}">
                  <a16:creationId xmlns:a16="http://schemas.microsoft.com/office/drawing/2014/main" id="{6BDD9222-4F2F-1108-84EA-C53B7C616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" y="2330"/>
              <a:ext cx="4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o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2" name="Text Box 32">
              <a:extLst>
                <a:ext uri="{FF2B5EF4-FFF2-40B4-BE49-F238E27FC236}">
                  <a16:creationId xmlns:a16="http://schemas.microsoft.com/office/drawing/2014/main" id="{EC45641F-974C-40E3-5C3C-C36971BD9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" y="1370"/>
              <a:ext cx="4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i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3" name="Text Box 33">
              <a:extLst>
                <a:ext uri="{FF2B5EF4-FFF2-40B4-BE49-F238E27FC236}">
                  <a16:creationId xmlns:a16="http://schemas.microsoft.com/office/drawing/2014/main" id="{5D3B7D89-B2AA-F272-4EC3-9A005D01A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8" y="180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4" name="Text Box 34">
              <a:extLst>
                <a:ext uri="{FF2B5EF4-FFF2-40B4-BE49-F238E27FC236}">
                  <a16:creationId xmlns:a16="http://schemas.microsoft.com/office/drawing/2014/main" id="{6EFE9DF3-674A-6C10-0CDF-B8325B733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52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5" name="Text Box 35">
              <a:extLst>
                <a:ext uri="{FF2B5EF4-FFF2-40B4-BE49-F238E27FC236}">
                  <a16:creationId xmlns:a16="http://schemas.microsoft.com/office/drawing/2014/main" id="{3A2FC55D-F00C-2AB2-A781-F37709F92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5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680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3">
            <a:extLst>
              <a:ext uri="{FF2B5EF4-FFF2-40B4-BE49-F238E27FC236}">
                <a16:creationId xmlns:a16="http://schemas.microsoft.com/office/drawing/2014/main" id="{16A02051-22F1-A45C-35AF-EC94D1CF9F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2286000"/>
          <a:ext cx="6324600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11500" imgH="1028700" progId="Equation.3">
                  <p:embed/>
                </p:oleObj>
              </mc:Choice>
              <mc:Fallback>
                <p:oleObj r:id="rId3" imgW="3111500" imgH="1028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286000"/>
                        <a:ext cx="6324600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Rectangle 4">
            <a:extLst>
              <a:ext uri="{FF2B5EF4-FFF2-40B4-BE49-F238E27FC236}">
                <a16:creationId xmlns:a16="http://schemas.microsoft.com/office/drawing/2014/main" id="{4AE8A643-B9A1-AD7E-29C4-1E1503D68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690688"/>
            <a:ext cx="551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于是，系统的传递函数可以写成：</a:t>
            </a:r>
          </a:p>
        </p:txBody>
      </p:sp>
      <p:grpSp>
        <p:nvGrpSpPr>
          <p:cNvPr id="20484" name="Group 5">
            <a:extLst>
              <a:ext uri="{FF2B5EF4-FFF2-40B4-BE49-F238E27FC236}">
                <a16:creationId xmlns:a16="http://schemas.microsoft.com/office/drawing/2014/main" id="{56E5C262-9AC0-34CD-40FE-EA9B24A1A133}"/>
              </a:ext>
            </a:extLst>
          </p:cNvPr>
          <p:cNvGrpSpPr>
            <a:grpSpLocks/>
          </p:cNvGrpSpPr>
          <p:nvPr/>
        </p:nvGrpSpPr>
        <p:grpSpPr bwMode="auto">
          <a:xfrm>
            <a:off x="1238250" y="4495800"/>
            <a:ext cx="6305550" cy="1752600"/>
            <a:chOff x="780" y="2736"/>
            <a:chExt cx="3972" cy="1104"/>
          </a:xfrm>
        </p:grpSpPr>
        <p:graphicFrame>
          <p:nvGraphicFramePr>
            <p:cNvPr id="20486" name="Object 6">
              <a:extLst>
                <a:ext uri="{FF2B5EF4-FFF2-40B4-BE49-F238E27FC236}">
                  <a16:creationId xmlns:a16="http://schemas.microsoft.com/office/drawing/2014/main" id="{80E7A53B-AC00-D461-A11F-E02DA78EA8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8" y="2736"/>
            <a:ext cx="3264" cy="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501900" imgH="546100" progId="Equation.3">
                    <p:embed/>
                  </p:oleObj>
                </mc:Choice>
                <mc:Fallback>
                  <p:oleObj r:id="rId5" imgW="2501900" imgH="5461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736"/>
                          <a:ext cx="3264" cy="7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7" name="Rectangle 7">
              <a:extLst>
                <a:ext uri="{FF2B5EF4-FFF2-40B4-BE49-F238E27FC236}">
                  <a16:creationId xmlns:a16="http://schemas.microsoft.com/office/drawing/2014/main" id="{52916735-8C6C-7030-D2AD-E13243754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2889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宋体" panose="02010600030101010101" pitchFamily="2" charset="-122"/>
                </a:rPr>
                <a:t>式中，</a:t>
              </a:r>
            </a:p>
          </p:txBody>
        </p:sp>
        <p:sp>
          <p:nvSpPr>
            <p:cNvPr id="20488" name="Rectangle 8">
              <a:extLst>
                <a:ext uri="{FF2B5EF4-FFF2-40B4-BE49-F238E27FC236}">
                  <a16:creationId xmlns:a16="http://schemas.microsoft.com/office/drawing/2014/main" id="{400F3DEF-1046-2001-85C1-94B4AA818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513"/>
              <a:ext cx="19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宋体" panose="02010600030101010101" pitchFamily="2" charset="-122"/>
                </a:rPr>
                <a:t>为系统放大倍数。</a:t>
              </a:r>
            </a:p>
          </p:txBody>
        </p:sp>
      </p:grpSp>
      <p:sp>
        <p:nvSpPr>
          <p:cNvPr id="20485" name="Rectangle 3">
            <a:extLst>
              <a:ext uri="{FF2B5EF4-FFF2-40B4-BE49-F238E27FC236}">
                <a16:creationId xmlns:a16="http://schemas.microsoft.com/office/drawing/2014/main" id="{6A7DF28F-4429-0F8C-3868-FF09FE76B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92150"/>
            <a:ext cx="45100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</a:rPr>
              <a:t>2.4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典型环节及其传递函数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DC4B1500-CC3C-6074-E423-61522A5BB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052513"/>
            <a:ext cx="3163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</a:rPr>
              <a:t>放大环节</a:t>
            </a:r>
            <a:r>
              <a:rPr kumimoji="1" lang="zh-CN" altLang="en-US" sz="2800">
                <a:latin typeface="Times New Roman" panose="02020603050405020304" pitchFamily="18" charset="0"/>
              </a:rPr>
              <a:t>：		</a:t>
            </a: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1507" name="Rectangle 4">
            <a:extLst>
              <a:ext uri="{FF2B5EF4-FFF2-40B4-BE49-F238E27FC236}">
                <a16:creationId xmlns:a16="http://schemas.microsoft.com/office/drawing/2014/main" id="{2DD23767-95AE-19D5-68C0-EDDDA5380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700213"/>
            <a:ext cx="3598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</a:rPr>
              <a:t>一阶微分环节</a:t>
            </a:r>
            <a:r>
              <a:rPr kumimoji="1" lang="zh-CN" altLang="en-US" sz="2800">
                <a:latin typeface="Times New Roman" panose="02020603050405020304" pitchFamily="18" charset="0"/>
              </a:rPr>
              <a:t>：	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kumimoji="1" lang="en-US" altLang="zh-CN" sz="2800">
                <a:latin typeface="Times New Roman" panose="02020603050405020304" pitchFamily="18" charset="0"/>
              </a:rPr>
              <a:t>s+1</a:t>
            </a:r>
          </a:p>
        </p:txBody>
      </p:sp>
      <p:grpSp>
        <p:nvGrpSpPr>
          <p:cNvPr id="21508" name="Group 5">
            <a:extLst>
              <a:ext uri="{FF2B5EF4-FFF2-40B4-BE49-F238E27FC236}">
                <a16:creationId xmlns:a16="http://schemas.microsoft.com/office/drawing/2014/main" id="{ED15222B-C1AA-8F93-5EC5-019CE36127A1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2349500"/>
            <a:ext cx="5029200" cy="552450"/>
            <a:chOff x="816" y="1680"/>
            <a:chExt cx="3168" cy="348"/>
          </a:xfrm>
        </p:grpSpPr>
        <p:graphicFrame>
          <p:nvGraphicFramePr>
            <p:cNvPr id="21520" name="Object 6">
              <a:extLst>
                <a:ext uri="{FF2B5EF4-FFF2-40B4-BE49-F238E27FC236}">
                  <a16:creationId xmlns:a16="http://schemas.microsoft.com/office/drawing/2014/main" id="{9809F499-90B9-C959-B57A-8FB7253A23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1680"/>
            <a:ext cx="1392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066800" imgH="266700" progId="Equation.3">
                    <p:embed/>
                  </p:oleObj>
                </mc:Choice>
                <mc:Fallback>
                  <p:oleObj r:id="rId3" imgW="1066800" imgH="2667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1680"/>
                          <a:ext cx="1392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1" name="Rectangle 7">
              <a:extLst>
                <a:ext uri="{FF2B5EF4-FFF2-40B4-BE49-F238E27FC236}">
                  <a16:creationId xmlns:a16="http://schemas.microsoft.com/office/drawing/2014/main" id="{AFB998A5-C7BC-48BB-7139-DE8A9246D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689"/>
              <a:ext cx="16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solidFill>
                    <a:srgbClr val="CC0000"/>
                  </a:solidFill>
                  <a:latin typeface="Times New Roman" panose="02020603050405020304" pitchFamily="18" charset="0"/>
                </a:rPr>
                <a:t>二阶微分环节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：</a:t>
              </a:r>
            </a:p>
          </p:txBody>
        </p:sp>
      </p:grpSp>
      <p:grpSp>
        <p:nvGrpSpPr>
          <p:cNvPr id="21509" name="Group 8">
            <a:extLst>
              <a:ext uri="{FF2B5EF4-FFF2-40B4-BE49-F238E27FC236}">
                <a16:creationId xmlns:a16="http://schemas.microsoft.com/office/drawing/2014/main" id="{8DF7EBCB-101A-0E9C-C8C8-6AE160D96C6C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3068638"/>
            <a:ext cx="3192463" cy="914400"/>
            <a:chOff x="816" y="2096"/>
            <a:chExt cx="2011" cy="576"/>
          </a:xfrm>
        </p:grpSpPr>
        <p:graphicFrame>
          <p:nvGraphicFramePr>
            <p:cNvPr id="21518" name="Object 9">
              <a:extLst>
                <a:ext uri="{FF2B5EF4-FFF2-40B4-BE49-F238E27FC236}">
                  <a16:creationId xmlns:a16="http://schemas.microsoft.com/office/drawing/2014/main" id="{BB473FAF-277E-D07C-BA39-301BC31EF8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2096"/>
            <a:ext cx="235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2400" imgH="444500" progId="Equation.3">
                    <p:embed/>
                  </p:oleObj>
                </mc:Choice>
                <mc:Fallback>
                  <p:oleObj r:id="rId5" imgW="152400" imgH="4445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2096"/>
                          <a:ext cx="235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9" name="Rectangle 10">
              <a:extLst>
                <a:ext uri="{FF2B5EF4-FFF2-40B4-BE49-F238E27FC236}">
                  <a16:creationId xmlns:a16="http://schemas.microsoft.com/office/drawing/2014/main" id="{B882F65D-4977-BE54-67D6-4384E97E3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208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solidFill>
                    <a:srgbClr val="CC0000"/>
                  </a:solidFill>
                  <a:latin typeface="Times New Roman" panose="02020603050405020304" pitchFamily="18" charset="0"/>
                </a:rPr>
                <a:t>积分环节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：</a:t>
              </a:r>
            </a:p>
          </p:txBody>
        </p:sp>
      </p:grpSp>
      <p:grpSp>
        <p:nvGrpSpPr>
          <p:cNvPr id="21510" name="Group 11">
            <a:extLst>
              <a:ext uri="{FF2B5EF4-FFF2-40B4-BE49-F238E27FC236}">
                <a16:creationId xmlns:a16="http://schemas.microsoft.com/office/drawing/2014/main" id="{41E7FE25-5A77-B07D-31E5-B353502A102C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3933825"/>
            <a:ext cx="3810000" cy="877888"/>
            <a:chOff x="816" y="2759"/>
            <a:chExt cx="2400" cy="553"/>
          </a:xfrm>
        </p:grpSpPr>
        <p:graphicFrame>
          <p:nvGraphicFramePr>
            <p:cNvPr id="21516" name="Object 12">
              <a:extLst>
                <a:ext uri="{FF2B5EF4-FFF2-40B4-BE49-F238E27FC236}">
                  <a16:creationId xmlns:a16="http://schemas.microsoft.com/office/drawing/2014/main" id="{016AD545-FDF3-8168-42A0-C415726AAC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40" y="2759"/>
            <a:ext cx="576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69900" imgH="444500" progId="Equation.3">
                    <p:embed/>
                  </p:oleObj>
                </mc:Choice>
                <mc:Fallback>
                  <p:oleObj r:id="rId7" imgW="469900" imgH="4445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759"/>
                          <a:ext cx="576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7" name="Rectangle 13">
              <a:extLst>
                <a:ext uri="{FF2B5EF4-FFF2-40B4-BE49-F238E27FC236}">
                  <a16:creationId xmlns:a16="http://schemas.microsoft.com/office/drawing/2014/main" id="{514CA445-FCCA-8D64-B372-2AB88CA94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80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solidFill>
                    <a:srgbClr val="CC0000"/>
                  </a:solidFill>
                  <a:latin typeface="Times New Roman" panose="02020603050405020304" pitchFamily="18" charset="0"/>
                </a:rPr>
                <a:t>惯性环节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：</a:t>
              </a:r>
            </a:p>
          </p:txBody>
        </p:sp>
      </p:grpSp>
      <p:grpSp>
        <p:nvGrpSpPr>
          <p:cNvPr id="21511" name="Group 14">
            <a:extLst>
              <a:ext uri="{FF2B5EF4-FFF2-40B4-BE49-F238E27FC236}">
                <a16:creationId xmlns:a16="http://schemas.microsoft.com/office/drawing/2014/main" id="{C7C8980D-8B97-FFE6-49EC-42007D427B12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4797425"/>
            <a:ext cx="4953000" cy="923925"/>
            <a:chOff x="816" y="3408"/>
            <a:chExt cx="3120" cy="582"/>
          </a:xfrm>
        </p:grpSpPr>
        <p:graphicFrame>
          <p:nvGraphicFramePr>
            <p:cNvPr id="21514" name="Object 15">
              <a:extLst>
                <a:ext uri="{FF2B5EF4-FFF2-40B4-BE49-F238E27FC236}">
                  <a16:creationId xmlns:a16="http://schemas.microsoft.com/office/drawing/2014/main" id="{99509403-A599-2B60-BFB4-E0F82D8781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3408"/>
            <a:ext cx="1344" cy="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143000" imgH="495300" progId="Equation.3">
                    <p:embed/>
                  </p:oleObj>
                </mc:Choice>
                <mc:Fallback>
                  <p:oleObj r:id="rId9" imgW="1143000" imgH="4953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3408"/>
                          <a:ext cx="1344" cy="5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5" name="Rectangle 16">
              <a:extLst>
                <a:ext uri="{FF2B5EF4-FFF2-40B4-BE49-F238E27FC236}">
                  <a16:creationId xmlns:a16="http://schemas.microsoft.com/office/drawing/2014/main" id="{817E59D7-DD7C-4DC7-EF12-0AFF3AC53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504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solidFill>
                    <a:srgbClr val="CC0000"/>
                  </a:solidFill>
                  <a:latin typeface="Times New Roman" panose="02020603050405020304" pitchFamily="18" charset="0"/>
                </a:rPr>
                <a:t>振荡环节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：</a:t>
              </a:r>
            </a:p>
          </p:txBody>
        </p:sp>
      </p:grpSp>
      <p:sp>
        <p:nvSpPr>
          <p:cNvPr id="21512" name="Rectangle 17">
            <a:extLst>
              <a:ext uri="{FF2B5EF4-FFF2-40B4-BE49-F238E27FC236}">
                <a16:creationId xmlns:a16="http://schemas.microsoft.com/office/drawing/2014/main" id="{523B6C2C-3BB3-C307-E736-36A373548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5734050"/>
            <a:ext cx="1943100" cy="57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延迟环节</a:t>
            </a:r>
            <a:r>
              <a:rPr kumimoji="1"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21513" name="Object 18">
            <a:extLst>
              <a:ext uri="{FF2B5EF4-FFF2-40B4-BE49-F238E27FC236}">
                <a16:creationId xmlns:a16="http://schemas.microsoft.com/office/drawing/2014/main" id="{AA843A4B-004F-1B21-2E93-71FBCE4949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5876925"/>
          <a:ext cx="6858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04800" imgH="241300" progId="Equation.3">
                  <p:embed/>
                </p:oleObj>
              </mc:Choice>
              <mc:Fallback>
                <p:oleObj r:id="rId11" imgW="304800" imgH="241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876925"/>
                        <a:ext cx="6858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1">
            <a:extLst>
              <a:ext uri="{FF2B5EF4-FFF2-40B4-BE49-F238E27FC236}">
                <a16:creationId xmlns:a16="http://schemas.microsoft.com/office/drawing/2014/main" id="{F4C43EAF-DADA-C4BB-7E1D-B75045B6CF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0AC191E-9145-4925-925C-14EC5B5A3676}" type="datetime1">
              <a:rPr lang="zh-CN" altLang="en-US" smtClean="0"/>
              <a:pPr eaLnBrk="1" hangingPunct="1"/>
              <a:t>2025/10/28</a:t>
            </a:fld>
            <a:endParaRPr lang="en-US" altLang="zh-CN"/>
          </a:p>
        </p:txBody>
      </p:sp>
      <p:sp>
        <p:nvSpPr>
          <p:cNvPr id="22531" name="灯片编号占位符 3">
            <a:extLst>
              <a:ext uri="{FF2B5EF4-FFF2-40B4-BE49-F238E27FC236}">
                <a16:creationId xmlns:a16="http://schemas.microsoft.com/office/drawing/2014/main" id="{EF27D0A0-A53B-C474-3D7E-4DE5242E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F193F8-DB31-46DA-B8D9-2B63550332C4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pic>
        <p:nvPicPr>
          <p:cNvPr id="22532" name="Picture 14" descr="f4-13">
            <a:extLst>
              <a:ext uri="{FF2B5EF4-FFF2-40B4-BE49-F238E27FC236}">
                <a16:creationId xmlns:a16="http://schemas.microsoft.com/office/drawing/2014/main" id="{DF4A1D40-470F-C6B7-E034-E48B07796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63"/>
          <a:stretch>
            <a:fillRect/>
          </a:stretch>
        </p:blipFill>
        <p:spPr bwMode="auto">
          <a:xfrm>
            <a:off x="468313" y="2133600"/>
            <a:ext cx="82359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6C19A184-CEA8-45D3-3102-8C281AF40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2062163"/>
            <a:ext cx="6934200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系统的</a:t>
            </a:r>
            <a:r>
              <a:rPr kumimoji="1" lang="zh-CN" altLang="en-US" sz="2800" dirty="0">
                <a:latin typeface="宋体" panose="02010600030101010101" pitchFamily="2" charset="-122"/>
              </a:rPr>
              <a:t>闭环传递函数 </a:t>
            </a:r>
          </a:p>
        </p:txBody>
      </p:sp>
      <p:grpSp>
        <p:nvGrpSpPr>
          <p:cNvPr id="24579" name="Group 5">
            <a:extLst>
              <a:ext uri="{FF2B5EF4-FFF2-40B4-BE49-F238E27FC236}">
                <a16:creationId xmlns:a16="http://schemas.microsoft.com/office/drawing/2014/main" id="{B6CE7079-3A39-F5F5-5F52-C5AB80FDA635}"/>
              </a:ext>
            </a:extLst>
          </p:cNvPr>
          <p:cNvGrpSpPr>
            <a:grpSpLocks/>
          </p:cNvGrpSpPr>
          <p:nvPr/>
        </p:nvGrpSpPr>
        <p:grpSpPr bwMode="auto">
          <a:xfrm>
            <a:off x="898525" y="3757613"/>
            <a:ext cx="7391400" cy="2486025"/>
            <a:chOff x="768" y="1488"/>
            <a:chExt cx="4656" cy="1566"/>
          </a:xfrm>
        </p:grpSpPr>
        <p:sp>
          <p:nvSpPr>
            <p:cNvPr id="24584" name="Rectangle 6">
              <a:extLst>
                <a:ext uri="{FF2B5EF4-FFF2-40B4-BE49-F238E27FC236}">
                  <a16:creationId xmlns:a16="http://schemas.microsoft.com/office/drawing/2014/main" id="{0F9BFA5C-E915-F9E4-4151-660C208B5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968"/>
              <a:ext cx="665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(s)</a:t>
              </a:r>
            </a:p>
          </p:txBody>
        </p:sp>
        <p:sp>
          <p:nvSpPr>
            <p:cNvPr id="24585" name="Rectangle 7">
              <a:extLst>
                <a:ext uri="{FF2B5EF4-FFF2-40B4-BE49-F238E27FC236}">
                  <a16:creationId xmlns:a16="http://schemas.microsoft.com/office/drawing/2014/main" id="{0424D181-F848-FB6A-DB81-4AC47506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" y="2669"/>
              <a:ext cx="664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H(s)</a:t>
              </a:r>
            </a:p>
          </p:txBody>
        </p:sp>
        <p:sp>
          <p:nvSpPr>
            <p:cNvPr id="24586" name="Line 8">
              <a:extLst>
                <a:ext uri="{FF2B5EF4-FFF2-40B4-BE49-F238E27FC236}">
                  <a16:creationId xmlns:a16="http://schemas.microsoft.com/office/drawing/2014/main" id="{07ED2859-5973-80D7-F5DF-3A399E520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1" y="2149"/>
              <a:ext cx="5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7" name="Line 9">
              <a:extLst>
                <a:ext uri="{FF2B5EF4-FFF2-40B4-BE49-F238E27FC236}">
                  <a16:creationId xmlns:a16="http://schemas.microsoft.com/office/drawing/2014/main" id="{9A01D69E-DF9C-0F57-68F9-26C0F8329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" y="2149"/>
              <a:ext cx="9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8" name="Line 10">
              <a:extLst>
                <a:ext uri="{FF2B5EF4-FFF2-40B4-BE49-F238E27FC236}">
                  <a16:creationId xmlns:a16="http://schemas.microsoft.com/office/drawing/2014/main" id="{5116C9F6-E0E1-F1DB-6217-E69B12E6FF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0" y="2149"/>
              <a:ext cx="0" cy="7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9" name="Line 11">
              <a:extLst>
                <a:ext uri="{FF2B5EF4-FFF2-40B4-BE49-F238E27FC236}">
                  <a16:creationId xmlns:a16="http://schemas.microsoft.com/office/drawing/2014/main" id="{C4C2512D-759E-662F-6035-F38C7CB6C5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3" y="2850"/>
              <a:ext cx="16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0" name="Line 12">
              <a:extLst>
                <a:ext uri="{FF2B5EF4-FFF2-40B4-BE49-F238E27FC236}">
                  <a16:creationId xmlns:a16="http://schemas.microsoft.com/office/drawing/2014/main" id="{E0E441A2-24D7-A98D-83CA-75558E954C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3" y="2850"/>
              <a:ext cx="14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1" name="Line 13">
              <a:extLst>
                <a:ext uri="{FF2B5EF4-FFF2-40B4-BE49-F238E27FC236}">
                  <a16:creationId xmlns:a16="http://schemas.microsoft.com/office/drawing/2014/main" id="{58700AA7-A41E-4736-F380-0597F9A60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3" y="2223"/>
              <a:ext cx="0" cy="6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2" name="Text Box 14">
              <a:extLst>
                <a:ext uri="{FF2B5EF4-FFF2-40B4-BE49-F238E27FC236}">
                  <a16:creationId xmlns:a16="http://schemas.microsoft.com/office/drawing/2014/main" id="{E72B787E-6312-043F-636A-09FEE9ABD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" y="1962"/>
              <a:ext cx="31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>
                  <a:latin typeface="Times New Roman" panose="02020603050405020304" pitchFamily="18" charset="0"/>
                  <a:sym typeface="Symbol" panose="05050102010706020507" pitchFamily="18" charset="2"/>
                </a:rPr>
                <a:t>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24593" name="Line 15">
              <a:extLst>
                <a:ext uri="{FF2B5EF4-FFF2-40B4-BE49-F238E27FC236}">
                  <a16:creationId xmlns:a16="http://schemas.microsoft.com/office/drawing/2014/main" id="{B06846D5-8804-45BC-90FA-EC16A386C1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" y="2149"/>
              <a:ext cx="4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4" name="Text Box 16">
              <a:extLst>
                <a:ext uri="{FF2B5EF4-FFF2-40B4-BE49-F238E27FC236}">
                  <a16:creationId xmlns:a16="http://schemas.microsoft.com/office/drawing/2014/main" id="{CAF2E983-20C9-E7A8-6B25-0B2973F75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824"/>
              <a:ext cx="4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anose="02020603050405020304" pitchFamily="18" charset="0"/>
                </a:rPr>
                <a:t>R(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4595" name="Text Box 17">
              <a:extLst>
                <a:ext uri="{FF2B5EF4-FFF2-40B4-BE49-F238E27FC236}">
                  <a16:creationId xmlns:a16="http://schemas.microsoft.com/office/drawing/2014/main" id="{CBA8E02F-4F74-9D4C-1287-153DB7B607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0" y="1843"/>
              <a:ext cx="4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anose="02020603050405020304" pitchFamily="18" charset="0"/>
                </a:rPr>
                <a:t>C(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4596" name="Text Box 18">
              <a:extLst>
                <a:ext uri="{FF2B5EF4-FFF2-40B4-BE49-F238E27FC236}">
                  <a16:creationId xmlns:a16="http://schemas.microsoft.com/office/drawing/2014/main" id="{F4FE8C56-3FD8-63D1-0B5B-8A37413B9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" y="2297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4597" name="Text Box 19">
              <a:extLst>
                <a:ext uri="{FF2B5EF4-FFF2-40B4-BE49-F238E27FC236}">
                  <a16:creationId xmlns:a16="http://schemas.microsoft.com/office/drawing/2014/main" id="{CE6BA29D-AE27-3371-ED4F-DD42D20E2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7" y="1839"/>
              <a:ext cx="4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E 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4598" name="Line 20">
              <a:extLst>
                <a:ext uri="{FF2B5EF4-FFF2-40B4-BE49-F238E27FC236}">
                  <a16:creationId xmlns:a16="http://schemas.microsoft.com/office/drawing/2014/main" id="{7126A4BF-C9CB-266E-72F0-DCE658C66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7" y="2400"/>
              <a:ext cx="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9" name="Rectangle 21">
              <a:extLst>
                <a:ext uri="{FF2B5EF4-FFF2-40B4-BE49-F238E27FC236}">
                  <a16:creationId xmlns:a16="http://schemas.microsoft.com/office/drawing/2014/main" id="{F89EC722-8A00-F81B-8A66-FA3D6493D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7" y="1968"/>
              <a:ext cx="665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(s)</a:t>
              </a:r>
            </a:p>
          </p:txBody>
        </p:sp>
        <p:sp>
          <p:nvSpPr>
            <p:cNvPr id="24600" name="Line 22">
              <a:extLst>
                <a:ext uri="{FF2B5EF4-FFF2-40B4-BE49-F238E27FC236}">
                  <a16:creationId xmlns:a16="http://schemas.microsoft.com/office/drawing/2014/main" id="{E0351351-C745-424C-67E3-4915A3229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" y="2149"/>
              <a:ext cx="5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1" name="Text Box 23">
              <a:extLst>
                <a:ext uri="{FF2B5EF4-FFF2-40B4-BE49-F238E27FC236}">
                  <a16:creationId xmlns:a16="http://schemas.microsoft.com/office/drawing/2014/main" id="{30554A4A-F7E6-AB5A-A11E-B6F92662D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2" y="1970"/>
              <a:ext cx="31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>
                  <a:latin typeface="Times New Roman" panose="02020603050405020304" pitchFamily="18" charset="0"/>
                  <a:sym typeface="Symbol" panose="05050102010706020507" pitchFamily="18" charset="2"/>
                </a:rPr>
                <a:t>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24602" name="Line 24">
              <a:extLst>
                <a:ext uri="{FF2B5EF4-FFF2-40B4-BE49-F238E27FC236}">
                  <a16:creationId xmlns:a16="http://schemas.microsoft.com/office/drawing/2014/main" id="{6C6022FC-A79C-B7F4-22DC-EDDC92B73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2149"/>
              <a:ext cx="4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3" name="Line 25">
              <a:extLst>
                <a:ext uri="{FF2B5EF4-FFF2-40B4-BE49-F238E27FC236}">
                  <a16:creationId xmlns:a16="http://schemas.microsoft.com/office/drawing/2014/main" id="{E7CBB29B-0ABF-38C6-8FA2-8BAB17D5E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1" y="1505"/>
              <a:ext cx="0" cy="5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4" name="Text Box 26">
              <a:extLst>
                <a:ext uri="{FF2B5EF4-FFF2-40B4-BE49-F238E27FC236}">
                  <a16:creationId xmlns:a16="http://schemas.microsoft.com/office/drawing/2014/main" id="{3B0B6E81-121D-2559-FDC4-42E89235B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1" y="1488"/>
              <a:ext cx="4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4605" name="Text Box 27">
              <a:extLst>
                <a:ext uri="{FF2B5EF4-FFF2-40B4-BE49-F238E27FC236}">
                  <a16:creationId xmlns:a16="http://schemas.microsoft.com/office/drawing/2014/main" id="{0609D0C3-2155-176C-C299-31C8BEDB1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5" y="1837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4606" name="Text Box 28">
              <a:extLst>
                <a:ext uri="{FF2B5EF4-FFF2-40B4-BE49-F238E27FC236}">
                  <a16:creationId xmlns:a16="http://schemas.microsoft.com/office/drawing/2014/main" id="{358F0C80-8000-CEBC-2679-19E8FF832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" y="2095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24580" name="Rectangle 4">
            <a:extLst>
              <a:ext uri="{FF2B5EF4-FFF2-40B4-BE49-F238E27FC236}">
                <a16:creationId xmlns:a16="http://schemas.microsoft.com/office/drawing/2014/main" id="{59A7E2F8-A0A3-2C21-BAAC-73C9C833D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1474788"/>
            <a:ext cx="69342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宋体" panose="02010600030101010101" pitchFamily="2" charset="-122"/>
              </a:rPr>
              <a:t>闭环控制系统的开环传递函数 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C9B93769-D322-1EA6-E710-F409148B7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69215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控制系统的传递函数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B0FB7EE1-1302-36B2-E92F-83AAD5B02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2679700"/>
            <a:ext cx="48101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Times New Roman" panose="02020603050405020304" pitchFamily="18" charset="0"/>
              </a:rPr>
              <a:t>系统</a:t>
            </a:r>
            <a:r>
              <a:rPr kumimoji="1" lang="zh-CN" altLang="en-US" sz="2800">
                <a:latin typeface="宋体" panose="02010600030101010101" pitchFamily="2" charset="-122"/>
              </a:rPr>
              <a:t>的偏（误）差传递函数 </a:t>
            </a:r>
          </a:p>
        </p:txBody>
      </p:sp>
      <p:sp>
        <p:nvSpPr>
          <p:cNvPr id="24583" name="矩形 1">
            <a:extLst>
              <a:ext uri="{FF2B5EF4-FFF2-40B4-BE49-F238E27FC236}">
                <a16:creationId xmlns:a16="http://schemas.microsoft.com/office/drawing/2014/main" id="{1E275496-6E55-D39A-F27B-4FBAA87F2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3287713"/>
            <a:ext cx="33432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Times New Roman" panose="02020603050405020304" pitchFamily="18" charset="0"/>
              </a:rPr>
              <a:t>扰动偏差传递函数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>
            <a:extLst>
              <a:ext uri="{FF2B5EF4-FFF2-40B4-BE49-F238E27FC236}">
                <a16:creationId xmlns:a16="http://schemas.microsoft.com/office/drawing/2014/main" id="{4312342F-8811-AEA9-CB96-343ACACA9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765175"/>
            <a:ext cx="38782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kumimoji="1"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3</a:t>
            </a:r>
            <a:r>
              <a:rPr kumimoji="1"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时域分析法</a:t>
            </a:r>
          </a:p>
        </p:txBody>
      </p:sp>
      <p:sp>
        <p:nvSpPr>
          <p:cNvPr id="25603" name="Rectangle 6">
            <a:extLst>
              <a:ext uri="{FF2B5EF4-FFF2-40B4-BE49-F238E27FC236}">
                <a16:creationId xmlns:a16="http://schemas.microsoft.com/office/drawing/2014/main" id="{87DCA2A2-7AE5-81A2-EC28-B0AFAEC17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2089150"/>
            <a:ext cx="55626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3.1 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一阶系统的瞬态响应</a:t>
            </a:r>
          </a:p>
        </p:txBody>
      </p:sp>
      <p:sp>
        <p:nvSpPr>
          <p:cNvPr id="25604" name="Rectangle 7">
            <a:extLst>
              <a:ext uri="{FF2B5EF4-FFF2-40B4-BE49-F238E27FC236}">
                <a16:creationId xmlns:a16="http://schemas.microsoft.com/office/drawing/2014/main" id="{2C8A0989-E8D7-CFCC-C6F3-9E3413F48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266541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3.2 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二阶系统的瞬态响应</a:t>
            </a:r>
          </a:p>
        </p:txBody>
      </p:sp>
      <p:sp>
        <p:nvSpPr>
          <p:cNvPr id="25605" name="Rectangle 8">
            <a:extLst>
              <a:ext uri="{FF2B5EF4-FFF2-40B4-BE49-F238E27FC236}">
                <a16:creationId xmlns:a16="http://schemas.microsoft.com/office/drawing/2014/main" id="{20AC23E2-8358-2337-821A-096F8AE90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3184525"/>
            <a:ext cx="53340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3.3 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高阶系统的瞬态响应</a:t>
            </a:r>
          </a:p>
        </p:txBody>
      </p:sp>
      <p:sp>
        <p:nvSpPr>
          <p:cNvPr id="25606" name="Rectangle 9">
            <a:extLst>
              <a:ext uri="{FF2B5EF4-FFF2-40B4-BE49-F238E27FC236}">
                <a16:creationId xmlns:a16="http://schemas.microsoft.com/office/drawing/2014/main" id="{8C1791A1-94FA-2E71-1BA5-07E00B1DE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3863975"/>
            <a:ext cx="6046787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3.4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误差分析和计算</a:t>
            </a:r>
          </a:p>
        </p:txBody>
      </p:sp>
      <p:sp>
        <p:nvSpPr>
          <p:cNvPr id="25607" name="Rectangle 9">
            <a:extLst>
              <a:ext uri="{FF2B5EF4-FFF2-40B4-BE49-F238E27FC236}">
                <a16:creationId xmlns:a16="http://schemas.microsoft.com/office/drawing/2014/main" id="{0C181C48-76A3-538F-74CA-7B20DE9A3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4438650"/>
            <a:ext cx="6046787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3.5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稳定性分析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52908F8-24E7-F782-4683-988FB7EFA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711200"/>
            <a:ext cx="1720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阶跃响应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6627" name="Object 3">
            <a:extLst>
              <a:ext uri="{FF2B5EF4-FFF2-40B4-BE49-F238E27FC236}">
                <a16:creationId xmlns:a16="http://schemas.microsoft.com/office/drawing/2014/main" id="{0A55B9AA-4C87-1D36-BAE9-184A4B4EC6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524000"/>
          <a:ext cx="11493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30" imgH="203112" progId="Equation.3">
                  <p:embed/>
                </p:oleObj>
              </mc:Choice>
              <mc:Fallback>
                <p:oleObj name="Equation" r:id="rId2" imgW="622030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11493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043474F1-6D29-1B22-B882-B7D9608300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1371600"/>
          <a:ext cx="97155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252" imgH="393529" progId="Equation.3">
                  <p:embed/>
                </p:oleObj>
              </mc:Choice>
              <mc:Fallback>
                <p:oleObj name="Equation" r:id="rId4" imgW="571252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371600"/>
                        <a:ext cx="97155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C2B5861A-90B4-2275-CC63-4E0ADE77DF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333375"/>
          <a:ext cx="7302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393529" progId="Equation.3">
                  <p:embed/>
                </p:oleObj>
              </mc:Choice>
              <mc:Fallback>
                <p:oleObj name="Equation" r:id="rId6" imgW="393529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33375"/>
                        <a:ext cx="730250" cy="7302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Line 6">
            <a:extLst>
              <a:ext uri="{FF2B5EF4-FFF2-40B4-BE49-F238E27FC236}">
                <a16:creationId xmlns:a16="http://schemas.microsoft.com/office/drawing/2014/main" id="{A929E1A1-806B-C765-E5BB-32C37FE97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3963" y="79057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31" name="Line 7">
            <a:extLst>
              <a:ext uri="{FF2B5EF4-FFF2-40B4-BE49-F238E27FC236}">
                <a16:creationId xmlns:a16="http://schemas.microsoft.com/office/drawing/2014/main" id="{62CC8AB8-07AD-D8EC-E238-AA5474C10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7963" y="7905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48764F47-14E3-9268-F2FF-C8BA49FCC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963" y="409575"/>
            <a:ext cx="620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R(s)</a:t>
            </a:r>
          </a:p>
        </p:txBody>
      </p:sp>
      <p:sp>
        <p:nvSpPr>
          <p:cNvPr id="26633" name="Text Box 9">
            <a:extLst>
              <a:ext uri="{FF2B5EF4-FFF2-40B4-BE49-F238E27FC236}">
                <a16:creationId xmlns:a16="http://schemas.microsoft.com/office/drawing/2014/main" id="{AF8E4F48-E2B0-6EAB-7410-3B5F46D6B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7963" y="409575"/>
            <a:ext cx="620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C(s)</a:t>
            </a:r>
          </a:p>
        </p:txBody>
      </p:sp>
      <p:graphicFrame>
        <p:nvGraphicFramePr>
          <p:cNvPr id="26634" name="Object 10">
            <a:extLst>
              <a:ext uri="{FF2B5EF4-FFF2-40B4-BE49-F238E27FC236}">
                <a16:creationId xmlns:a16="http://schemas.microsoft.com/office/drawing/2014/main" id="{36D87B69-ACAA-324C-546A-6C4D4F7B4A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286000"/>
          <a:ext cx="17208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865" imgH="418918" progId="Equation.3">
                  <p:embed/>
                </p:oleObj>
              </mc:Choice>
              <mc:Fallback>
                <p:oleObj name="Equation" r:id="rId8" imgW="1002865" imgH="41891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86000"/>
                        <a:ext cx="17208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1">
            <a:extLst>
              <a:ext uri="{FF2B5EF4-FFF2-40B4-BE49-F238E27FC236}">
                <a16:creationId xmlns:a16="http://schemas.microsoft.com/office/drawing/2014/main" id="{15DBDD04-E1A9-FFE4-1B03-A9891BFBE0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2286000"/>
          <a:ext cx="270192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36700" imgH="482600" progId="Equation.3">
                  <p:embed/>
                </p:oleObj>
              </mc:Choice>
              <mc:Fallback>
                <p:oleObj name="Equation" r:id="rId10" imgW="1536700" imgH="482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286000"/>
                        <a:ext cx="2701925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12">
            <a:extLst>
              <a:ext uri="{FF2B5EF4-FFF2-40B4-BE49-F238E27FC236}">
                <a16:creationId xmlns:a16="http://schemas.microsoft.com/office/drawing/2014/main" id="{DF186F1E-A417-65DC-790D-A2B4936FB2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141663"/>
          <a:ext cx="1828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52087" imgH="330057" progId="Equation.3">
                  <p:embed/>
                </p:oleObj>
              </mc:Choice>
              <mc:Fallback>
                <p:oleObj name="Equation" r:id="rId12" imgW="952087" imgH="33005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141663"/>
                        <a:ext cx="18288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Line 13">
            <a:extLst>
              <a:ext uri="{FF2B5EF4-FFF2-40B4-BE49-F238E27FC236}">
                <a16:creationId xmlns:a16="http://schemas.microsoft.com/office/drawing/2014/main" id="{7FA7C5FE-82E8-DA58-237A-B3AF14B9B9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27432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38" name="Line 14">
            <a:extLst>
              <a:ext uri="{FF2B5EF4-FFF2-40B4-BE49-F238E27FC236}">
                <a16:creationId xmlns:a16="http://schemas.microsoft.com/office/drawing/2014/main" id="{FD42FC5D-E023-E3A6-525E-013AE4883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4343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39" name="Line 15">
            <a:extLst>
              <a:ext uri="{FF2B5EF4-FFF2-40B4-BE49-F238E27FC236}">
                <a16:creationId xmlns:a16="http://schemas.microsoft.com/office/drawing/2014/main" id="{264035B1-748F-2EFE-76E0-F467E6BB1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352800"/>
            <a:ext cx="1752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40" name="Freeform 16">
            <a:extLst>
              <a:ext uri="{FF2B5EF4-FFF2-40B4-BE49-F238E27FC236}">
                <a16:creationId xmlns:a16="http://schemas.microsoft.com/office/drawing/2014/main" id="{1F3505FE-7D51-5FDB-629F-3DD96C09DFD7}"/>
              </a:ext>
            </a:extLst>
          </p:cNvPr>
          <p:cNvSpPr>
            <a:spLocks/>
          </p:cNvSpPr>
          <p:nvPr/>
        </p:nvSpPr>
        <p:spPr bwMode="auto">
          <a:xfrm>
            <a:off x="6248400" y="3384550"/>
            <a:ext cx="1695450" cy="958850"/>
          </a:xfrm>
          <a:custGeom>
            <a:avLst/>
            <a:gdLst>
              <a:gd name="T0" fmla="*/ 0 w 1068"/>
              <a:gd name="T1" fmla="*/ 2147483647 h 604"/>
              <a:gd name="T2" fmla="*/ 2147483647 w 1068"/>
              <a:gd name="T3" fmla="*/ 2147483647 h 604"/>
              <a:gd name="T4" fmla="*/ 2147483647 w 1068"/>
              <a:gd name="T5" fmla="*/ 2147483647 h 604"/>
              <a:gd name="T6" fmla="*/ 2147483647 w 1068"/>
              <a:gd name="T7" fmla="*/ 2147483647 h 604"/>
              <a:gd name="T8" fmla="*/ 2147483647 w 1068"/>
              <a:gd name="T9" fmla="*/ 0 h 6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68"/>
              <a:gd name="T16" fmla="*/ 0 h 604"/>
              <a:gd name="T17" fmla="*/ 1068 w 1068"/>
              <a:gd name="T18" fmla="*/ 604 h 6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68" h="604">
                <a:moveTo>
                  <a:pt x="0" y="604"/>
                </a:moveTo>
                <a:cubicBezTo>
                  <a:pt x="24" y="500"/>
                  <a:pt x="38" y="403"/>
                  <a:pt x="96" y="316"/>
                </a:cubicBezTo>
                <a:cubicBezTo>
                  <a:pt x="154" y="229"/>
                  <a:pt x="238" y="132"/>
                  <a:pt x="350" y="82"/>
                </a:cubicBezTo>
                <a:cubicBezTo>
                  <a:pt x="462" y="32"/>
                  <a:pt x="649" y="29"/>
                  <a:pt x="769" y="15"/>
                </a:cubicBezTo>
                <a:cubicBezTo>
                  <a:pt x="889" y="1"/>
                  <a:pt x="1006" y="3"/>
                  <a:pt x="1068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41" name="Line 17">
            <a:extLst>
              <a:ext uri="{FF2B5EF4-FFF2-40B4-BE49-F238E27FC236}">
                <a16:creationId xmlns:a16="http://schemas.microsoft.com/office/drawing/2014/main" id="{D48F7CEE-D284-06C2-D429-45051E437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581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42" name="Line 18">
            <a:extLst>
              <a:ext uri="{FF2B5EF4-FFF2-40B4-BE49-F238E27FC236}">
                <a16:creationId xmlns:a16="http://schemas.microsoft.com/office/drawing/2014/main" id="{8D6C927F-E8F6-0991-BFF5-EADB450D4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3581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43" name="Text Box 19">
            <a:extLst>
              <a:ext uri="{FF2B5EF4-FFF2-40B4-BE49-F238E27FC236}">
                <a16:creationId xmlns:a16="http://schemas.microsoft.com/office/drawing/2014/main" id="{CEBD6BE8-BECE-EDF0-1E9A-E99A71831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397668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6644" name="Text Box 20">
            <a:extLst>
              <a:ext uri="{FF2B5EF4-FFF2-40B4-BE49-F238E27FC236}">
                <a16:creationId xmlns:a16="http://schemas.microsoft.com/office/drawing/2014/main" id="{6929ED51-F2AB-235D-B653-90513ABEF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667000"/>
            <a:ext cx="534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c(t)</a:t>
            </a:r>
          </a:p>
        </p:txBody>
      </p:sp>
      <p:sp>
        <p:nvSpPr>
          <p:cNvPr id="26645" name="Text Box 21">
            <a:extLst>
              <a:ext uri="{FF2B5EF4-FFF2-40B4-BE49-F238E27FC236}">
                <a16:creationId xmlns:a16="http://schemas.microsoft.com/office/drawing/2014/main" id="{B8E6F79E-A6CC-5D27-72CA-7EE003C29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197225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400" b="1">
                <a:latin typeface="Times New Roman" panose="02020603050405020304" pitchFamily="18" charset="0"/>
              </a:rPr>
              <a:t>1(t)</a:t>
            </a:r>
          </a:p>
        </p:txBody>
      </p:sp>
      <p:sp>
        <p:nvSpPr>
          <p:cNvPr id="26646" name="Text Box 22">
            <a:extLst>
              <a:ext uri="{FF2B5EF4-FFF2-40B4-BE49-F238E27FC236}">
                <a16:creationId xmlns:a16="http://schemas.microsoft.com/office/drawing/2014/main" id="{B78A1494-A507-5350-4D64-AC98C0504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392613"/>
            <a:ext cx="3032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4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6647" name="Text Box 23">
            <a:extLst>
              <a:ext uri="{FF2B5EF4-FFF2-40B4-BE49-F238E27FC236}">
                <a16:creationId xmlns:a16="http://schemas.microsoft.com/office/drawing/2014/main" id="{0846139B-686A-6387-4360-8F2D9EC71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429000"/>
            <a:ext cx="584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400" b="1">
                <a:latin typeface="Times New Roman" panose="02020603050405020304" pitchFamily="18" charset="0"/>
              </a:rPr>
              <a:t>0.632</a:t>
            </a:r>
          </a:p>
        </p:txBody>
      </p:sp>
      <p:graphicFrame>
        <p:nvGraphicFramePr>
          <p:cNvPr id="26648" name="Object 24">
            <a:extLst>
              <a:ext uri="{FF2B5EF4-FFF2-40B4-BE49-F238E27FC236}">
                <a16:creationId xmlns:a16="http://schemas.microsoft.com/office/drawing/2014/main" id="{B83FCBA0-2AD7-1E4D-3DDF-2F2ADF645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933825"/>
          <a:ext cx="28194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600" imgH="228600" progId="Equation.3">
                  <p:embed/>
                </p:oleObj>
              </mc:Choice>
              <mc:Fallback>
                <p:oleObj name="Equation" r:id="rId14" imgW="162560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933825"/>
                        <a:ext cx="28194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9" name="Text Box 25">
            <a:extLst>
              <a:ext uri="{FF2B5EF4-FFF2-40B4-BE49-F238E27FC236}">
                <a16:creationId xmlns:a16="http://schemas.microsoft.com/office/drawing/2014/main" id="{EDEF5E4D-C395-4ACE-4D02-9787E7FC7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648200"/>
            <a:ext cx="75533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    </a:t>
            </a:r>
            <a:r>
              <a:rPr kumimoji="1" lang="zh-CN" altLang="en-US" sz="2000">
                <a:latin typeface="Times New Roman" panose="02020603050405020304" pitchFamily="18" charset="0"/>
              </a:rPr>
              <a:t>从实验方法求时间常数</a:t>
            </a:r>
            <a:r>
              <a:rPr kumimoji="1" lang="en-US" altLang="zh-CN" sz="2000">
                <a:latin typeface="Times New Roman" panose="02020603050405020304" pitchFamily="18" charset="0"/>
              </a:rPr>
              <a:t>T</a:t>
            </a:r>
            <a:r>
              <a:rPr kumimoji="1" lang="zh-CN" altLang="en-US" sz="2000">
                <a:latin typeface="Times New Roman" panose="02020603050405020304" pitchFamily="18" charset="0"/>
              </a:rPr>
              <a:t>时，可由试验所得曲线查找与</a:t>
            </a:r>
            <a:r>
              <a:rPr kumimoji="1" lang="en-US" altLang="zh-CN" sz="2000">
                <a:latin typeface="Times New Roman" panose="02020603050405020304" pitchFamily="18" charset="0"/>
              </a:rPr>
              <a:t>63.2%c(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)</a:t>
            </a:r>
          </a:p>
          <a:p>
            <a:pPr eaLnBrk="1" hangingPunct="1"/>
            <a:r>
              <a:rPr kumimoji="1" lang="zh-CN" altLang="en-US" sz="2000">
                <a:latin typeface="Times New Roman" panose="02020603050405020304" pitchFamily="18" charset="0"/>
                <a:sym typeface="Symbol" panose="05050102010706020507" pitchFamily="18" charset="2"/>
              </a:rPr>
              <a:t>对应的时间即为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zh-CN" altLang="en-US" sz="200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kumimoji="1"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26650" name="Text Box 26">
            <a:extLst>
              <a:ext uri="{FF2B5EF4-FFF2-40B4-BE49-F238E27FC236}">
                <a16:creationId xmlns:a16="http://schemas.microsoft.com/office/drawing/2014/main" id="{DBF3971D-780A-7065-81CE-58644E16C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334000"/>
            <a:ext cx="7670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latin typeface="Times New Roman" panose="02020603050405020304" pitchFamily="18" charset="0"/>
              </a:rPr>
              <a:t>     T</a:t>
            </a:r>
            <a:r>
              <a:rPr kumimoji="1" lang="zh-CN" altLang="en-US" sz="2000" dirty="0">
                <a:latin typeface="Times New Roman" panose="02020603050405020304" pitchFamily="18" charset="0"/>
              </a:rPr>
              <a:t>越大，响应曲线越缓，响应速度越慢；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T</a:t>
            </a:r>
            <a:r>
              <a:rPr kumimoji="1" lang="zh-CN" altLang="en-US" sz="2000" dirty="0">
                <a:latin typeface="Times New Roman" panose="02020603050405020304" pitchFamily="18" charset="0"/>
              </a:rPr>
              <a:t>越小，响应曲线越陡，</a:t>
            </a:r>
          </a:p>
          <a:p>
            <a:pPr eaLnBrk="1" hangingPunct="1"/>
            <a:r>
              <a:rPr kumimoji="1" lang="zh-CN" altLang="en-US" sz="2000" dirty="0">
                <a:latin typeface="Times New Roman" panose="02020603050405020304" pitchFamily="18" charset="0"/>
              </a:rPr>
              <a:t>响应速度越快。</a:t>
            </a:r>
          </a:p>
        </p:txBody>
      </p:sp>
      <p:graphicFrame>
        <p:nvGraphicFramePr>
          <p:cNvPr id="26651" name="Object 27">
            <a:extLst>
              <a:ext uri="{FF2B5EF4-FFF2-40B4-BE49-F238E27FC236}">
                <a16:creationId xmlns:a16="http://schemas.microsoft.com/office/drawing/2014/main" id="{5CF468B0-899F-06A7-4D00-C6CD12A3C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6092825"/>
          <a:ext cx="48006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60700" imgH="203200" progId="Equation.3">
                  <p:embed/>
                </p:oleObj>
              </mc:Choice>
              <mc:Fallback>
                <p:oleObj name="Equation" r:id="rId16" imgW="3060700" imgH="2032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6092825"/>
                        <a:ext cx="48006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2" name="Rectangle 6">
            <a:extLst>
              <a:ext uri="{FF2B5EF4-FFF2-40B4-BE49-F238E27FC236}">
                <a16:creationId xmlns:a16="http://schemas.microsoft.com/office/drawing/2014/main" id="{89250EFC-C687-B027-7789-6308ABC09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0"/>
            <a:ext cx="55626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3.1 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一阶系统的瞬态响应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AF60F8F-A05E-D282-32A9-9B871F71B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765175"/>
            <a:ext cx="19796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斜坡响应：</a:t>
            </a:r>
          </a:p>
        </p:txBody>
      </p:sp>
      <p:graphicFrame>
        <p:nvGraphicFramePr>
          <p:cNvPr id="27651" name="Object 3">
            <a:extLst>
              <a:ext uri="{FF2B5EF4-FFF2-40B4-BE49-F238E27FC236}">
                <a16:creationId xmlns:a16="http://schemas.microsoft.com/office/drawing/2014/main" id="{E1A96517-7BA1-2C63-ADE2-E4868B4057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765175"/>
          <a:ext cx="7302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529" imgH="393529" progId="Equation.3">
                  <p:embed/>
                </p:oleObj>
              </mc:Choice>
              <mc:Fallback>
                <p:oleObj name="Equation" r:id="rId2" imgW="393529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765175"/>
                        <a:ext cx="730250" cy="7302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Line 4">
            <a:extLst>
              <a:ext uri="{FF2B5EF4-FFF2-40B4-BE49-F238E27FC236}">
                <a16:creationId xmlns:a16="http://schemas.microsoft.com/office/drawing/2014/main" id="{E6196F0E-12C9-B1DA-A9DB-43ED2A6DC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8425" y="122237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968B00B9-65F4-C90F-DB9C-304383B517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2425" y="12223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78225130-FBA6-C04F-9BFF-F4E6314D3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865188"/>
            <a:ext cx="577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imes New Roman" panose="02020603050405020304" pitchFamily="18" charset="0"/>
              </a:rPr>
              <a:t>R(s)</a:t>
            </a:r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27117EDB-812B-CE26-FD26-FA7AFA3C4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425" y="865188"/>
            <a:ext cx="577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imes New Roman" panose="02020603050405020304" pitchFamily="18" charset="0"/>
              </a:rPr>
              <a:t>C(s)</a:t>
            </a:r>
          </a:p>
        </p:txBody>
      </p:sp>
      <p:graphicFrame>
        <p:nvGraphicFramePr>
          <p:cNvPr id="27656" name="Object 8">
            <a:extLst>
              <a:ext uri="{FF2B5EF4-FFF2-40B4-BE49-F238E27FC236}">
                <a16:creationId xmlns:a16="http://schemas.microsoft.com/office/drawing/2014/main" id="{81147189-62CB-1608-94E2-865D4A42B4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1828800"/>
          <a:ext cx="7683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696" imgH="203112" progId="Equation.3">
                  <p:embed/>
                </p:oleObj>
              </mc:Choice>
              <mc:Fallback>
                <p:oleObj name="Equation" r:id="rId4" imgW="469696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828800"/>
                        <a:ext cx="76835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>
            <a:extLst>
              <a:ext uri="{FF2B5EF4-FFF2-40B4-BE49-F238E27FC236}">
                <a16:creationId xmlns:a16="http://schemas.microsoft.com/office/drawing/2014/main" id="{8650B25B-F0A4-C62B-0628-C08C21D8BA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600200"/>
          <a:ext cx="10668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725" imgH="393529" progId="Equation.3">
                  <p:embed/>
                </p:oleObj>
              </mc:Choice>
              <mc:Fallback>
                <p:oleObj name="Equation" r:id="rId6" imgW="634725" imgH="39352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600200"/>
                        <a:ext cx="10668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10">
            <a:extLst>
              <a:ext uri="{FF2B5EF4-FFF2-40B4-BE49-F238E27FC236}">
                <a16:creationId xmlns:a16="http://schemas.microsoft.com/office/drawing/2014/main" id="{3484690E-4AE8-1A8E-0578-0384200B47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2514600"/>
          <a:ext cx="17526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800" imgH="419100" progId="Equation.3">
                  <p:embed/>
                </p:oleObj>
              </mc:Choice>
              <mc:Fallback>
                <p:oleObj name="Equation" r:id="rId8" imgW="10668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14600"/>
                        <a:ext cx="175260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>
            <a:extLst>
              <a:ext uri="{FF2B5EF4-FFF2-40B4-BE49-F238E27FC236}">
                <a16:creationId xmlns:a16="http://schemas.microsoft.com/office/drawing/2014/main" id="{ABC2B62A-418D-4DFB-01D3-E2E69FD14C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2514600"/>
          <a:ext cx="1676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800" imgH="419100" progId="Equation.3">
                  <p:embed/>
                </p:oleObj>
              </mc:Choice>
              <mc:Fallback>
                <p:oleObj name="Equation" r:id="rId10" imgW="10668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514600"/>
                        <a:ext cx="1676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2">
            <a:extLst>
              <a:ext uri="{FF2B5EF4-FFF2-40B4-BE49-F238E27FC236}">
                <a16:creationId xmlns:a16="http://schemas.microsoft.com/office/drawing/2014/main" id="{8AE7F3AE-B1D0-DE13-5E46-68D0981E05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505200"/>
          <a:ext cx="19050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17600" imgH="330200" progId="Equation.3">
                  <p:embed/>
                </p:oleObj>
              </mc:Choice>
              <mc:Fallback>
                <p:oleObj name="Equation" r:id="rId12" imgW="1117600" imgH="330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05200"/>
                        <a:ext cx="190500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Line 13">
            <a:extLst>
              <a:ext uri="{FF2B5EF4-FFF2-40B4-BE49-F238E27FC236}">
                <a16:creationId xmlns:a16="http://schemas.microsoft.com/office/drawing/2014/main" id="{D7EC4727-94E4-283E-8640-FB0A0F300D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2133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62" name="Line 14">
            <a:extLst>
              <a:ext uri="{FF2B5EF4-FFF2-40B4-BE49-F238E27FC236}">
                <a16:creationId xmlns:a16="http://schemas.microsoft.com/office/drawing/2014/main" id="{5C966086-13D1-C091-766D-7B08AED67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0386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63" name="Line 15">
            <a:extLst>
              <a:ext uri="{FF2B5EF4-FFF2-40B4-BE49-F238E27FC236}">
                <a16:creationId xmlns:a16="http://schemas.microsoft.com/office/drawing/2014/main" id="{BF5AEC0B-BDCD-C568-1B3D-B2AA2C9C6F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2362200"/>
            <a:ext cx="1676400" cy="1676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64" name="Freeform 16">
            <a:extLst>
              <a:ext uri="{FF2B5EF4-FFF2-40B4-BE49-F238E27FC236}">
                <a16:creationId xmlns:a16="http://schemas.microsoft.com/office/drawing/2014/main" id="{04B88C1C-1889-38F2-E0D3-7A9855D6B30B}"/>
              </a:ext>
            </a:extLst>
          </p:cNvPr>
          <p:cNvSpPr>
            <a:spLocks/>
          </p:cNvSpPr>
          <p:nvPr/>
        </p:nvSpPr>
        <p:spPr bwMode="auto">
          <a:xfrm>
            <a:off x="5257800" y="2667000"/>
            <a:ext cx="1828800" cy="1371600"/>
          </a:xfrm>
          <a:custGeom>
            <a:avLst/>
            <a:gdLst>
              <a:gd name="T0" fmla="*/ 0 w 1152"/>
              <a:gd name="T1" fmla="*/ 2147483647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0 h 864"/>
              <a:gd name="T8" fmla="*/ 0 60000 65536"/>
              <a:gd name="T9" fmla="*/ 0 60000 65536"/>
              <a:gd name="T10" fmla="*/ 0 60000 65536"/>
              <a:gd name="T11" fmla="*/ 0 60000 65536"/>
              <a:gd name="T12" fmla="*/ 0 w 1152"/>
              <a:gd name="T13" fmla="*/ 0 h 864"/>
              <a:gd name="T14" fmla="*/ 1152 w 1152"/>
              <a:gd name="T15" fmla="*/ 864 h 8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52" h="864">
                <a:moveTo>
                  <a:pt x="0" y="864"/>
                </a:moveTo>
                <a:cubicBezTo>
                  <a:pt x="52" y="842"/>
                  <a:pt x="216" y="784"/>
                  <a:pt x="316" y="729"/>
                </a:cubicBezTo>
                <a:cubicBezTo>
                  <a:pt x="416" y="674"/>
                  <a:pt x="461" y="656"/>
                  <a:pt x="600" y="534"/>
                </a:cubicBezTo>
                <a:cubicBezTo>
                  <a:pt x="739" y="412"/>
                  <a:pt x="1037" y="111"/>
                  <a:pt x="115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65" name="Freeform 17">
            <a:extLst>
              <a:ext uri="{FF2B5EF4-FFF2-40B4-BE49-F238E27FC236}">
                <a16:creationId xmlns:a16="http://schemas.microsoft.com/office/drawing/2014/main" id="{8FA78A12-1047-8D51-0978-9132FD2B46EB}"/>
              </a:ext>
            </a:extLst>
          </p:cNvPr>
          <p:cNvSpPr>
            <a:spLocks/>
          </p:cNvSpPr>
          <p:nvPr/>
        </p:nvSpPr>
        <p:spPr bwMode="auto">
          <a:xfrm>
            <a:off x="5711825" y="3467100"/>
            <a:ext cx="558800" cy="569913"/>
          </a:xfrm>
          <a:custGeom>
            <a:avLst/>
            <a:gdLst>
              <a:gd name="T0" fmla="*/ 2147483647 w 352"/>
              <a:gd name="T1" fmla="*/ 0 h 359"/>
              <a:gd name="T2" fmla="*/ 0 w 352"/>
              <a:gd name="T3" fmla="*/ 2147483647 h 359"/>
              <a:gd name="T4" fmla="*/ 0 60000 65536"/>
              <a:gd name="T5" fmla="*/ 0 60000 65536"/>
              <a:gd name="T6" fmla="*/ 0 w 352"/>
              <a:gd name="T7" fmla="*/ 0 h 359"/>
              <a:gd name="T8" fmla="*/ 352 w 352"/>
              <a:gd name="T9" fmla="*/ 359 h 35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52" h="359">
                <a:moveTo>
                  <a:pt x="352" y="0"/>
                </a:moveTo>
                <a:lnTo>
                  <a:pt x="0" y="359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lgDashDotDot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66" name="Text Box 18">
            <a:extLst>
              <a:ext uri="{FF2B5EF4-FFF2-40B4-BE49-F238E27FC236}">
                <a16:creationId xmlns:a16="http://schemas.microsoft.com/office/drawing/2014/main" id="{BE9F3E4D-FF1D-7874-D93F-F4D5611C1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367188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67" name="Text Box 19">
            <a:extLst>
              <a:ext uri="{FF2B5EF4-FFF2-40B4-BE49-F238E27FC236}">
                <a16:creationId xmlns:a16="http://schemas.microsoft.com/office/drawing/2014/main" id="{2F919B09-13AA-854E-D3B2-6F1A7B2BE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1995488"/>
            <a:ext cx="534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c(t)</a:t>
            </a:r>
          </a:p>
        </p:txBody>
      </p:sp>
      <p:sp>
        <p:nvSpPr>
          <p:cNvPr id="27668" name="Text Box 20">
            <a:extLst>
              <a:ext uri="{FF2B5EF4-FFF2-40B4-BE49-F238E27FC236}">
                <a16:creationId xmlns:a16="http://schemas.microsoft.com/office/drawing/2014/main" id="{20A32860-1D68-34D5-284C-A572B0CE4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743200"/>
            <a:ext cx="506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r(t)</a:t>
            </a:r>
          </a:p>
        </p:txBody>
      </p:sp>
      <p:graphicFrame>
        <p:nvGraphicFramePr>
          <p:cNvPr id="27669" name="Object 21">
            <a:extLst>
              <a:ext uri="{FF2B5EF4-FFF2-40B4-BE49-F238E27FC236}">
                <a16:creationId xmlns:a16="http://schemas.microsoft.com/office/drawing/2014/main" id="{01756A8E-A9E0-E2CD-2E8A-39922A763A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953000"/>
          <a:ext cx="2743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37589" imgH="317362" progId="Equation.3">
                  <p:embed/>
                </p:oleObj>
              </mc:Choice>
              <mc:Fallback>
                <p:oleObj name="Equation" r:id="rId14" imgW="1637589" imgH="317362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953000"/>
                        <a:ext cx="2743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22">
            <a:extLst>
              <a:ext uri="{FF2B5EF4-FFF2-40B4-BE49-F238E27FC236}">
                <a16:creationId xmlns:a16="http://schemas.microsoft.com/office/drawing/2014/main" id="{5BCE8102-274E-05EA-917E-2F5089B7A4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5029200"/>
          <a:ext cx="10668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83947" imgH="203112" progId="Equation.3">
                  <p:embed/>
                </p:oleObj>
              </mc:Choice>
              <mc:Fallback>
                <p:oleObj name="Equation" r:id="rId16" imgW="583947" imgH="203112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029200"/>
                        <a:ext cx="10668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Line 23">
            <a:extLst>
              <a:ext uri="{FF2B5EF4-FFF2-40B4-BE49-F238E27FC236}">
                <a16:creationId xmlns:a16="http://schemas.microsoft.com/office/drawing/2014/main" id="{1BF13435-1A75-960A-2534-217FF2086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2362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72" name="Text Box 24">
            <a:extLst>
              <a:ext uri="{FF2B5EF4-FFF2-40B4-BE49-F238E27FC236}">
                <a16:creationId xmlns:a16="http://schemas.microsoft.com/office/drawing/2014/main" id="{0DA09503-542D-8628-54EE-F8AA86AA3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362200"/>
            <a:ext cx="3190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6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73" name="Text Box 25">
            <a:extLst>
              <a:ext uri="{FF2B5EF4-FFF2-40B4-BE49-F238E27FC236}">
                <a16:creationId xmlns:a16="http://schemas.microsoft.com/office/drawing/2014/main" id="{3AEB98BD-A88B-803E-8E65-EDF904C17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6240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74" name="Line 26">
            <a:extLst>
              <a:ext uri="{FF2B5EF4-FFF2-40B4-BE49-F238E27FC236}">
                <a16:creationId xmlns:a16="http://schemas.microsoft.com/office/drawing/2014/main" id="{E5EF81BB-FBCE-120D-DE77-C5118D7F7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191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75" name="Line 27">
            <a:extLst>
              <a:ext uri="{FF2B5EF4-FFF2-40B4-BE49-F238E27FC236}">
                <a16:creationId xmlns:a16="http://schemas.microsoft.com/office/drawing/2014/main" id="{4B49BDAD-AED4-4FCC-CC24-1011C394BD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191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76" name="Text Box 28">
            <a:extLst>
              <a:ext uri="{FF2B5EF4-FFF2-40B4-BE49-F238E27FC236}">
                <a16:creationId xmlns:a16="http://schemas.microsoft.com/office/drawing/2014/main" id="{9BD9FD58-41B0-9AA2-0661-180896054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19600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latin typeface="Times New Roman" panose="02020603050405020304" pitchFamily="18" charset="0"/>
              </a:rPr>
              <a:t>暂态分量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7677" name="Line 29">
            <a:extLst>
              <a:ext uri="{FF2B5EF4-FFF2-40B4-BE49-F238E27FC236}">
                <a16:creationId xmlns:a16="http://schemas.microsoft.com/office/drawing/2014/main" id="{1E0F473E-724D-33C6-3F34-994C3A485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114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78" name="Line 30">
            <a:extLst>
              <a:ext uri="{FF2B5EF4-FFF2-40B4-BE49-F238E27FC236}">
                <a16:creationId xmlns:a16="http://schemas.microsoft.com/office/drawing/2014/main" id="{6C9DB9E7-DD0A-EDF2-9CDC-A3D8E9CC9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114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79" name="Text Box 31">
            <a:extLst>
              <a:ext uri="{FF2B5EF4-FFF2-40B4-BE49-F238E27FC236}">
                <a16:creationId xmlns:a16="http://schemas.microsoft.com/office/drawing/2014/main" id="{25257DEC-6E36-5BCA-31CA-E56A799C2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12747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 </a:t>
            </a:r>
            <a:r>
              <a:rPr kumimoji="1" lang="zh-CN" altLang="en-US" sz="2000">
                <a:latin typeface="Times New Roman" panose="02020603050405020304" pitchFamily="18" charset="0"/>
              </a:rPr>
              <a:t>稳态分量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A990097C-7C61-E646-75CA-A80816E18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08050"/>
            <a:ext cx="62484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3.2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二阶系统的瞬态响应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0322B64F-6559-8D38-EF38-12F262F2D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200818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二阶系统 </a:t>
            </a:r>
          </a:p>
        </p:txBody>
      </p:sp>
      <p:graphicFrame>
        <p:nvGraphicFramePr>
          <p:cNvPr id="28676" name="Object 5">
            <a:extLst>
              <a:ext uri="{FF2B5EF4-FFF2-40B4-BE49-F238E27FC236}">
                <a16:creationId xmlns:a16="http://schemas.microsoft.com/office/drawing/2014/main" id="{4CEA018F-1185-F2EF-A58F-E92BF5055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1113" y="2632075"/>
          <a:ext cx="516413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90800" imgH="482600" progId="Equation.3">
                  <p:embed/>
                </p:oleObj>
              </mc:Choice>
              <mc:Fallback>
                <p:oleObj name="Equation" r:id="rId3" imgW="25908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2632075"/>
                        <a:ext cx="516413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Rectangle 6">
            <a:extLst>
              <a:ext uri="{FF2B5EF4-FFF2-40B4-BE49-F238E27FC236}">
                <a16:creationId xmlns:a16="http://schemas.microsoft.com/office/drawing/2014/main" id="{6E4C109B-6A07-8AC6-9031-FE813F9DF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3716338"/>
            <a:ext cx="73914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其中，</a:t>
            </a:r>
            <a:r>
              <a:rPr kumimoji="1" lang="en-US" altLang="zh-CN" sz="2800" i="1">
                <a:latin typeface="Times New Roman" panose="02020603050405020304" pitchFamily="18" charset="0"/>
              </a:rPr>
              <a:t>T</a:t>
            </a:r>
            <a:r>
              <a:rPr kumimoji="1" lang="zh-CN" altLang="en-US" sz="2800">
                <a:latin typeface="Times New Roman" panose="02020603050405020304" pitchFamily="18" charset="0"/>
              </a:rPr>
              <a:t>为时间常数，也称为无阻尼自由振荡</a:t>
            </a:r>
          </a:p>
          <a:p>
            <a:pPr algn="just"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            周期，</a:t>
            </a:r>
          </a:p>
          <a:p>
            <a:pPr algn="just"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            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zh-CN" altLang="en-US" sz="2800">
                <a:latin typeface="Times New Roman" panose="02020603050405020304" pitchFamily="18" charset="0"/>
              </a:rPr>
              <a:t> 为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</a:rPr>
              <a:t>阻尼比</a:t>
            </a:r>
            <a:r>
              <a:rPr kumimoji="1" lang="zh-CN" altLang="en-US" sz="2800">
                <a:latin typeface="Times New Roman" panose="02020603050405020304" pitchFamily="18" charset="0"/>
              </a:rPr>
              <a:t>；</a:t>
            </a:r>
          </a:p>
          <a:p>
            <a:pPr algn="just"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           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</a:rPr>
              <a:t>＝</a:t>
            </a: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宋体" panose="02010600030101010101" pitchFamily="2" charset="-122"/>
              </a:rPr>
              <a:t>/</a:t>
            </a:r>
            <a:r>
              <a:rPr kumimoji="1" lang="en-US" altLang="zh-CN" sz="2800">
                <a:latin typeface="Times New Roman" panose="02020603050405020304" pitchFamily="18" charset="0"/>
              </a:rPr>
              <a:t>T</a:t>
            </a:r>
            <a:r>
              <a:rPr kumimoji="1" lang="zh-CN" altLang="en-US" sz="2800">
                <a:latin typeface="Times New Roman" panose="02020603050405020304" pitchFamily="18" charset="0"/>
              </a:rPr>
              <a:t>为系统的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</a:rPr>
              <a:t>无阻尼固有频率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B65127BB-5733-9D28-A7E4-768D47B6A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981075"/>
            <a:ext cx="3740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二阶系统的特征方程：</a:t>
            </a:r>
          </a:p>
        </p:txBody>
      </p:sp>
      <p:graphicFrame>
        <p:nvGraphicFramePr>
          <p:cNvPr id="29699" name="Object 4">
            <a:extLst>
              <a:ext uri="{FF2B5EF4-FFF2-40B4-BE49-F238E27FC236}">
                <a16:creationId xmlns:a16="http://schemas.microsoft.com/office/drawing/2014/main" id="{696F5354-DFD0-2CE2-7C73-BDDA3F580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752600"/>
          <a:ext cx="250666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6755" imgH="266584" progId="Equation.3">
                  <p:embed/>
                </p:oleObj>
              </mc:Choice>
              <mc:Fallback>
                <p:oleObj name="Equation" r:id="rId3" imgW="1256755" imgH="26658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752600"/>
                        <a:ext cx="250666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0" name="Group 5">
            <a:extLst>
              <a:ext uri="{FF2B5EF4-FFF2-40B4-BE49-F238E27FC236}">
                <a16:creationId xmlns:a16="http://schemas.microsoft.com/office/drawing/2014/main" id="{7FE362C3-1B08-B9ED-5912-40D177B1D09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286000"/>
            <a:ext cx="6172200" cy="609600"/>
            <a:chOff x="1008" y="1536"/>
            <a:chExt cx="3888" cy="384"/>
          </a:xfrm>
        </p:grpSpPr>
        <p:sp>
          <p:nvSpPr>
            <p:cNvPr id="29708" name="Rectangle 6">
              <a:extLst>
                <a:ext uri="{FF2B5EF4-FFF2-40B4-BE49-F238E27FC236}">
                  <a16:creationId xmlns:a16="http://schemas.microsoft.com/office/drawing/2014/main" id="{F4CE0D51-C3E0-49A4-BB34-BE78F5715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593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Times New Roman" panose="02020603050405020304" pitchFamily="18" charset="0"/>
                </a:rPr>
                <a:t>极点（特征根）：</a:t>
              </a:r>
            </a:p>
          </p:txBody>
        </p:sp>
        <p:graphicFrame>
          <p:nvGraphicFramePr>
            <p:cNvPr id="29709" name="Object 7">
              <a:extLst>
                <a:ext uri="{FF2B5EF4-FFF2-40B4-BE49-F238E27FC236}">
                  <a16:creationId xmlns:a16="http://schemas.microsoft.com/office/drawing/2014/main" id="{C04353A8-0D77-27C4-BD82-3A579A0F93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0" y="1536"/>
            <a:ext cx="1946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48728" imgH="304668" progId="Equation.3">
                    <p:embed/>
                  </p:oleObj>
                </mc:Choice>
                <mc:Fallback>
                  <p:oleObj name="Equation" r:id="rId5" imgW="1548728" imgH="30466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0" y="1536"/>
                          <a:ext cx="1946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1" name="Rectangle 8">
            <a:extLst>
              <a:ext uri="{FF2B5EF4-FFF2-40B4-BE49-F238E27FC236}">
                <a16:creationId xmlns:a16="http://schemas.microsoft.com/office/drawing/2014/main" id="{9407B6FB-BAF6-0ED8-37E2-7647E2434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971800"/>
            <a:ext cx="7046912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欠阻尼二阶系统（振荡环节）：  </a:t>
            </a:r>
            <a:r>
              <a:rPr kumimoji="1" lang="en-US" altLang="zh-CN" sz="2800">
                <a:latin typeface="Times New Roman" panose="02020603050405020304" pitchFamily="18" charset="0"/>
              </a:rPr>
              <a:t>0&lt;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en-US" altLang="zh-CN" sz="2800">
                <a:latin typeface="Times New Roman" panose="02020603050405020304" pitchFamily="18" charset="0"/>
              </a:rPr>
              <a:t>&lt;1</a:t>
            </a:r>
          </a:p>
        </p:txBody>
      </p:sp>
      <p:sp>
        <p:nvSpPr>
          <p:cNvPr id="29702" name="Rectangle 9">
            <a:extLst>
              <a:ext uri="{FF2B5EF4-FFF2-40B4-BE49-F238E27FC236}">
                <a16:creationId xmlns:a16="http://schemas.microsoft.com/office/drawing/2014/main" id="{B03BC7C8-D80F-F613-1A13-66304CB6E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671888"/>
            <a:ext cx="4195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具有一对共轭复数极点：</a:t>
            </a:r>
          </a:p>
        </p:txBody>
      </p:sp>
      <p:graphicFrame>
        <p:nvGraphicFramePr>
          <p:cNvPr id="29703" name="Object 10">
            <a:extLst>
              <a:ext uri="{FF2B5EF4-FFF2-40B4-BE49-F238E27FC236}">
                <a16:creationId xmlns:a16="http://schemas.microsoft.com/office/drawing/2014/main" id="{C11B8C7D-08DB-EC7D-CF0E-6691BC1F08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9263" y="4344988"/>
          <a:ext cx="498633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01900" imgH="304800" progId="Equation.3">
                  <p:embed/>
                </p:oleObj>
              </mc:Choice>
              <mc:Fallback>
                <p:oleObj name="Equation" r:id="rId7" imgW="2501900" imgH="304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4344988"/>
                        <a:ext cx="4986337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4" name="Group 6">
            <a:extLst>
              <a:ext uri="{FF2B5EF4-FFF2-40B4-BE49-F238E27FC236}">
                <a16:creationId xmlns:a16="http://schemas.microsoft.com/office/drawing/2014/main" id="{2067CD2D-86B7-A2FC-40D0-CD7F82AC700D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5084763"/>
            <a:ext cx="6858000" cy="582612"/>
            <a:chOff x="1008" y="3384"/>
            <a:chExt cx="4320" cy="367"/>
          </a:xfrm>
        </p:grpSpPr>
        <p:sp>
          <p:nvSpPr>
            <p:cNvPr id="29705" name="Rectangle 7">
              <a:extLst>
                <a:ext uri="{FF2B5EF4-FFF2-40B4-BE49-F238E27FC236}">
                  <a16:creationId xmlns:a16="http://schemas.microsoft.com/office/drawing/2014/main" id="{7AD2D486-C17C-15F5-67DB-EA37FB69D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17"/>
              <a:ext cx="36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Times New Roman" panose="02020603050405020304" pitchFamily="18" charset="0"/>
                </a:rPr>
                <a:t>其中，</a:t>
              </a:r>
            </a:p>
          </p:txBody>
        </p:sp>
        <p:sp>
          <p:nvSpPr>
            <p:cNvPr id="29706" name="Rectangle 8">
              <a:extLst>
                <a:ext uri="{FF2B5EF4-FFF2-40B4-BE49-F238E27FC236}">
                  <a16:creationId xmlns:a16="http://schemas.microsoft.com/office/drawing/2014/main" id="{E215181E-B99C-01C9-EF71-987A1D824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0" y="3417"/>
              <a:ext cx="22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Times New Roman" panose="02020603050405020304" pitchFamily="18" charset="0"/>
                </a:rPr>
                <a:t>称为</a:t>
              </a:r>
              <a:r>
                <a:rPr kumimoji="1" lang="zh-CN" altLang="en-US" sz="2800">
                  <a:solidFill>
                    <a:srgbClr val="CC0000"/>
                  </a:solidFill>
                  <a:latin typeface="Times New Roman" panose="02020603050405020304" pitchFamily="18" charset="0"/>
                </a:rPr>
                <a:t>阻尼振荡频率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。</a:t>
              </a:r>
            </a:p>
          </p:txBody>
        </p:sp>
        <p:graphicFrame>
          <p:nvGraphicFramePr>
            <p:cNvPr id="29707" name="Object 9">
              <a:extLst>
                <a:ext uri="{FF2B5EF4-FFF2-40B4-BE49-F238E27FC236}">
                  <a16:creationId xmlns:a16="http://schemas.microsoft.com/office/drawing/2014/main" id="{B7BDCF28-A6C9-35D5-4E2C-E94CC6529B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4" y="3384"/>
            <a:ext cx="1275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016000" imgH="292100" progId="Equation.3">
                    <p:embed/>
                  </p:oleObj>
                </mc:Choice>
                <mc:Fallback>
                  <p:oleObj name="Equation" r:id="rId9" imgW="1016000" imgH="2921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4" y="3384"/>
                          <a:ext cx="1275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184B8058-B660-CEEF-5E64-CF8172A8B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052513"/>
            <a:ext cx="521811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临界阻尼二阶系统：  </a:t>
            </a:r>
            <a:r>
              <a:rPr kumimoji="1"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92AACB74-EB4A-D299-9085-E0C9E5A21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192087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具有两个相等的负实数极点：</a:t>
            </a:r>
          </a:p>
        </p:txBody>
      </p:sp>
      <p:graphicFrame>
        <p:nvGraphicFramePr>
          <p:cNvPr id="30724" name="Object 5">
            <a:extLst>
              <a:ext uri="{FF2B5EF4-FFF2-40B4-BE49-F238E27FC236}">
                <a16:creationId xmlns:a16="http://schemas.microsoft.com/office/drawing/2014/main" id="{734FD665-D29A-401E-E3B8-D65DD7F5B3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2492375"/>
          <a:ext cx="136683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241300" progId="Equation.3">
                  <p:embed/>
                </p:oleObj>
              </mc:Choice>
              <mc:Fallback>
                <p:oleObj name="Equation" r:id="rId3" imgW="6858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492375"/>
                        <a:ext cx="1366837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Rectangle 3">
            <a:extLst>
              <a:ext uri="{FF2B5EF4-FFF2-40B4-BE49-F238E27FC236}">
                <a16:creationId xmlns:a16="http://schemas.microsoft.com/office/drawing/2014/main" id="{73E74C91-4AEA-EA69-F074-101F01C9A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8" y="3262313"/>
            <a:ext cx="5105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过阻尼二阶系统：  </a:t>
            </a:r>
            <a:r>
              <a:rPr kumimoji="1"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&gt; 1</a:t>
            </a:r>
          </a:p>
        </p:txBody>
      </p:sp>
      <p:sp>
        <p:nvSpPr>
          <p:cNvPr id="30726" name="Rectangle 4">
            <a:extLst>
              <a:ext uri="{FF2B5EF4-FFF2-40B4-BE49-F238E27FC236}">
                <a16:creationId xmlns:a16="http://schemas.microsoft.com/office/drawing/2014/main" id="{53E8DD84-8B87-C7F5-E4B1-26BF70581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" y="4306888"/>
            <a:ext cx="527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具有两个不相等的负实数极点：</a:t>
            </a:r>
          </a:p>
        </p:txBody>
      </p:sp>
      <p:graphicFrame>
        <p:nvGraphicFramePr>
          <p:cNvPr id="30727" name="Object 12">
            <a:extLst>
              <a:ext uri="{FF2B5EF4-FFF2-40B4-BE49-F238E27FC236}">
                <a16:creationId xmlns:a16="http://schemas.microsoft.com/office/drawing/2014/main" id="{B73D921F-8124-1EA6-DADA-DB884D6212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941888"/>
          <a:ext cx="308927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8728" imgH="304668" progId="Equation.3">
                  <p:embed/>
                </p:oleObj>
              </mc:Choice>
              <mc:Fallback>
                <p:oleObj name="Equation" r:id="rId5" imgW="1548728" imgH="30466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941888"/>
                        <a:ext cx="308927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6201BFB-8B82-0011-0665-3C5E6EEBA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052513"/>
            <a:ext cx="5218112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零阻尼二阶系统：  </a:t>
            </a:r>
            <a:r>
              <a:rPr kumimoji="1"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57F21A6-D760-931D-AD8A-8D9F22AF0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84467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具有一对共轭虚极点：</a:t>
            </a:r>
          </a:p>
        </p:txBody>
      </p:sp>
      <p:graphicFrame>
        <p:nvGraphicFramePr>
          <p:cNvPr id="31748" name="Object 4">
            <a:extLst>
              <a:ext uri="{FF2B5EF4-FFF2-40B4-BE49-F238E27FC236}">
                <a16:creationId xmlns:a16="http://schemas.microsoft.com/office/drawing/2014/main" id="{BE5EF695-76B9-DB88-16DB-D5C36633AC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3463" y="2530475"/>
          <a:ext cx="15430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4" imgH="241195" progId="Equation.3">
                  <p:embed/>
                </p:oleObj>
              </mc:Choice>
              <mc:Fallback>
                <p:oleObj name="Equation" r:id="rId3" imgW="774364" imgH="24119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2530475"/>
                        <a:ext cx="154305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Rectangle 5">
            <a:extLst>
              <a:ext uri="{FF2B5EF4-FFF2-40B4-BE49-F238E27FC236}">
                <a16:creationId xmlns:a16="http://schemas.microsoft.com/office/drawing/2014/main" id="{71B08310-656C-23C7-D38E-9BCE644AB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644900"/>
            <a:ext cx="5105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负阻尼二阶系统：  </a:t>
            </a:r>
            <a:r>
              <a:rPr kumimoji="1"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&lt; 0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2E692F18-17AA-A61E-15B1-F690D3CC8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652963"/>
            <a:ext cx="7216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极点实部大于零，响应发散，系统不稳定。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0CB5EE33-5994-D8D2-D014-4951B0177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525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欠阻尼（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0&lt;</a:t>
            </a:r>
            <a:r>
              <a:rPr kumimoji="1"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en-US" altLang="zh-CN" sz="2800" b="1">
                <a:latin typeface="Times New Roman" panose="02020603050405020304" pitchFamily="18" charset="0"/>
              </a:rPr>
              <a:t>&lt;1</a:t>
            </a:r>
            <a:r>
              <a:rPr kumimoji="1" lang="zh-CN" altLang="en-US" sz="2800" b="1">
                <a:latin typeface="宋体" panose="02010600030101010101" pitchFamily="2" charset="-122"/>
              </a:rPr>
              <a:t>）状态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2771" name="Object 10">
            <a:extLst>
              <a:ext uri="{FF2B5EF4-FFF2-40B4-BE49-F238E27FC236}">
                <a16:creationId xmlns:a16="http://schemas.microsoft.com/office/drawing/2014/main" id="{C6D2ED8F-DC14-5711-664B-702DCCCF03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276475"/>
          <a:ext cx="498633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01900" imgH="304800" progId="Equation.3">
                  <p:embed/>
                </p:oleObj>
              </mc:Choice>
              <mc:Fallback>
                <p:oleObj name="Equation" r:id="rId3" imgW="2501900" imgH="304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276475"/>
                        <a:ext cx="4986337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11">
            <a:extLst>
              <a:ext uri="{FF2B5EF4-FFF2-40B4-BE49-F238E27FC236}">
                <a16:creationId xmlns:a16="http://schemas.microsoft.com/office/drawing/2014/main" id="{7FD2E628-28E9-483F-1A9E-8FE1687DD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700213"/>
            <a:ext cx="5832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二阶系统具有一对共轭复数极点：</a:t>
            </a:r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855413EB-595C-3C88-058C-D7918950B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3337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二阶系统的</a:t>
            </a:r>
            <a:r>
              <a:rPr kumimoji="1" lang="zh-CN" altLang="en-US" sz="2800" b="1">
                <a:latin typeface="宋体" panose="02010600030101010101" pitchFamily="2" charset="-122"/>
              </a:rPr>
              <a:t>单位阶跃响应 </a:t>
            </a:r>
          </a:p>
        </p:txBody>
      </p:sp>
      <p:pic>
        <p:nvPicPr>
          <p:cNvPr id="32774" name="Picture 6">
            <a:extLst>
              <a:ext uri="{FF2B5EF4-FFF2-40B4-BE49-F238E27FC236}">
                <a16:creationId xmlns:a16="http://schemas.microsoft.com/office/drawing/2014/main" id="{96F84ECB-5E83-414A-EF42-5963E6BD0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4149725"/>
            <a:ext cx="3433763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75" name="组合 13">
            <a:extLst>
              <a:ext uri="{FF2B5EF4-FFF2-40B4-BE49-F238E27FC236}">
                <a16:creationId xmlns:a16="http://schemas.microsoft.com/office/drawing/2014/main" id="{7BFAD51D-6E66-F251-B18A-755B2BE9207B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4149725"/>
            <a:ext cx="2447925" cy="2346325"/>
            <a:chOff x="6156325" y="1557338"/>
            <a:chExt cx="2447925" cy="2346325"/>
          </a:xfrm>
        </p:grpSpPr>
        <p:pic>
          <p:nvPicPr>
            <p:cNvPr id="32779" name="Picture 8">
              <a:extLst>
                <a:ext uri="{FF2B5EF4-FFF2-40B4-BE49-F238E27FC236}">
                  <a16:creationId xmlns:a16="http://schemas.microsoft.com/office/drawing/2014/main" id="{CF65CA1A-B316-E713-08DF-AF675296C0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6325" y="1557338"/>
              <a:ext cx="2447925" cy="234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80" name="TextBox 12">
              <a:extLst>
                <a:ext uri="{FF2B5EF4-FFF2-40B4-BE49-F238E27FC236}">
                  <a16:creationId xmlns:a16="http://schemas.microsoft.com/office/drawing/2014/main" id="{461C3B76-259C-8F83-9344-B7933E9CB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232" y="2636912"/>
              <a:ext cx="288032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ym typeface="Symbol" panose="05050102010706020507" pitchFamily="18" charset="2"/>
                </a:rPr>
                <a:t></a:t>
              </a:r>
              <a:endParaRPr lang="zh-CN" altLang="en-US" sz="1400"/>
            </a:p>
          </p:txBody>
        </p:sp>
      </p:grpSp>
      <p:grpSp>
        <p:nvGrpSpPr>
          <p:cNvPr id="32776" name="组合 19">
            <a:extLst>
              <a:ext uri="{FF2B5EF4-FFF2-40B4-BE49-F238E27FC236}">
                <a16:creationId xmlns:a16="http://schemas.microsoft.com/office/drawing/2014/main" id="{7C7DD872-BCAC-C81B-D436-3F71AF94943C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3068638"/>
            <a:ext cx="6427788" cy="1179512"/>
            <a:chOff x="971600" y="3068960"/>
            <a:chExt cx="6427589" cy="1179265"/>
          </a:xfrm>
        </p:grpSpPr>
        <p:graphicFrame>
          <p:nvGraphicFramePr>
            <p:cNvPr id="32777" name="Object 9">
              <a:extLst>
                <a:ext uri="{FF2B5EF4-FFF2-40B4-BE49-F238E27FC236}">
                  <a16:creationId xmlns:a16="http://schemas.microsoft.com/office/drawing/2014/main" id="{3325AB74-D9A5-71FF-9607-B0537749BF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1600" y="3212976"/>
            <a:ext cx="5870575" cy="1008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514600" imgH="431800" progId="Equation.3">
                    <p:embed/>
                  </p:oleObj>
                </mc:Choice>
                <mc:Fallback>
                  <p:oleObj name="公式" r:id="rId7" imgW="2514600" imgH="4318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3212976"/>
                          <a:ext cx="5870575" cy="1008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2778" name="Picture 7">
              <a:extLst>
                <a:ext uri="{FF2B5EF4-FFF2-40B4-BE49-F238E27FC236}">
                  <a16:creationId xmlns:a16="http://schemas.microsoft.com/office/drawing/2014/main" id="{08CDA847-91B3-35DC-1E19-DDCF3C2A45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406"/>
            <a:stretch>
              <a:fillRect/>
            </a:stretch>
          </p:blipFill>
          <p:spPr bwMode="auto">
            <a:xfrm>
              <a:off x="1547664" y="3068960"/>
              <a:ext cx="5851525" cy="11792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3">
            <a:extLst>
              <a:ext uri="{FF2B5EF4-FFF2-40B4-BE49-F238E27FC236}">
                <a16:creationId xmlns:a16="http://schemas.microsoft.com/office/drawing/2014/main" id="{7505C683-D7C4-DF51-362B-62BB620D547C}"/>
              </a:ext>
            </a:extLst>
          </p:cNvPr>
          <p:cNvGrpSpPr>
            <a:grpSpLocks/>
          </p:cNvGrpSpPr>
          <p:nvPr/>
        </p:nvGrpSpPr>
        <p:grpSpPr bwMode="auto">
          <a:xfrm>
            <a:off x="754063" y="1700213"/>
            <a:ext cx="7245350" cy="5005387"/>
            <a:chOff x="477" y="1056"/>
            <a:chExt cx="4564" cy="3153"/>
          </a:xfrm>
        </p:grpSpPr>
        <p:sp>
          <p:nvSpPr>
            <p:cNvPr id="33795" name="Text Box 4">
              <a:extLst>
                <a:ext uri="{FF2B5EF4-FFF2-40B4-BE49-F238E27FC236}">
                  <a16:creationId xmlns:a16="http://schemas.microsoft.com/office/drawing/2014/main" id="{72D7354F-31AA-8E17-FAC9-2623EADF852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3921"/>
              <a:ext cx="29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latin typeface="Times New Roman" panose="02020603050405020304" pitchFamily="18" charset="0"/>
                  <a:ea typeface="楷体_GB2312" pitchFamily="49" charset="-122"/>
                </a:rPr>
                <a:t>欠阻尼二阶系统单位阶跃响应曲线</a:t>
              </a:r>
            </a:p>
          </p:txBody>
        </p:sp>
        <p:grpSp>
          <p:nvGrpSpPr>
            <p:cNvPr id="33796" name="Group 5">
              <a:extLst>
                <a:ext uri="{FF2B5EF4-FFF2-40B4-BE49-F238E27FC236}">
                  <a16:creationId xmlns:a16="http://schemas.microsoft.com/office/drawing/2014/main" id="{2CD1982E-A5AD-4645-5C74-06428ED145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" y="1056"/>
              <a:ext cx="4564" cy="2886"/>
              <a:chOff x="477" y="1104"/>
              <a:chExt cx="4564" cy="2886"/>
            </a:xfrm>
          </p:grpSpPr>
          <p:sp>
            <p:nvSpPr>
              <p:cNvPr id="33797" name="Rectangle 6">
                <a:extLst>
                  <a:ext uri="{FF2B5EF4-FFF2-40B4-BE49-F238E27FC236}">
                    <a16:creationId xmlns:a16="http://schemas.microsoft.com/office/drawing/2014/main" id="{41BD5D57-8F1D-0AE6-7858-AC2385BF1F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1233"/>
                <a:ext cx="3609" cy="2421"/>
              </a:xfrm>
              <a:prstGeom prst="rect">
                <a:avLst/>
              </a:prstGeom>
              <a:noFill/>
              <a:ln w="15875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3798" name="Freeform 7">
                <a:extLst>
                  <a:ext uri="{FF2B5EF4-FFF2-40B4-BE49-F238E27FC236}">
                    <a16:creationId xmlns:a16="http://schemas.microsoft.com/office/drawing/2014/main" id="{E4EE2BA7-D70C-671C-BFAA-AD60C7E6CE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1233"/>
                <a:ext cx="2" cy="2421"/>
              </a:xfrm>
              <a:custGeom>
                <a:avLst/>
                <a:gdLst>
                  <a:gd name="T0" fmla="*/ 0 w 2"/>
                  <a:gd name="T1" fmla="*/ 2147483647 h 341"/>
                  <a:gd name="T2" fmla="*/ 0 w 2"/>
                  <a:gd name="T3" fmla="*/ 0 h 341"/>
                  <a:gd name="T4" fmla="*/ 0 w 2"/>
                  <a:gd name="T5" fmla="*/ 0 h 34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41"/>
                  <a:gd name="T11" fmla="*/ 2 w 2"/>
                  <a:gd name="T12" fmla="*/ 341 h 3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41">
                    <a:moveTo>
                      <a:pt x="0" y="341"/>
                    </a:move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9" name="Freeform 8">
                <a:extLst>
                  <a:ext uri="{FF2B5EF4-FFF2-40B4-BE49-F238E27FC236}">
                    <a16:creationId xmlns:a16="http://schemas.microsoft.com/office/drawing/2014/main" id="{F75CA2D9-98DD-4E1F-F276-C3927269C8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64" y="1233"/>
                <a:ext cx="1" cy="2421"/>
              </a:xfrm>
              <a:custGeom>
                <a:avLst/>
                <a:gdLst>
                  <a:gd name="T0" fmla="*/ 0 w 1"/>
                  <a:gd name="T1" fmla="*/ 2147483647 h 341"/>
                  <a:gd name="T2" fmla="*/ 0 w 1"/>
                  <a:gd name="T3" fmla="*/ 0 h 341"/>
                  <a:gd name="T4" fmla="*/ 0 w 1"/>
                  <a:gd name="T5" fmla="*/ 0 h 34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1"/>
                  <a:gd name="T11" fmla="*/ 1 w 1"/>
                  <a:gd name="T12" fmla="*/ 341 h 3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1">
                    <a:moveTo>
                      <a:pt x="0" y="341"/>
                    </a:move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0" name="Freeform 9">
                <a:extLst>
                  <a:ext uri="{FF2B5EF4-FFF2-40B4-BE49-F238E27FC236}">
                    <a16:creationId xmlns:a16="http://schemas.microsoft.com/office/drawing/2014/main" id="{8E88ABAB-1124-AE71-FC42-DCB3D263CA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73" y="1233"/>
                <a:ext cx="0" cy="2421"/>
              </a:xfrm>
              <a:custGeom>
                <a:avLst/>
                <a:gdLst>
                  <a:gd name="T0" fmla="*/ 2147483647 h 341"/>
                  <a:gd name="T1" fmla="*/ 0 h 341"/>
                  <a:gd name="T2" fmla="*/ 0 h 341"/>
                  <a:gd name="T3" fmla="*/ 0 60000 65536"/>
                  <a:gd name="T4" fmla="*/ 0 60000 65536"/>
                  <a:gd name="T5" fmla="*/ 0 60000 65536"/>
                  <a:gd name="T6" fmla="*/ 0 h 341"/>
                  <a:gd name="T7" fmla="*/ 341 h 341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341">
                    <a:moveTo>
                      <a:pt x="0" y="341"/>
                    </a:move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1" name="Freeform 10">
                <a:extLst>
                  <a:ext uri="{FF2B5EF4-FFF2-40B4-BE49-F238E27FC236}">
                    <a16:creationId xmlns:a16="http://schemas.microsoft.com/office/drawing/2014/main" id="{DF7B135B-DA59-1F08-C001-E2219EBB07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872" y="1233"/>
                <a:ext cx="1" cy="2421"/>
              </a:xfrm>
              <a:custGeom>
                <a:avLst/>
                <a:gdLst>
                  <a:gd name="T0" fmla="*/ 0 w 1"/>
                  <a:gd name="T1" fmla="*/ 2147483647 h 341"/>
                  <a:gd name="T2" fmla="*/ 0 w 1"/>
                  <a:gd name="T3" fmla="*/ 0 h 341"/>
                  <a:gd name="T4" fmla="*/ 0 w 1"/>
                  <a:gd name="T5" fmla="*/ 0 h 34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1"/>
                  <a:gd name="T11" fmla="*/ 1 w 1"/>
                  <a:gd name="T12" fmla="*/ 341 h 3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1">
                    <a:moveTo>
                      <a:pt x="0" y="341"/>
                    </a:move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2" name="Freeform 11">
                <a:extLst>
                  <a:ext uri="{FF2B5EF4-FFF2-40B4-BE49-F238E27FC236}">
                    <a16:creationId xmlns:a16="http://schemas.microsoft.com/office/drawing/2014/main" id="{DD3A5661-CC76-82FC-59FA-ABA9348240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3654"/>
                <a:ext cx="3609" cy="0"/>
              </a:xfrm>
              <a:custGeom>
                <a:avLst/>
                <a:gdLst>
                  <a:gd name="T0" fmla="*/ 0 w 433"/>
                  <a:gd name="T1" fmla="*/ 2147483647 w 433"/>
                  <a:gd name="T2" fmla="*/ 2147483647 w 433"/>
                  <a:gd name="T3" fmla="*/ 0 60000 65536"/>
                  <a:gd name="T4" fmla="*/ 0 60000 65536"/>
                  <a:gd name="T5" fmla="*/ 0 60000 65536"/>
                  <a:gd name="T6" fmla="*/ 0 w 433"/>
                  <a:gd name="T7" fmla="*/ 433 w 433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33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3" name="Freeform 12">
                <a:extLst>
                  <a:ext uri="{FF2B5EF4-FFF2-40B4-BE49-F238E27FC236}">
                    <a16:creationId xmlns:a16="http://schemas.microsoft.com/office/drawing/2014/main" id="{3F765B67-F2A6-AAB6-E6DE-E1CEE19DEF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3412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147483647 w 433"/>
                  <a:gd name="T3" fmla="*/ 0 h 1"/>
                  <a:gd name="T4" fmla="*/ 2147483647 w 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33"/>
                  <a:gd name="T10" fmla="*/ 0 h 1"/>
                  <a:gd name="T11" fmla="*/ 433 w 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4" name="Freeform 13">
                <a:extLst>
                  <a:ext uri="{FF2B5EF4-FFF2-40B4-BE49-F238E27FC236}">
                    <a16:creationId xmlns:a16="http://schemas.microsoft.com/office/drawing/2014/main" id="{25A587CD-757E-0E03-F0D8-6BF3F46222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3171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147483647 w 433"/>
                  <a:gd name="T3" fmla="*/ 0 h 1"/>
                  <a:gd name="T4" fmla="*/ 2147483647 w 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33"/>
                  <a:gd name="T10" fmla="*/ 0 h 1"/>
                  <a:gd name="T11" fmla="*/ 433 w 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5" name="Freeform 14">
                <a:extLst>
                  <a:ext uri="{FF2B5EF4-FFF2-40B4-BE49-F238E27FC236}">
                    <a16:creationId xmlns:a16="http://schemas.microsoft.com/office/drawing/2014/main" id="{3F6BE01B-2D8F-4542-1C9A-65A7403548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2929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147483647 w 433"/>
                  <a:gd name="T3" fmla="*/ 0 h 1"/>
                  <a:gd name="T4" fmla="*/ 2147483647 w 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33"/>
                  <a:gd name="T10" fmla="*/ 0 h 1"/>
                  <a:gd name="T11" fmla="*/ 433 w 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6" name="Freeform 15">
                <a:extLst>
                  <a:ext uri="{FF2B5EF4-FFF2-40B4-BE49-F238E27FC236}">
                    <a16:creationId xmlns:a16="http://schemas.microsoft.com/office/drawing/2014/main" id="{E51BAB83-6F1E-30C7-66C5-14AB770717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2688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147483647 w 433"/>
                  <a:gd name="T3" fmla="*/ 0 h 1"/>
                  <a:gd name="T4" fmla="*/ 2147483647 w 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33"/>
                  <a:gd name="T10" fmla="*/ 0 h 1"/>
                  <a:gd name="T11" fmla="*/ 433 w 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7" name="Freeform 16">
                <a:extLst>
                  <a:ext uri="{FF2B5EF4-FFF2-40B4-BE49-F238E27FC236}">
                    <a16:creationId xmlns:a16="http://schemas.microsoft.com/office/drawing/2014/main" id="{CC93A5E4-D2FE-C35C-C646-D1E1AA3797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2447"/>
                <a:ext cx="3609" cy="0"/>
              </a:xfrm>
              <a:custGeom>
                <a:avLst/>
                <a:gdLst>
                  <a:gd name="T0" fmla="*/ 0 w 433"/>
                  <a:gd name="T1" fmla="*/ 2147483647 w 433"/>
                  <a:gd name="T2" fmla="*/ 2147483647 w 433"/>
                  <a:gd name="T3" fmla="*/ 0 60000 65536"/>
                  <a:gd name="T4" fmla="*/ 0 60000 65536"/>
                  <a:gd name="T5" fmla="*/ 0 60000 65536"/>
                  <a:gd name="T6" fmla="*/ 0 w 433"/>
                  <a:gd name="T7" fmla="*/ 433 w 433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33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8" name="Freeform 17">
                <a:extLst>
                  <a:ext uri="{FF2B5EF4-FFF2-40B4-BE49-F238E27FC236}">
                    <a16:creationId xmlns:a16="http://schemas.microsoft.com/office/drawing/2014/main" id="{FCA2E953-BB72-1174-A8D4-5153F99ABF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2198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147483647 w 433"/>
                  <a:gd name="T3" fmla="*/ 0 h 1"/>
                  <a:gd name="T4" fmla="*/ 2147483647 w 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33"/>
                  <a:gd name="T10" fmla="*/ 0 h 1"/>
                  <a:gd name="T11" fmla="*/ 433 w 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9" name="Freeform 18">
                <a:extLst>
                  <a:ext uri="{FF2B5EF4-FFF2-40B4-BE49-F238E27FC236}">
                    <a16:creationId xmlns:a16="http://schemas.microsoft.com/office/drawing/2014/main" id="{1901BB4D-B3B1-2C5A-2D95-8E0AC0F2E4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1957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147483647 w 433"/>
                  <a:gd name="T3" fmla="*/ 0 h 1"/>
                  <a:gd name="T4" fmla="*/ 2147483647 w 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33"/>
                  <a:gd name="T10" fmla="*/ 0 h 1"/>
                  <a:gd name="T11" fmla="*/ 433 w 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0" name="Freeform 19">
                <a:extLst>
                  <a:ext uri="{FF2B5EF4-FFF2-40B4-BE49-F238E27FC236}">
                    <a16:creationId xmlns:a16="http://schemas.microsoft.com/office/drawing/2014/main" id="{D0C4A5D6-A562-E5A4-3918-118DF3231E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1716"/>
                <a:ext cx="3609" cy="0"/>
              </a:xfrm>
              <a:custGeom>
                <a:avLst/>
                <a:gdLst>
                  <a:gd name="T0" fmla="*/ 0 w 433"/>
                  <a:gd name="T1" fmla="*/ 2147483647 w 433"/>
                  <a:gd name="T2" fmla="*/ 2147483647 w 433"/>
                  <a:gd name="T3" fmla="*/ 0 60000 65536"/>
                  <a:gd name="T4" fmla="*/ 0 60000 65536"/>
                  <a:gd name="T5" fmla="*/ 0 60000 65536"/>
                  <a:gd name="T6" fmla="*/ 0 w 433"/>
                  <a:gd name="T7" fmla="*/ 433 w 433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33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1" name="Freeform 20">
                <a:extLst>
                  <a:ext uri="{FF2B5EF4-FFF2-40B4-BE49-F238E27FC236}">
                    <a16:creationId xmlns:a16="http://schemas.microsoft.com/office/drawing/2014/main" id="{5283A6FF-786D-5517-BF30-9F8E00DC80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1475"/>
                <a:ext cx="3609" cy="0"/>
              </a:xfrm>
              <a:custGeom>
                <a:avLst/>
                <a:gdLst>
                  <a:gd name="T0" fmla="*/ 0 w 433"/>
                  <a:gd name="T1" fmla="*/ 2147483647 w 433"/>
                  <a:gd name="T2" fmla="*/ 2147483647 w 433"/>
                  <a:gd name="T3" fmla="*/ 0 60000 65536"/>
                  <a:gd name="T4" fmla="*/ 0 60000 65536"/>
                  <a:gd name="T5" fmla="*/ 0 60000 65536"/>
                  <a:gd name="T6" fmla="*/ 0 w 433"/>
                  <a:gd name="T7" fmla="*/ 433 w 433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33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2" name="Freeform 21">
                <a:extLst>
                  <a:ext uri="{FF2B5EF4-FFF2-40B4-BE49-F238E27FC236}">
                    <a16:creationId xmlns:a16="http://schemas.microsoft.com/office/drawing/2014/main" id="{F2339A71-21BA-C85E-F49B-16F9640211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1233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147483647 w 433"/>
                  <a:gd name="T3" fmla="*/ 0 h 1"/>
                  <a:gd name="T4" fmla="*/ 2147483647 w 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33"/>
                  <a:gd name="T10" fmla="*/ 0 h 1"/>
                  <a:gd name="T11" fmla="*/ 433 w 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3" name="Line 22">
                <a:extLst>
                  <a:ext uri="{FF2B5EF4-FFF2-40B4-BE49-F238E27FC236}">
                    <a16:creationId xmlns:a16="http://schemas.microsoft.com/office/drawing/2014/main" id="{6BCACDDA-344F-6182-AB50-E66216979AE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654"/>
                <a:ext cx="360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4" name="Line 23">
                <a:extLst>
                  <a:ext uri="{FF2B5EF4-FFF2-40B4-BE49-F238E27FC236}">
                    <a16:creationId xmlns:a16="http://schemas.microsoft.com/office/drawing/2014/main" id="{44E35B06-EF76-DB82-7294-3C9DB0578E8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233"/>
                <a:ext cx="3609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5" name="Line 24">
                <a:extLst>
                  <a:ext uri="{FF2B5EF4-FFF2-40B4-BE49-F238E27FC236}">
                    <a16:creationId xmlns:a16="http://schemas.microsoft.com/office/drawing/2014/main" id="{542D3C39-62C8-DBD1-3BC3-9C61520061F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63" y="1233"/>
                <a:ext cx="2" cy="242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6" name="Line 25">
                <a:extLst>
                  <a:ext uri="{FF2B5EF4-FFF2-40B4-BE49-F238E27FC236}">
                    <a16:creationId xmlns:a16="http://schemas.microsoft.com/office/drawing/2014/main" id="{90E51C8F-3FFF-E057-B364-1823F7DB280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872" y="1233"/>
                <a:ext cx="1" cy="242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7" name="Line 26">
                <a:extLst>
                  <a:ext uri="{FF2B5EF4-FFF2-40B4-BE49-F238E27FC236}">
                    <a16:creationId xmlns:a16="http://schemas.microsoft.com/office/drawing/2014/main" id="{407F655C-D33B-2990-92C9-8BD1B94ECC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654"/>
                <a:ext cx="360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8" name="Line 27">
                <a:extLst>
                  <a:ext uri="{FF2B5EF4-FFF2-40B4-BE49-F238E27FC236}">
                    <a16:creationId xmlns:a16="http://schemas.microsoft.com/office/drawing/2014/main" id="{50BE7733-47A8-20E3-19F4-93142B39112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63" y="1233"/>
                <a:ext cx="2" cy="242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9" name="Line 28">
                <a:extLst>
                  <a:ext uri="{FF2B5EF4-FFF2-40B4-BE49-F238E27FC236}">
                    <a16:creationId xmlns:a16="http://schemas.microsoft.com/office/drawing/2014/main" id="{C7202CD6-A137-4CF8-A574-19C9F3F6191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63" y="3625"/>
                <a:ext cx="2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0" name="Line 29">
                <a:extLst>
                  <a:ext uri="{FF2B5EF4-FFF2-40B4-BE49-F238E27FC236}">
                    <a16:creationId xmlns:a16="http://schemas.microsoft.com/office/drawing/2014/main" id="{5D4A95CF-4E00-DD79-1B90-2F5E581736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233"/>
                <a:ext cx="2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1" name="Line 30">
                <a:extLst>
                  <a:ext uri="{FF2B5EF4-FFF2-40B4-BE49-F238E27FC236}">
                    <a16:creationId xmlns:a16="http://schemas.microsoft.com/office/drawing/2014/main" id="{5D0C5BC3-AA6D-921A-A8E4-3767C63EE77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464" y="3625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2" name="Line 31">
                <a:extLst>
                  <a:ext uri="{FF2B5EF4-FFF2-40B4-BE49-F238E27FC236}">
                    <a16:creationId xmlns:a16="http://schemas.microsoft.com/office/drawing/2014/main" id="{F601885D-7F62-B811-E1E2-3FF9453DD97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64" y="1233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3" name="Rectangle 32">
                <a:extLst>
                  <a:ext uri="{FF2B5EF4-FFF2-40B4-BE49-F238E27FC236}">
                    <a16:creationId xmlns:a16="http://schemas.microsoft.com/office/drawing/2014/main" id="{F163C4C5-748C-8026-2600-D65A733BF4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7" y="3654"/>
                <a:ext cx="1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5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4" name="Line 33">
                <a:extLst>
                  <a:ext uri="{FF2B5EF4-FFF2-40B4-BE49-F238E27FC236}">
                    <a16:creationId xmlns:a16="http://schemas.microsoft.com/office/drawing/2014/main" id="{F80E838E-191E-4AD7-F1F5-1818998FC00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673" y="3625"/>
                <a:ext cx="0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5" name="Line 34">
                <a:extLst>
                  <a:ext uri="{FF2B5EF4-FFF2-40B4-BE49-F238E27FC236}">
                    <a16:creationId xmlns:a16="http://schemas.microsoft.com/office/drawing/2014/main" id="{0C14C968-80F6-08E6-C9DE-9E930EB939B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73" y="1233"/>
                <a:ext cx="0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6" name="Rectangle 35">
                <a:extLst>
                  <a:ext uri="{FF2B5EF4-FFF2-40B4-BE49-F238E27FC236}">
                    <a16:creationId xmlns:a16="http://schemas.microsoft.com/office/drawing/2014/main" id="{3C074B3D-1047-D028-54CD-7B03DD003C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92" y="3654"/>
                <a:ext cx="2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7" name="Line 36">
                <a:extLst>
                  <a:ext uri="{FF2B5EF4-FFF2-40B4-BE49-F238E27FC236}">
                    <a16:creationId xmlns:a16="http://schemas.microsoft.com/office/drawing/2014/main" id="{1D14BADD-7EB6-595B-C539-70169ECE46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872" y="3625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8" name="Line 37">
                <a:extLst>
                  <a:ext uri="{FF2B5EF4-FFF2-40B4-BE49-F238E27FC236}">
                    <a16:creationId xmlns:a16="http://schemas.microsoft.com/office/drawing/2014/main" id="{4E22745F-D4DA-1F66-A26D-03305B32E2E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72" y="1233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9" name="Rectangle 38">
                <a:extLst>
                  <a:ext uri="{FF2B5EF4-FFF2-40B4-BE49-F238E27FC236}">
                    <a16:creationId xmlns:a16="http://schemas.microsoft.com/office/drawing/2014/main" id="{B0E8369A-7F07-1E2C-B8A7-25378AE0D5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791" y="3654"/>
                <a:ext cx="2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15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30" name="Line 39">
                <a:extLst>
                  <a:ext uri="{FF2B5EF4-FFF2-40B4-BE49-F238E27FC236}">
                    <a16:creationId xmlns:a16="http://schemas.microsoft.com/office/drawing/2014/main" id="{A9694173-1509-4061-D1D1-42B20A60F46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654"/>
                <a:ext cx="3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1" name="Line 40">
                <a:extLst>
                  <a:ext uri="{FF2B5EF4-FFF2-40B4-BE49-F238E27FC236}">
                    <a16:creationId xmlns:a16="http://schemas.microsoft.com/office/drawing/2014/main" id="{204BAE60-1A94-85BE-3EFE-1710B191625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3654"/>
                <a:ext cx="33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2" name="Rectangle 41">
                <a:extLst>
                  <a:ext uri="{FF2B5EF4-FFF2-40B4-BE49-F238E27FC236}">
                    <a16:creationId xmlns:a16="http://schemas.microsoft.com/office/drawing/2014/main" id="{4710F51B-6832-1826-D735-B3FF3BE4C5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60" y="3524"/>
                <a:ext cx="1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33" name="Line 42">
                <a:extLst>
                  <a:ext uri="{FF2B5EF4-FFF2-40B4-BE49-F238E27FC236}">
                    <a16:creationId xmlns:a16="http://schemas.microsoft.com/office/drawing/2014/main" id="{6B5102C1-A46F-212D-B1BB-0FB61D6EF8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412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4" name="Line 43">
                <a:extLst>
                  <a:ext uri="{FF2B5EF4-FFF2-40B4-BE49-F238E27FC236}">
                    <a16:creationId xmlns:a16="http://schemas.microsoft.com/office/drawing/2014/main" id="{CB674B62-EB8A-141F-C5B2-FE592103096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3412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5" name="Rectangle 44">
                <a:extLst>
                  <a:ext uri="{FF2B5EF4-FFF2-40B4-BE49-F238E27FC236}">
                    <a16:creationId xmlns:a16="http://schemas.microsoft.com/office/drawing/2014/main" id="{A073161B-9F2E-60F6-E014-9CF5D14882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3282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0.2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36" name="Line 45">
                <a:extLst>
                  <a:ext uri="{FF2B5EF4-FFF2-40B4-BE49-F238E27FC236}">
                    <a16:creationId xmlns:a16="http://schemas.microsoft.com/office/drawing/2014/main" id="{4D4C17D4-1AA1-2883-E8FF-FAC68C5521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171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7" name="Line 46">
                <a:extLst>
                  <a:ext uri="{FF2B5EF4-FFF2-40B4-BE49-F238E27FC236}">
                    <a16:creationId xmlns:a16="http://schemas.microsoft.com/office/drawing/2014/main" id="{FD3950D7-BCD5-50E3-BF45-3D9FEF97395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3171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8" name="Rectangle 47">
                <a:extLst>
                  <a:ext uri="{FF2B5EF4-FFF2-40B4-BE49-F238E27FC236}">
                    <a16:creationId xmlns:a16="http://schemas.microsoft.com/office/drawing/2014/main" id="{9F45581C-5BA9-863E-F155-272646F0B0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3041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0.4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39" name="Line 48">
                <a:extLst>
                  <a:ext uri="{FF2B5EF4-FFF2-40B4-BE49-F238E27FC236}">
                    <a16:creationId xmlns:a16="http://schemas.microsoft.com/office/drawing/2014/main" id="{AB030E62-9270-0E2A-A6F9-03182B84F7B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2929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0" name="Line 49">
                <a:extLst>
                  <a:ext uri="{FF2B5EF4-FFF2-40B4-BE49-F238E27FC236}">
                    <a16:creationId xmlns:a16="http://schemas.microsoft.com/office/drawing/2014/main" id="{2BCFE450-4CF9-2F94-9D4C-5F265206D9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2929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1" name="Rectangle 50">
                <a:extLst>
                  <a:ext uri="{FF2B5EF4-FFF2-40B4-BE49-F238E27FC236}">
                    <a16:creationId xmlns:a16="http://schemas.microsoft.com/office/drawing/2014/main" id="{6E8AC68B-75F1-94C3-50CB-C53B789869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2800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0.6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2" name="Line 51">
                <a:extLst>
                  <a:ext uri="{FF2B5EF4-FFF2-40B4-BE49-F238E27FC236}">
                    <a16:creationId xmlns:a16="http://schemas.microsoft.com/office/drawing/2014/main" id="{27106157-0096-86AD-1EA7-4EB0D3AFC0A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2688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3" name="Line 52">
                <a:extLst>
                  <a:ext uri="{FF2B5EF4-FFF2-40B4-BE49-F238E27FC236}">
                    <a16:creationId xmlns:a16="http://schemas.microsoft.com/office/drawing/2014/main" id="{3AE5B338-33CA-D2B7-B329-9602DBD29A9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2688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4" name="Rectangle 53">
                <a:extLst>
                  <a:ext uri="{FF2B5EF4-FFF2-40B4-BE49-F238E27FC236}">
                    <a16:creationId xmlns:a16="http://schemas.microsoft.com/office/drawing/2014/main" id="{14B53155-4438-1588-2D93-7BF00A44A5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2559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0.8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5" name="Line 54">
                <a:extLst>
                  <a:ext uri="{FF2B5EF4-FFF2-40B4-BE49-F238E27FC236}">
                    <a16:creationId xmlns:a16="http://schemas.microsoft.com/office/drawing/2014/main" id="{C9EFFB87-5F4B-2BFF-0BD8-BF5E81B2577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2447"/>
                <a:ext cx="3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6" name="Line 55">
                <a:extLst>
                  <a:ext uri="{FF2B5EF4-FFF2-40B4-BE49-F238E27FC236}">
                    <a16:creationId xmlns:a16="http://schemas.microsoft.com/office/drawing/2014/main" id="{D3604D90-6309-B71C-4622-A701E999ABC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2447"/>
                <a:ext cx="33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7" name="Rectangle 56">
                <a:extLst>
                  <a:ext uri="{FF2B5EF4-FFF2-40B4-BE49-F238E27FC236}">
                    <a16:creationId xmlns:a16="http://schemas.microsoft.com/office/drawing/2014/main" id="{34402583-9F24-A5D6-6AA3-10BE9C5912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60" y="2317"/>
                <a:ext cx="1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8" name="Line 57">
                <a:extLst>
                  <a:ext uri="{FF2B5EF4-FFF2-40B4-BE49-F238E27FC236}">
                    <a16:creationId xmlns:a16="http://schemas.microsoft.com/office/drawing/2014/main" id="{8090E19A-0F9C-2205-EA8C-5F65F5DC9D2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2198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9" name="Line 58">
                <a:extLst>
                  <a:ext uri="{FF2B5EF4-FFF2-40B4-BE49-F238E27FC236}">
                    <a16:creationId xmlns:a16="http://schemas.microsoft.com/office/drawing/2014/main" id="{F8D3A04E-813D-6B86-66C5-C7520F7E9E8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2198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50" name="Rectangle 59">
                <a:extLst>
                  <a:ext uri="{FF2B5EF4-FFF2-40B4-BE49-F238E27FC236}">
                    <a16:creationId xmlns:a16="http://schemas.microsoft.com/office/drawing/2014/main" id="{139758DA-23F4-1AA7-E2CE-E79CFDDE2E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2068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1.2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1" name="Line 60">
                <a:extLst>
                  <a:ext uri="{FF2B5EF4-FFF2-40B4-BE49-F238E27FC236}">
                    <a16:creationId xmlns:a16="http://schemas.microsoft.com/office/drawing/2014/main" id="{3D1C50FF-EC9D-9F4A-B970-9870DF922FE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957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52" name="Line 61">
                <a:extLst>
                  <a:ext uri="{FF2B5EF4-FFF2-40B4-BE49-F238E27FC236}">
                    <a16:creationId xmlns:a16="http://schemas.microsoft.com/office/drawing/2014/main" id="{A070378D-7364-D315-7C72-062490B64CC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1957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53" name="Rectangle 62">
                <a:extLst>
                  <a:ext uri="{FF2B5EF4-FFF2-40B4-BE49-F238E27FC236}">
                    <a16:creationId xmlns:a16="http://schemas.microsoft.com/office/drawing/2014/main" id="{E5C1C069-5FCE-C07B-4A1D-7478015AF9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1827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1.4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4" name="Line 63">
                <a:extLst>
                  <a:ext uri="{FF2B5EF4-FFF2-40B4-BE49-F238E27FC236}">
                    <a16:creationId xmlns:a16="http://schemas.microsoft.com/office/drawing/2014/main" id="{948429D1-8FAD-D82C-7E1D-BC6C22E5864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716"/>
                <a:ext cx="3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55" name="Line 64">
                <a:extLst>
                  <a:ext uri="{FF2B5EF4-FFF2-40B4-BE49-F238E27FC236}">
                    <a16:creationId xmlns:a16="http://schemas.microsoft.com/office/drawing/2014/main" id="{82AF63C3-A343-18B7-CD25-23F8C63C748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1716"/>
                <a:ext cx="33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56" name="Rectangle 65">
                <a:extLst>
                  <a:ext uri="{FF2B5EF4-FFF2-40B4-BE49-F238E27FC236}">
                    <a16:creationId xmlns:a16="http://schemas.microsoft.com/office/drawing/2014/main" id="{DEA56B16-2775-9E37-B46D-25DE1DBA88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1587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1.6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7" name="Line 66">
                <a:extLst>
                  <a:ext uri="{FF2B5EF4-FFF2-40B4-BE49-F238E27FC236}">
                    <a16:creationId xmlns:a16="http://schemas.microsoft.com/office/drawing/2014/main" id="{A651BE8E-B14D-B488-A13A-7ABB6F5EA01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475"/>
                <a:ext cx="3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58" name="Line 67">
                <a:extLst>
                  <a:ext uri="{FF2B5EF4-FFF2-40B4-BE49-F238E27FC236}">
                    <a16:creationId xmlns:a16="http://schemas.microsoft.com/office/drawing/2014/main" id="{F9BB7A23-2BA3-C481-5CB2-8DDB362FD7B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1475"/>
                <a:ext cx="33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59" name="Rectangle 68">
                <a:extLst>
                  <a:ext uri="{FF2B5EF4-FFF2-40B4-BE49-F238E27FC236}">
                    <a16:creationId xmlns:a16="http://schemas.microsoft.com/office/drawing/2014/main" id="{E1752624-7FC8-453E-0EE2-A9A27FDC08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1345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1.8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0" name="Line 69">
                <a:extLst>
                  <a:ext uri="{FF2B5EF4-FFF2-40B4-BE49-F238E27FC236}">
                    <a16:creationId xmlns:a16="http://schemas.microsoft.com/office/drawing/2014/main" id="{90434ED9-BCB9-2641-11E8-5AC2D029555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233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61" name="Line 70">
                <a:extLst>
                  <a:ext uri="{FF2B5EF4-FFF2-40B4-BE49-F238E27FC236}">
                    <a16:creationId xmlns:a16="http://schemas.microsoft.com/office/drawing/2014/main" id="{8807E0F7-200D-2D4B-6BC4-0F64E6C3BBD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1233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62" name="Rectangle 71">
                <a:extLst>
                  <a:ext uri="{FF2B5EF4-FFF2-40B4-BE49-F238E27FC236}">
                    <a16:creationId xmlns:a16="http://schemas.microsoft.com/office/drawing/2014/main" id="{8B55C5F1-C87B-C9A9-DE8E-F4A79B08C2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60" y="1104"/>
                <a:ext cx="1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3" name="Line 72">
                <a:extLst>
                  <a:ext uri="{FF2B5EF4-FFF2-40B4-BE49-F238E27FC236}">
                    <a16:creationId xmlns:a16="http://schemas.microsoft.com/office/drawing/2014/main" id="{486CD616-2BA9-A03F-7B9F-A0EA48157BA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654"/>
                <a:ext cx="3609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64" name="Line 73">
                <a:extLst>
                  <a:ext uri="{FF2B5EF4-FFF2-40B4-BE49-F238E27FC236}">
                    <a16:creationId xmlns:a16="http://schemas.microsoft.com/office/drawing/2014/main" id="{7E4F0B22-E0B6-67DE-EECF-1E6E6049ADB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233"/>
                <a:ext cx="360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65" name="Line 74">
                <a:extLst>
                  <a:ext uri="{FF2B5EF4-FFF2-40B4-BE49-F238E27FC236}">
                    <a16:creationId xmlns:a16="http://schemas.microsoft.com/office/drawing/2014/main" id="{EC8019C4-2EBA-1E55-07A0-4FF86782E4C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63" y="1233"/>
                <a:ext cx="2" cy="242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66" name="Line 75">
                <a:extLst>
                  <a:ext uri="{FF2B5EF4-FFF2-40B4-BE49-F238E27FC236}">
                    <a16:creationId xmlns:a16="http://schemas.microsoft.com/office/drawing/2014/main" id="{C6037C34-8FC6-88BF-F70E-3D15BAEA1C0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872" y="1233"/>
                <a:ext cx="1" cy="242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67" name="Freeform 76">
                <a:extLst>
                  <a:ext uri="{FF2B5EF4-FFF2-40B4-BE49-F238E27FC236}">
                    <a16:creationId xmlns:a16="http://schemas.microsoft.com/office/drawing/2014/main" id="{F0E4E32E-CAE3-DCC6-7B9B-6B96ED93FD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1808"/>
                <a:ext cx="3609" cy="1846"/>
              </a:xfrm>
              <a:custGeom>
                <a:avLst/>
                <a:gdLst>
                  <a:gd name="T0" fmla="*/ 4 w 4519"/>
                  <a:gd name="T1" fmla="*/ 27 h 2620"/>
                  <a:gd name="T2" fmla="*/ 8 w 4519"/>
                  <a:gd name="T3" fmla="*/ 25 h 2620"/>
                  <a:gd name="T4" fmla="*/ 13 w 4519"/>
                  <a:gd name="T5" fmla="*/ 23 h 2620"/>
                  <a:gd name="T6" fmla="*/ 18 w 4519"/>
                  <a:gd name="T7" fmla="*/ 19 h 2620"/>
                  <a:gd name="T8" fmla="*/ 22 w 4519"/>
                  <a:gd name="T9" fmla="*/ 15 h 2620"/>
                  <a:gd name="T10" fmla="*/ 27 w 4519"/>
                  <a:gd name="T11" fmla="*/ 11 h 2620"/>
                  <a:gd name="T12" fmla="*/ 33 w 4519"/>
                  <a:gd name="T13" fmla="*/ 8 h 2620"/>
                  <a:gd name="T14" fmla="*/ 37 w 4519"/>
                  <a:gd name="T15" fmla="*/ 4 h 2620"/>
                  <a:gd name="T16" fmla="*/ 42 w 4519"/>
                  <a:gd name="T17" fmla="*/ 2 h 2620"/>
                  <a:gd name="T18" fmla="*/ 47 w 4519"/>
                  <a:gd name="T19" fmla="*/ 1 h 2620"/>
                  <a:gd name="T20" fmla="*/ 52 w 4519"/>
                  <a:gd name="T21" fmla="*/ 0 h 2620"/>
                  <a:gd name="T22" fmla="*/ 57 w 4519"/>
                  <a:gd name="T23" fmla="*/ 1 h 2620"/>
                  <a:gd name="T24" fmla="*/ 61 w 4519"/>
                  <a:gd name="T25" fmla="*/ 1 h 2620"/>
                  <a:gd name="T26" fmla="*/ 66 w 4519"/>
                  <a:gd name="T27" fmla="*/ 3 h 2620"/>
                  <a:gd name="T28" fmla="*/ 72 w 4519"/>
                  <a:gd name="T29" fmla="*/ 6 h 2620"/>
                  <a:gd name="T30" fmla="*/ 77 w 4519"/>
                  <a:gd name="T31" fmla="*/ 8 h 2620"/>
                  <a:gd name="T32" fmla="*/ 81 w 4519"/>
                  <a:gd name="T33" fmla="*/ 9 h 2620"/>
                  <a:gd name="T34" fmla="*/ 86 w 4519"/>
                  <a:gd name="T35" fmla="*/ 11 h 2620"/>
                  <a:gd name="T36" fmla="*/ 91 w 4519"/>
                  <a:gd name="T37" fmla="*/ 13 h 2620"/>
                  <a:gd name="T38" fmla="*/ 96 w 4519"/>
                  <a:gd name="T39" fmla="*/ 13 h 2620"/>
                  <a:gd name="T40" fmla="*/ 100 w 4519"/>
                  <a:gd name="T41" fmla="*/ 14 h 2620"/>
                  <a:gd name="T42" fmla="*/ 106 w 4519"/>
                  <a:gd name="T43" fmla="*/ 15 h 2620"/>
                  <a:gd name="T44" fmla="*/ 110 w 4519"/>
                  <a:gd name="T45" fmla="*/ 14 h 2620"/>
                  <a:gd name="T46" fmla="*/ 115 w 4519"/>
                  <a:gd name="T47" fmla="*/ 13 h 2620"/>
                  <a:gd name="T48" fmla="*/ 120 w 4519"/>
                  <a:gd name="T49" fmla="*/ 13 h 2620"/>
                  <a:gd name="T50" fmla="*/ 125 w 4519"/>
                  <a:gd name="T51" fmla="*/ 11 h 2620"/>
                  <a:gd name="T52" fmla="*/ 130 w 4519"/>
                  <a:gd name="T53" fmla="*/ 11 h 2620"/>
                  <a:gd name="T54" fmla="*/ 135 w 4519"/>
                  <a:gd name="T55" fmla="*/ 9 h 2620"/>
                  <a:gd name="T56" fmla="*/ 140 w 4519"/>
                  <a:gd name="T57" fmla="*/ 8 h 2620"/>
                  <a:gd name="T58" fmla="*/ 145 w 4519"/>
                  <a:gd name="T59" fmla="*/ 8 h 2620"/>
                  <a:gd name="T60" fmla="*/ 149 w 4519"/>
                  <a:gd name="T61" fmla="*/ 7 h 2620"/>
                  <a:gd name="T62" fmla="*/ 154 w 4519"/>
                  <a:gd name="T63" fmla="*/ 6 h 2620"/>
                  <a:gd name="T64" fmla="*/ 159 w 4519"/>
                  <a:gd name="T65" fmla="*/ 6 h 2620"/>
                  <a:gd name="T66" fmla="*/ 164 w 4519"/>
                  <a:gd name="T67" fmla="*/ 7 h 2620"/>
                  <a:gd name="T68" fmla="*/ 169 w 4519"/>
                  <a:gd name="T69" fmla="*/ 8 h 2620"/>
                  <a:gd name="T70" fmla="*/ 173 w 4519"/>
                  <a:gd name="T71" fmla="*/ 8 h 2620"/>
                  <a:gd name="T72" fmla="*/ 179 w 4519"/>
                  <a:gd name="T73" fmla="*/ 9 h 2620"/>
                  <a:gd name="T74" fmla="*/ 183 w 4519"/>
                  <a:gd name="T75" fmla="*/ 9 h 2620"/>
                  <a:gd name="T76" fmla="*/ 188 w 4519"/>
                  <a:gd name="T77" fmla="*/ 9 h 2620"/>
                  <a:gd name="T78" fmla="*/ 193 w 4519"/>
                  <a:gd name="T79" fmla="*/ 11 h 2620"/>
                  <a:gd name="T80" fmla="*/ 197 w 4519"/>
                  <a:gd name="T81" fmla="*/ 11 h 2620"/>
                  <a:gd name="T82" fmla="*/ 203 w 4519"/>
                  <a:gd name="T83" fmla="*/ 11 h 2620"/>
                  <a:gd name="T84" fmla="*/ 208 w 4519"/>
                  <a:gd name="T85" fmla="*/ 11 h 2620"/>
                  <a:gd name="T86" fmla="*/ 212 w 4519"/>
                  <a:gd name="T87" fmla="*/ 11 h 2620"/>
                  <a:gd name="T88" fmla="*/ 217 w 4519"/>
                  <a:gd name="T89" fmla="*/ 11 h 2620"/>
                  <a:gd name="T90" fmla="*/ 221 w 4519"/>
                  <a:gd name="T91" fmla="*/ 11 h 2620"/>
                  <a:gd name="T92" fmla="*/ 227 w 4519"/>
                  <a:gd name="T93" fmla="*/ 10 h 2620"/>
                  <a:gd name="T94" fmla="*/ 232 w 4519"/>
                  <a:gd name="T95" fmla="*/ 10 h 2620"/>
                  <a:gd name="T96" fmla="*/ 236 w 4519"/>
                  <a:gd name="T97" fmla="*/ 9 h 2620"/>
                  <a:gd name="T98" fmla="*/ 242 w 4519"/>
                  <a:gd name="T99" fmla="*/ 9 h 262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519"/>
                  <a:gd name="T151" fmla="*/ 0 h 2620"/>
                  <a:gd name="T152" fmla="*/ 4519 w 4519"/>
                  <a:gd name="T153" fmla="*/ 2620 h 262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519" h="2620">
                    <a:moveTo>
                      <a:pt x="0" y="2620"/>
                    </a:moveTo>
                    <a:lnTo>
                      <a:pt x="32" y="2610"/>
                    </a:lnTo>
                    <a:lnTo>
                      <a:pt x="63" y="2590"/>
                    </a:lnTo>
                    <a:lnTo>
                      <a:pt x="94" y="2549"/>
                    </a:lnTo>
                    <a:lnTo>
                      <a:pt x="126" y="2489"/>
                    </a:lnTo>
                    <a:lnTo>
                      <a:pt x="146" y="2418"/>
                    </a:lnTo>
                    <a:lnTo>
                      <a:pt x="178" y="2338"/>
                    </a:lnTo>
                    <a:lnTo>
                      <a:pt x="209" y="2247"/>
                    </a:lnTo>
                    <a:lnTo>
                      <a:pt x="240" y="2146"/>
                    </a:lnTo>
                    <a:lnTo>
                      <a:pt x="272" y="2035"/>
                    </a:lnTo>
                    <a:lnTo>
                      <a:pt x="303" y="1925"/>
                    </a:lnTo>
                    <a:lnTo>
                      <a:pt x="334" y="1804"/>
                    </a:lnTo>
                    <a:lnTo>
                      <a:pt x="366" y="1673"/>
                    </a:lnTo>
                    <a:lnTo>
                      <a:pt x="397" y="1552"/>
                    </a:lnTo>
                    <a:lnTo>
                      <a:pt x="418" y="1421"/>
                    </a:lnTo>
                    <a:lnTo>
                      <a:pt x="449" y="1290"/>
                    </a:lnTo>
                    <a:lnTo>
                      <a:pt x="480" y="1159"/>
                    </a:lnTo>
                    <a:lnTo>
                      <a:pt x="512" y="1038"/>
                    </a:lnTo>
                    <a:lnTo>
                      <a:pt x="543" y="917"/>
                    </a:lnTo>
                    <a:lnTo>
                      <a:pt x="574" y="796"/>
                    </a:lnTo>
                    <a:lnTo>
                      <a:pt x="606" y="685"/>
                    </a:lnTo>
                    <a:lnTo>
                      <a:pt x="637" y="575"/>
                    </a:lnTo>
                    <a:lnTo>
                      <a:pt x="668" y="484"/>
                    </a:lnTo>
                    <a:lnTo>
                      <a:pt x="689" y="393"/>
                    </a:lnTo>
                    <a:lnTo>
                      <a:pt x="720" y="313"/>
                    </a:lnTo>
                    <a:lnTo>
                      <a:pt x="752" y="232"/>
                    </a:lnTo>
                    <a:lnTo>
                      <a:pt x="783" y="172"/>
                    </a:lnTo>
                    <a:lnTo>
                      <a:pt x="814" y="121"/>
                    </a:lnTo>
                    <a:lnTo>
                      <a:pt x="846" y="71"/>
                    </a:lnTo>
                    <a:lnTo>
                      <a:pt x="877" y="41"/>
                    </a:lnTo>
                    <a:lnTo>
                      <a:pt x="908" y="21"/>
                    </a:lnTo>
                    <a:lnTo>
                      <a:pt x="929" y="0"/>
                    </a:lnTo>
                    <a:lnTo>
                      <a:pt x="960" y="0"/>
                    </a:lnTo>
                    <a:lnTo>
                      <a:pt x="992" y="0"/>
                    </a:lnTo>
                    <a:lnTo>
                      <a:pt x="1023" y="10"/>
                    </a:lnTo>
                    <a:lnTo>
                      <a:pt x="1054" y="31"/>
                    </a:lnTo>
                    <a:lnTo>
                      <a:pt x="1086" y="61"/>
                    </a:lnTo>
                    <a:lnTo>
                      <a:pt x="1117" y="101"/>
                    </a:lnTo>
                    <a:lnTo>
                      <a:pt x="1148" y="141"/>
                    </a:lnTo>
                    <a:lnTo>
                      <a:pt x="1179" y="192"/>
                    </a:lnTo>
                    <a:lnTo>
                      <a:pt x="1200" y="242"/>
                    </a:lnTo>
                    <a:lnTo>
                      <a:pt x="1232" y="303"/>
                    </a:lnTo>
                    <a:lnTo>
                      <a:pt x="1263" y="363"/>
                    </a:lnTo>
                    <a:lnTo>
                      <a:pt x="1294" y="424"/>
                    </a:lnTo>
                    <a:lnTo>
                      <a:pt x="1326" y="494"/>
                    </a:lnTo>
                    <a:lnTo>
                      <a:pt x="1357" y="554"/>
                    </a:lnTo>
                    <a:lnTo>
                      <a:pt x="1388" y="625"/>
                    </a:lnTo>
                    <a:lnTo>
                      <a:pt x="1419" y="696"/>
                    </a:lnTo>
                    <a:lnTo>
                      <a:pt x="1451" y="766"/>
                    </a:lnTo>
                    <a:lnTo>
                      <a:pt x="1472" y="826"/>
                    </a:lnTo>
                    <a:lnTo>
                      <a:pt x="1503" y="897"/>
                    </a:lnTo>
                    <a:lnTo>
                      <a:pt x="1534" y="957"/>
                    </a:lnTo>
                    <a:lnTo>
                      <a:pt x="1566" y="1018"/>
                    </a:lnTo>
                    <a:lnTo>
                      <a:pt x="1597" y="1068"/>
                    </a:lnTo>
                    <a:lnTo>
                      <a:pt x="1628" y="1119"/>
                    </a:lnTo>
                    <a:lnTo>
                      <a:pt x="1659" y="1169"/>
                    </a:lnTo>
                    <a:lnTo>
                      <a:pt x="1691" y="1209"/>
                    </a:lnTo>
                    <a:lnTo>
                      <a:pt x="1722" y="1250"/>
                    </a:lnTo>
                    <a:lnTo>
                      <a:pt x="1743" y="1280"/>
                    </a:lnTo>
                    <a:lnTo>
                      <a:pt x="1774" y="1310"/>
                    </a:lnTo>
                    <a:lnTo>
                      <a:pt x="1806" y="1340"/>
                    </a:lnTo>
                    <a:lnTo>
                      <a:pt x="1837" y="1350"/>
                    </a:lnTo>
                    <a:lnTo>
                      <a:pt x="1868" y="1371"/>
                    </a:lnTo>
                    <a:lnTo>
                      <a:pt x="1899" y="1371"/>
                    </a:lnTo>
                    <a:lnTo>
                      <a:pt x="1931" y="1381"/>
                    </a:lnTo>
                    <a:lnTo>
                      <a:pt x="1962" y="1381"/>
                    </a:lnTo>
                    <a:lnTo>
                      <a:pt x="1993" y="1371"/>
                    </a:lnTo>
                    <a:lnTo>
                      <a:pt x="2014" y="1360"/>
                    </a:lnTo>
                    <a:lnTo>
                      <a:pt x="2046" y="1340"/>
                    </a:lnTo>
                    <a:lnTo>
                      <a:pt x="2077" y="1330"/>
                    </a:lnTo>
                    <a:lnTo>
                      <a:pt x="2108" y="1300"/>
                    </a:lnTo>
                    <a:lnTo>
                      <a:pt x="2139" y="1280"/>
                    </a:lnTo>
                    <a:lnTo>
                      <a:pt x="2171" y="1250"/>
                    </a:lnTo>
                    <a:lnTo>
                      <a:pt x="2202" y="1219"/>
                    </a:lnTo>
                    <a:lnTo>
                      <a:pt x="2233" y="1189"/>
                    </a:lnTo>
                    <a:lnTo>
                      <a:pt x="2265" y="1159"/>
                    </a:lnTo>
                    <a:lnTo>
                      <a:pt x="2286" y="1119"/>
                    </a:lnTo>
                    <a:lnTo>
                      <a:pt x="2317" y="1088"/>
                    </a:lnTo>
                    <a:lnTo>
                      <a:pt x="2348" y="1048"/>
                    </a:lnTo>
                    <a:lnTo>
                      <a:pt x="2379" y="1018"/>
                    </a:lnTo>
                    <a:lnTo>
                      <a:pt x="2411" y="978"/>
                    </a:lnTo>
                    <a:lnTo>
                      <a:pt x="2442" y="947"/>
                    </a:lnTo>
                    <a:lnTo>
                      <a:pt x="2473" y="907"/>
                    </a:lnTo>
                    <a:lnTo>
                      <a:pt x="2505" y="877"/>
                    </a:lnTo>
                    <a:lnTo>
                      <a:pt x="2526" y="847"/>
                    </a:lnTo>
                    <a:lnTo>
                      <a:pt x="2557" y="816"/>
                    </a:lnTo>
                    <a:lnTo>
                      <a:pt x="2588" y="786"/>
                    </a:lnTo>
                    <a:lnTo>
                      <a:pt x="2619" y="766"/>
                    </a:lnTo>
                    <a:lnTo>
                      <a:pt x="2651" y="736"/>
                    </a:lnTo>
                    <a:lnTo>
                      <a:pt x="2682" y="716"/>
                    </a:lnTo>
                    <a:lnTo>
                      <a:pt x="2713" y="706"/>
                    </a:lnTo>
                    <a:lnTo>
                      <a:pt x="2745" y="685"/>
                    </a:lnTo>
                    <a:lnTo>
                      <a:pt x="2776" y="675"/>
                    </a:lnTo>
                    <a:lnTo>
                      <a:pt x="2797" y="665"/>
                    </a:lnTo>
                    <a:lnTo>
                      <a:pt x="2828" y="655"/>
                    </a:lnTo>
                    <a:lnTo>
                      <a:pt x="2859" y="655"/>
                    </a:lnTo>
                    <a:lnTo>
                      <a:pt x="2891" y="655"/>
                    </a:lnTo>
                    <a:lnTo>
                      <a:pt x="2922" y="655"/>
                    </a:lnTo>
                    <a:lnTo>
                      <a:pt x="2953" y="655"/>
                    </a:lnTo>
                    <a:lnTo>
                      <a:pt x="2985" y="665"/>
                    </a:lnTo>
                    <a:lnTo>
                      <a:pt x="3016" y="665"/>
                    </a:lnTo>
                    <a:lnTo>
                      <a:pt x="3047" y="675"/>
                    </a:lnTo>
                    <a:lnTo>
                      <a:pt x="3068" y="685"/>
                    </a:lnTo>
                    <a:lnTo>
                      <a:pt x="3099" y="706"/>
                    </a:lnTo>
                    <a:lnTo>
                      <a:pt x="3131" y="716"/>
                    </a:lnTo>
                    <a:lnTo>
                      <a:pt x="3162" y="736"/>
                    </a:lnTo>
                    <a:lnTo>
                      <a:pt x="3193" y="746"/>
                    </a:lnTo>
                    <a:lnTo>
                      <a:pt x="3225" y="766"/>
                    </a:lnTo>
                    <a:lnTo>
                      <a:pt x="3256" y="786"/>
                    </a:lnTo>
                    <a:lnTo>
                      <a:pt x="3287" y="806"/>
                    </a:lnTo>
                    <a:lnTo>
                      <a:pt x="3319" y="826"/>
                    </a:lnTo>
                    <a:lnTo>
                      <a:pt x="3339" y="847"/>
                    </a:lnTo>
                    <a:lnTo>
                      <a:pt x="3371" y="857"/>
                    </a:lnTo>
                    <a:lnTo>
                      <a:pt x="3402" y="877"/>
                    </a:lnTo>
                    <a:lnTo>
                      <a:pt x="3433" y="897"/>
                    </a:lnTo>
                    <a:lnTo>
                      <a:pt x="3465" y="917"/>
                    </a:lnTo>
                    <a:lnTo>
                      <a:pt x="3496" y="927"/>
                    </a:lnTo>
                    <a:lnTo>
                      <a:pt x="3527" y="947"/>
                    </a:lnTo>
                    <a:lnTo>
                      <a:pt x="3559" y="957"/>
                    </a:lnTo>
                    <a:lnTo>
                      <a:pt x="3590" y="978"/>
                    </a:lnTo>
                    <a:lnTo>
                      <a:pt x="3611" y="988"/>
                    </a:lnTo>
                    <a:lnTo>
                      <a:pt x="3642" y="998"/>
                    </a:lnTo>
                    <a:lnTo>
                      <a:pt x="3673" y="1008"/>
                    </a:lnTo>
                    <a:lnTo>
                      <a:pt x="3705" y="1018"/>
                    </a:lnTo>
                    <a:lnTo>
                      <a:pt x="3736" y="1018"/>
                    </a:lnTo>
                    <a:lnTo>
                      <a:pt x="3767" y="1028"/>
                    </a:lnTo>
                    <a:lnTo>
                      <a:pt x="3799" y="1028"/>
                    </a:lnTo>
                    <a:lnTo>
                      <a:pt x="3830" y="1038"/>
                    </a:lnTo>
                    <a:lnTo>
                      <a:pt x="3851" y="1038"/>
                    </a:lnTo>
                    <a:lnTo>
                      <a:pt x="3882" y="1038"/>
                    </a:lnTo>
                    <a:lnTo>
                      <a:pt x="3913" y="1028"/>
                    </a:lnTo>
                    <a:lnTo>
                      <a:pt x="3945" y="1028"/>
                    </a:lnTo>
                    <a:lnTo>
                      <a:pt x="3976" y="1028"/>
                    </a:lnTo>
                    <a:lnTo>
                      <a:pt x="4007" y="1018"/>
                    </a:lnTo>
                    <a:lnTo>
                      <a:pt x="4039" y="1018"/>
                    </a:lnTo>
                    <a:lnTo>
                      <a:pt x="4070" y="1008"/>
                    </a:lnTo>
                    <a:lnTo>
                      <a:pt x="4101" y="998"/>
                    </a:lnTo>
                    <a:lnTo>
                      <a:pt x="4122" y="988"/>
                    </a:lnTo>
                    <a:lnTo>
                      <a:pt x="4153" y="988"/>
                    </a:lnTo>
                    <a:lnTo>
                      <a:pt x="4185" y="978"/>
                    </a:lnTo>
                    <a:lnTo>
                      <a:pt x="4216" y="968"/>
                    </a:lnTo>
                    <a:lnTo>
                      <a:pt x="4247" y="957"/>
                    </a:lnTo>
                    <a:lnTo>
                      <a:pt x="4279" y="947"/>
                    </a:lnTo>
                    <a:lnTo>
                      <a:pt x="4310" y="937"/>
                    </a:lnTo>
                    <a:lnTo>
                      <a:pt x="4341" y="927"/>
                    </a:lnTo>
                    <a:lnTo>
                      <a:pt x="4372" y="917"/>
                    </a:lnTo>
                    <a:lnTo>
                      <a:pt x="4393" y="907"/>
                    </a:lnTo>
                    <a:lnTo>
                      <a:pt x="4425" y="897"/>
                    </a:lnTo>
                    <a:lnTo>
                      <a:pt x="4456" y="887"/>
                    </a:lnTo>
                    <a:lnTo>
                      <a:pt x="4487" y="877"/>
                    </a:lnTo>
                    <a:lnTo>
                      <a:pt x="4519" y="867"/>
                    </a:lnTo>
                  </a:path>
                </a:pathLst>
              </a:custGeom>
              <a:noFill/>
              <a:ln w="38100">
                <a:solidFill>
                  <a:srgbClr val="1C12D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68" name="Freeform 77">
                <a:extLst>
                  <a:ext uri="{FF2B5EF4-FFF2-40B4-BE49-F238E27FC236}">
                    <a16:creationId xmlns:a16="http://schemas.microsoft.com/office/drawing/2014/main" id="{4F4F4565-46FD-A9EF-B1BB-7C54A42E21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2135"/>
                <a:ext cx="3609" cy="1519"/>
              </a:xfrm>
              <a:custGeom>
                <a:avLst/>
                <a:gdLst>
                  <a:gd name="T0" fmla="*/ 4 w 4519"/>
                  <a:gd name="T1" fmla="*/ 22 h 2156"/>
                  <a:gd name="T2" fmla="*/ 8 w 4519"/>
                  <a:gd name="T3" fmla="*/ 21 h 2156"/>
                  <a:gd name="T4" fmla="*/ 13 w 4519"/>
                  <a:gd name="T5" fmla="*/ 18 h 2156"/>
                  <a:gd name="T6" fmla="*/ 18 w 4519"/>
                  <a:gd name="T7" fmla="*/ 15 h 2156"/>
                  <a:gd name="T8" fmla="*/ 22 w 4519"/>
                  <a:gd name="T9" fmla="*/ 12 h 2156"/>
                  <a:gd name="T10" fmla="*/ 27 w 4519"/>
                  <a:gd name="T11" fmla="*/ 9 h 2156"/>
                  <a:gd name="T12" fmla="*/ 33 w 4519"/>
                  <a:gd name="T13" fmla="*/ 6 h 2156"/>
                  <a:gd name="T14" fmla="*/ 37 w 4519"/>
                  <a:gd name="T15" fmla="*/ 4 h 2156"/>
                  <a:gd name="T16" fmla="*/ 42 w 4519"/>
                  <a:gd name="T17" fmla="*/ 2 h 2156"/>
                  <a:gd name="T18" fmla="*/ 47 w 4519"/>
                  <a:gd name="T19" fmla="*/ 1 h 2156"/>
                  <a:gd name="T20" fmla="*/ 52 w 4519"/>
                  <a:gd name="T21" fmla="*/ 1 h 2156"/>
                  <a:gd name="T22" fmla="*/ 57 w 4519"/>
                  <a:gd name="T23" fmla="*/ 0 h 2156"/>
                  <a:gd name="T24" fmla="*/ 61 w 4519"/>
                  <a:gd name="T25" fmla="*/ 1 h 2156"/>
                  <a:gd name="T26" fmla="*/ 66 w 4519"/>
                  <a:gd name="T27" fmla="*/ 1 h 2156"/>
                  <a:gd name="T28" fmla="*/ 72 w 4519"/>
                  <a:gd name="T29" fmla="*/ 1 h 2156"/>
                  <a:gd name="T30" fmla="*/ 77 w 4519"/>
                  <a:gd name="T31" fmla="*/ 3 h 2156"/>
                  <a:gd name="T32" fmla="*/ 81 w 4519"/>
                  <a:gd name="T33" fmla="*/ 3 h 2156"/>
                  <a:gd name="T34" fmla="*/ 86 w 4519"/>
                  <a:gd name="T35" fmla="*/ 4 h 2156"/>
                  <a:gd name="T36" fmla="*/ 91 w 4519"/>
                  <a:gd name="T37" fmla="*/ 4 h 2156"/>
                  <a:gd name="T38" fmla="*/ 96 w 4519"/>
                  <a:gd name="T39" fmla="*/ 6 h 2156"/>
                  <a:gd name="T40" fmla="*/ 100 w 4519"/>
                  <a:gd name="T41" fmla="*/ 6 h 2156"/>
                  <a:gd name="T42" fmla="*/ 106 w 4519"/>
                  <a:gd name="T43" fmla="*/ 6 h 2156"/>
                  <a:gd name="T44" fmla="*/ 110 w 4519"/>
                  <a:gd name="T45" fmla="*/ 6 h 2156"/>
                  <a:gd name="T46" fmla="*/ 115 w 4519"/>
                  <a:gd name="T47" fmla="*/ 6 h 2156"/>
                  <a:gd name="T48" fmla="*/ 120 w 4519"/>
                  <a:gd name="T49" fmla="*/ 6 h 2156"/>
                  <a:gd name="T50" fmla="*/ 125 w 4519"/>
                  <a:gd name="T51" fmla="*/ 6 h 2156"/>
                  <a:gd name="T52" fmla="*/ 130 w 4519"/>
                  <a:gd name="T53" fmla="*/ 6 h 2156"/>
                  <a:gd name="T54" fmla="*/ 135 w 4519"/>
                  <a:gd name="T55" fmla="*/ 6 h 2156"/>
                  <a:gd name="T56" fmla="*/ 140 w 4519"/>
                  <a:gd name="T57" fmla="*/ 4 h 2156"/>
                  <a:gd name="T58" fmla="*/ 145 w 4519"/>
                  <a:gd name="T59" fmla="*/ 4 h 2156"/>
                  <a:gd name="T60" fmla="*/ 149 w 4519"/>
                  <a:gd name="T61" fmla="*/ 4 h 2156"/>
                  <a:gd name="T62" fmla="*/ 154 w 4519"/>
                  <a:gd name="T63" fmla="*/ 4 h 2156"/>
                  <a:gd name="T64" fmla="*/ 159 w 4519"/>
                  <a:gd name="T65" fmla="*/ 4 h 2156"/>
                  <a:gd name="T66" fmla="*/ 164 w 4519"/>
                  <a:gd name="T67" fmla="*/ 4 h 2156"/>
                  <a:gd name="T68" fmla="*/ 169 w 4519"/>
                  <a:gd name="T69" fmla="*/ 4 h 2156"/>
                  <a:gd name="T70" fmla="*/ 173 w 4519"/>
                  <a:gd name="T71" fmla="*/ 4 h 2156"/>
                  <a:gd name="T72" fmla="*/ 179 w 4519"/>
                  <a:gd name="T73" fmla="*/ 4 h 2156"/>
                  <a:gd name="T74" fmla="*/ 183 w 4519"/>
                  <a:gd name="T75" fmla="*/ 4 h 2156"/>
                  <a:gd name="T76" fmla="*/ 188 w 4519"/>
                  <a:gd name="T77" fmla="*/ 4 h 2156"/>
                  <a:gd name="T78" fmla="*/ 193 w 4519"/>
                  <a:gd name="T79" fmla="*/ 4 h 2156"/>
                  <a:gd name="T80" fmla="*/ 197 w 4519"/>
                  <a:gd name="T81" fmla="*/ 4 h 2156"/>
                  <a:gd name="T82" fmla="*/ 203 w 4519"/>
                  <a:gd name="T83" fmla="*/ 4 h 2156"/>
                  <a:gd name="T84" fmla="*/ 208 w 4519"/>
                  <a:gd name="T85" fmla="*/ 4 h 2156"/>
                  <a:gd name="T86" fmla="*/ 212 w 4519"/>
                  <a:gd name="T87" fmla="*/ 4 h 2156"/>
                  <a:gd name="T88" fmla="*/ 217 w 4519"/>
                  <a:gd name="T89" fmla="*/ 4 h 2156"/>
                  <a:gd name="T90" fmla="*/ 221 w 4519"/>
                  <a:gd name="T91" fmla="*/ 4 h 2156"/>
                  <a:gd name="T92" fmla="*/ 227 w 4519"/>
                  <a:gd name="T93" fmla="*/ 4 h 2156"/>
                  <a:gd name="T94" fmla="*/ 232 w 4519"/>
                  <a:gd name="T95" fmla="*/ 4 h 2156"/>
                  <a:gd name="T96" fmla="*/ 236 w 4519"/>
                  <a:gd name="T97" fmla="*/ 4 h 2156"/>
                  <a:gd name="T98" fmla="*/ 242 w 4519"/>
                  <a:gd name="T99" fmla="*/ 4 h 215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519"/>
                  <a:gd name="T151" fmla="*/ 0 h 2156"/>
                  <a:gd name="T152" fmla="*/ 4519 w 4519"/>
                  <a:gd name="T153" fmla="*/ 2156 h 215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519" h="2156">
                    <a:moveTo>
                      <a:pt x="0" y="2156"/>
                    </a:moveTo>
                    <a:lnTo>
                      <a:pt x="32" y="2146"/>
                    </a:lnTo>
                    <a:lnTo>
                      <a:pt x="63" y="2126"/>
                    </a:lnTo>
                    <a:lnTo>
                      <a:pt x="94" y="2085"/>
                    </a:lnTo>
                    <a:lnTo>
                      <a:pt x="126" y="2035"/>
                    </a:lnTo>
                    <a:lnTo>
                      <a:pt x="146" y="1974"/>
                    </a:lnTo>
                    <a:lnTo>
                      <a:pt x="178" y="1894"/>
                    </a:lnTo>
                    <a:lnTo>
                      <a:pt x="209" y="1813"/>
                    </a:lnTo>
                    <a:lnTo>
                      <a:pt x="240" y="1733"/>
                    </a:lnTo>
                    <a:lnTo>
                      <a:pt x="272" y="1632"/>
                    </a:lnTo>
                    <a:lnTo>
                      <a:pt x="303" y="1541"/>
                    </a:lnTo>
                    <a:lnTo>
                      <a:pt x="334" y="1440"/>
                    </a:lnTo>
                    <a:lnTo>
                      <a:pt x="366" y="1330"/>
                    </a:lnTo>
                    <a:lnTo>
                      <a:pt x="397" y="1229"/>
                    </a:lnTo>
                    <a:lnTo>
                      <a:pt x="418" y="1128"/>
                    </a:lnTo>
                    <a:lnTo>
                      <a:pt x="449" y="1027"/>
                    </a:lnTo>
                    <a:lnTo>
                      <a:pt x="480" y="927"/>
                    </a:lnTo>
                    <a:lnTo>
                      <a:pt x="512" y="826"/>
                    </a:lnTo>
                    <a:lnTo>
                      <a:pt x="543" y="735"/>
                    </a:lnTo>
                    <a:lnTo>
                      <a:pt x="574" y="645"/>
                    </a:lnTo>
                    <a:lnTo>
                      <a:pt x="606" y="564"/>
                    </a:lnTo>
                    <a:lnTo>
                      <a:pt x="637" y="483"/>
                    </a:lnTo>
                    <a:lnTo>
                      <a:pt x="668" y="413"/>
                    </a:lnTo>
                    <a:lnTo>
                      <a:pt x="689" y="342"/>
                    </a:lnTo>
                    <a:lnTo>
                      <a:pt x="720" y="282"/>
                    </a:lnTo>
                    <a:lnTo>
                      <a:pt x="752" y="232"/>
                    </a:lnTo>
                    <a:lnTo>
                      <a:pt x="783" y="181"/>
                    </a:lnTo>
                    <a:lnTo>
                      <a:pt x="814" y="141"/>
                    </a:lnTo>
                    <a:lnTo>
                      <a:pt x="846" y="101"/>
                    </a:lnTo>
                    <a:lnTo>
                      <a:pt x="877" y="70"/>
                    </a:lnTo>
                    <a:lnTo>
                      <a:pt x="908" y="50"/>
                    </a:lnTo>
                    <a:lnTo>
                      <a:pt x="929" y="30"/>
                    </a:lnTo>
                    <a:lnTo>
                      <a:pt x="960" y="10"/>
                    </a:lnTo>
                    <a:lnTo>
                      <a:pt x="992" y="10"/>
                    </a:lnTo>
                    <a:lnTo>
                      <a:pt x="1023" y="0"/>
                    </a:lnTo>
                    <a:lnTo>
                      <a:pt x="1054" y="0"/>
                    </a:lnTo>
                    <a:lnTo>
                      <a:pt x="1086" y="10"/>
                    </a:lnTo>
                    <a:lnTo>
                      <a:pt x="1117" y="20"/>
                    </a:lnTo>
                    <a:lnTo>
                      <a:pt x="1148" y="30"/>
                    </a:lnTo>
                    <a:lnTo>
                      <a:pt x="1179" y="40"/>
                    </a:lnTo>
                    <a:lnTo>
                      <a:pt x="1200" y="60"/>
                    </a:lnTo>
                    <a:lnTo>
                      <a:pt x="1232" y="80"/>
                    </a:lnTo>
                    <a:lnTo>
                      <a:pt x="1263" y="101"/>
                    </a:lnTo>
                    <a:lnTo>
                      <a:pt x="1294" y="131"/>
                    </a:lnTo>
                    <a:lnTo>
                      <a:pt x="1326" y="151"/>
                    </a:lnTo>
                    <a:lnTo>
                      <a:pt x="1357" y="181"/>
                    </a:lnTo>
                    <a:lnTo>
                      <a:pt x="1388" y="201"/>
                    </a:lnTo>
                    <a:lnTo>
                      <a:pt x="1419" y="232"/>
                    </a:lnTo>
                    <a:lnTo>
                      <a:pt x="1451" y="252"/>
                    </a:lnTo>
                    <a:lnTo>
                      <a:pt x="1472" y="282"/>
                    </a:lnTo>
                    <a:lnTo>
                      <a:pt x="1503" y="312"/>
                    </a:lnTo>
                    <a:lnTo>
                      <a:pt x="1534" y="332"/>
                    </a:lnTo>
                    <a:lnTo>
                      <a:pt x="1566" y="352"/>
                    </a:lnTo>
                    <a:lnTo>
                      <a:pt x="1597" y="383"/>
                    </a:lnTo>
                    <a:lnTo>
                      <a:pt x="1628" y="403"/>
                    </a:lnTo>
                    <a:lnTo>
                      <a:pt x="1659" y="423"/>
                    </a:lnTo>
                    <a:lnTo>
                      <a:pt x="1691" y="443"/>
                    </a:lnTo>
                    <a:lnTo>
                      <a:pt x="1722" y="453"/>
                    </a:lnTo>
                    <a:lnTo>
                      <a:pt x="1743" y="473"/>
                    </a:lnTo>
                    <a:lnTo>
                      <a:pt x="1774" y="483"/>
                    </a:lnTo>
                    <a:lnTo>
                      <a:pt x="1806" y="504"/>
                    </a:lnTo>
                    <a:lnTo>
                      <a:pt x="1837" y="514"/>
                    </a:lnTo>
                    <a:lnTo>
                      <a:pt x="1868" y="524"/>
                    </a:lnTo>
                    <a:lnTo>
                      <a:pt x="1899" y="534"/>
                    </a:lnTo>
                    <a:lnTo>
                      <a:pt x="1931" y="534"/>
                    </a:lnTo>
                    <a:lnTo>
                      <a:pt x="1962" y="544"/>
                    </a:lnTo>
                    <a:lnTo>
                      <a:pt x="1993" y="544"/>
                    </a:lnTo>
                    <a:lnTo>
                      <a:pt x="2014" y="544"/>
                    </a:lnTo>
                    <a:lnTo>
                      <a:pt x="2046" y="544"/>
                    </a:lnTo>
                    <a:lnTo>
                      <a:pt x="2077" y="544"/>
                    </a:lnTo>
                    <a:lnTo>
                      <a:pt x="2108" y="544"/>
                    </a:lnTo>
                    <a:lnTo>
                      <a:pt x="2139" y="544"/>
                    </a:lnTo>
                    <a:lnTo>
                      <a:pt x="2171" y="544"/>
                    </a:lnTo>
                    <a:lnTo>
                      <a:pt x="2202" y="544"/>
                    </a:lnTo>
                    <a:lnTo>
                      <a:pt x="2233" y="534"/>
                    </a:lnTo>
                    <a:lnTo>
                      <a:pt x="2265" y="534"/>
                    </a:lnTo>
                    <a:lnTo>
                      <a:pt x="2286" y="524"/>
                    </a:lnTo>
                    <a:lnTo>
                      <a:pt x="2317" y="514"/>
                    </a:lnTo>
                    <a:lnTo>
                      <a:pt x="2348" y="514"/>
                    </a:lnTo>
                    <a:lnTo>
                      <a:pt x="2379" y="504"/>
                    </a:lnTo>
                    <a:lnTo>
                      <a:pt x="2411" y="504"/>
                    </a:lnTo>
                    <a:lnTo>
                      <a:pt x="2442" y="493"/>
                    </a:lnTo>
                    <a:lnTo>
                      <a:pt x="2473" y="483"/>
                    </a:lnTo>
                    <a:lnTo>
                      <a:pt x="2505" y="483"/>
                    </a:lnTo>
                    <a:lnTo>
                      <a:pt x="2526" y="473"/>
                    </a:lnTo>
                    <a:lnTo>
                      <a:pt x="2557" y="463"/>
                    </a:lnTo>
                    <a:lnTo>
                      <a:pt x="2588" y="463"/>
                    </a:lnTo>
                    <a:lnTo>
                      <a:pt x="2619" y="453"/>
                    </a:lnTo>
                    <a:lnTo>
                      <a:pt x="2651" y="453"/>
                    </a:lnTo>
                    <a:lnTo>
                      <a:pt x="2682" y="443"/>
                    </a:lnTo>
                    <a:lnTo>
                      <a:pt x="2713" y="443"/>
                    </a:lnTo>
                    <a:lnTo>
                      <a:pt x="2745" y="433"/>
                    </a:lnTo>
                    <a:lnTo>
                      <a:pt x="2776" y="433"/>
                    </a:lnTo>
                    <a:lnTo>
                      <a:pt x="2797" y="423"/>
                    </a:lnTo>
                    <a:lnTo>
                      <a:pt x="2828" y="423"/>
                    </a:lnTo>
                    <a:lnTo>
                      <a:pt x="2859" y="423"/>
                    </a:lnTo>
                    <a:lnTo>
                      <a:pt x="2891" y="413"/>
                    </a:lnTo>
                    <a:lnTo>
                      <a:pt x="2922" y="413"/>
                    </a:lnTo>
                    <a:lnTo>
                      <a:pt x="2953" y="413"/>
                    </a:lnTo>
                    <a:lnTo>
                      <a:pt x="2985" y="413"/>
                    </a:lnTo>
                    <a:lnTo>
                      <a:pt x="3016" y="413"/>
                    </a:lnTo>
                    <a:lnTo>
                      <a:pt x="3047" y="413"/>
                    </a:lnTo>
                    <a:lnTo>
                      <a:pt x="3068" y="413"/>
                    </a:lnTo>
                    <a:lnTo>
                      <a:pt x="3099" y="413"/>
                    </a:lnTo>
                    <a:lnTo>
                      <a:pt x="3131" y="413"/>
                    </a:lnTo>
                    <a:lnTo>
                      <a:pt x="3162" y="413"/>
                    </a:lnTo>
                    <a:lnTo>
                      <a:pt x="3193" y="413"/>
                    </a:lnTo>
                    <a:lnTo>
                      <a:pt x="3225" y="413"/>
                    </a:lnTo>
                    <a:lnTo>
                      <a:pt x="3256" y="413"/>
                    </a:lnTo>
                    <a:lnTo>
                      <a:pt x="3287" y="413"/>
                    </a:lnTo>
                    <a:lnTo>
                      <a:pt x="3319" y="413"/>
                    </a:lnTo>
                    <a:lnTo>
                      <a:pt x="3339" y="413"/>
                    </a:lnTo>
                    <a:lnTo>
                      <a:pt x="3371" y="423"/>
                    </a:lnTo>
                    <a:lnTo>
                      <a:pt x="3402" y="423"/>
                    </a:lnTo>
                    <a:lnTo>
                      <a:pt x="3433" y="423"/>
                    </a:lnTo>
                    <a:lnTo>
                      <a:pt x="3465" y="423"/>
                    </a:lnTo>
                    <a:lnTo>
                      <a:pt x="3496" y="423"/>
                    </a:lnTo>
                    <a:lnTo>
                      <a:pt x="3527" y="423"/>
                    </a:lnTo>
                    <a:lnTo>
                      <a:pt x="3559" y="433"/>
                    </a:lnTo>
                    <a:lnTo>
                      <a:pt x="3590" y="433"/>
                    </a:lnTo>
                    <a:lnTo>
                      <a:pt x="3611" y="433"/>
                    </a:lnTo>
                    <a:lnTo>
                      <a:pt x="3642" y="433"/>
                    </a:lnTo>
                    <a:lnTo>
                      <a:pt x="3673" y="433"/>
                    </a:lnTo>
                    <a:lnTo>
                      <a:pt x="3705" y="433"/>
                    </a:lnTo>
                    <a:lnTo>
                      <a:pt x="3736" y="433"/>
                    </a:lnTo>
                    <a:lnTo>
                      <a:pt x="3767" y="443"/>
                    </a:lnTo>
                    <a:lnTo>
                      <a:pt x="3799" y="443"/>
                    </a:lnTo>
                    <a:lnTo>
                      <a:pt x="3830" y="443"/>
                    </a:lnTo>
                    <a:lnTo>
                      <a:pt x="3851" y="443"/>
                    </a:lnTo>
                    <a:lnTo>
                      <a:pt x="3882" y="443"/>
                    </a:lnTo>
                    <a:lnTo>
                      <a:pt x="3913" y="443"/>
                    </a:lnTo>
                    <a:lnTo>
                      <a:pt x="3945" y="443"/>
                    </a:lnTo>
                    <a:lnTo>
                      <a:pt x="3976" y="443"/>
                    </a:lnTo>
                    <a:lnTo>
                      <a:pt x="4007" y="443"/>
                    </a:lnTo>
                    <a:lnTo>
                      <a:pt x="4039" y="443"/>
                    </a:lnTo>
                    <a:lnTo>
                      <a:pt x="4070" y="443"/>
                    </a:lnTo>
                    <a:lnTo>
                      <a:pt x="4101" y="443"/>
                    </a:lnTo>
                    <a:lnTo>
                      <a:pt x="4122" y="443"/>
                    </a:lnTo>
                    <a:lnTo>
                      <a:pt x="4153" y="443"/>
                    </a:lnTo>
                    <a:lnTo>
                      <a:pt x="4185" y="443"/>
                    </a:lnTo>
                    <a:lnTo>
                      <a:pt x="4216" y="443"/>
                    </a:lnTo>
                    <a:lnTo>
                      <a:pt x="4247" y="443"/>
                    </a:lnTo>
                    <a:lnTo>
                      <a:pt x="4279" y="443"/>
                    </a:lnTo>
                    <a:lnTo>
                      <a:pt x="4310" y="443"/>
                    </a:lnTo>
                    <a:lnTo>
                      <a:pt x="4341" y="443"/>
                    </a:lnTo>
                    <a:lnTo>
                      <a:pt x="4372" y="443"/>
                    </a:lnTo>
                    <a:lnTo>
                      <a:pt x="4393" y="443"/>
                    </a:lnTo>
                    <a:lnTo>
                      <a:pt x="4425" y="443"/>
                    </a:lnTo>
                    <a:lnTo>
                      <a:pt x="4456" y="443"/>
                    </a:lnTo>
                    <a:lnTo>
                      <a:pt x="4487" y="443"/>
                    </a:lnTo>
                    <a:lnTo>
                      <a:pt x="4519" y="443"/>
                    </a:lnTo>
                  </a:path>
                </a:pathLst>
              </a:custGeom>
              <a:noFill/>
              <a:ln w="381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69" name="Freeform 78">
                <a:extLst>
                  <a:ext uri="{FF2B5EF4-FFF2-40B4-BE49-F238E27FC236}">
                    <a16:creationId xmlns:a16="http://schemas.microsoft.com/office/drawing/2014/main" id="{793D5930-01D7-29AC-9D23-1E9BE950FC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2326"/>
                <a:ext cx="3609" cy="1328"/>
              </a:xfrm>
              <a:custGeom>
                <a:avLst/>
                <a:gdLst>
                  <a:gd name="T0" fmla="*/ 4 w 4519"/>
                  <a:gd name="T1" fmla="*/ 19 h 1884"/>
                  <a:gd name="T2" fmla="*/ 8 w 4519"/>
                  <a:gd name="T3" fmla="*/ 18 h 1884"/>
                  <a:gd name="T4" fmla="*/ 13 w 4519"/>
                  <a:gd name="T5" fmla="*/ 16 h 1884"/>
                  <a:gd name="T6" fmla="*/ 18 w 4519"/>
                  <a:gd name="T7" fmla="*/ 13 h 1884"/>
                  <a:gd name="T8" fmla="*/ 22 w 4519"/>
                  <a:gd name="T9" fmla="*/ 11 h 1884"/>
                  <a:gd name="T10" fmla="*/ 27 w 4519"/>
                  <a:gd name="T11" fmla="*/ 8 h 1884"/>
                  <a:gd name="T12" fmla="*/ 33 w 4519"/>
                  <a:gd name="T13" fmla="*/ 6 h 1884"/>
                  <a:gd name="T14" fmla="*/ 37 w 4519"/>
                  <a:gd name="T15" fmla="*/ 4 h 1884"/>
                  <a:gd name="T16" fmla="*/ 42 w 4519"/>
                  <a:gd name="T17" fmla="*/ 2 h 1884"/>
                  <a:gd name="T18" fmla="*/ 47 w 4519"/>
                  <a:gd name="T19" fmla="*/ 1 h 1884"/>
                  <a:gd name="T20" fmla="*/ 52 w 4519"/>
                  <a:gd name="T21" fmla="*/ 1 h 1884"/>
                  <a:gd name="T22" fmla="*/ 57 w 4519"/>
                  <a:gd name="T23" fmla="*/ 1 h 1884"/>
                  <a:gd name="T24" fmla="*/ 61 w 4519"/>
                  <a:gd name="T25" fmla="*/ 0 h 1884"/>
                  <a:gd name="T26" fmla="*/ 66 w 4519"/>
                  <a:gd name="T27" fmla="*/ 1 h 1884"/>
                  <a:gd name="T28" fmla="*/ 72 w 4519"/>
                  <a:gd name="T29" fmla="*/ 1 h 1884"/>
                  <a:gd name="T30" fmla="*/ 77 w 4519"/>
                  <a:gd name="T31" fmla="*/ 1 h 1884"/>
                  <a:gd name="T32" fmla="*/ 81 w 4519"/>
                  <a:gd name="T33" fmla="*/ 1 h 1884"/>
                  <a:gd name="T34" fmla="*/ 86 w 4519"/>
                  <a:gd name="T35" fmla="*/ 1 h 1884"/>
                  <a:gd name="T36" fmla="*/ 91 w 4519"/>
                  <a:gd name="T37" fmla="*/ 1 h 1884"/>
                  <a:gd name="T38" fmla="*/ 96 w 4519"/>
                  <a:gd name="T39" fmla="*/ 1 h 1884"/>
                  <a:gd name="T40" fmla="*/ 100 w 4519"/>
                  <a:gd name="T41" fmla="*/ 1 h 1884"/>
                  <a:gd name="T42" fmla="*/ 106 w 4519"/>
                  <a:gd name="T43" fmla="*/ 1 h 1884"/>
                  <a:gd name="T44" fmla="*/ 110 w 4519"/>
                  <a:gd name="T45" fmla="*/ 2 h 1884"/>
                  <a:gd name="T46" fmla="*/ 115 w 4519"/>
                  <a:gd name="T47" fmla="*/ 2 h 1884"/>
                  <a:gd name="T48" fmla="*/ 120 w 4519"/>
                  <a:gd name="T49" fmla="*/ 2 h 1884"/>
                  <a:gd name="T50" fmla="*/ 125 w 4519"/>
                  <a:gd name="T51" fmla="*/ 2 h 1884"/>
                  <a:gd name="T52" fmla="*/ 130 w 4519"/>
                  <a:gd name="T53" fmla="*/ 2 h 1884"/>
                  <a:gd name="T54" fmla="*/ 135 w 4519"/>
                  <a:gd name="T55" fmla="*/ 2 h 1884"/>
                  <a:gd name="T56" fmla="*/ 140 w 4519"/>
                  <a:gd name="T57" fmla="*/ 2 h 1884"/>
                  <a:gd name="T58" fmla="*/ 145 w 4519"/>
                  <a:gd name="T59" fmla="*/ 2 h 1884"/>
                  <a:gd name="T60" fmla="*/ 149 w 4519"/>
                  <a:gd name="T61" fmla="*/ 2 h 1884"/>
                  <a:gd name="T62" fmla="*/ 154 w 4519"/>
                  <a:gd name="T63" fmla="*/ 2 h 1884"/>
                  <a:gd name="T64" fmla="*/ 159 w 4519"/>
                  <a:gd name="T65" fmla="*/ 2 h 1884"/>
                  <a:gd name="T66" fmla="*/ 164 w 4519"/>
                  <a:gd name="T67" fmla="*/ 2 h 1884"/>
                  <a:gd name="T68" fmla="*/ 169 w 4519"/>
                  <a:gd name="T69" fmla="*/ 2 h 1884"/>
                  <a:gd name="T70" fmla="*/ 173 w 4519"/>
                  <a:gd name="T71" fmla="*/ 1 h 1884"/>
                  <a:gd name="T72" fmla="*/ 179 w 4519"/>
                  <a:gd name="T73" fmla="*/ 1 h 1884"/>
                  <a:gd name="T74" fmla="*/ 183 w 4519"/>
                  <a:gd name="T75" fmla="*/ 1 h 1884"/>
                  <a:gd name="T76" fmla="*/ 188 w 4519"/>
                  <a:gd name="T77" fmla="*/ 1 h 1884"/>
                  <a:gd name="T78" fmla="*/ 193 w 4519"/>
                  <a:gd name="T79" fmla="*/ 1 h 1884"/>
                  <a:gd name="T80" fmla="*/ 197 w 4519"/>
                  <a:gd name="T81" fmla="*/ 1 h 1884"/>
                  <a:gd name="T82" fmla="*/ 203 w 4519"/>
                  <a:gd name="T83" fmla="*/ 1 h 1884"/>
                  <a:gd name="T84" fmla="*/ 208 w 4519"/>
                  <a:gd name="T85" fmla="*/ 1 h 1884"/>
                  <a:gd name="T86" fmla="*/ 212 w 4519"/>
                  <a:gd name="T87" fmla="*/ 1 h 1884"/>
                  <a:gd name="T88" fmla="*/ 217 w 4519"/>
                  <a:gd name="T89" fmla="*/ 1 h 1884"/>
                  <a:gd name="T90" fmla="*/ 221 w 4519"/>
                  <a:gd name="T91" fmla="*/ 1 h 1884"/>
                  <a:gd name="T92" fmla="*/ 227 w 4519"/>
                  <a:gd name="T93" fmla="*/ 1 h 1884"/>
                  <a:gd name="T94" fmla="*/ 232 w 4519"/>
                  <a:gd name="T95" fmla="*/ 1 h 1884"/>
                  <a:gd name="T96" fmla="*/ 236 w 4519"/>
                  <a:gd name="T97" fmla="*/ 2 h 1884"/>
                  <a:gd name="T98" fmla="*/ 242 w 4519"/>
                  <a:gd name="T99" fmla="*/ 2 h 188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519"/>
                  <a:gd name="T151" fmla="*/ 0 h 1884"/>
                  <a:gd name="T152" fmla="*/ 4519 w 4519"/>
                  <a:gd name="T153" fmla="*/ 1884 h 188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519" h="1884">
                    <a:moveTo>
                      <a:pt x="0" y="1884"/>
                    </a:moveTo>
                    <a:lnTo>
                      <a:pt x="32" y="1874"/>
                    </a:lnTo>
                    <a:lnTo>
                      <a:pt x="63" y="1854"/>
                    </a:lnTo>
                    <a:lnTo>
                      <a:pt x="94" y="1813"/>
                    </a:lnTo>
                    <a:lnTo>
                      <a:pt x="126" y="1763"/>
                    </a:lnTo>
                    <a:lnTo>
                      <a:pt x="146" y="1713"/>
                    </a:lnTo>
                    <a:lnTo>
                      <a:pt x="178" y="1642"/>
                    </a:lnTo>
                    <a:lnTo>
                      <a:pt x="209" y="1571"/>
                    </a:lnTo>
                    <a:lnTo>
                      <a:pt x="240" y="1491"/>
                    </a:lnTo>
                    <a:lnTo>
                      <a:pt x="272" y="1410"/>
                    </a:lnTo>
                    <a:lnTo>
                      <a:pt x="303" y="1330"/>
                    </a:lnTo>
                    <a:lnTo>
                      <a:pt x="334" y="1249"/>
                    </a:lnTo>
                    <a:lnTo>
                      <a:pt x="366" y="1158"/>
                    </a:lnTo>
                    <a:lnTo>
                      <a:pt x="397" y="1078"/>
                    </a:lnTo>
                    <a:lnTo>
                      <a:pt x="418" y="987"/>
                    </a:lnTo>
                    <a:lnTo>
                      <a:pt x="449" y="907"/>
                    </a:lnTo>
                    <a:lnTo>
                      <a:pt x="480" y="826"/>
                    </a:lnTo>
                    <a:lnTo>
                      <a:pt x="512" y="745"/>
                    </a:lnTo>
                    <a:lnTo>
                      <a:pt x="543" y="675"/>
                    </a:lnTo>
                    <a:lnTo>
                      <a:pt x="574" y="604"/>
                    </a:lnTo>
                    <a:lnTo>
                      <a:pt x="606" y="534"/>
                    </a:lnTo>
                    <a:lnTo>
                      <a:pt x="637" y="473"/>
                    </a:lnTo>
                    <a:lnTo>
                      <a:pt x="668" y="413"/>
                    </a:lnTo>
                    <a:lnTo>
                      <a:pt x="689" y="363"/>
                    </a:lnTo>
                    <a:lnTo>
                      <a:pt x="720" y="312"/>
                    </a:lnTo>
                    <a:lnTo>
                      <a:pt x="752" y="272"/>
                    </a:lnTo>
                    <a:lnTo>
                      <a:pt x="783" y="221"/>
                    </a:lnTo>
                    <a:lnTo>
                      <a:pt x="814" y="191"/>
                    </a:lnTo>
                    <a:lnTo>
                      <a:pt x="846" y="151"/>
                    </a:lnTo>
                    <a:lnTo>
                      <a:pt x="877" y="131"/>
                    </a:lnTo>
                    <a:lnTo>
                      <a:pt x="908" y="101"/>
                    </a:lnTo>
                    <a:lnTo>
                      <a:pt x="929" y="80"/>
                    </a:lnTo>
                    <a:lnTo>
                      <a:pt x="960" y="60"/>
                    </a:lnTo>
                    <a:lnTo>
                      <a:pt x="992" y="40"/>
                    </a:lnTo>
                    <a:lnTo>
                      <a:pt x="1023" y="30"/>
                    </a:lnTo>
                    <a:lnTo>
                      <a:pt x="1054" y="20"/>
                    </a:lnTo>
                    <a:lnTo>
                      <a:pt x="1086" y="10"/>
                    </a:lnTo>
                    <a:lnTo>
                      <a:pt x="1117" y="10"/>
                    </a:lnTo>
                    <a:lnTo>
                      <a:pt x="1148" y="0"/>
                    </a:lnTo>
                    <a:lnTo>
                      <a:pt x="1179" y="0"/>
                    </a:lnTo>
                    <a:lnTo>
                      <a:pt x="1200" y="0"/>
                    </a:lnTo>
                    <a:lnTo>
                      <a:pt x="1232" y="10"/>
                    </a:lnTo>
                    <a:lnTo>
                      <a:pt x="1263" y="10"/>
                    </a:lnTo>
                    <a:lnTo>
                      <a:pt x="1294" y="10"/>
                    </a:lnTo>
                    <a:lnTo>
                      <a:pt x="1326" y="20"/>
                    </a:lnTo>
                    <a:lnTo>
                      <a:pt x="1357" y="20"/>
                    </a:lnTo>
                    <a:lnTo>
                      <a:pt x="1388" y="30"/>
                    </a:lnTo>
                    <a:lnTo>
                      <a:pt x="1419" y="40"/>
                    </a:lnTo>
                    <a:lnTo>
                      <a:pt x="1451" y="50"/>
                    </a:lnTo>
                    <a:lnTo>
                      <a:pt x="1472" y="50"/>
                    </a:lnTo>
                    <a:lnTo>
                      <a:pt x="1503" y="60"/>
                    </a:lnTo>
                    <a:lnTo>
                      <a:pt x="1534" y="70"/>
                    </a:lnTo>
                    <a:lnTo>
                      <a:pt x="1566" y="80"/>
                    </a:lnTo>
                    <a:lnTo>
                      <a:pt x="1597" y="90"/>
                    </a:lnTo>
                    <a:lnTo>
                      <a:pt x="1628" y="90"/>
                    </a:lnTo>
                    <a:lnTo>
                      <a:pt x="1659" y="101"/>
                    </a:lnTo>
                    <a:lnTo>
                      <a:pt x="1691" y="111"/>
                    </a:lnTo>
                    <a:lnTo>
                      <a:pt x="1722" y="121"/>
                    </a:lnTo>
                    <a:lnTo>
                      <a:pt x="1743" y="121"/>
                    </a:lnTo>
                    <a:lnTo>
                      <a:pt x="1774" y="131"/>
                    </a:lnTo>
                    <a:lnTo>
                      <a:pt x="1806" y="131"/>
                    </a:lnTo>
                    <a:lnTo>
                      <a:pt x="1837" y="141"/>
                    </a:lnTo>
                    <a:lnTo>
                      <a:pt x="1868" y="151"/>
                    </a:lnTo>
                    <a:lnTo>
                      <a:pt x="1899" y="151"/>
                    </a:lnTo>
                    <a:lnTo>
                      <a:pt x="1931" y="151"/>
                    </a:lnTo>
                    <a:lnTo>
                      <a:pt x="1962" y="161"/>
                    </a:lnTo>
                    <a:lnTo>
                      <a:pt x="1993" y="161"/>
                    </a:lnTo>
                    <a:lnTo>
                      <a:pt x="2014" y="171"/>
                    </a:lnTo>
                    <a:lnTo>
                      <a:pt x="2046" y="171"/>
                    </a:lnTo>
                    <a:lnTo>
                      <a:pt x="2077" y="171"/>
                    </a:lnTo>
                    <a:lnTo>
                      <a:pt x="2108" y="171"/>
                    </a:lnTo>
                    <a:lnTo>
                      <a:pt x="2139" y="171"/>
                    </a:lnTo>
                    <a:lnTo>
                      <a:pt x="2171" y="181"/>
                    </a:lnTo>
                    <a:lnTo>
                      <a:pt x="2202" y="181"/>
                    </a:lnTo>
                    <a:lnTo>
                      <a:pt x="2233" y="181"/>
                    </a:lnTo>
                    <a:lnTo>
                      <a:pt x="2265" y="181"/>
                    </a:lnTo>
                    <a:lnTo>
                      <a:pt x="2286" y="181"/>
                    </a:lnTo>
                    <a:lnTo>
                      <a:pt x="2317" y="181"/>
                    </a:lnTo>
                    <a:lnTo>
                      <a:pt x="2348" y="181"/>
                    </a:lnTo>
                    <a:lnTo>
                      <a:pt x="2379" y="181"/>
                    </a:lnTo>
                    <a:lnTo>
                      <a:pt x="2411" y="181"/>
                    </a:lnTo>
                    <a:lnTo>
                      <a:pt x="2442" y="181"/>
                    </a:lnTo>
                    <a:lnTo>
                      <a:pt x="2473" y="181"/>
                    </a:lnTo>
                    <a:lnTo>
                      <a:pt x="2505" y="181"/>
                    </a:lnTo>
                    <a:lnTo>
                      <a:pt x="2526" y="181"/>
                    </a:lnTo>
                    <a:lnTo>
                      <a:pt x="2557" y="181"/>
                    </a:lnTo>
                    <a:lnTo>
                      <a:pt x="2588" y="181"/>
                    </a:lnTo>
                    <a:lnTo>
                      <a:pt x="2619" y="181"/>
                    </a:lnTo>
                    <a:lnTo>
                      <a:pt x="2651" y="181"/>
                    </a:lnTo>
                    <a:lnTo>
                      <a:pt x="2682" y="181"/>
                    </a:lnTo>
                    <a:lnTo>
                      <a:pt x="2713" y="171"/>
                    </a:lnTo>
                    <a:lnTo>
                      <a:pt x="2745" y="171"/>
                    </a:lnTo>
                    <a:lnTo>
                      <a:pt x="2776" y="171"/>
                    </a:lnTo>
                    <a:lnTo>
                      <a:pt x="2797" y="171"/>
                    </a:lnTo>
                    <a:lnTo>
                      <a:pt x="2828" y="171"/>
                    </a:lnTo>
                    <a:lnTo>
                      <a:pt x="2859" y="171"/>
                    </a:lnTo>
                    <a:lnTo>
                      <a:pt x="2891" y="171"/>
                    </a:lnTo>
                    <a:lnTo>
                      <a:pt x="2922" y="171"/>
                    </a:lnTo>
                    <a:lnTo>
                      <a:pt x="2953" y="171"/>
                    </a:lnTo>
                    <a:lnTo>
                      <a:pt x="2985" y="171"/>
                    </a:lnTo>
                    <a:lnTo>
                      <a:pt x="3016" y="171"/>
                    </a:lnTo>
                    <a:lnTo>
                      <a:pt x="3047" y="171"/>
                    </a:lnTo>
                    <a:lnTo>
                      <a:pt x="3068" y="171"/>
                    </a:lnTo>
                    <a:lnTo>
                      <a:pt x="3099" y="171"/>
                    </a:lnTo>
                    <a:lnTo>
                      <a:pt x="3131" y="171"/>
                    </a:lnTo>
                    <a:lnTo>
                      <a:pt x="3162" y="171"/>
                    </a:lnTo>
                    <a:lnTo>
                      <a:pt x="3193" y="171"/>
                    </a:lnTo>
                    <a:lnTo>
                      <a:pt x="3225" y="161"/>
                    </a:lnTo>
                    <a:lnTo>
                      <a:pt x="3256" y="161"/>
                    </a:lnTo>
                    <a:lnTo>
                      <a:pt x="3287" y="161"/>
                    </a:lnTo>
                    <a:lnTo>
                      <a:pt x="3319" y="161"/>
                    </a:lnTo>
                    <a:lnTo>
                      <a:pt x="3339" y="161"/>
                    </a:lnTo>
                    <a:lnTo>
                      <a:pt x="3371" y="161"/>
                    </a:lnTo>
                    <a:lnTo>
                      <a:pt x="3402" y="161"/>
                    </a:lnTo>
                    <a:lnTo>
                      <a:pt x="3433" y="161"/>
                    </a:lnTo>
                    <a:lnTo>
                      <a:pt x="3465" y="161"/>
                    </a:lnTo>
                    <a:lnTo>
                      <a:pt x="3496" y="161"/>
                    </a:lnTo>
                    <a:lnTo>
                      <a:pt x="3527" y="161"/>
                    </a:lnTo>
                    <a:lnTo>
                      <a:pt x="3559" y="161"/>
                    </a:lnTo>
                    <a:lnTo>
                      <a:pt x="3590" y="161"/>
                    </a:lnTo>
                    <a:lnTo>
                      <a:pt x="3611" y="161"/>
                    </a:lnTo>
                    <a:lnTo>
                      <a:pt x="3642" y="161"/>
                    </a:lnTo>
                    <a:lnTo>
                      <a:pt x="3673" y="161"/>
                    </a:lnTo>
                    <a:lnTo>
                      <a:pt x="3705" y="161"/>
                    </a:lnTo>
                    <a:lnTo>
                      <a:pt x="3736" y="161"/>
                    </a:lnTo>
                    <a:lnTo>
                      <a:pt x="3767" y="161"/>
                    </a:lnTo>
                    <a:lnTo>
                      <a:pt x="3799" y="161"/>
                    </a:lnTo>
                    <a:lnTo>
                      <a:pt x="3830" y="161"/>
                    </a:lnTo>
                    <a:lnTo>
                      <a:pt x="3851" y="161"/>
                    </a:lnTo>
                    <a:lnTo>
                      <a:pt x="3882" y="161"/>
                    </a:lnTo>
                    <a:lnTo>
                      <a:pt x="3913" y="161"/>
                    </a:lnTo>
                    <a:lnTo>
                      <a:pt x="3945" y="161"/>
                    </a:lnTo>
                    <a:lnTo>
                      <a:pt x="3976" y="161"/>
                    </a:lnTo>
                    <a:lnTo>
                      <a:pt x="4007" y="161"/>
                    </a:lnTo>
                    <a:lnTo>
                      <a:pt x="4039" y="161"/>
                    </a:lnTo>
                    <a:lnTo>
                      <a:pt x="4070" y="161"/>
                    </a:lnTo>
                    <a:lnTo>
                      <a:pt x="4101" y="161"/>
                    </a:lnTo>
                    <a:lnTo>
                      <a:pt x="4122" y="161"/>
                    </a:lnTo>
                    <a:lnTo>
                      <a:pt x="4153" y="161"/>
                    </a:lnTo>
                    <a:lnTo>
                      <a:pt x="4185" y="161"/>
                    </a:lnTo>
                    <a:lnTo>
                      <a:pt x="4216" y="161"/>
                    </a:lnTo>
                    <a:lnTo>
                      <a:pt x="4247" y="161"/>
                    </a:lnTo>
                    <a:lnTo>
                      <a:pt x="4279" y="161"/>
                    </a:lnTo>
                    <a:lnTo>
                      <a:pt x="4310" y="161"/>
                    </a:lnTo>
                    <a:lnTo>
                      <a:pt x="4341" y="161"/>
                    </a:lnTo>
                    <a:lnTo>
                      <a:pt x="4372" y="161"/>
                    </a:lnTo>
                    <a:lnTo>
                      <a:pt x="4393" y="171"/>
                    </a:lnTo>
                    <a:lnTo>
                      <a:pt x="4425" y="171"/>
                    </a:lnTo>
                    <a:lnTo>
                      <a:pt x="4456" y="171"/>
                    </a:lnTo>
                    <a:lnTo>
                      <a:pt x="4487" y="171"/>
                    </a:lnTo>
                    <a:lnTo>
                      <a:pt x="4519" y="171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0" name="Freeform 79">
                <a:extLst>
                  <a:ext uri="{FF2B5EF4-FFF2-40B4-BE49-F238E27FC236}">
                    <a16:creationId xmlns:a16="http://schemas.microsoft.com/office/drawing/2014/main" id="{5D69E638-DB5D-A0F5-B629-0BAA128BA8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63" y="2426"/>
                <a:ext cx="3609" cy="1228"/>
              </a:xfrm>
              <a:custGeom>
                <a:avLst/>
                <a:gdLst>
                  <a:gd name="T0" fmla="*/ 4 w 4519"/>
                  <a:gd name="T1" fmla="*/ 18 h 1743"/>
                  <a:gd name="T2" fmla="*/ 8 w 4519"/>
                  <a:gd name="T3" fmla="*/ 17 h 1743"/>
                  <a:gd name="T4" fmla="*/ 13 w 4519"/>
                  <a:gd name="T5" fmla="*/ 15 h 1743"/>
                  <a:gd name="T6" fmla="*/ 18 w 4519"/>
                  <a:gd name="T7" fmla="*/ 13 h 1743"/>
                  <a:gd name="T8" fmla="*/ 22 w 4519"/>
                  <a:gd name="T9" fmla="*/ 10 h 1743"/>
                  <a:gd name="T10" fmla="*/ 27 w 4519"/>
                  <a:gd name="T11" fmla="*/ 8 h 1743"/>
                  <a:gd name="T12" fmla="*/ 33 w 4519"/>
                  <a:gd name="T13" fmla="*/ 6 h 1743"/>
                  <a:gd name="T14" fmla="*/ 37 w 4519"/>
                  <a:gd name="T15" fmla="*/ 4 h 1743"/>
                  <a:gd name="T16" fmla="*/ 42 w 4519"/>
                  <a:gd name="T17" fmla="*/ 3 h 1743"/>
                  <a:gd name="T18" fmla="*/ 47 w 4519"/>
                  <a:gd name="T19" fmla="*/ 2 h 1743"/>
                  <a:gd name="T20" fmla="*/ 52 w 4519"/>
                  <a:gd name="T21" fmla="*/ 1 h 1743"/>
                  <a:gd name="T22" fmla="*/ 57 w 4519"/>
                  <a:gd name="T23" fmla="*/ 1 h 1743"/>
                  <a:gd name="T24" fmla="*/ 61 w 4519"/>
                  <a:gd name="T25" fmla="*/ 1 h 1743"/>
                  <a:gd name="T26" fmla="*/ 66 w 4519"/>
                  <a:gd name="T27" fmla="*/ 1 h 1743"/>
                  <a:gd name="T28" fmla="*/ 72 w 4519"/>
                  <a:gd name="T29" fmla="*/ 1 h 1743"/>
                  <a:gd name="T30" fmla="*/ 77 w 4519"/>
                  <a:gd name="T31" fmla="*/ 0 h 1743"/>
                  <a:gd name="T32" fmla="*/ 81 w 4519"/>
                  <a:gd name="T33" fmla="*/ 0 h 1743"/>
                  <a:gd name="T34" fmla="*/ 86 w 4519"/>
                  <a:gd name="T35" fmla="*/ 0 h 1743"/>
                  <a:gd name="T36" fmla="*/ 91 w 4519"/>
                  <a:gd name="T37" fmla="*/ 0 h 1743"/>
                  <a:gd name="T38" fmla="*/ 96 w 4519"/>
                  <a:gd name="T39" fmla="*/ 0 h 1743"/>
                  <a:gd name="T40" fmla="*/ 100 w 4519"/>
                  <a:gd name="T41" fmla="*/ 1 h 1743"/>
                  <a:gd name="T42" fmla="*/ 106 w 4519"/>
                  <a:gd name="T43" fmla="*/ 1 h 1743"/>
                  <a:gd name="T44" fmla="*/ 110 w 4519"/>
                  <a:gd name="T45" fmla="*/ 1 h 1743"/>
                  <a:gd name="T46" fmla="*/ 115 w 4519"/>
                  <a:gd name="T47" fmla="*/ 1 h 1743"/>
                  <a:gd name="T48" fmla="*/ 120 w 4519"/>
                  <a:gd name="T49" fmla="*/ 1 h 1743"/>
                  <a:gd name="T50" fmla="*/ 125 w 4519"/>
                  <a:gd name="T51" fmla="*/ 1 h 1743"/>
                  <a:gd name="T52" fmla="*/ 130 w 4519"/>
                  <a:gd name="T53" fmla="*/ 1 h 1743"/>
                  <a:gd name="T54" fmla="*/ 135 w 4519"/>
                  <a:gd name="T55" fmla="*/ 1 h 1743"/>
                  <a:gd name="T56" fmla="*/ 140 w 4519"/>
                  <a:gd name="T57" fmla="*/ 1 h 1743"/>
                  <a:gd name="T58" fmla="*/ 145 w 4519"/>
                  <a:gd name="T59" fmla="*/ 1 h 1743"/>
                  <a:gd name="T60" fmla="*/ 149 w 4519"/>
                  <a:gd name="T61" fmla="*/ 1 h 1743"/>
                  <a:gd name="T62" fmla="*/ 154 w 4519"/>
                  <a:gd name="T63" fmla="*/ 1 h 1743"/>
                  <a:gd name="T64" fmla="*/ 159 w 4519"/>
                  <a:gd name="T65" fmla="*/ 1 h 1743"/>
                  <a:gd name="T66" fmla="*/ 164 w 4519"/>
                  <a:gd name="T67" fmla="*/ 1 h 1743"/>
                  <a:gd name="T68" fmla="*/ 169 w 4519"/>
                  <a:gd name="T69" fmla="*/ 1 h 1743"/>
                  <a:gd name="T70" fmla="*/ 173 w 4519"/>
                  <a:gd name="T71" fmla="*/ 1 h 1743"/>
                  <a:gd name="T72" fmla="*/ 179 w 4519"/>
                  <a:gd name="T73" fmla="*/ 1 h 1743"/>
                  <a:gd name="T74" fmla="*/ 183 w 4519"/>
                  <a:gd name="T75" fmla="*/ 1 h 1743"/>
                  <a:gd name="T76" fmla="*/ 188 w 4519"/>
                  <a:gd name="T77" fmla="*/ 1 h 1743"/>
                  <a:gd name="T78" fmla="*/ 193 w 4519"/>
                  <a:gd name="T79" fmla="*/ 1 h 1743"/>
                  <a:gd name="T80" fmla="*/ 197 w 4519"/>
                  <a:gd name="T81" fmla="*/ 1 h 1743"/>
                  <a:gd name="T82" fmla="*/ 203 w 4519"/>
                  <a:gd name="T83" fmla="*/ 1 h 1743"/>
                  <a:gd name="T84" fmla="*/ 208 w 4519"/>
                  <a:gd name="T85" fmla="*/ 1 h 1743"/>
                  <a:gd name="T86" fmla="*/ 212 w 4519"/>
                  <a:gd name="T87" fmla="*/ 1 h 1743"/>
                  <a:gd name="T88" fmla="*/ 217 w 4519"/>
                  <a:gd name="T89" fmla="*/ 1 h 1743"/>
                  <a:gd name="T90" fmla="*/ 221 w 4519"/>
                  <a:gd name="T91" fmla="*/ 1 h 1743"/>
                  <a:gd name="T92" fmla="*/ 227 w 4519"/>
                  <a:gd name="T93" fmla="*/ 1 h 1743"/>
                  <a:gd name="T94" fmla="*/ 232 w 4519"/>
                  <a:gd name="T95" fmla="*/ 1 h 1743"/>
                  <a:gd name="T96" fmla="*/ 236 w 4519"/>
                  <a:gd name="T97" fmla="*/ 1 h 1743"/>
                  <a:gd name="T98" fmla="*/ 242 w 4519"/>
                  <a:gd name="T99" fmla="*/ 1 h 174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519"/>
                  <a:gd name="T151" fmla="*/ 0 h 1743"/>
                  <a:gd name="T152" fmla="*/ 4519 w 4519"/>
                  <a:gd name="T153" fmla="*/ 1743 h 1743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519" h="1743">
                    <a:moveTo>
                      <a:pt x="0" y="1743"/>
                    </a:moveTo>
                    <a:lnTo>
                      <a:pt x="32" y="1733"/>
                    </a:lnTo>
                    <a:lnTo>
                      <a:pt x="63" y="1713"/>
                    </a:lnTo>
                    <a:lnTo>
                      <a:pt x="94" y="1672"/>
                    </a:lnTo>
                    <a:lnTo>
                      <a:pt x="126" y="1632"/>
                    </a:lnTo>
                    <a:lnTo>
                      <a:pt x="146" y="1582"/>
                    </a:lnTo>
                    <a:lnTo>
                      <a:pt x="178" y="1521"/>
                    </a:lnTo>
                    <a:lnTo>
                      <a:pt x="209" y="1451"/>
                    </a:lnTo>
                    <a:lnTo>
                      <a:pt x="240" y="1390"/>
                    </a:lnTo>
                    <a:lnTo>
                      <a:pt x="272" y="1320"/>
                    </a:lnTo>
                    <a:lnTo>
                      <a:pt x="303" y="1239"/>
                    </a:lnTo>
                    <a:lnTo>
                      <a:pt x="334" y="1169"/>
                    </a:lnTo>
                    <a:lnTo>
                      <a:pt x="366" y="1098"/>
                    </a:lnTo>
                    <a:lnTo>
                      <a:pt x="397" y="1027"/>
                    </a:lnTo>
                    <a:lnTo>
                      <a:pt x="418" y="957"/>
                    </a:lnTo>
                    <a:lnTo>
                      <a:pt x="449" y="886"/>
                    </a:lnTo>
                    <a:lnTo>
                      <a:pt x="480" y="816"/>
                    </a:lnTo>
                    <a:lnTo>
                      <a:pt x="512" y="755"/>
                    </a:lnTo>
                    <a:lnTo>
                      <a:pt x="543" y="695"/>
                    </a:lnTo>
                    <a:lnTo>
                      <a:pt x="574" y="635"/>
                    </a:lnTo>
                    <a:lnTo>
                      <a:pt x="606" y="584"/>
                    </a:lnTo>
                    <a:lnTo>
                      <a:pt x="637" y="534"/>
                    </a:lnTo>
                    <a:lnTo>
                      <a:pt x="668" y="483"/>
                    </a:lnTo>
                    <a:lnTo>
                      <a:pt x="689" y="433"/>
                    </a:lnTo>
                    <a:lnTo>
                      <a:pt x="720" y="393"/>
                    </a:lnTo>
                    <a:lnTo>
                      <a:pt x="752" y="352"/>
                    </a:lnTo>
                    <a:lnTo>
                      <a:pt x="783" y="312"/>
                    </a:lnTo>
                    <a:lnTo>
                      <a:pt x="814" y="282"/>
                    </a:lnTo>
                    <a:lnTo>
                      <a:pt x="846" y="252"/>
                    </a:lnTo>
                    <a:lnTo>
                      <a:pt x="877" y="222"/>
                    </a:lnTo>
                    <a:lnTo>
                      <a:pt x="908" y="191"/>
                    </a:lnTo>
                    <a:lnTo>
                      <a:pt x="929" y="171"/>
                    </a:lnTo>
                    <a:lnTo>
                      <a:pt x="960" y="151"/>
                    </a:lnTo>
                    <a:lnTo>
                      <a:pt x="992" y="131"/>
                    </a:lnTo>
                    <a:lnTo>
                      <a:pt x="1023" y="111"/>
                    </a:lnTo>
                    <a:lnTo>
                      <a:pt x="1054" y="91"/>
                    </a:lnTo>
                    <a:lnTo>
                      <a:pt x="1086" y="80"/>
                    </a:lnTo>
                    <a:lnTo>
                      <a:pt x="1117" y="70"/>
                    </a:lnTo>
                    <a:lnTo>
                      <a:pt x="1148" y="50"/>
                    </a:lnTo>
                    <a:lnTo>
                      <a:pt x="1179" y="40"/>
                    </a:lnTo>
                    <a:lnTo>
                      <a:pt x="1200" y="40"/>
                    </a:lnTo>
                    <a:lnTo>
                      <a:pt x="1232" y="30"/>
                    </a:lnTo>
                    <a:lnTo>
                      <a:pt x="1263" y="20"/>
                    </a:lnTo>
                    <a:lnTo>
                      <a:pt x="1294" y="20"/>
                    </a:lnTo>
                    <a:lnTo>
                      <a:pt x="1326" y="10"/>
                    </a:lnTo>
                    <a:lnTo>
                      <a:pt x="1357" y="10"/>
                    </a:lnTo>
                    <a:lnTo>
                      <a:pt x="1388" y="10"/>
                    </a:lnTo>
                    <a:lnTo>
                      <a:pt x="1419" y="0"/>
                    </a:lnTo>
                    <a:lnTo>
                      <a:pt x="1451" y="0"/>
                    </a:lnTo>
                    <a:lnTo>
                      <a:pt x="1472" y="0"/>
                    </a:lnTo>
                    <a:lnTo>
                      <a:pt x="1503" y="0"/>
                    </a:lnTo>
                    <a:lnTo>
                      <a:pt x="1534" y="0"/>
                    </a:lnTo>
                    <a:lnTo>
                      <a:pt x="1566" y="0"/>
                    </a:lnTo>
                    <a:lnTo>
                      <a:pt x="1597" y="0"/>
                    </a:lnTo>
                    <a:lnTo>
                      <a:pt x="1628" y="0"/>
                    </a:lnTo>
                    <a:lnTo>
                      <a:pt x="1659" y="0"/>
                    </a:lnTo>
                    <a:lnTo>
                      <a:pt x="1691" y="0"/>
                    </a:lnTo>
                    <a:lnTo>
                      <a:pt x="1722" y="0"/>
                    </a:lnTo>
                    <a:lnTo>
                      <a:pt x="1743" y="0"/>
                    </a:lnTo>
                    <a:lnTo>
                      <a:pt x="1774" y="0"/>
                    </a:lnTo>
                    <a:lnTo>
                      <a:pt x="1806" y="0"/>
                    </a:lnTo>
                    <a:lnTo>
                      <a:pt x="1837" y="10"/>
                    </a:lnTo>
                    <a:lnTo>
                      <a:pt x="1868" y="10"/>
                    </a:lnTo>
                    <a:lnTo>
                      <a:pt x="1899" y="10"/>
                    </a:lnTo>
                    <a:lnTo>
                      <a:pt x="1931" y="10"/>
                    </a:lnTo>
                    <a:lnTo>
                      <a:pt x="1962" y="10"/>
                    </a:lnTo>
                    <a:lnTo>
                      <a:pt x="1993" y="10"/>
                    </a:lnTo>
                    <a:lnTo>
                      <a:pt x="2014" y="10"/>
                    </a:lnTo>
                    <a:lnTo>
                      <a:pt x="2046" y="10"/>
                    </a:lnTo>
                    <a:lnTo>
                      <a:pt x="2077" y="10"/>
                    </a:lnTo>
                    <a:lnTo>
                      <a:pt x="2108" y="10"/>
                    </a:lnTo>
                    <a:lnTo>
                      <a:pt x="2139" y="20"/>
                    </a:lnTo>
                    <a:lnTo>
                      <a:pt x="2171" y="20"/>
                    </a:lnTo>
                    <a:lnTo>
                      <a:pt x="2202" y="20"/>
                    </a:lnTo>
                    <a:lnTo>
                      <a:pt x="2233" y="20"/>
                    </a:lnTo>
                    <a:lnTo>
                      <a:pt x="2265" y="20"/>
                    </a:lnTo>
                    <a:lnTo>
                      <a:pt x="2286" y="20"/>
                    </a:lnTo>
                    <a:lnTo>
                      <a:pt x="2317" y="20"/>
                    </a:lnTo>
                    <a:lnTo>
                      <a:pt x="2348" y="20"/>
                    </a:lnTo>
                    <a:lnTo>
                      <a:pt x="2379" y="20"/>
                    </a:lnTo>
                    <a:lnTo>
                      <a:pt x="2411" y="20"/>
                    </a:lnTo>
                    <a:lnTo>
                      <a:pt x="2442" y="20"/>
                    </a:lnTo>
                    <a:lnTo>
                      <a:pt x="2473" y="20"/>
                    </a:lnTo>
                    <a:lnTo>
                      <a:pt x="2505" y="20"/>
                    </a:lnTo>
                    <a:lnTo>
                      <a:pt x="2526" y="20"/>
                    </a:lnTo>
                    <a:lnTo>
                      <a:pt x="2557" y="20"/>
                    </a:lnTo>
                    <a:lnTo>
                      <a:pt x="2588" y="20"/>
                    </a:lnTo>
                    <a:lnTo>
                      <a:pt x="2619" y="20"/>
                    </a:lnTo>
                    <a:lnTo>
                      <a:pt x="2651" y="20"/>
                    </a:lnTo>
                    <a:lnTo>
                      <a:pt x="2682" y="20"/>
                    </a:lnTo>
                    <a:lnTo>
                      <a:pt x="2713" y="20"/>
                    </a:lnTo>
                    <a:lnTo>
                      <a:pt x="2745" y="20"/>
                    </a:lnTo>
                    <a:lnTo>
                      <a:pt x="2776" y="20"/>
                    </a:lnTo>
                    <a:lnTo>
                      <a:pt x="2797" y="20"/>
                    </a:lnTo>
                    <a:lnTo>
                      <a:pt x="2828" y="30"/>
                    </a:lnTo>
                    <a:lnTo>
                      <a:pt x="2859" y="30"/>
                    </a:lnTo>
                    <a:lnTo>
                      <a:pt x="2891" y="30"/>
                    </a:lnTo>
                    <a:lnTo>
                      <a:pt x="2922" y="30"/>
                    </a:lnTo>
                    <a:lnTo>
                      <a:pt x="2953" y="30"/>
                    </a:lnTo>
                    <a:lnTo>
                      <a:pt x="2985" y="30"/>
                    </a:lnTo>
                    <a:lnTo>
                      <a:pt x="3016" y="30"/>
                    </a:lnTo>
                    <a:lnTo>
                      <a:pt x="3047" y="30"/>
                    </a:lnTo>
                    <a:lnTo>
                      <a:pt x="3068" y="30"/>
                    </a:lnTo>
                    <a:lnTo>
                      <a:pt x="3099" y="30"/>
                    </a:lnTo>
                    <a:lnTo>
                      <a:pt x="3131" y="30"/>
                    </a:lnTo>
                    <a:lnTo>
                      <a:pt x="3162" y="30"/>
                    </a:lnTo>
                    <a:lnTo>
                      <a:pt x="3193" y="30"/>
                    </a:lnTo>
                    <a:lnTo>
                      <a:pt x="3225" y="30"/>
                    </a:lnTo>
                    <a:lnTo>
                      <a:pt x="3256" y="30"/>
                    </a:lnTo>
                    <a:lnTo>
                      <a:pt x="3287" y="30"/>
                    </a:lnTo>
                    <a:lnTo>
                      <a:pt x="3319" y="30"/>
                    </a:lnTo>
                    <a:lnTo>
                      <a:pt x="3339" y="30"/>
                    </a:lnTo>
                    <a:lnTo>
                      <a:pt x="3371" y="30"/>
                    </a:lnTo>
                    <a:lnTo>
                      <a:pt x="3402" y="30"/>
                    </a:lnTo>
                    <a:lnTo>
                      <a:pt x="3433" y="30"/>
                    </a:lnTo>
                    <a:lnTo>
                      <a:pt x="3465" y="30"/>
                    </a:lnTo>
                    <a:lnTo>
                      <a:pt x="3496" y="30"/>
                    </a:lnTo>
                    <a:lnTo>
                      <a:pt x="3527" y="30"/>
                    </a:lnTo>
                    <a:lnTo>
                      <a:pt x="3559" y="30"/>
                    </a:lnTo>
                    <a:lnTo>
                      <a:pt x="3590" y="30"/>
                    </a:lnTo>
                    <a:lnTo>
                      <a:pt x="3611" y="30"/>
                    </a:lnTo>
                    <a:lnTo>
                      <a:pt x="3642" y="30"/>
                    </a:lnTo>
                    <a:lnTo>
                      <a:pt x="3673" y="30"/>
                    </a:lnTo>
                    <a:lnTo>
                      <a:pt x="3705" y="30"/>
                    </a:lnTo>
                    <a:lnTo>
                      <a:pt x="3736" y="30"/>
                    </a:lnTo>
                    <a:lnTo>
                      <a:pt x="3767" y="30"/>
                    </a:lnTo>
                    <a:lnTo>
                      <a:pt x="3799" y="30"/>
                    </a:lnTo>
                    <a:lnTo>
                      <a:pt x="3830" y="30"/>
                    </a:lnTo>
                    <a:lnTo>
                      <a:pt x="3851" y="30"/>
                    </a:lnTo>
                    <a:lnTo>
                      <a:pt x="3882" y="30"/>
                    </a:lnTo>
                    <a:lnTo>
                      <a:pt x="3913" y="30"/>
                    </a:lnTo>
                    <a:lnTo>
                      <a:pt x="3945" y="30"/>
                    </a:lnTo>
                    <a:lnTo>
                      <a:pt x="3976" y="30"/>
                    </a:lnTo>
                    <a:lnTo>
                      <a:pt x="4007" y="30"/>
                    </a:lnTo>
                    <a:lnTo>
                      <a:pt x="4039" y="30"/>
                    </a:lnTo>
                    <a:lnTo>
                      <a:pt x="4070" y="30"/>
                    </a:lnTo>
                    <a:lnTo>
                      <a:pt x="4101" y="30"/>
                    </a:lnTo>
                    <a:lnTo>
                      <a:pt x="4122" y="30"/>
                    </a:lnTo>
                    <a:lnTo>
                      <a:pt x="4153" y="30"/>
                    </a:lnTo>
                    <a:lnTo>
                      <a:pt x="4185" y="30"/>
                    </a:lnTo>
                    <a:lnTo>
                      <a:pt x="4216" y="30"/>
                    </a:lnTo>
                    <a:lnTo>
                      <a:pt x="4247" y="30"/>
                    </a:lnTo>
                    <a:lnTo>
                      <a:pt x="4279" y="30"/>
                    </a:lnTo>
                    <a:lnTo>
                      <a:pt x="4310" y="30"/>
                    </a:lnTo>
                    <a:lnTo>
                      <a:pt x="4341" y="30"/>
                    </a:lnTo>
                    <a:lnTo>
                      <a:pt x="4372" y="30"/>
                    </a:lnTo>
                    <a:lnTo>
                      <a:pt x="4393" y="30"/>
                    </a:lnTo>
                    <a:lnTo>
                      <a:pt x="4425" y="20"/>
                    </a:lnTo>
                    <a:lnTo>
                      <a:pt x="4456" y="20"/>
                    </a:lnTo>
                    <a:lnTo>
                      <a:pt x="4487" y="20"/>
                    </a:lnTo>
                    <a:lnTo>
                      <a:pt x="4519" y="20"/>
                    </a:lnTo>
                  </a:path>
                </a:pathLst>
              </a:custGeom>
              <a:noFill/>
              <a:ln w="38100">
                <a:solidFill>
                  <a:srgbClr val="99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1" name="Line 80">
                <a:extLst>
                  <a:ext uri="{FF2B5EF4-FFF2-40B4-BE49-F238E27FC236}">
                    <a16:creationId xmlns:a16="http://schemas.microsoft.com/office/drawing/2014/main" id="{7F1099C2-979F-6228-C96F-5C65564E0A2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2" name="Line 81">
                <a:extLst>
                  <a:ext uri="{FF2B5EF4-FFF2-40B4-BE49-F238E27FC236}">
                    <a16:creationId xmlns:a16="http://schemas.microsoft.com/office/drawing/2014/main" id="{9808D5EC-A492-2D61-5E63-0D017C24A14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8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3" name="Line 82">
                <a:extLst>
                  <a:ext uri="{FF2B5EF4-FFF2-40B4-BE49-F238E27FC236}">
                    <a16:creationId xmlns:a16="http://schemas.microsoft.com/office/drawing/2014/main" id="{5F4F4BA6-56FE-B885-2799-867DAB18B83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31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4" name="Line 83">
                <a:extLst>
                  <a:ext uri="{FF2B5EF4-FFF2-40B4-BE49-F238E27FC236}">
                    <a16:creationId xmlns:a16="http://schemas.microsoft.com/office/drawing/2014/main" id="{729AF8F4-EA25-F362-031E-38B11EE4D2E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338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5" name="Line 84">
                <a:extLst>
                  <a:ext uri="{FF2B5EF4-FFF2-40B4-BE49-F238E27FC236}">
                    <a16:creationId xmlns:a16="http://schemas.microsoft.com/office/drawing/2014/main" id="{9496116B-FFD3-E625-7E7C-4076386D6FC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365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6" name="Line 85">
                <a:extLst>
                  <a:ext uri="{FF2B5EF4-FFF2-40B4-BE49-F238E27FC236}">
                    <a16:creationId xmlns:a16="http://schemas.microsoft.com/office/drawing/2014/main" id="{CF6B20AE-A264-BD67-1866-894E187A983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38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7" name="Line 86">
                <a:extLst>
                  <a:ext uri="{FF2B5EF4-FFF2-40B4-BE49-F238E27FC236}">
                    <a16:creationId xmlns:a16="http://schemas.microsoft.com/office/drawing/2014/main" id="{C980386F-969F-9FD9-38A6-B04F4D800CA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0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8" name="Line 87">
                <a:extLst>
                  <a:ext uri="{FF2B5EF4-FFF2-40B4-BE49-F238E27FC236}">
                    <a16:creationId xmlns:a16="http://schemas.microsoft.com/office/drawing/2014/main" id="{905739D8-BE8D-1713-7079-122070AFFBA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32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9" name="Line 88">
                <a:extLst>
                  <a:ext uri="{FF2B5EF4-FFF2-40B4-BE49-F238E27FC236}">
                    <a16:creationId xmlns:a16="http://schemas.microsoft.com/office/drawing/2014/main" id="{A80838D8-5B85-1E28-5F61-E705751AD9B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5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80" name="Line 89">
                <a:extLst>
                  <a:ext uri="{FF2B5EF4-FFF2-40B4-BE49-F238E27FC236}">
                    <a16:creationId xmlns:a16="http://schemas.microsoft.com/office/drawing/2014/main" id="{9437EABE-C35C-229F-7E48-297027E6F39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8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81" name="Line 90">
                <a:extLst>
                  <a:ext uri="{FF2B5EF4-FFF2-40B4-BE49-F238E27FC236}">
                    <a16:creationId xmlns:a16="http://schemas.microsoft.com/office/drawing/2014/main" id="{1A2664DD-044D-1DA3-E00E-C66C8E797BA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05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82" name="Line 91">
                <a:extLst>
                  <a:ext uri="{FF2B5EF4-FFF2-40B4-BE49-F238E27FC236}">
                    <a16:creationId xmlns:a16="http://schemas.microsoft.com/office/drawing/2014/main" id="{88499A14-D190-F96B-CAE6-0EE35C35845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3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83" name="Line 92">
                <a:extLst>
                  <a:ext uri="{FF2B5EF4-FFF2-40B4-BE49-F238E27FC236}">
                    <a16:creationId xmlns:a16="http://schemas.microsoft.com/office/drawing/2014/main" id="{4A789D7A-6930-6FF5-EB8C-923DB4D09E1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5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84" name="Line 93">
                <a:extLst>
                  <a:ext uri="{FF2B5EF4-FFF2-40B4-BE49-F238E27FC236}">
                    <a16:creationId xmlns:a16="http://schemas.microsoft.com/office/drawing/2014/main" id="{80856D52-5978-69F5-FA93-F3D9DFF66BA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81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85" name="Line 94">
                <a:extLst>
                  <a:ext uri="{FF2B5EF4-FFF2-40B4-BE49-F238E27FC236}">
                    <a16:creationId xmlns:a16="http://schemas.microsoft.com/office/drawing/2014/main" id="{D23A28F0-0557-68A9-E6E9-FDB58D830D6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9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86" name="Line 95">
                <a:extLst>
                  <a:ext uri="{FF2B5EF4-FFF2-40B4-BE49-F238E27FC236}">
                    <a16:creationId xmlns:a16="http://schemas.microsoft.com/office/drawing/2014/main" id="{E8786D42-A6E3-AEFC-7C7C-5C093BDC78F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2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87" name="Line 96">
                <a:extLst>
                  <a:ext uri="{FF2B5EF4-FFF2-40B4-BE49-F238E27FC236}">
                    <a16:creationId xmlns:a16="http://schemas.microsoft.com/office/drawing/2014/main" id="{E28BE892-2408-CD45-E24C-43AB69FB46E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88" name="Line 97">
                <a:extLst>
                  <a:ext uri="{FF2B5EF4-FFF2-40B4-BE49-F238E27FC236}">
                    <a16:creationId xmlns:a16="http://schemas.microsoft.com/office/drawing/2014/main" id="{7E4A21A7-141E-96DD-435D-5F5BFB1B28D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72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89" name="Line 98">
                <a:extLst>
                  <a:ext uri="{FF2B5EF4-FFF2-40B4-BE49-F238E27FC236}">
                    <a16:creationId xmlns:a16="http://schemas.microsoft.com/office/drawing/2014/main" id="{41D2E7B6-5E54-F20B-2660-EF7DDEA6D0F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98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90" name="Line 99">
                <a:extLst>
                  <a:ext uri="{FF2B5EF4-FFF2-40B4-BE49-F238E27FC236}">
                    <a16:creationId xmlns:a16="http://schemas.microsoft.com/office/drawing/2014/main" id="{F2D6CCDA-99CB-ACA2-A62F-DCFFCD99D99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2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91" name="Line 100">
                <a:extLst>
                  <a:ext uri="{FF2B5EF4-FFF2-40B4-BE49-F238E27FC236}">
                    <a16:creationId xmlns:a16="http://schemas.microsoft.com/office/drawing/2014/main" id="{503FC22E-866D-49DD-A115-719F0316F64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47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92" name="Line 101">
                <a:extLst>
                  <a:ext uri="{FF2B5EF4-FFF2-40B4-BE49-F238E27FC236}">
                    <a16:creationId xmlns:a16="http://schemas.microsoft.com/office/drawing/2014/main" id="{22074C78-1116-DF3A-AB45-7B289AD2BF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3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93" name="Line 102">
                <a:extLst>
                  <a:ext uri="{FF2B5EF4-FFF2-40B4-BE49-F238E27FC236}">
                    <a16:creationId xmlns:a16="http://schemas.microsoft.com/office/drawing/2014/main" id="{D5688061-23E5-B050-6548-B553D19A01B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9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94" name="Line 103">
                <a:extLst>
                  <a:ext uri="{FF2B5EF4-FFF2-40B4-BE49-F238E27FC236}">
                    <a16:creationId xmlns:a16="http://schemas.microsoft.com/office/drawing/2014/main" id="{C59F628E-1EB2-2F3D-057E-04FE1D80CD8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95" name="Line 104">
                <a:extLst>
                  <a:ext uri="{FF2B5EF4-FFF2-40B4-BE49-F238E27FC236}">
                    <a16:creationId xmlns:a16="http://schemas.microsoft.com/office/drawing/2014/main" id="{941DD77E-5252-302A-5B1D-1AF2CEA4FB7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38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96" name="Line 105">
                <a:extLst>
                  <a:ext uri="{FF2B5EF4-FFF2-40B4-BE49-F238E27FC236}">
                    <a16:creationId xmlns:a16="http://schemas.microsoft.com/office/drawing/2014/main" id="{0A787A5D-7A6A-C1CF-8F37-31B2ACFB919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65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97" name="Line 106">
                <a:extLst>
                  <a:ext uri="{FF2B5EF4-FFF2-40B4-BE49-F238E27FC236}">
                    <a16:creationId xmlns:a16="http://schemas.microsoft.com/office/drawing/2014/main" id="{A4FA797A-991C-647B-2E11-473B1280BAA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8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98" name="Line 107">
                <a:extLst>
                  <a:ext uri="{FF2B5EF4-FFF2-40B4-BE49-F238E27FC236}">
                    <a16:creationId xmlns:a16="http://schemas.microsoft.com/office/drawing/2014/main" id="{194E1633-DE22-C571-70F8-6A72773BEE6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14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99" name="Line 108">
                <a:extLst>
                  <a:ext uri="{FF2B5EF4-FFF2-40B4-BE49-F238E27FC236}">
                    <a16:creationId xmlns:a16="http://schemas.microsoft.com/office/drawing/2014/main" id="{239CAA17-17C2-C94B-7BE3-4FCC1DB4A5B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4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00" name="Line 109">
                <a:extLst>
                  <a:ext uri="{FF2B5EF4-FFF2-40B4-BE49-F238E27FC236}">
                    <a16:creationId xmlns:a16="http://schemas.microsoft.com/office/drawing/2014/main" id="{8670F75F-FCD4-DAC8-67D3-7A4435F8FB9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6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01" name="Line 110">
                <a:extLst>
                  <a:ext uri="{FF2B5EF4-FFF2-40B4-BE49-F238E27FC236}">
                    <a16:creationId xmlns:a16="http://schemas.microsoft.com/office/drawing/2014/main" id="{A214858E-37A4-A609-26A2-691FB51BB19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8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02" name="Line 111">
                <a:extLst>
                  <a:ext uri="{FF2B5EF4-FFF2-40B4-BE49-F238E27FC236}">
                    <a16:creationId xmlns:a16="http://schemas.microsoft.com/office/drawing/2014/main" id="{8B0FD1FB-9AF8-2E3F-8C7E-21E1BEFE587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05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03" name="Line 112">
                <a:extLst>
                  <a:ext uri="{FF2B5EF4-FFF2-40B4-BE49-F238E27FC236}">
                    <a16:creationId xmlns:a16="http://schemas.microsoft.com/office/drawing/2014/main" id="{E3B63F0E-1B47-C40B-E8EC-6FC5BFDE9B0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3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04" name="Line 113">
                <a:extLst>
                  <a:ext uri="{FF2B5EF4-FFF2-40B4-BE49-F238E27FC236}">
                    <a16:creationId xmlns:a16="http://schemas.microsoft.com/office/drawing/2014/main" id="{F2B0A381-8256-4CC0-23D0-CAD28051A03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5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05" name="Line 114">
                <a:extLst>
                  <a:ext uri="{FF2B5EF4-FFF2-40B4-BE49-F238E27FC236}">
                    <a16:creationId xmlns:a16="http://schemas.microsoft.com/office/drawing/2014/main" id="{42DC0A9F-74BA-11B4-AC99-9161B565CEC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8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06" name="Line 115">
                <a:extLst>
                  <a:ext uri="{FF2B5EF4-FFF2-40B4-BE49-F238E27FC236}">
                    <a16:creationId xmlns:a16="http://schemas.microsoft.com/office/drawing/2014/main" id="{CE194657-72F9-9208-EDD8-AB2FB12EA77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0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07" name="Line 116">
                <a:extLst>
                  <a:ext uri="{FF2B5EF4-FFF2-40B4-BE49-F238E27FC236}">
                    <a16:creationId xmlns:a16="http://schemas.microsoft.com/office/drawing/2014/main" id="{204D4662-8BA4-2B2E-2326-7A251A031A9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3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08" name="Line 117">
                <a:extLst>
                  <a:ext uri="{FF2B5EF4-FFF2-40B4-BE49-F238E27FC236}">
                    <a16:creationId xmlns:a16="http://schemas.microsoft.com/office/drawing/2014/main" id="{E22D355B-7AC8-7F64-9C22-8C664F3F830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5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09" name="Line 118">
                <a:extLst>
                  <a:ext uri="{FF2B5EF4-FFF2-40B4-BE49-F238E27FC236}">
                    <a16:creationId xmlns:a16="http://schemas.microsoft.com/office/drawing/2014/main" id="{B9A1193B-234F-1E77-0C02-A64BDF48AC6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8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10" name="Line 119">
                <a:extLst>
                  <a:ext uri="{FF2B5EF4-FFF2-40B4-BE49-F238E27FC236}">
                    <a16:creationId xmlns:a16="http://schemas.microsoft.com/office/drawing/2014/main" id="{B614267F-1AAC-69B1-02E2-D377054DD67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0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11" name="Line 120">
                <a:extLst>
                  <a:ext uri="{FF2B5EF4-FFF2-40B4-BE49-F238E27FC236}">
                    <a16:creationId xmlns:a16="http://schemas.microsoft.com/office/drawing/2014/main" id="{15BD82C5-C51D-47CF-36D3-C0553B198C1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2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12" name="Line 121">
                <a:extLst>
                  <a:ext uri="{FF2B5EF4-FFF2-40B4-BE49-F238E27FC236}">
                    <a16:creationId xmlns:a16="http://schemas.microsoft.com/office/drawing/2014/main" id="{E97EED49-B837-BB10-A3D0-2F3B4F337EB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47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13" name="Line 122">
                <a:extLst>
                  <a:ext uri="{FF2B5EF4-FFF2-40B4-BE49-F238E27FC236}">
                    <a16:creationId xmlns:a16="http://schemas.microsoft.com/office/drawing/2014/main" id="{B807D6F4-B4DA-6C83-BB8B-D261D06F7F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73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14" name="Line 123">
                <a:extLst>
                  <a:ext uri="{FF2B5EF4-FFF2-40B4-BE49-F238E27FC236}">
                    <a16:creationId xmlns:a16="http://schemas.microsoft.com/office/drawing/2014/main" id="{4C7D57F1-677F-449C-A7C6-A40F70D1CF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15" name="Line 124">
                <a:extLst>
                  <a:ext uri="{FF2B5EF4-FFF2-40B4-BE49-F238E27FC236}">
                    <a16:creationId xmlns:a16="http://schemas.microsoft.com/office/drawing/2014/main" id="{A75788E9-6384-DC70-6772-6000E89BF10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16" name="Line 125">
                <a:extLst>
                  <a:ext uri="{FF2B5EF4-FFF2-40B4-BE49-F238E27FC236}">
                    <a16:creationId xmlns:a16="http://schemas.microsoft.com/office/drawing/2014/main" id="{9EFD4FE9-D4F2-6948-9EAE-BA5F9A5CF61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17" name="Line 126">
                <a:extLst>
                  <a:ext uri="{FF2B5EF4-FFF2-40B4-BE49-F238E27FC236}">
                    <a16:creationId xmlns:a16="http://schemas.microsoft.com/office/drawing/2014/main" id="{1E3A5486-C4DF-3136-3333-AF5220E00E0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7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18" name="Line 127">
                <a:extLst>
                  <a:ext uri="{FF2B5EF4-FFF2-40B4-BE49-F238E27FC236}">
                    <a16:creationId xmlns:a16="http://schemas.microsoft.com/office/drawing/2014/main" id="{71A27D8B-E35B-0C0E-A994-4A25B0111A5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97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19" name="Line 128">
                <a:extLst>
                  <a:ext uri="{FF2B5EF4-FFF2-40B4-BE49-F238E27FC236}">
                    <a16:creationId xmlns:a16="http://schemas.microsoft.com/office/drawing/2014/main" id="{2690D6D2-BE60-8A2E-B232-97811580DE7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23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20" name="Line 129">
                <a:extLst>
                  <a:ext uri="{FF2B5EF4-FFF2-40B4-BE49-F238E27FC236}">
                    <a16:creationId xmlns:a16="http://schemas.microsoft.com/office/drawing/2014/main" id="{4E8150B8-D2A2-D788-306B-87B0C62CCA5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3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21" name="Line 130">
                <a:extLst>
                  <a:ext uri="{FF2B5EF4-FFF2-40B4-BE49-F238E27FC236}">
                    <a16:creationId xmlns:a16="http://schemas.microsoft.com/office/drawing/2014/main" id="{22E1C026-3D22-7D91-7479-B030065D137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6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22" name="Line 131">
                <a:extLst>
                  <a:ext uri="{FF2B5EF4-FFF2-40B4-BE49-F238E27FC236}">
                    <a16:creationId xmlns:a16="http://schemas.microsoft.com/office/drawing/2014/main" id="{93A44244-F005-295D-F9DD-7B1722EE87D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8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23" name="Line 132">
                <a:extLst>
                  <a:ext uri="{FF2B5EF4-FFF2-40B4-BE49-F238E27FC236}">
                    <a16:creationId xmlns:a16="http://schemas.microsoft.com/office/drawing/2014/main" id="{B3EC90A7-B0DE-32E3-C06C-F78DE1B4A66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1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24" name="Line 133">
                <a:extLst>
                  <a:ext uri="{FF2B5EF4-FFF2-40B4-BE49-F238E27FC236}">
                    <a16:creationId xmlns:a16="http://schemas.microsoft.com/office/drawing/2014/main" id="{3E4E8DAA-45B8-7704-A319-F1B847AAB46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3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25" name="Line 134">
                <a:extLst>
                  <a:ext uri="{FF2B5EF4-FFF2-40B4-BE49-F238E27FC236}">
                    <a16:creationId xmlns:a16="http://schemas.microsoft.com/office/drawing/2014/main" id="{E781DFC4-A99F-DC68-A5DE-AB48AB93EA5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6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26" name="Line 135">
                <a:extLst>
                  <a:ext uri="{FF2B5EF4-FFF2-40B4-BE49-F238E27FC236}">
                    <a16:creationId xmlns:a16="http://schemas.microsoft.com/office/drawing/2014/main" id="{B3B18C26-D301-926E-541F-49E0224260D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88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27" name="Line 136">
                <a:extLst>
                  <a:ext uri="{FF2B5EF4-FFF2-40B4-BE49-F238E27FC236}">
                    <a16:creationId xmlns:a16="http://schemas.microsoft.com/office/drawing/2014/main" id="{58C20E33-22AD-D9E3-A3EB-599CD3610B9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615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28" name="Line 137">
                <a:extLst>
                  <a:ext uri="{FF2B5EF4-FFF2-40B4-BE49-F238E27FC236}">
                    <a16:creationId xmlns:a16="http://schemas.microsoft.com/office/drawing/2014/main" id="{482C9ED0-FACB-92BF-A0BE-9FF93416DBA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639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29" name="Line 138">
                <a:extLst>
                  <a:ext uri="{FF2B5EF4-FFF2-40B4-BE49-F238E27FC236}">
                    <a16:creationId xmlns:a16="http://schemas.microsoft.com/office/drawing/2014/main" id="{E18EB2B3-BF63-F25D-8289-7F432E39199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65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30" name="Line 139">
                <a:extLst>
                  <a:ext uri="{FF2B5EF4-FFF2-40B4-BE49-F238E27FC236}">
                    <a16:creationId xmlns:a16="http://schemas.microsoft.com/office/drawing/2014/main" id="{BFD49605-EDCF-1684-DAE8-939B185148A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68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31" name="Line 140">
                <a:extLst>
                  <a:ext uri="{FF2B5EF4-FFF2-40B4-BE49-F238E27FC236}">
                    <a16:creationId xmlns:a16="http://schemas.microsoft.com/office/drawing/2014/main" id="{8C1390A0-0687-E57F-4125-C4792D7BB15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0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32" name="Line 141">
                <a:extLst>
                  <a:ext uri="{FF2B5EF4-FFF2-40B4-BE49-F238E27FC236}">
                    <a16:creationId xmlns:a16="http://schemas.microsoft.com/office/drawing/2014/main" id="{E2BBA9B6-9580-F000-7DB4-4F1DB990D43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33" name="Line 142">
                <a:extLst>
                  <a:ext uri="{FF2B5EF4-FFF2-40B4-BE49-F238E27FC236}">
                    <a16:creationId xmlns:a16="http://schemas.microsoft.com/office/drawing/2014/main" id="{46CC5E96-67FD-CF25-3803-27F713506DE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55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34" name="Line 143">
                <a:extLst>
                  <a:ext uri="{FF2B5EF4-FFF2-40B4-BE49-F238E27FC236}">
                    <a16:creationId xmlns:a16="http://schemas.microsoft.com/office/drawing/2014/main" id="{2FC6136A-6426-8BF6-E0AF-AF802D1CF76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8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35" name="Line 144">
                <a:extLst>
                  <a:ext uri="{FF2B5EF4-FFF2-40B4-BE49-F238E27FC236}">
                    <a16:creationId xmlns:a16="http://schemas.microsoft.com/office/drawing/2014/main" id="{738C9B10-7E78-2503-393A-2A233561194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0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36" name="Line 145">
                <a:extLst>
                  <a:ext uri="{FF2B5EF4-FFF2-40B4-BE49-F238E27FC236}">
                    <a16:creationId xmlns:a16="http://schemas.microsoft.com/office/drawing/2014/main" id="{87D0B2EF-973F-61DA-F60C-4B640A184B2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0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37" name="Line 146">
                <a:extLst>
                  <a:ext uri="{FF2B5EF4-FFF2-40B4-BE49-F238E27FC236}">
                    <a16:creationId xmlns:a16="http://schemas.microsoft.com/office/drawing/2014/main" id="{73CAE7AD-D630-CF85-4D55-710FBFCC9CE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5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38" name="Line 147">
                <a:extLst>
                  <a:ext uri="{FF2B5EF4-FFF2-40B4-BE49-F238E27FC236}">
                    <a16:creationId xmlns:a16="http://schemas.microsoft.com/office/drawing/2014/main" id="{D9C3033C-DC6D-606E-A266-7B72111182E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7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39" name="Line 148">
                <a:extLst>
                  <a:ext uri="{FF2B5EF4-FFF2-40B4-BE49-F238E27FC236}">
                    <a16:creationId xmlns:a16="http://schemas.microsoft.com/office/drawing/2014/main" id="{16F1692B-8487-2C18-8ACC-B716F795F49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9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40" name="Line 149">
                <a:extLst>
                  <a:ext uri="{FF2B5EF4-FFF2-40B4-BE49-F238E27FC236}">
                    <a16:creationId xmlns:a16="http://schemas.microsoft.com/office/drawing/2014/main" id="{170222B7-14FD-E623-A9DA-4E3EBD0D428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23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41" name="Line 150">
                <a:extLst>
                  <a:ext uri="{FF2B5EF4-FFF2-40B4-BE49-F238E27FC236}">
                    <a16:creationId xmlns:a16="http://schemas.microsoft.com/office/drawing/2014/main" id="{C1E3B503-E678-DD33-0659-B0C6A2930EA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42" name="Line 151">
                <a:extLst>
                  <a:ext uri="{FF2B5EF4-FFF2-40B4-BE49-F238E27FC236}">
                    <a16:creationId xmlns:a16="http://schemas.microsoft.com/office/drawing/2014/main" id="{FC70199D-9BD4-412D-9F8C-9C10EA72264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43" name="Line 152">
                <a:extLst>
                  <a:ext uri="{FF2B5EF4-FFF2-40B4-BE49-F238E27FC236}">
                    <a16:creationId xmlns:a16="http://schemas.microsoft.com/office/drawing/2014/main" id="{6A692898-AA4E-8A4F-9A82-9DD50BEA52D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97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44" name="Line 153">
                <a:extLst>
                  <a:ext uri="{FF2B5EF4-FFF2-40B4-BE49-F238E27FC236}">
                    <a16:creationId xmlns:a16="http://schemas.microsoft.com/office/drawing/2014/main" id="{62ADECD1-2D48-384C-AFA2-AB48D3C5A81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23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45" name="Line 154">
                <a:extLst>
                  <a:ext uri="{FF2B5EF4-FFF2-40B4-BE49-F238E27FC236}">
                    <a16:creationId xmlns:a16="http://schemas.microsoft.com/office/drawing/2014/main" id="{53ABE6F5-AD18-176D-0C38-1052D2A0512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46" name="Line 155">
                <a:extLst>
                  <a:ext uri="{FF2B5EF4-FFF2-40B4-BE49-F238E27FC236}">
                    <a16:creationId xmlns:a16="http://schemas.microsoft.com/office/drawing/2014/main" id="{12FBBA86-CE41-9EED-7F4F-1D930E5DBE5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7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47" name="Line 156">
                <a:extLst>
                  <a:ext uri="{FF2B5EF4-FFF2-40B4-BE49-F238E27FC236}">
                    <a16:creationId xmlns:a16="http://schemas.microsoft.com/office/drawing/2014/main" id="{EC5CE005-772D-9503-2A3C-8620BBBDC64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9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48" name="Line 157">
                <a:extLst>
                  <a:ext uri="{FF2B5EF4-FFF2-40B4-BE49-F238E27FC236}">
                    <a16:creationId xmlns:a16="http://schemas.microsoft.com/office/drawing/2014/main" id="{EF5D4E37-0DAE-2152-3819-0292652ABAD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1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49" name="Line 158">
                <a:extLst>
                  <a:ext uri="{FF2B5EF4-FFF2-40B4-BE49-F238E27FC236}">
                    <a16:creationId xmlns:a16="http://schemas.microsoft.com/office/drawing/2014/main" id="{1FCF0D0A-5E56-D2F5-C374-136F781CD95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39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50" name="Line 159">
                <a:extLst>
                  <a:ext uri="{FF2B5EF4-FFF2-40B4-BE49-F238E27FC236}">
                    <a16:creationId xmlns:a16="http://schemas.microsoft.com/office/drawing/2014/main" id="{6B8979AA-1959-F297-A94B-EBD960562F5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63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51" name="Line 160">
                <a:extLst>
                  <a:ext uri="{FF2B5EF4-FFF2-40B4-BE49-F238E27FC236}">
                    <a16:creationId xmlns:a16="http://schemas.microsoft.com/office/drawing/2014/main" id="{18C96095-8A28-763B-0B65-680CE8E9B82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8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52" name="Line 161">
                <a:extLst>
                  <a:ext uri="{FF2B5EF4-FFF2-40B4-BE49-F238E27FC236}">
                    <a16:creationId xmlns:a16="http://schemas.microsoft.com/office/drawing/2014/main" id="{60A85172-3A88-963B-0B11-7D7C7F75C4A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1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53" name="Line 162">
                <a:extLst>
                  <a:ext uri="{FF2B5EF4-FFF2-40B4-BE49-F238E27FC236}">
                    <a16:creationId xmlns:a16="http://schemas.microsoft.com/office/drawing/2014/main" id="{988AD7F7-693D-D621-0171-E5820DD4E40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3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54" name="Line 163">
                <a:extLst>
                  <a:ext uri="{FF2B5EF4-FFF2-40B4-BE49-F238E27FC236}">
                    <a16:creationId xmlns:a16="http://schemas.microsoft.com/office/drawing/2014/main" id="{4EAF9AAF-33A1-3085-39E0-B339F49350E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65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55" name="Line 164">
                <a:extLst>
                  <a:ext uri="{FF2B5EF4-FFF2-40B4-BE49-F238E27FC236}">
                    <a16:creationId xmlns:a16="http://schemas.microsoft.com/office/drawing/2014/main" id="{A5FB1758-A4B1-FF45-93F4-51FC6A47557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8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56" name="Line 165">
                <a:extLst>
                  <a:ext uri="{FF2B5EF4-FFF2-40B4-BE49-F238E27FC236}">
                    <a16:creationId xmlns:a16="http://schemas.microsoft.com/office/drawing/2014/main" id="{6395FBDD-D920-DC6C-3616-F53613E3534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0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57" name="Line 166">
                <a:extLst>
                  <a:ext uri="{FF2B5EF4-FFF2-40B4-BE49-F238E27FC236}">
                    <a16:creationId xmlns:a16="http://schemas.microsoft.com/office/drawing/2014/main" id="{398D1455-236C-CFB5-23FD-73327A789C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30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58" name="Line 167">
                <a:extLst>
                  <a:ext uri="{FF2B5EF4-FFF2-40B4-BE49-F238E27FC236}">
                    <a16:creationId xmlns:a16="http://schemas.microsoft.com/office/drawing/2014/main" id="{ECC0A97E-79EC-2932-DA53-9D841D41942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5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59" name="Line 168">
                <a:extLst>
                  <a:ext uri="{FF2B5EF4-FFF2-40B4-BE49-F238E27FC236}">
                    <a16:creationId xmlns:a16="http://schemas.microsoft.com/office/drawing/2014/main" id="{EA1A4494-272D-0FEF-8F98-B3FF4B1302A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8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60" name="Line 169">
                <a:extLst>
                  <a:ext uri="{FF2B5EF4-FFF2-40B4-BE49-F238E27FC236}">
                    <a16:creationId xmlns:a16="http://schemas.microsoft.com/office/drawing/2014/main" id="{20407CA6-06BA-C9D5-E99C-7775F6BA28B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0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61" name="Line 170">
                <a:extLst>
                  <a:ext uri="{FF2B5EF4-FFF2-40B4-BE49-F238E27FC236}">
                    <a16:creationId xmlns:a16="http://schemas.microsoft.com/office/drawing/2014/main" id="{195D32BB-6C01-53A4-C2EF-97F236F0507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29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62" name="Line 171">
                <a:extLst>
                  <a:ext uri="{FF2B5EF4-FFF2-40B4-BE49-F238E27FC236}">
                    <a16:creationId xmlns:a16="http://schemas.microsoft.com/office/drawing/2014/main" id="{F0BEF790-3673-3216-546D-D1CB739BAFA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63" name="Line 172">
                <a:extLst>
                  <a:ext uri="{FF2B5EF4-FFF2-40B4-BE49-F238E27FC236}">
                    <a16:creationId xmlns:a16="http://schemas.microsoft.com/office/drawing/2014/main" id="{16024357-C6BE-B085-2CEF-BA3FE6E227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8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64" name="Line 173">
                <a:extLst>
                  <a:ext uri="{FF2B5EF4-FFF2-40B4-BE49-F238E27FC236}">
                    <a16:creationId xmlns:a16="http://schemas.microsoft.com/office/drawing/2014/main" id="{88B0B161-27E4-EC45-D348-E44811E23CC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97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65" name="Line 174">
                <a:extLst>
                  <a:ext uri="{FF2B5EF4-FFF2-40B4-BE49-F238E27FC236}">
                    <a16:creationId xmlns:a16="http://schemas.microsoft.com/office/drawing/2014/main" id="{0112AD6F-15DF-6DC4-B44F-5A628A2AD57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2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66" name="Line 175">
                <a:extLst>
                  <a:ext uri="{FF2B5EF4-FFF2-40B4-BE49-F238E27FC236}">
                    <a16:creationId xmlns:a16="http://schemas.microsoft.com/office/drawing/2014/main" id="{B2774B58-845C-7133-D60B-1E0C9A2ECFC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67" name="Line 176">
                <a:extLst>
                  <a:ext uri="{FF2B5EF4-FFF2-40B4-BE49-F238E27FC236}">
                    <a16:creationId xmlns:a16="http://schemas.microsoft.com/office/drawing/2014/main" id="{3425D89D-C50C-08FD-920C-BFCB42700BD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72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68" name="Line 177">
                <a:extLst>
                  <a:ext uri="{FF2B5EF4-FFF2-40B4-BE49-F238E27FC236}">
                    <a16:creationId xmlns:a16="http://schemas.microsoft.com/office/drawing/2014/main" id="{1B7BF750-CF15-03DB-3319-C0C93FC05FB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98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69" name="Line 178">
                <a:extLst>
                  <a:ext uri="{FF2B5EF4-FFF2-40B4-BE49-F238E27FC236}">
                    <a16:creationId xmlns:a16="http://schemas.microsoft.com/office/drawing/2014/main" id="{62B6F066-E4AB-C2F0-80D2-ACBBD219689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2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70" name="Line 179">
                <a:extLst>
                  <a:ext uri="{FF2B5EF4-FFF2-40B4-BE49-F238E27FC236}">
                    <a16:creationId xmlns:a16="http://schemas.microsoft.com/office/drawing/2014/main" id="{0D52517F-2664-5ABB-4748-B3BC896D311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71" name="Line 180">
                <a:extLst>
                  <a:ext uri="{FF2B5EF4-FFF2-40B4-BE49-F238E27FC236}">
                    <a16:creationId xmlns:a16="http://schemas.microsoft.com/office/drawing/2014/main" id="{B685E899-78DD-708A-518A-8541DF8106F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7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72" name="Line 181">
                <a:extLst>
                  <a:ext uri="{FF2B5EF4-FFF2-40B4-BE49-F238E27FC236}">
                    <a16:creationId xmlns:a16="http://schemas.microsoft.com/office/drawing/2014/main" id="{2B2BE95A-6B7F-2450-886E-616BF798BC1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9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73" name="Line 182">
                <a:extLst>
                  <a:ext uri="{FF2B5EF4-FFF2-40B4-BE49-F238E27FC236}">
                    <a16:creationId xmlns:a16="http://schemas.microsoft.com/office/drawing/2014/main" id="{E14D5B30-CE51-476B-6665-F2CE12FE6ED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71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74" name="Line 183">
                <a:extLst>
                  <a:ext uri="{FF2B5EF4-FFF2-40B4-BE49-F238E27FC236}">
                    <a16:creationId xmlns:a16="http://schemas.microsoft.com/office/drawing/2014/main" id="{F5AEDA12-D1EA-DC5F-0841-776134CC676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73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75" name="Line 184">
                <a:extLst>
                  <a:ext uri="{FF2B5EF4-FFF2-40B4-BE49-F238E27FC236}">
                    <a16:creationId xmlns:a16="http://schemas.microsoft.com/office/drawing/2014/main" id="{B88B6B1C-A71A-929A-4C5B-4DE9F088F9D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765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76" name="Line 185">
                <a:extLst>
                  <a:ext uri="{FF2B5EF4-FFF2-40B4-BE49-F238E27FC236}">
                    <a16:creationId xmlns:a16="http://schemas.microsoft.com/office/drawing/2014/main" id="{FE33C62A-B89F-8F28-C62B-A47C5A43EE9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78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77" name="Line 186">
                <a:extLst>
                  <a:ext uri="{FF2B5EF4-FFF2-40B4-BE49-F238E27FC236}">
                    <a16:creationId xmlns:a16="http://schemas.microsoft.com/office/drawing/2014/main" id="{47C45A42-2D37-8B92-2F18-29CFEC48F47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814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78" name="Line 187">
                <a:extLst>
                  <a:ext uri="{FF2B5EF4-FFF2-40B4-BE49-F238E27FC236}">
                    <a16:creationId xmlns:a16="http://schemas.microsoft.com/office/drawing/2014/main" id="{69736D19-F3C4-71AA-3ADD-0E61369DDAE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84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79" name="Line 188">
                <a:extLst>
                  <a:ext uri="{FF2B5EF4-FFF2-40B4-BE49-F238E27FC236}">
                    <a16:creationId xmlns:a16="http://schemas.microsoft.com/office/drawing/2014/main" id="{AD198A39-9E8D-587B-4C28-5F7CC549208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86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80" name="Line 189">
                <a:extLst>
                  <a:ext uri="{FF2B5EF4-FFF2-40B4-BE49-F238E27FC236}">
                    <a16:creationId xmlns:a16="http://schemas.microsoft.com/office/drawing/2014/main" id="{29669803-3E7D-CCE9-1BAE-DD74655C05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88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81" name="Line 190">
                <a:extLst>
                  <a:ext uri="{FF2B5EF4-FFF2-40B4-BE49-F238E27FC236}">
                    <a16:creationId xmlns:a16="http://schemas.microsoft.com/office/drawing/2014/main" id="{CD8A661F-FC8B-2149-43E9-9F834C9A9A1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1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82" name="Line 191">
                <a:extLst>
                  <a:ext uri="{FF2B5EF4-FFF2-40B4-BE49-F238E27FC236}">
                    <a16:creationId xmlns:a16="http://schemas.microsoft.com/office/drawing/2014/main" id="{F2FE3342-BA31-5029-B02C-A8BA36A9202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3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83" name="Line 192">
                <a:extLst>
                  <a:ext uri="{FF2B5EF4-FFF2-40B4-BE49-F238E27FC236}">
                    <a16:creationId xmlns:a16="http://schemas.microsoft.com/office/drawing/2014/main" id="{040B47D0-7332-0246-2390-B48BF9379A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5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84" name="Line 193">
                <a:extLst>
                  <a:ext uri="{FF2B5EF4-FFF2-40B4-BE49-F238E27FC236}">
                    <a16:creationId xmlns:a16="http://schemas.microsoft.com/office/drawing/2014/main" id="{14D37068-DF19-9F68-3FEB-94917284465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8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85" name="Line 194">
                <a:extLst>
                  <a:ext uri="{FF2B5EF4-FFF2-40B4-BE49-F238E27FC236}">
                    <a16:creationId xmlns:a16="http://schemas.microsoft.com/office/drawing/2014/main" id="{3D6A777B-43EE-B4F1-4C5D-C348C5A18E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0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86" name="Line 195">
                <a:extLst>
                  <a:ext uri="{FF2B5EF4-FFF2-40B4-BE49-F238E27FC236}">
                    <a16:creationId xmlns:a16="http://schemas.microsoft.com/office/drawing/2014/main" id="{BC06D7F2-6086-5C3B-1547-259F36A2A31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3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87" name="Line 196">
                <a:extLst>
                  <a:ext uri="{FF2B5EF4-FFF2-40B4-BE49-F238E27FC236}">
                    <a16:creationId xmlns:a16="http://schemas.microsoft.com/office/drawing/2014/main" id="{8BA8459C-89AD-665C-78CB-9767E938CD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5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88" name="Line 197">
                <a:extLst>
                  <a:ext uri="{FF2B5EF4-FFF2-40B4-BE49-F238E27FC236}">
                    <a16:creationId xmlns:a16="http://schemas.microsoft.com/office/drawing/2014/main" id="{A139842E-C772-4F56-59EB-F4E320D5465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8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89" name="Line 198">
                <a:extLst>
                  <a:ext uri="{FF2B5EF4-FFF2-40B4-BE49-F238E27FC236}">
                    <a16:creationId xmlns:a16="http://schemas.microsoft.com/office/drawing/2014/main" id="{8C8499EA-089E-4725-FE84-72AC934D162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0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90" name="Line 199">
                <a:extLst>
                  <a:ext uri="{FF2B5EF4-FFF2-40B4-BE49-F238E27FC236}">
                    <a16:creationId xmlns:a16="http://schemas.microsoft.com/office/drawing/2014/main" id="{3BE0E39F-F04D-7423-92EB-79216E30A04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3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91" name="Line 200">
                <a:extLst>
                  <a:ext uri="{FF2B5EF4-FFF2-40B4-BE49-F238E27FC236}">
                    <a16:creationId xmlns:a16="http://schemas.microsoft.com/office/drawing/2014/main" id="{DEDBB59B-C905-C7A6-D48C-C72F49BA2B8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92" name="Line 201">
                <a:extLst>
                  <a:ext uri="{FF2B5EF4-FFF2-40B4-BE49-F238E27FC236}">
                    <a16:creationId xmlns:a16="http://schemas.microsoft.com/office/drawing/2014/main" id="{E5CE3B6D-90B5-8BCF-84ED-CA89A12C514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71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93" name="Line 202">
                <a:extLst>
                  <a:ext uri="{FF2B5EF4-FFF2-40B4-BE49-F238E27FC236}">
                    <a16:creationId xmlns:a16="http://schemas.microsoft.com/office/drawing/2014/main" id="{BEAE6531-DC10-1A75-3F84-F12EE49D55D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9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94" name="Line 203">
                <a:extLst>
                  <a:ext uri="{FF2B5EF4-FFF2-40B4-BE49-F238E27FC236}">
                    <a16:creationId xmlns:a16="http://schemas.microsoft.com/office/drawing/2014/main" id="{FC09EC2D-B195-1BEB-266B-7245FA67A0C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28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95" name="Line 204">
                <a:extLst>
                  <a:ext uri="{FF2B5EF4-FFF2-40B4-BE49-F238E27FC236}">
                    <a16:creationId xmlns:a16="http://schemas.microsoft.com/office/drawing/2014/main" id="{C86B5715-57B7-A0C2-330D-3960D15D870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30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96" name="Line 205">
                <a:extLst>
                  <a:ext uri="{FF2B5EF4-FFF2-40B4-BE49-F238E27FC236}">
                    <a16:creationId xmlns:a16="http://schemas.microsoft.com/office/drawing/2014/main" id="{3D02EEFE-F1C2-BEB9-3D86-AC6F8AD612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330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97" name="Line 206">
                <a:extLst>
                  <a:ext uri="{FF2B5EF4-FFF2-40B4-BE49-F238E27FC236}">
                    <a16:creationId xmlns:a16="http://schemas.microsoft.com/office/drawing/2014/main" id="{6CCEDE4E-02EC-05ED-0DDB-2DB2FC2E19B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35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98" name="Line 207">
                <a:extLst>
                  <a:ext uri="{FF2B5EF4-FFF2-40B4-BE49-F238E27FC236}">
                    <a16:creationId xmlns:a16="http://schemas.microsoft.com/office/drawing/2014/main" id="{FA73C75A-3247-DFAA-4420-1DB8FCE4406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382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99" name="Line 208">
                <a:extLst>
                  <a:ext uri="{FF2B5EF4-FFF2-40B4-BE49-F238E27FC236}">
                    <a16:creationId xmlns:a16="http://schemas.microsoft.com/office/drawing/2014/main" id="{AA5D62C3-0674-B160-51D7-7E8868A8359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0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00" name="Line 209">
                <a:extLst>
                  <a:ext uri="{FF2B5EF4-FFF2-40B4-BE49-F238E27FC236}">
                    <a16:creationId xmlns:a16="http://schemas.microsoft.com/office/drawing/2014/main" id="{F38DD46E-1C69-CEAC-5949-871C9780CE4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2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01" name="Line 210">
                <a:extLst>
                  <a:ext uri="{FF2B5EF4-FFF2-40B4-BE49-F238E27FC236}">
                    <a16:creationId xmlns:a16="http://schemas.microsoft.com/office/drawing/2014/main" id="{E90E46CA-BAED-BC13-C3BA-EC133196962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4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02" name="Line 211">
                <a:extLst>
                  <a:ext uri="{FF2B5EF4-FFF2-40B4-BE49-F238E27FC236}">
                    <a16:creationId xmlns:a16="http://schemas.microsoft.com/office/drawing/2014/main" id="{9C2226F3-0060-046A-92A7-5F3F1FDFF5E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7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03" name="Line 212">
                <a:extLst>
                  <a:ext uri="{FF2B5EF4-FFF2-40B4-BE49-F238E27FC236}">
                    <a16:creationId xmlns:a16="http://schemas.microsoft.com/office/drawing/2014/main" id="{CDE5A44A-85F5-2A4E-C2DB-503FE802700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04" name="Line 213">
                <a:extLst>
                  <a:ext uri="{FF2B5EF4-FFF2-40B4-BE49-F238E27FC236}">
                    <a16:creationId xmlns:a16="http://schemas.microsoft.com/office/drawing/2014/main" id="{4009051B-8413-7BE4-05B7-46C22665AA1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2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05" name="Line 214">
                <a:extLst>
                  <a:ext uri="{FF2B5EF4-FFF2-40B4-BE49-F238E27FC236}">
                    <a16:creationId xmlns:a16="http://schemas.microsoft.com/office/drawing/2014/main" id="{8B096B76-6B28-6115-11FD-BB2DA332DA3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5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06" name="Line 215">
                <a:extLst>
                  <a:ext uri="{FF2B5EF4-FFF2-40B4-BE49-F238E27FC236}">
                    <a16:creationId xmlns:a16="http://schemas.microsoft.com/office/drawing/2014/main" id="{F51FE7A6-7769-B749-CAD3-71E27923A10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7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07" name="Line 216">
                <a:extLst>
                  <a:ext uri="{FF2B5EF4-FFF2-40B4-BE49-F238E27FC236}">
                    <a16:creationId xmlns:a16="http://schemas.microsoft.com/office/drawing/2014/main" id="{F67E031C-7AE1-2285-2010-DBA3185FDE8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02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08" name="Line 217">
                <a:extLst>
                  <a:ext uri="{FF2B5EF4-FFF2-40B4-BE49-F238E27FC236}">
                    <a16:creationId xmlns:a16="http://schemas.microsoft.com/office/drawing/2014/main" id="{F584C9BF-3350-5B4D-F460-A94376A0F87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1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09" name="Line 218">
                <a:extLst>
                  <a:ext uri="{FF2B5EF4-FFF2-40B4-BE49-F238E27FC236}">
                    <a16:creationId xmlns:a16="http://schemas.microsoft.com/office/drawing/2014/main" id="{CA2CDA51-4F54-50A0-CC27-3756D63609D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4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10" name="Line 219">
                <a:extLst>
                  <a:ext uri="{FF2B5EF4-FFF2-40B4-BE49-F238E27FC236}">
                    <a16:creationId xmlns:a16="http://schemas.microsoft.com/office/drawing/2014/main" id="{F2C45828-53D5-B5C1-81A4-9B5A375DB7A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70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11" name="Line 220">
                <a:extLst>
                  <a:ext uri="{FF2B5EF4-FFF2-40B4-BE49-F238E27FC236}">
                    <a16:creationId xmlns:a16="http://schemas.microsoft.com/office/drawing/2014/main" id="{EC6D5394-5197-ACD0-9C9F-D62AD0FC990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9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12" name="Line 221">
                <a:extLst>
                  <a:ext uri="{FF2B5EF4-FFF2-40B4-BE49-F238E27FC236}">
                    <a16:creationId xmlns:a16="http://schemas.microsoft.com/office/drawing/2014/main" id="{37C2A193-5F81-E8B1-DA97-03E09DB63F7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72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13" name="Line 222">
                <a:extLst>
                  <a:ext uri="{FF2B5EF4-FFF2-40B4-BE49-F238E27FC236}">
                    <a16:creationId xmlns:a16="http://schemas.microsoft.com/office/drawing/2014/main" id="{7C416C66-76AC-3522-8254-37E771E0DFD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746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14" name="Line 223">
                <a:extLst>
                  <a:ext uri="{FF2B5EF4-FFF2-40B4-BE49-F238E27FC236}">
                    <a16:creationId xmlns:a16="http://schemas.microsoft.com/office/drawing/2014/main" id="{EE79C074-DD77-4971-AC94-148BA04F6CE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77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15" name="Line 224">
                <a:extLst>
                  <a:ext uri="{FF2B5EF4-FFF2-40B4-BE49-F238E27FC236}">
                    <a16:creationId xmlns:a16="http://schemas.microsoft.com/office/drawing/2014/main" id="{4B6F2984-6F63-0418-2F43-216878E0508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797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16" name="Line 225">
                <a:extLst>
                  <a:ext uri="{FF2B5EF4-FFF2-40B4-BE49-F238E27FC236}">
                    <a16:creationId xmlns:a16="http://schemas.microsoft.com/office/drawing/2014/main" id="{955C1086-2B78-1C89-3D4F-920D35A1751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22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17" name="Line 226">
                <a:extLst>
                  <a:ext uri="{FF2B5EF4-FFF2-40B4-BE49-F238E27FC236}">
                    <a16:creationId xmlns:a16="http://schemas.microsoft.com/office/drawing/2014/main" id="{25D9119B-65B1-5ABD-FA76-D2923058769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3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18" name="Line 227">
                <a:extLst>
                  <a:ext uri="{FF2B5EF4-FFF2-40B4-BE49-F238E27FC236}">
                    <a16:creationId xmlns:a16="http://schemas.microsoft.com/office/drawing/2014/main" id="{4B2F1C15-1FCE-E080-5EC7-4ED44C1C8FD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6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19" name="Line 228">
                <a:extLst>
                  <a:ext uri="{FF2B5EF4-FFF2-40B4-BE49-F238E27FC236}">
                    <a16:creationId xmlns:a16="http://schemas.microsoft.com/office/drawing/2014/main" id="{C5439AA7-070E-8789-BF63-206CF6E9011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9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20" name="Line 229">
                <a:extLst>
                  <a:ext uri="{FF2B5EF4-FFF2-40B4-BE49-F238E27FC236}">
                    <a16:creationId xmlns:a16="http://schemas.microsoft.com/office/drawing/2014/main" id="{522223DB-F445-1E42-F49B-6EC030CBD2E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91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21" name="Line 230">
                <a:extLst>
                  <a:ext uri="{FF2B5EF4-FFF2-40B4-BE49-F238E27FC236}">
                    <a16:creationId xmlns:a16="http://schemas.microsoft.com/office/drawing/2014/main" id="{16A221F9-3B5D-5CC1-94BD-064470B8F43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94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22" name="Line 231">
                <a:extLst>
                  <a:ext uri="{FF2B5EF4-FFF2-40B4-BE49-F238E27FC236}">
                    <a16:creationId xmlns:a16="http://schemas.microsoft.com/office/drawing/2014/main" id="{C505F93B-23C7-3CEC-D245-A52B0BE2CB0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027" y="1794"/>
                <a:ext cx="0" cy="18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023" name="Line 232">
                <a:extLst>
                  <a:ext uri="{FF2B5EF4-FFF2-40B4-BE49-F238E27FC236}">
                    <a16:creationId xmlns:a16="http://schemas.microsoft.com/office/drawing/2014/main" id="{E6769F07-5B5E-D911-A003-2D421D7F6BE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3" y="1794"/>
                <a:ext cx="77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024" name="Rectangle 233">
                <a:extLst>
                  <a:ext uri="{FF2B5EF4-FFF2-40B4-BE49-F238E27FC236}">
                    <a16:creationId xmlns:a16="http://schemas.microsoft.com/office/drawing/2014/main" id="{D81EC47C-59F5-C0C3-6299-F97F41FA14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19" y="3620"/>
                <a:ext cx="318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 i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t</a:t>
                </a:r>
                <a:r>
                  <a:rPr kumimoji="1" lang="en-US" altLang="zh-CN" sz="2900" i="1" baseline="-1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p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025" name="Text Box 234">
                <a:extLst>
                  <a:ext uri="{FF2B5EF4-FFF2-40B4-BE49-F238E27FC236}">
                    <a16:creationId xmlns:a16="http://schemas.microsoft.com/office/drawing/2014/main" id="{9C95E7F1-2C77-44BF-B293-CBB2AD294FB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-5352532">
                <a:off x="427" y="2222"/>
                <a:ext cx="42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latin typeface="Times New Roman" panose="02020603050405020304" pitchFamily="18" charset="0"/>
                  </a:rPr>
                  <a:t>c(</a:t>
                </a:r>
                <a:r>
                  <a:rPr kumimoji="1" lang="en-US" altLang="zh-CN" sz="2800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sz="28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34026" name="Line 235">
                <a:extLst>
                  <a:ext uri="{FF2B5EF4-FFF2-40B4-BE49-F238E27FC236}">
                    <a16:creationId xmlns:a16="http://schemas.microsoft.com/office/drawing/2014/main" id="{5EA3E4AD-6F74-2C00-210E-2D23BEFF693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84" y="1625"/>
                <a:ext cx="350" cy="271"/>
              </a:xfrm>
              <a:prstGeom prst="line">
                <a:avLst/>
              </a:prstGeom>
              <a:noFill/>
              <a:ln w="22225">
                <a:solidFill>
                  <a:srgbClr val="3333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027" name="Line 236">
                <a:extLst>
                  <a:ext uri="{FF2B5EF4-FFF2-40B4-BE49-F238E27FC236}">
                    <a16:creationId xmlns:a16="http://schemas.microsoft.com/office/drawing/2014/main" id="{A3B57765-501C-41D9-F661-B9BB7C40262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96" y="1862"/>
                <a:ext cx="338" cy="262"/>
              </a:xfrm>
              <a:prstGeom prst="line">
                <a:avLst/>
              </a:prstGeom>
              <a:noFill/>
              <a:ln w="22225">
                <a:solidFill>
                  <a:srgbClr val="3399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028" name="Line 237">
                <a:extLst>
                  <a:ext uri="{FF2B5EF4-FFF2-40B4-BE49-F238E27FC236}">
                    <a16:creationId xmlns:a16="http://schemas.microsoft.com/office/drawing/2014/main" id="{2D7166C4-BCC1-8D60-3DBE-E36FF408B36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84" y="2099"/>
                <a:ext cx="350" cy="236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029" name="Line 238">
                <a:extLst>
                  <a:ext uri="{FF2B5EF4-FFF2-40B4-BE49-F238E27FC236}">
                    <a16:creationId xmlns:a16="http://schemas.microsoft.com/office/drawing/2014/main" id="{D9EEFB43-6C2B-9440-DC47-94A02E34233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300" y="2302"/>
                <a:ext cx="234" cy="135"/>
              </a:xfrm>
              <a:prstGeom prst="line">
                <a:avLst/>
              </a:prstGeom>
              <a:noFill/>
              <a:ln w="22225">
                <a:solidFill>
                  <a:srgbClr val="99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030" name="Text Box 239">
                <a:extLst>
                  <a:ext uri="{FF2B5EF4-FFF2-40B4-BE49-F238E27FC236}">
                    <a16:creationId xmlns:a16="http://schemas.microsoft.com/office/drawing/2014/main" id="{4818CBB1-B5B3-AA42-F665-2AB676FE160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27" y="1392"/>
                <a:ext cx="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3333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kumimoji="1" lang="en-US" altLang="zh-CN" sz="28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=0.2</a:t>
                </a:r>
              </a:p>
            </p:txBody>
          </p:sp>
          <p:sp>
            <p:nvSpPr>
              <p:cNvPr id="34031" name="Text Box 240">
                <a:extLst>
                  <a:ext uri="{FF2B5EF4-FFF2-40B4-BE49-F238E27FC236}">
                    <a16:creationId xmlns:a16="http://schemas.microsoft.com/office/drawing/2014/main" id="{48ADD72A-32C3-36A2-9B30-40C451AF764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33" y="1632"/>
                <a:ext cx="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339933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kumimoji="1" lang="en-US" altLang="zh-CN" sz="2800">
                    <a:solidFill>
                      <a:srgbClr val="339933"/>
                    </a:solidFill>
                    <a:latin typeface="Times New Roman" panose="02020603050405020304" pitchFamily="18" charset="0"/>
                  </a:rPr>
                  <a:t>=0.4</a:t>
                </a:r>
              </a:p>
            </p:txBody>
          </p:sp>
          <p:sp>
            <p:nvSpPr>
              <p:cNvPr id="34032" name="Text Box 241">
                <a:extLst>
                  <a:ext uri="{FF2B5EF4-FFF2-40B4-BE49-F238E27FC236}">
                    <a16:creationId xmlns:a16="http://schemas.microsoft.com/office/drawing/2014/main" id="{2DF62A68-9DAD-4AA5-3006-520DDC44133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33" y="1872"/>
                <a:ext cx="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kumimoji="1"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=0.6</a:t>
                </a:r>
              </a:p>
            </p:txBody>
          </p:sp>
          <p:sp>
            <p:nvSpPr>
              <p:cNvPr id="34033" name="Text Box 242">
                <a:extLst>
                  <a:ext uri="{FF2B5EF4-FFF2-40B4-BE49-F238E27FC236}">
                    <a16:creationId xmlns:a16="http://schemas.microsoft.com/office/drawing/2014/main" id="{723086B2-D0D0-AA02-C50B-03B15B6E783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33" y="2112"/>
                <a:ext cx="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>
                    <a:solidFill>
                      <a:srgbClr val="9900CC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kumimoji="1" lang="en-US" altLang="zh-CN" sz="2800">
                    <a:solidFill>
                      <a:srgbClr val="9900CC"/>
                    </a:solidFill>
                    <a:latin typeface="Times New Roman" panose="02020603050405020304" pitchFamily="18" charset="0"/>
                  </a:rPr>
                  <a:t>=0.8</a:t>
                </a:r>
              </a:p>
            </p:txBody>
          </p:sp>
          <p:sp>
            <p:nvSpPr>
              <p:cNvPr id="34034" name="Rectangle 243">
                <a:extLst>
                  <a:ext uri="{FF2B5EF4-FFF2-40B4-BE49-F238E27FC236}">
                    <a16:creationId xmlns:a16="http://schemas.microsoft.com/office/drawing/2014/main" id="{6E689952-411B-FDD5-0051-3D2AE7C598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51" y="3721"/>
                <a:ext cx="61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 i="1">
                    <a:latin typeface="Times New Roman" panose="02020603050405020304" pitchFamily="18" charset="0"/>
                  </a:rPr>
                  <a:t>t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>
            <a:extLst>
              <a:ext uri="{FF2B5EF4-FFF2-40B4-BE49-F238E27FC236}">
                <a16:creationId xmlns:a16="http://schemas.microsoft.com/office/drawing/2014/main" id="{76735842-71B4-D8F9-91AB-173D1AA0B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0525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临界阻尼（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=1</a:t>
            </a:r>
            <a:r>
              <a:rPr kumimoji="1" lang="zh-CN" altLang="en-US" sz="2800" b="1">
                <a:latin typeface="宋体" panose="02010600030101010101" pitchFamily="2" charset="-122"/>
              </a:rPr>
              <a:t>）状态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34819" name="组合 8">
            <a:extLst>
              <a:ext uri="{FF2B5EF4-FFF2-40B4-BE49-F238E27FC236}">
                <a16:creationId xmlns:a16="http://schemas.microsoft.com/office/drawing/2014/main" id="{D19FC4BE-A59E-A383-AD01-22F14CC6B0CC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773238"/>
            <a:ext cx="6553200" cy="606425"/>
            <a:chOff x="1187450" y="4652963"/>
            <a:chExt cx="6553200" cy="606425"/>
          </a:xfrm>
        </p:grpSpPr>
        <p:graphicFrame>
          <p:nvGraphicFramePr>
            <p:cNvPr id="34832" name="Object 8">
              <a:extLst>
                <a:ext uri="{FF2B5EF4-FFF2-40B4-BE49-F238E27FC236}">
                  <a16:creationId xmlns:a16="http://schemas.microsoft.com/office/drawing/2014/main" id="{2EC46160-091B-D1E6-69EC-1E80494670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87450" y="4652963"/>
            <a:ext cx="6553200" cy="606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90892" imgH="228634" progId="Equation.DSMT4">
                    <p:embed/>
                  </p:oleObj>
                </mc:Choice>
                <mc:Fallback>
                  <p:oleObj name="Equation" r:id="rId3" imgW="2590892" imgH="228634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450" y="4652963"/>
                          <a:ext cx="6553200" cy="606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3" name="TextBox 7">
              <a:extLst>
                <a:ext uri="{FF2B5EF4-FFF2-40B4-BE49-F238E27FC236}">
                  <a16:creationId xmlns:a16="http://schemas.microsoft.com/office/drawing/2014/main" id="{7EE4FE6D-2B12-F8C4-361B-12215F7BC9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888" y="4724400"/>
              <a:ext cx="720725" cy="461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/>
                <a:t>c(t)</a:t>
              </a:r>
              <a:endParaRPr lang="zh-CN" altLang="en-US" sz="2400"/>
            </a:p>
          </p:txBody>
        </p:sp>
      </p:grpSp>
      <p:grpSp>
        <p:nvGrpSpPr>
          <p:cNvPr id="34820" name="Group 5">
            <a:extLst>
              <a:ext uri="{FF2B5EF4-FFF2-40B4-BE49-F238E27FC236}">
                <a16:creationId xmlns:a16="http://schemas.microsoft.com/office/drawing/2014/main" id="{BA913AA4-1A88-F0F4-420C-32753CF06A62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048000"/>
            <a:ext cx="3946525" cy="3005138"/>
            <a:chOff x="2784" y="1728"/>
            <a:chExt cx="2740" cy="2030"/>
          </a:xfrm>
        </p:grpSpPr>
        <p:sp>
          <p:nvSpPr>
            <p:cNvPr id="34824" name="Line 6">
              <a:extLst>
                <a:ext uri="{FF2B5EF4-FFF2-40B4-BE49-F238E27FC236}">
                  <a16:creationId xmlns:a16="http://schemas.microsoft.com/office/drawing/2014/main" id="{49D0A867-6E4A-23C3-E98E-6332C0D43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6" y="3458"/>
              <a:ext cx="2161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5" name="Line 7">
              <a:extLst>
                <a:ext uri="{FF2B5EF4-FFF2-40B4-BE49-F238E27FC236}">
                  <a16:creationId xmlns:a16="http://schemas.microsoft.com/office/drawing/2014/main" id="{22E4C1B0-C73B-B9D3-0F2F-D90CDF8962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96" y="1872"/>
              <a:ext cx="0" cy="15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6" name="Freeform 8">
              <a:extLst>
                <a:ext uri="{FF2B5EF4-FFF2-40B4-BE49-F238E27FC236}">
                  <a16:creationId xmlns:a16="http://schemas.microsoft.com/office/drawing/2014/main" id="{5C795CD7-062E-5F28-159D-5E25C65FA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2179"/>
              <a:ext cx="2161" cy="1279"/>
            </a:xfrm>
            <a:custGeom>
              <a:avLst/>
              <a:gdLst>
                <a:gd name="T0" fmla="*/ 0 w 4519"/>
                <a:gd name="T1" fmla="*/ 0 h 3002"/>
                <a:gd name="T2" fmla="*/ 0 w 4519"/>
                <a:gd name="T3" fmla="*/ 0 h 3002"/>
                <a:gd name="T4" fmla="*/ 0 w 4519"/>
                <a:gd name="T5" fmla="*/ 0 h 3002"/>
                <a:gd name="T6" fmla="*/ 0 w 4519"/>
                <a:gd name="T7" fmla="*/ 0 h 3002"/>
                <a:gd name="T8" fmla="*/ 0 w 4519"/>
                <a:gd name="T9" fmla="*/ 0 h 3002"/>
                <a:gd name="T10" fmla="*/ 0 w 4519"/>
                <a:gd name="T11" fmla="*/ 0 h 3002"/>
                <a:gd name="T12" fmla="*/ 0 w 4519"/>
                <a:gd name="T13" fmla="*/ 0 h 3002"/>
                <a:gd name="T14" fmla="*/ 0 w 4519"/>
                <a:gd name="T15" fmla="*/ 0 h 3002"/>
                <a:gd name="T16" fmla="*/ 0 w 4519"/>
                <a:gd name="T17" fmla="*/ 0 h 3002"/>
                <a:gd name="T18" fmla="*/ 0 w 4519"/>
                <a:gd name="T19" fmla="*/ 0 h 3002"/>
                <a:gd name="T20" fmla="*/ 0 w 4519"/>
                <a:gd name="T21" fmla="*/ 0 h 3002"/>
                <a:gd name="T22" fmla="*/ 0 w 4519"/>
                <a:gd name="T23" fmla="*/ 0 h 3002"/>
                <a:gd name="T24" fmla="*/ 0 w 4519"/>
                <a:gd name="T25" fmla="*/ 0 h 3002"/>
                <a:gd name="T26" fmla="*/ 0 w 4519"/>
                <a:gd name="T27" fmla="*/ 0 h 3002"/>
                <a:gd name="T28" fmla="*/ 0 w 4519"/>
                <a:gd name="T29" fmla="*/ 0 h 3002"/>
                <a:gd name="T30" fmla="*/ 0 w 4519"/>
                <a:gd name="T31" fmla="*/ 0 h 3002"/>
                <a:gd name="T32" fmla="*/ 0 w 4519"/>
                <a:gd name="T33" fmla="*/ 0 h 3002"/>
                <a:gd name="T34" fmla="*/ 0 w 4519"/>
                <a:gd name="T35" fmla="*/ 0 h 3002"/>
                <a:gd name="T36" fmla="*/ 0 w 4519"/>
                <a:gd name="T37" fmla="*/ 0 h 3002"/>
                <a:gd name="T38" fmla="*/ 0 w 4519"/>
                <a:gd name="T39" fmla="*/ 0 h 3002"/>
                <a:gd name="T40" fmla="*/ 0 w 4519"/>
                <a:gd name="T41" fmla="*/ 0 h 3002"/>
                <a:gd name="T42" fmla="*/ 0 w 4519"/>
                <a:gd name="T43" fmla="*/ 0 h 3002"/>
                <a:gd name="T44" fmla="*/ 0 w 4519"/>
                <a:gd name="T45" fmla="*/ 0 h 3002"/>
                <a:gd name="T46" fmla="*/ 0 w 4519"/>
                <a:gd name="T47" fmla="*/ 0 h 3002"/>
                <a:gd name="T48" fmla="*/ 0 w 4519"/>
                <a:gd name="T49" fmla="*/ 0 h 3002"/>
                <a:gd name="T50" fmla="*/ 0 w 4519"/>
                <a:gd name="T51" fmla="*/ 0 h 3002"/>
                <a:gd name="T52" fmla="*/ 0 w 4519"/>
                <a:gd name="T53" fmla="*/ 0 h 3002"/>
                <a:gd name="T54" fmla="*/ 0 w 4519"/>
                <a:gd name="T55" fmla="*/ 0 h 3002"/>
                <a:gd name="T56" fmla="*/ 0 w 4519"/>
                <a:gd name="T57" fmla="*/ 0 h 3002"/>
                <a:gd name="T58" fmla="*/ 0 w 4519"/>
                <a:gd name="T59" fmla="*/ 0 h 3002"/>
                <a:gd name="T60" fmla="*/ 0 w 4519"/>
                <a:gd name="T61" fmla="*/ 0 h 3002"/>
                <a:gd name="T62" fmla="*/ 0 w 4519"/>
                <a:gd name="T63" fmla="*/ 0 h 3002"/>
                <a:gd name="T64" fmla="*/ 0 w 4519"/>
                <a:gd name="T65" fmla="*/ 0 h 3002"/>
                <a:gd name="T66" fmla="*/ 0 w 4519"/>
                <a:gd name="T67" fmla="*/ 0 h 3002"/>
                <a:gd name="T68" fmla="*/ 0 w 4519"/>
                <a:gd name="T69" fmla="*/ 0 h 3002"/>
                <a:gd name="T70" fmla="*/ 0 w 4519"/>
                <a:gd name="T71" fmla="*/ 0 h 3002"/>
                <a:gd name="T72" fmla="*/ 0 w 4519"/>
                <a:gd name="T73" fmla="*/ 0 h 3002"/>
                <a:gd name="T74" fmla="*/ 0 w 4519"/>
                <a:gd name="T75" fmla="*/ 0 h 3002"/>
                <a:gd name="T76" fmla="*/ 0 w 4519"/>
                <a:gd name="T77" fmla="*/ 0 h 3002"/>
                <a:gd name="T78" fmla="*/ 0 w 4519"/>
                <a:gd name="T79" fmla="*/ 0 h 3002"/>
                <a:gd name="T80" fmla="*/ 0 w 4519"/>
                <a:gd name="T81" fmla="*/ 0 h 3002"/>
                <a:gd name="T82" fmla="*/ 0 w 4519"/>
                <a:gd name="T83" fmla="*/ 0 h 3002"/>
                <a:gd name="T84" fmla="*/ 0 w 4519"/>
                <a:gd name="T85" fmla="*/ 0 h 3002"/>
                <a:gd name="T86" fmla="*/ 0 w 4519"/>
                <a:gd name="T87" fmla="*/ 0 h 3002"/>
                <a:gd name="T88" fmla="*/ 0 w 4519"/>
                <a:gd name="T89" fmla="*/ 0 h 3002"/>
                <a:gd name="T90" fmla="*/ 0 w 4519"/>
                <a:gd name="T91" fmla="*/ 0 h 3002"/>
                <a:gd name="T92" fmla="*/ 0 w 4519"/>
                <a:gd name="T93" fmla="*/ 0 h 3002"/>
                <a:gd name="T94" fmla="*/ 0 w 4519"/>
                <a:gd name="T95" fmla="*/ 0 h 3002"/>
                <a:gd name="T96" fmla="*/ 0 w 4519"/>
                <a:gd name="T97" fmla="*/ 0 h 3002"/>
                <a:gd name="T98" fmla="*/ 0 w 4519"/>
                <a:gd name="T99" fmla="*/ 0 h 300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519"/>
                <a:gd name="T151" fmla="*/ 0 h 3002"/>
                <a:gd name="T152" fmla="*/ 4519 w 4519"/>
                <a:gd name="T153" fmla="*/ 3002 h 300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519" h="3002">
                  <a:moveTo>
                    <a:pt x="0" y="3002"/>
                  </a:moveTo>
                  <a:lnTo>
                    <a:pt x="42" y="2985"/>
                  </a:lnTo>
                  <a:lnTo>
                    <a:pt x="94" y="2950"/>
                  </a:lnTo>
                  <a:lnTo>
                    <a:pt x="136" y="2888"/>
                  </a:lnTo>
                  <a:lnTo>
                    <a:pt x="178" y="2817"/>
                  </a:lnTo>
                  <a:lnTo>
                    <a:pt x="230" y="2729"/>
                  </a:lnTo>
                  <a:lnTo>
                    <a:pt x="272" y="2633"/>
                  </a:lnTo>
                  <a:lnTo>
                    <a:pt x="313" y="2536"/>
                  </a:lnTo>
                  <a:lnTo>
                    <a:pt x="366" y="2430"/>
                  </a:lnTo>
                  <a:lnTo>
                    <a:pt x="407" y="2316"/>
                  </a:lnTo>
                  <a:lnTo>
                    <a:pt x="449" y="2210"/>
                  </a:lnTo>
                  <a:lnTo>
                    <a:pt x="501" y="2095"/>
                  </a:lnTo>
                  <a:lnTo>
                    <a:pt x="543" y="1990"/>
                  </a:lnTo>
                  <a:lnTo>
                    <a:pt x="585" y="1884"/>
                  </a:lnTo>
                  <a:lnTo>
                    <a:pt x="637" y="1779"/>
                  </a:lnTo>
                  <a:lnTo>
                    <a:pt x="679" y="1673"/>
                  </a:lnTo>
                  <a:lnTo>
                    <a:pt x="720" y="1576"/>
                  </a:lnTo>
                  <a:lnTo>
                    <a:pt x="772" y="1479"/>
                  </a:lnTo>
                  <a:lnTo>
                    <a:pt x="814" y="1391"/>
                  </a:lnTo>
                  <a:lnTo>
                    <a:pt x="856" y="1303"/>
                  </a:lnTo>
                  <a:lnTo>
                    <a:pt x="908" y="1215"/>
                  </a:lnTo>
                  <a:lnTo>
                    <a:pt x="950" y="1136"/>
                  </a:lnTo>
                  <a:lnTo>
                    <a:pt x="992" y="1065"/>
                  </a:lnTo>
                  <a:lnTo>
                    <a:pt x="1044" y="995"/>
                  </a:lnTo>
                  <a:lnTo>
                    <a:pt x="1086" y="924"/>
                  </a:lnTo>
                  <a:lnTo>
                    <a:pt x="1127" y="863"/>
                  </a:lnTo>
                  <a:lnTo>
                    <a:pt x="1179" y="801"/>
                  </a:lnTo>
                  <a:lnTo>
                    <a:pt x="1221" y="748"/>
                  </a:lnTo>
                  <a:lnTo>
                    <a:pt x="1263" y="696"/>
                  </a:lnTo>
                  <a:lnTo>
                    <a:pt x="1315" y="643"/>
                  </a:lnTo>
                  <a:lnTo>
                    <a:pt x="1357" y="599"/>
                  </a:lnTo>
                  <a:lnTo>
                    <a:pt x="1399" y="555"/>
                  </a:lnTo>
                  <a:lnTo>
                    <a:pt x="1451" y="511"/>
                  </a:lnTo>
                  <a:lnTo>
                    <a:pt x="1492" y="475"/>
                  </a:lnTo>
                  <a:lnTo>
                    <a:pt x="1534" y="440"/>
                  </a:lnTo>
                  <a:lnTo>
                    <a:pt x="1586" y="405"/>
                  </a:lnTo>
                  <a:lnTo>
                    <a:pt x="1628" y="379"/>
                  </a:lnTo>
                  <a:lnTo>
                    <a:pt x="1670" y="352"/>
                  </a:lnTo>
                  <a:lnTo>
                    <a:pt x="1722" y="326"/>
                  </a:lnTo>
                  <a:lnTo>
                    <a:pt x="1764" y="299"/>
                  </a:lnTo>
                  <a:lnTo>
                    <a:pt x="1806" y="273"/>
                  </a:lnTo>
                  <a:lnTo>
                    <a:pt x="1858" y="255"/>
                  </a:lnTo>
                  <a:lnTo>
                    <a:pt x="1899" y="238"/>
                  </a:lnTo>
                  <a:lnTo>
                    <a:pt x="1941" y="220"/>
                  </a:lnTo>
                  <a:lnTo>
                    <a:pt x="1993" y="202"/>
                  </a:lnTo>
                  <a:lnTo>
                    <a:pt x="2035" y="185"/>
                  </a:lnTo>
                  <a:lnTo>
                    <a:pt x="2077" y="167"/>
                  </a:lnTo>
                  <a:lnTo>
                    <a:pt x="2129" y="158"/>
                  </a:lnTo>
                  <a:lnTo>
                    <a:pt x="2171" y="141"/>
                  </a:lnTo>
                  <a:lnTo>
                    <a:pt x="2212" y="132"/>
                  </a:lnTo>
                  <a:lnTo>
                    <a:pt x="2265" y="123"/>
                  </a:lnTo>
                  <a:lnTo>
                    <a:pt x="2306" y="114"/>
                  </a:lnTo>
                  <a:lnTo>
                    <a:pt x="2348" y="106"/>
                  </a:lnTo>
                  <a:lnTo>
                    <a:pt x="2390" y="97"/>
                  </a:lnTo>
                  <a:lnTo>
                    <a:pt x="2442" y="88"/>
                  </a:lnTo>
                  <a:lnTo>
                    <a:pt x="2484" y="79"/>
                  </a:lnTo>
                  <a:lnTo>
                    <a:pt x="2526" y="70"/>
                  </a:lnTo>
                  <a:lnTo>
                    <a:pt x="2578" y="70"/>
                  </a:lnTo>
                  <a:lnTo>
                    <a:pt x="2619" y="62"/>
                  </a:lnTo>
                  <a:lnTo>
                    <a:pt x="2661" y="53"/>
                  </a:lnTo>
                  <a:lnTo>
                    <a:pt x="2713" y="53"/>
                  </a:lnTo>
                  <a:lnTo>
                    <a:pt x="2755" y="44"/>
                  </a:lnTo>
                  <a:lnTo>
                    <a:pt x="2797" y="44"/>
                  </a:lnTo>
                  <a:lnTo>
                    <a:pt x="2849" y="44"/>
                  </a:lnTo>
                  <a:lnTo>
                    <a:pt x="2891" y="35"/>
                  </a:lnTo>
                  <a:lnTo>
                    <a:pt x="2932" y="35"/>
                  </a:lnTo>
                  <a:lnTo>
                    <a:pt x="2985" y="35"/>
                  </a:lnTo>
                  <a:lnTo>
                    <a:pt x="3026" y="26"/>
                  </a:lnTo>
                  <a:lnTo>
                    <a:pt x="3068" y="26"/>
                  </a:lnTo>
                  <a:lnTo>
                    <a:pt x="3120" y="26"/>
                  </a:lnTo>
                  <a:lnTo>
                    <a:pt x="3162" y="18"/>
                  </a:lnTo>
                  <a:lnTo>
                    <a:pt x="3204" y="18"/>
                  </a:lnTo>
                  <a:lnTo>
                    <a:pt x="3256" y="18"/>
                  </a:lnTo>
                  <a:lnTo>
                    <a:pt x="3298" y="18"/>
                  </a:lnTo>
                  <a:lnTo>
                    <a:pt x="3339" y="18"/>
                  </a:lnTo>
                  <a:lnTo>
                    <a:pt x="3392" y="18"/>
                  </a:lnTo>
                  <a:lnTo>
                    <a:pt x="3433" y="9"/>
                  </a:lnTo>
                  <a:lnTo>
                    <a:pt x="3475" y="9"/>
                  </a:lnTo>
                  <a:lnTo>
                    <a:pt x="3527" y="9"/>
                  </a:lnTo>
                  <a:lnTo>
                    <a:pt x="3569" y="9"/>
                  </a:lnTo>
                  <a:lnTo>
                    <a:pt x="3611" y="9"/>
                  </a:lnTo>
                  <a:lnTo>
                    <a:pt x="3663" y="9"/>
                  </a:lnTo>
                  <a:lnTo>
                    <a:pt x="3705" y="9"/>
                  </a:lnTo>
                  <a:lnTo>
                    <a:pt x="3746" y="9"/>
                  </a:lnTo>
                  <a:lnTo>
                    <a:pt x="3799" y="9"/>
                  </a:lnTo>
                  <a:lnTo>
                    <a:pt x="3840" y="9"/>
                  </a:lnTo>
                  <a:lnTo>
                    <a:pt x="3882" y="9"/>
                  </a:lnTo>
                  <a:lnTo>
                    <a:pt x="3934" y="9"/>
                  </a:lnTo>
                  <a:lnTo>
                    <a:pt x="3976" y="9"/>
                  </a:lnTo>
                  <a:lnTo>
                    <a:pt x="4018" y="0"/>
                  </a:lnTo>
                  <a:lnTo>
                    <a:pt x="4070" y="0"/>
                  </a:lnTo>
                  <a:lnTo>
                    <a:pt x="4112" y="0"/>
                  </a:lnTo>
                  <a:lnTo>
                    <a:pt x="4153" y="0"/>
                  </a:lnTo>
                  <a:lnTo>
                    <a:pt x="4206" y="0"/>
                  </a:lnTo>
                  <a:lnTo>
                    <a:pt x="4247" y="0"/>
                  </a:lnTo>
                  <a:lnTo>
                    <a:pt x="4289" y="0"/>
                  </a:lnTo>
                  <a:lnTo>
                    <a:pt x="4341" y="0"/>
                  </a:lnTo>
                  <a:lnTo>
                    <a:pt x="4383" y="0"/>
                  </a:lnTo>
                  <a:lnTo>
                    <a:pt x="4425" y="0"/>
                  </a:lnTo>
                  <a:lnTo>
                    <a:pt x="4477" y="0"/>
                  </a:lnTo>
                  <a:lnTo>
                    <a:pt x="4519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7" name="Line 9">
              <a:extLst>
                <a:ext uri="{FF2B5EF4-FFF2-40B4-BE49-F238E27FC236}">
                  <a16:creationId xmlns:a16="http://schemas.microsoft.com/office/drawing/2014/main" id="{A432583E-A194-7CC0-B67A-44CBA3325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2171"/>
              <a:ext cx="21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8" name="Text Box 10">
              <a:extLst>
                <a:ext uri="{FF2B5EF4-FFF2-40B4-BE49-F238E27FC236}">
                  <a16:creationId xmlns:a16="http://schemas.microsoft.com/office/drawing/2014/main" id="{3506DFA7-4B66-A389-CE94-B7B29C902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2016"/>
              <a:ext cx="251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4829" name="Text Box 11">
              <a:extLst>
                <a:ext uri="{FF2B5EF4-FFF2-40B4-BE49-F238E27FC236}">
                  <a16:creationId xmlns:a16="http://schemas.microsoft.com/office/drawing/2014/main" id="{46E02FDC-6FBA-5766-F640-A64306A10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3323"/>
              <a:ext cx="251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4830" name="Text Box 12">
              <a:extLst>
                <a:ext uri="{FF2B5EF4-FFF2-40B4-BE49-F238E27FC236}">
                  <a16:creationId xmlns:a16="http://schemas.microsoft.com/office/drawing/2014/main" id="{392813AB-95BE-7BC8-11AF-83AF9C501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3408"/>
              <a:ext cx="196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4831" name="Text Box 13">
              <a:extLst>
                <a:ext uri="{FF2B5EF4-FFF2-40B4-BE49-F238E27FC236}">
                  <a16:creationId xmlns:a16="http://schemas.microsoft.com/office/drawing/2014/main" id="{9035D565-196F-BC9B-EBE9-34446970C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728"/>
              <a:ext cx="624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c(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34821" name="Text Box 14">
            <a:extLst>
              <a:ext uri="{FF2B5EF4-FFF2-40B4-BE49-F238E27FC236}">
                <a16:creationId xmlns:a16="http://schemas.microsoft.com/office/drawing/2014/main" id="{15E603D1-66C2-A535-C6F9-9AD1CDF38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048000"/>
            <a:ext cx="2590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特点</a:t>
            </a:r>
            <a:endParaRPr kumimoji="1"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4822" name="Rectangle 15">
            <a:extLst>
              <a:ext uri="{FF2B5EF4-FFF2-40B4-BE49-F238E27FC236}">
                <a16:creationId xmlns:a16="http://schemas.microsoft.com/office/drawing/2014/main" id="{3E5A7442-F4D2-061B-8008-3961DB7A8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792538"/>
            <a:ext cx="3048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单调上升，无</a:t>
            </a:r>
          </a:p>
          <a:p>
            <a:pPr eaLnBrk="1" hangingPunct="1"/>
            <a:r>
              <a:rPr kumimoji="1" lang="zh-CN" altLang="en-US" sz="2800">
                <a:latin typeface="宋体" panose="02010600030101010101" pitchFamily="2" charset="-122"/>
              </a:rPr>
              <a:t>  振荡、无超调； </a:t>
            </a:r>
          </a:p>
        </p:txBody>
      </p:sp>
      <p:sp>
        <p:nvSpPr>
          <p:cNvPr id="34823" name="Rectangle 16">
            <a:extLst>
              <a:ext uri="{FF2B5EF4-FFF2-40B4-BE49-F238E27FC236}">
                <a16:creationId xmlns:a16="http://schemas.microsoft.com/office/drawing/2014/main" id="{4F9D2B2E-B1D2-E782-D6AC-769EEB815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921250"/>
            <a:ext cx="2819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c</a:t>
            </a:r>
            <a:r>
              <a:rPr kumimoji="1" lang="en-US" altLang="zh-CN" sz="2900" i="1" baseline="-18000"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en-US" altLang="zh-CN" sz="2800">
                <a:latin typeface="Times New Roman" panose="02020603050405020304" pitchFamily="18" charset="0"/>
              </a:rPr>
              <a:t>) = 1</a:t>
            </a:r>
            <a:r>
              <a:rPr kumimoji="1" lang="zh-CN" altLang="en-US" sz="2800">
                <a:latin typeface="宋体" panose="02010600030101010101" pitchFamily="2" charset="-122"/>
              </a:rPr>
              <a:t>，无</a:t>
            </a:r>
          </a:p>
          <a:p>
            <a:pPr eaLnBrk="1" hangingPunct="1"/>
            <a:r>
              <a:rPr kumimoji="1" lang="zh-CN" altLang="en-US" sz="2800">
                <a:latin typeface="宋体" panose="02010600030101010101" pitchFamily="2" charset="-122"/>
              </a:rPr>
              <a:t>  稳态误差。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E16F7822-B12C-2808-4BD8-FEE390984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8366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过阻尼（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en-US" altLang="zh-CN" sz="2800" b="1">
                <a:latin typeface="Times New Roman" panose="02020603050405020304" pitchFamily="18" charset="0"/>
              </a:rPr>
              <a:t>&gt;1</a:t>
            </a:r>
            <a:r>
              <a:rPr kumimoji="1" lang="zh-CN" altLang="en-US" sz="2800" b="1">
                <a:latin typeface="宋体" panose="02010600030101010101" pitchFamily="2" charset="-122"/>
              </a:rPr>
              <a:t>）状态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5843" name="Object 4">
            <a:extLst>
              <a:ext uri="{FF2B5EF4-FFF2-40B4-BE49-F238E27FC236}">
                <a16:creationId xmlns:a16="http://schemas.microsoft.com/office/drawing/2014/main" id="{724B9B2B-B82E-2093-F3AE-7D0A3342D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628775"/>
          <a:ext cx="5614988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086100" imgH="939800" progId="Equation.3">
                  <p:embed/>
                </p:oleObj>
              </mc:Choice>
              <mc:Fallback>
                <p:oleObj name="公式" r:id="rId3" imgW="30861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28775"/>
                        <a:ext cx="5614988" cy="169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4" name="Group 5">
            <a:extLst>
              <a:ext uri="{FF2B5EF4-FFF2-40B4-BE49-F238E27FC236}">
                <a16:creationId xmlns:a16="http://schemas.microsoft.com/office/drawing/2014/main" id="{2331BDE0-E53B-C515-32D1-87D03A1B995B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3068638"/>
            <a:ext cx="3886200" cy="2846387"/>
            <a:chOff x="720" y="2400"/>
            <a:chExt cx="2448" cy="1793"/>
          </a:xfrm>
        </p:grpSpPr>
        <p:sp>
          <p:nvSpPr>
            <p:cNvPr id="35849" name="Line 6">
              <a:extLst>
                <a:ext uri="{FF2B5EF4-FFF2-40B4-BE49-F238E27FC236}">
                  <a16:creationId xmlns:a16="http://schemas.microsoft.com/office/drawing/2014/main" id="{552FE891-6745-31C2-29B1-E305D64FA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1" y="3909"/>
              <a:ext cx="18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0" name="Line 7">
              <a:extLst>
                <a:ext uri="{FF2B5EF4-FFF2-40B4-BE49-F238E27FC236}">
                  <a16:creationId xmlns:a16="http://schemas.microsoft.com/office/drawing/2014/main" id="{DD657B71-2555-DBC5-C451-97D0E6672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1" y="2810"/>
              <a:ext cx="184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1" name="Line 8">
              <a:extLst>
                <a:ext uri="{FF2B5EF4-FFF2-40B4-BE49-F238E27FC236}">
                  <a16:creationId xmlns:a16="http://schemas.microsoft.com/office/drawing/2014/main" id="{82CA7E29-6088-B398-467B-92C4E35FE8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63" y="2527"/>
              <a:ext cx="0" cy="13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2" name="Freeform 9">
              <a:extLst>
                <a:ext uri="{FF2B5EF4-FFF2-40B4-BE49-F238E27FC236}">
                  <a16:creationId xmlns:a16="http://schemas.microsoft.com/office/drawing/2014/main" id="{654FD394-D415-2BB8-6BCF-A201AAEB6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839"/>
              <a:ext cx="1846" cy="1070"/>
            </a:xfrm>
            <a:custGeom>
              <a:avLst/>
              <a:gdLst>
                <a:gd name="T0" fmla="*/ 0 w 4330"/>
                <a:gd name="T1" fmla="*/ 0 h 2842"/>
                <a:gd name="T2" fmla="*/ 0 w 4330"/>
                <a:gd name="T3" fmla="*/ 0 h 2842"/>
                <a:gd name="T4" fmla="*/ 0 w 4330"/>
                <a:gd name="T5" fmla="*/ 0 h 2842"/>
                <a:gd name="T6" fmla="*/ 0 w 4330"/>
                <a:gd name="T7" fmla="*/ 0 h 2842"/>
                <a:gd name="T8" fmla="*/ 0 w 4330"/>
                <a:gd name="T9" fmla="*/ 0 h 2842"/>
                <a:gd name="T10" fmla="*/ 0 w 4330"/>
                <a:gd name="T11" fmla="*/ 0 h 2842"/>
                <a:gd name="T12" fmla="*/ 0 w 4330"/>
                <a:gd name="T13" fmla="*/ 0 h 2842"/>
                <a:gd name="T14" fmla="*/ 0 w 4330"/>
                <a:gd name="T15" fmla="*/ 0 h 2842"/>
                <a:gd name="T16" fmla="*/ 0 w 4330"/>
                <a:gd name="T17" fmla="*/ 0 h 2842"/>
                <a:gd name="T18" fmla="*/ 0 w 4330"/>
                <a:gd name="T19" fmla="*/ 0 h 2842"/>
                <a:gd name="T20" fmla="*/ 0 w 4330"/>
                <a:gd name="T21" fmla="*/ 0 h 2842"/>
                <a:gd name="T22" fmla="*/ 0 w 4330"/>
                <a:gd name="T23" fmla="*/ 0 h 2842"/>
                <a:gd name="T24" fmla="*/ 0 w 4330"/>
                <a:gd name="T25" fmla="*/ 0 h 2842"/>
                <a:gd name="T26" fmla="*/ 0 w 4330"/>
                <a:gd name="T27" fmla="*/ 0 h 2842"/>
                <a:gd name="T28" fmla="*/ 0 w 4330"/>
                <a:gd name="T29" fmla="*/ 0 h 2842"/>
                <a:gd name="T30" fmla="*/ 0 w 4330"/>
                <a:gd name="T31" fmla="*/ 0 h 2842"/>
                <a:gd name="T32" fmla="*/ 0 w 4330"/>
                <a:gd name="T33" fmla="*/ 0 h 2842"/>
                <a:gd name="T34" fmla="*/ 0 w 4330"/>
                <a:gd name="T35" fmla="*/ 0 h 2842"/>
                <a:gd name="T36" fmla="*/ 0 w 4330"/>
                <a:gd name="T37" fmla="*/ 0 h 2842"/>
                <a:gd name="T38" fmla="*/ 0 w 4330"/>
                <a:gd name="T39" fmla="*/ 0 h 2842"/>
                <a:gd name="T40" fmla="*/ 0 w 4330"/>
                <a:gd name="T41" fmla="*/ 0 h 2842"/>
                <a:gd name="T42" fmla="*/ 0 w 4330"/>
                <a:gd name="T43" fmla="*/ 0 h 2842"/>
                <a:gd name="T44" fmla="*/ 0 w 4330"/>
                <a:gd name="T45" fmla="*/ 0 h 2842"/>
                <a:gd name="T46" fmla="*/ 0 w 4330"/>
                <a:gd name="T47" fmla="*/ 0 h 2842"/>
                <a:gd name="T48" fmla="*/ 0 w 4330"/>
                <a:gd name="T49" fmla="*/ 0 h 2842"/>
                <a:gd name="T50" fmla="*/ 0 w 4330"/>
                <a:gd name="T51" fmla="*/ 0 h 2842"/>
                <a:gd name="T52" fmla="*/ 0 w 4330"/>
                <a:gd name="T53" fmla="*/ 0 h 2842"/>
                <a:gd name="T54" fmla="*/ 0 w 4330"/>
                <a:gd name="T55" fmla="*/ 0 h 2842"/>
                <a:gd name="T56" fmla="*/ 0 w 4330"/>
                <a:gd name="T57" fmla="*/ 0 h 2842"/>
                <a:gd name="T58" fmla="*/ 0 w 4330"/>
                <a:gd name="T59" fmla="*/ 0 h 2842"/>
                <a:gd name="T60" fmla="*/ 0 w 4330"/>
                <a:gd name="T61" fmla="*/ 0 h 2842"/>
                <a:gd name="T62" fmla="*/ 0 w 4330"/>
                <a:gd name="T63" fmla="*/ 0 h 2842"/>
                <a:gd name="T64" fmla="*/ 0 w 4330"/>
                <a:gd name="T65" fmla="*/ 0 h 2842"/>
                <a:gd name="T66" fmla="*/ 0 w 4330"/>
                <a:gd name="T67" fmla="*/ 0 h 2842"/>
                <a:gd name="T68" fmla="*/ 0 w 4330"/>
                <a:gd name="T69" fmla="*/ 0 h 2842"/>
                <a:gd name="T70" fmla="*/ 0 w 4330"/>
                <a:gd name="T71" fmla="*/ 0 h 2842"/>
                <a:gd name="T72" fmla="*/ 0 w 4330"/>
                <a:gd name="T73" fmla="*/ 0 h 2842"/>
                <a:gd name="T74" fmla="*/ 0 w 4330"/>
                <a:gd name="T75" fmla="*/ 0 h 2842"/>
                <a:gd name="T76" fmla="*/ 0 w 4330"/>
                <a:gd name="T77" fmla="*/ 0 h 2842"/>
                <a:gd name="T78" fmla="*/ 0 w 4330"/>
                <a:gd name="T79" fmla="*/ 0 h 2842"/>
                <a:gd name="T80" fmla="*/ 0 w 4330"/>
                <a:gd name="T81" fmla="*/ 0 h 2842"/>
                <a:gd name="T82" fmla="*/ 0 w 4330"/>
                <a:gd name="T83" fmla="*/ 0 h 2842"/>
                <a:gd name="T84" fmla="*/ 0 w 4330"/>
                <a:gd name="T85" fmla="*/ 0 h 2842"/>
                <a:gd name="T86" fmla="*/ 0 w 4330"/>
                <a:gd name="T87" fmla="*/ 0 h 2842"/>
                <a:gd name="T88" fmla="*/ 0 w 4330"/>
                <a:gd name="T89" fmla="*/ 0 h 2842"/>
                <a:gd name="T90" fmla="*/ 0 w 4330"/>
                <a:gd name="T91" fmla="*/ 0 h 2842"/>
                <a:gd name="T92" fmla="*/ 0 w 4330"/>
                <a:gd name="T93" fmla="*/ 0 h 2842"/>
                <a:gd name="T94" fmla="*/ 0 w 4330"/>
                <a:gd name="T95" fmla="*/ 0 h 2842"/>
                <a:gd name="T96" fmla="*/ 0 w 4330"/>
                <a:gd name="T97" fmla="*/ 0 h 2842"/>
                <a:gd name="T98" fmla="*/ 0 w 4330"/>
                <a:gd name="T99" fmla="*/ 0 h 284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330"/>
                <a:gd name="T151" fmla="*/ 0 h 2842"/>
                <a:gd name="T152" fmla="*/ 4330 w 4330"/>
                <a:gd name="T153" fmla="*/ 2842 h 284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330" h="2842">
                  <a:moveTo>
                    <a:pt x="0" y="2842"/>
                  </a:moveTo>
                  <a:lnTo>
                    <a:pt x="40" y="2825"/>
                  </a:lnTo>
                  <a:lnTo>
                    <a:pt x="90" y="2791"/>
                  </a:lnTo>
                  <a:lnTo>
                    <a:pt x="130" y="2739"/>
                  </a:lnTo>
                  <a:lnTo>
                    <a:pt x="170" y="2679"/>
                  </a:lnTo>
                  <a:lnTo>
                    <a:pt x="220" y="2611"/>
                  </a:lnTo>
                  <a:lnTo>
                    <a:pt x="260" y="2534"/>
                  </a:lnTo>
                  <a:lnTo>
                    <a:pt x="300" y="2457"/>
                  </a:lnTo>
                  <a:lnTo>
                    <a:pt x="350" y="2380"/>
                  </a:lnTo>
                  <a:lnTo>
                    <a:pt x="390" y="2303"/>
                  </a:lnTo>
                  <a:lnTo>
                    <a:pt x="430" y="2217"/>
                  </a:lnTo>
                  <a:lnTo>
                    <a:pt x="480" y="2140"/>
                  </a:lnTo>
                  <a:lnTo>
                    <a:pt x="520" y="2063"/>
                  </a:lnTo>
                  <a:lnTo>
                    <a:pt x="560" y="1986"/>
                  </a:lnTo>
                  <a:lnTo>
                    <a:pt x="610" y="1909"/>
                  </a:lnTo>
                  <a:lnTo>
                    <a:pt x="650" y="1841"/>
                  </a:lnTo>
                  <a:lnTo>
                    <a:pt x="690" y="1772"/>
                  </a:lnTo>
                  <a:lnTo>
                    <a:pt x="740" y="1704"/>
                  </a:lnTo>
                  <a:lnTo>
                    <a:pt x="780" y="1635"/>
                  </a:lnTo>
                  <a:lnTo>
                    <a:pt x="820" y="1575"/>
                  </a:lnTo>
                  <a:lnTo>
                    <a:pt x="870" y="1515"/>
                  </a:lnTo>
                  <a:lnTo>
                    <a:pt x="910" y="1455"/>
                  </a:lnTo>
                  <a:lnTo>
                    <a:pt x="950" y="1395"/>
                  </a:lnTo>
                  <a:lnTo>
                    <a:pt x="1000" y="1344"/>
                  </a:lnTo>
                  <a:lnTo>
                    <a:pt x="1040" y="1293"/>
                  </a:lnTo>
                  <a:lnTo>
                    <a:pt x="1080" y="1241"/>
                  </a:lnTo>
                  <a:lnTo>
                    <a:pt x="1130" y="1190"/>
                  </a:lnTo>
                  <a:lnTo>
                    <a:pt x="1170" y="1139"/>
                  </a:lnTo>
                  <a:lnTo>
                    <a:pt x="1210" y="1096"/>
                  </a:lnTo>
                  <a:lnTo>
                    <a:pt x="1260" y="1053"/>
                  </a:lnTo>
                  <a:lnTo>
                    <a:pt x="1300" y="1010"/>
                  </a:lnTo>
                  <a:lnTo>
                    <a:pt x="1340" y="968"/>
                  </a:lnTo>
                  <a:lnTo>
                    <a:pt x="1390" y="933"/>
                  </a:lnTo>
                  <a:lnTo>
                    <a:pt x="1430" y="891"/>
                  </a:lnTo>
                  <a:lnTo>
                    <a:pt x="1470" y="856"/>
                  </a:lnTo>
                  <a:lnTo>
                    <a:pt x="1520" y="822"/>
                  </a:lnTo>
                  <a:lnTo>
                    <a:pt x="1560" y="788"/>
                  </a:lnTo>
                  <a:lnTo>
                    <a:pt x="1600" y="754"/>
                  </a:lnTo>
                  <a:lnTo>
                    <a:pt x="1650" y="728"/>
                  </a:lnTo>
                  <a:lnTo>
                    <a:pt x="1690" y="694"/>
                  </a:lnTo>
                  <a:lnTo>
                    <a:pt x="1730" y="668"/>
                  </a:lnTo>
                  <a:lnTo>
                    <a:pt x="1780" y="634"/>
                  </a:lnTo>
                  <a:lnTo>
                    <a:pt x="1820" y="608"/>
                  </a:lnTo>
                  <a:lnTo>
                    <a:pt x="1860" y="582"/>
                  </a:lnTo>
                  <a:lnTo>
                    <a:pt x="1910" y="557"/>
                  </a:lnTo>
                  <a:lnTo>
                    <a:pt x="1950" y="540"/>
                  </a:lnTo>
                  <a:lnTo>
                    <a:pt x="1990" y="514"/>
                  </a:lnTo>
                  <a:lnTo>
                    <a:pt x="2040" y="488"/>
                  </a:lnTo>
                  <a:lnTo>
                    <a:pt x="2080" y="471"/>
                  </a:lnTo>
                  <a:lnTo>
                    <a:pt x="2120" y="445"/>
                  </a:lnTo>
                  <a:lnTo>
                    <a:pt x="2170" y="428"/>
                  </a:lnTo>
                  <a:lnTo>
                    <a:pt x="2210" y="411"/>
                  </a:lnTo>
                  <a:lnTo>
                    <a:pt x="2250" y="394"/>
                  </a:lnTo>
                  <a:lnTo>
                    <a:pt x="2290" y="377"/>
                  </a:lnTo>
                  <a:lnTo>
                    <a:pt x="2340" y="360"/>
                  </a:lnTo>
                  <a:lnTo>
                    <a:pt x="2380" y="343"/>
                  </a:lnTo>
                  <a:lnTo>
                    <a:pt x="2420" y="326"/>
                  </a:lnTo>
                  <a:lnTo>
                    <a:pt x="2470" y="308"/>
                  </a:lnTo>
                  <a:lnTo>
                    <a:pt x="2510" y="300"/>
                  </a:lnTo>
                  <a:lnTo>
                    <a:pt x="2550" y="283"/>
                  </a:lnTo>
                  <a:lnTo>
                    <a:pt x="2600" y="266"/>
                  </a:lnTo>
                  <a:lnTo>
                    <a:pt x="2640" y="257"/>
                  </a:lnTo>
                  <a:lnTo>
                    <a:pt x="2680" y="240"/>
                  </a:lnTo>
                  <a:lnTo>
                    <a:pt x="2730" y="231"/>
                  </a:lnTo>
                  <a:lnTo>
                    <a:pt x="2770" y="223"/>
                  </a:lnTo>
                  <a:lnTo>
                    <a:pt x="2810" y="206"/>
                  </a:lnTo>
                  <a:lnTo>
                    <a:pt x="2860" y="197"/>
                  </a:lnTo>
                  <a:lnTo>
                    <a:pt x="2900" y="189"/>
                  </a:lnTo>
                  <a:lnTo>
                    <a:pt x="2940" y="180"/>
                  </a:lnTo>
                  <a:lnTo>
                    <a:pt x="2990" y="172"/>
                  </a:lnTo>
                  <a:lnTo>
                    <a:pt x="3030" y="163"/>
                  </a:lnTo>
                  <a:lnTo>
                    <a:pt x="3070" y="154"/>
                  </a:lnTo>
                  <a:lnTo>
                    <a:pt x="3120" y="146"/>
                  </a:lnTo>
                  <a:lnTo>
                    <a:pt x="3160" y="137"/>
                  </a:lnTo>
                  <a:lnTo>
                    <a:pt x="3200" y="129"/>
                  </a:lnTo>
                  <a:lnTo>
                    <a:pt x="3250" y="120"/>
                  </a:lnTo>
                  <a:lnTo>
                    <a:pt x="3290" y="112"/>
                  </a:lnTo>
                  <a:lnTo>
                    <a:pt x="3330" y="103"/>
                  </a:lnTo>
                  <a:lnTo>
                    <a:pt x="3380" y="95"/>
                  </a:lnTo>
                  <a:lnTo>
                    <a:pt x="3420" y="95"/>
                  </a:lnTo>
                  <a:lnTo>
                    <a:pt x="3460" y="86"/>
                  </a:lnTo>
                  <a:lnTo>
                    <a:pt x="3510" y="77"/>
                  </a:lnTo>
                  <a:lnTo>
                    <a:pt x="3550" y="69"/>
                  </a:lnTo>
                  <a:lnTo>
                    <a:pt x="3590" y="69"/>
                  </a:lnTo>
                  <a:lnTo>
                    <a:pt x="3640" y="60"/>
                  </a:lnTo>
                  <a:lnTo>
                    <a:pt x="3680" y="60"/>
                  </a:lnTo>
                  <a:lnTo>
                    <a:pt x="3720" y="52"/>
                  </a:lnTo>
                  <a:lnTo>
                    <a:pt x="3770" y="43"/>
                  </a:lnTo>
                  <a:lnTo>
                    <a:pt x="3810" y="43"/>
                  </a:lnTo>
                  <a:lnTo>
                    <a:pt x="3850" y="35"/>
                  </a:lnTo>
                  <a:lnTo>
                    <a:pt x="3900" y="35"/>
                  </a:lnTo>
                  <a:lnTo>
                    <a:pt x="3940" y="26"/>
                  </a:lnTo>
                  <a:lnTo>
                    <a:pt x="3980" y="26"/>
                  </a:lnTo>
                  <a:lnTo>
                    <a:pt x="4030" y="17"/>
                  </a:lnTo>
                  <a:lnTo>
                    <a:pt x="4070" y="17"/>
                  </a:lnTo>
                  <a:lnTo>
                    <a:pt x="4110" y="17"/>
                  </a:lnTo>
                  <a:lnTo>
                    <a:pt x="4160" y="9"/>
                  </a:lnTo>
                  <a:lnTo>
                    <a:pt x="4200" y="9"/>
                  </a:lnTo>
                  <a:lnTo>
                    <a:pt x="4240" y="0"/>
                  </a:lnTo>
                  <a:lnTo>
                    <a:pt x="4290" y="0"/>
                  </a:lnTo>
                  <a:lnTo>
                    <a:pt x="433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3" name="Text Box 10">
              <a:extLst>
                <a:ext uri="{FF2B5EF4-FFF2-40B4-BE49-F238E27FC236}">
                  <a16:creationId xmlns:a16="http://schemas.microsoft.com/office/drawing/2014/main" id="{A38DB0C4-2C52-5395-8F72-2FA5560B0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" y="379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5854" name="Text Box 11">
              <a:extLst>
                <a:ext uri="{FF2B5EF4-FFF2-40B4-BE49-F238E27FC236}">
                  <a16:creationId xmlns:a16="http://schemas.microsoft.com/office/drawing/2014/main" id="{1720EE27-4A64-6EAE-0699-8B527DFFA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" y="268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5855" name="Text Box 12">
              <a:extLst>
                <a:ext uri="{FF2B5EF4-FFF2-40B4-BE49-F238E27FC236}">
                  <a16:creationId xmlns:a16="http://schemas.microsoft.com/office/drawing/2014/main" id="{2A91F996-59BC-0962-4B27-8C19EF17F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3866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5856" name="Text Box 13">
              <a:extLst>
                <a:ext uri="{FF2B5EF4-FFF2-40B4-BE49-F238E27FC236}">
                  <a16:creationId xmlns:a16="http://schemas.microsoft.com/office/drawing/2014/main" id="{B78E20A7-00D7-E27E-050C-C9AE1F67D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400"/>
              <a:ext cx="43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c(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35845" name="Text Box 14">
            <a:extLst>
              <a:ext uri="{FF2B5EF4-FFF2-40B4-BE49-F238E27FC236}">
                <a16:creationId xmlns:a16="http://schemas.microsoft.com/office/drawing/2014/main" id="{E1E7FB04-69B6-96AE-7967-3CABEC8DC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500438"/>
            <a:ext cx="25908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特点</a:t>
            </a:r>
            <a:endParaRPr kumimoji="1"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5846" name="Rectangle 15">
            <a:extLst>
              <a:ext uri="{FF2B5EF4-FFF2-40B4-BE49-F238E27FC236}">
                <a16:creationId xmlns:a16="http://schemas.microsoft.com/office/drawing/2014/main" id="{40DE83E3-6CD7-007C-B225-1F324C7C9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221163"/>
            <a:ext cx="38163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单调上升，无振荡，</a:t>
            </a:r>
          </a:p>
          <a:p>
            <a:pPr eaLnBrk="1" hangingPunct="1"/>
            <a:r>
              <a:rPr kumimoji="1" lang="zh-CN" altLang="en-US" sz="2800">
                <a:latin typeface="宋体" panose="02010600030101010101" pitchFamily="2" charset="-122"/>
              </a:rPr>
              <a:t>  过渡过程时间长 </a:t>
            </a:r>
          </a:p>
        </p:txBody>
      </p:sp>
      <p:sp>
        <p:nvSpPr>
          <p:cNvPr id="35847" name="Rectangle 16">
            <a:extLst>
              <a:ext uri="{FF2B5EF4-FFF2-40B4-BE49-F238E27FC236}">
                <a16:creationId xmlns:a16="http://schemas.microsoft.com/office/drawing/2014/main" id="{43B29EF2-5C4B-D375-AA71-45264AD33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229225"/>
            <a:ext cx="3657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c</a:t>
            </a:r>
            <a:r>
              <a:rPr kumimoji="1" lang="en-US" altLang="zh-CN" sz="2900" i="1" baseline="-18000"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en-US" altLang="zh-CN" sz="2800">
                <a:latin typeface="Times New Roman" panose="02020603050405020304" pitchFamily="18" charset="0"/>
              </a:rPr>
              <a:t>) = 1</a:t>
            </a:r>
            <a:r>
              <a:rPr kumimoji="1" lang="zh-CN" altLang="en-US" sz="2800">
                <a:latin typeface="宋体" panose="02010600030101010101" pitchFamily="2" charset="-122"/>
              </a:rPr>
              <a:t>，无稳态</a:t>
            </a:r>
          </a:p>
          <a:p>
            <a:pPr eaLnBrk="1" hangingPunct="1"/>
            <a:r>
              <a:rPr kumimoji="1" lang="zh-CN" altLang="en-US" sz="2800">
                <a:latin typeface="宋体" panose="02010600030101010101" pitchFamily="2" charset="-122"/>
              </a:rPr>
              <a:t>  误差。 </a:t>
            </a:r>
          </a:p>
        </p:txBody>
      </p:sp>
      <p:graphicFrame>
        <p:nvGraphicFramePr>
          <p:cNvPr id="35848" name="Object 17">
            <a:extLst>
              <a:ext uri="{FF2B5EF4-FFF2-40B4-BE49-F238E27FC236}">
                <a16:creationId xmlns:a16="http://schemas.microsoft.com/office/drawing/2014/main" id="{4BF62600-F7A4-EB95-52A6-8FD68CD8E3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0"/>
          <a:ext cx="40179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16100" imgH="241300" progId="Equation.3">
                  <p:embed/>
                </p:oleObj>
              </mc:Choice>
              <mc:Fallback>
                <p:oleObj name="公式" r:id="rId5" imgW="1816100" imgH="241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0"/>
                        <a:ext cx="40179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3D3F5BED-C61E-7F98-9DBE-CB4F72A03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0525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无阻尼（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=0</a:t>
            </a:r>
            <a:r>
              <a:rPr kumimoji="1" lang="zh-CN" altLang="en-US" sz="2800" b="1">
                <a:latin typeface="宋体" panose="02010600030101010101" pitchFamily="2" charset="-122"/>
              </a:rPr>
              <a:t>）状态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6867" name="Object 4">
            <a:extLst>
              <a:ext uri="{FF2B5EF4-FFF2-40B4-BE49-F238E27FC236}">
                <a16:creationId xmlns:a16="http://schemas.microsoft.com/office/drawing/2014/main" id="{2C2E526C-88CD-F695-F405-559A5CBCCB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5613" y="1981200"/>
          <a:ext cx="313213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73200" imgH="228600" progId="Equation.3">
                  <p:embed/>
                </p:oleObj>
              </mc:Choice>
              <mc:Fallback>
                <p:oleObj name="公式" r:id="rId3" imgW="1473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1981200"/>
                        <a:ext cx="313213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68" name="Group 5">
            <a:extLst>
              <a:ext uri="{FF2B5EF4-FFF2-40B4-BE49-F238E27FC236}">
                <a16:creationId xmlns:a16="http://schemas.microsoft.com/office/drawing/2014/main" id="{73905040-1315-5B93-EB72-B1B285896881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05088"/>
            <a:ext cx="4473575" cy="3490912"/>
            <a:chOff x="624" y="1536"/>
            <a:chExt cx="2818" cy="2199"/>
          </a:xfrm>
        </p:grpSpPr>
        <p:sp>
          <p:nvSpPr>
            <p:cNvPr id="36871" name="Line 6">
              <a:extLst>
                <a:ext uri="{FF2B5EF4-FFF2-40B4-BE49-F238E27FC236}">
                  <a16:creationId xmlns:a16="http://schemas.microsoft.com/office/drawing/2014/main" id="{5D988967-7F9D-7F04-2A54-A87FCEFE93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3487"/>
              <a:ext cx="226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2" name="Line 7">
              <a:extLst>
                <a:ext uri="{FF2B5EF4-FFF2-40B4-BE49-F238E27FC236}">
                  <a16:creationId xmlns:a16="http://schemas.microsoft.com/office/drawing/2014/main" id="{F580C21E-74F0-590C-B5BE-BC6C93034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2004"/>
              <a:ext cx="226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3" name="Line 8">
              <a:extLst>
                <a:ext uri="{FF2B5EF4-FFF2-40B4-BE49-F238E27FC236}">
                  <a16:creationId xmlns:a16="http://schemas.microsoft.com/office/drawing/2014/main" id="{06969D82-9458-85D3-7071-F68E7756BA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4" y="1680"/>
              <a:ext cx="0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Freeform 9">
              <a:extLst>
                <a:ext uri="{FF2B5EF4-FFF2-40B4-BE49-F238E27FC236}">
                  <a16:creationId xmlns:a16="http://schemas.microsoft.com/office/drawing/2014/main" id="{27A7D376-5028-81D0-D593-FFE37D738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004"/>
              <a:ext cx="2269" cy="1483"/>
            </a:xfrm>
            <a:custGeom>
              <a:avLst/>
              <a:gdLst>
                <a:gd name="T0" fmla="*/ 1 w 4405"/>
                <a:gd name="T1" fmla="*/ 0 h 3174"/>
                <a:gd name="T2" fmla="*/ 1 w 4405"/>
                <a:gd name="T3" fmla="*/ 0 h 3174"/>
                <a:gd name="T4" fmla="*/ 1 w 4405"/>
                <a:gd name="T5" fmla="*/ 0 h 3174"/>
                <a:gd name="T6" fmla="*/ 1 w 4405"/>
                <a:gd name="T7" fmla="*/ 0 h 3174"/>
                <a:gd name="T8" fmla="*/ 1 w 4405"/>
                <a:gd name="T9" fmla="*/ 0 h 3174"/>
                <a:gd name="T10" fmla="*/ 1 w 4405"/>
                <a:gd name="T11" fmla="*/ 0 h 3174"/>
                <a:gd name="T12" fmla="*/ 1 w 4405"/>
                <a:gd name="T13" fmla="*/ 0 h 3174"/>
                <a:gd name="T14" fmla="*/ 1 w 4405"/>
                <a:gd name="T15" fmla="*/ 0 h 3174"/>
                <a:gd name="T16" fmla="*/ 1 w 4405"/>
                <a:gd name="T17" fmla="*/ 0 h 3174"/>
                <a:gd name="T18" fmla="*/ 1 w 4405"/>
                <a:gd name="T19" fmla="*/ 0 h 3174"/>
                <a:gd name="T20" fmla="*/ 1 w 4405"/>
                <a:gd name="T21" fmla="*/ 0 h 3174"/>
                <a:gd name="T22" fmla="*/ 1 w 4405"/>
                <a:gd name="T23" fmla="*/ 0 h 3174"/>
                <a:gd name="T24" fmla="*/ 1 w 4405"/>
                <a:gd name="T25" fmla="*/ 0 h 3174"/>
                <a:gd name="T26" fmla="*/ 1 w 4405"/>
                <a:gd name="T27" fmla="*/ 0 h 3174"/>
                <a:gd name="T28" fmla="*/ 1 w 4405"/>
                <a:gd name="T29" fmla="*/ 0 h 3174"/>
                <a:gd name="T30" fmla="*/ 1 w 4405"/>
                <a:gd name="T31" fmla="*/ 0 h 3174"/>
                <a:gd name="T32" fmla="*/ 1 w 4405"/>
                <a:gd name="T33" fmla="*/ 0 h 3174"/>
                <a:gd name="T34" fmla="*/ 1 w 4405"/>
                <a:gd name="T35" fmla="*/ 0 h 3174"/>
                <a:gd name="T36" fmla="*/ 1 w 4405"/>
                <a:gd name="T37" fmla="*/ 0 h 3174"/>
                <a:gd name="T38" fmla="*/ 1 w 4405"/>
                <a:gd name="T39" fmla="*/ 0 h 3174"/>
                <a:gd name="T40" fmla="*/ 1 w 4405"/>
                <a:gd name="T41" fmla="*/ 0 h 3174"/>
                <a:gd name="T42" fmla="*/ 1 w 4405"/>
                <a:gd name="T43" fmla="*/ 0 h 3174"/>
                <a:gd name="T44" fmla="*/ 1 w 4405"/>
                <a:gd name="T45" fmla="*/ 0 h 3174"/>
                <a:gd name="T46" fmla="*/ 1 w 4405"/>
                <a:gd name="T47" fmla="*/ 0 h 3174"/>
                <a:gd name="T48" fmla="*/ 1 w 4405"/>
                <a:gd name="T49" fmla="*/ 0 h 3174"/>
                <a:gd name="T50" fmla="*/ 1 w 4405"/>
                <a:gd name="T51" fmla="*/ 0 h 3174"/>
                <a:gd name="T52" fmla="*/ 1 w 4405"/>
                <a:gd name="T53" fmla="*/ 0 h 3174"/>
                <a:gd name="T54" fmla="*/ 1 w 4405"/>
                <a:gd name="T55" fmla="*/ 0 h 3174"/>
                <a:gd name="T56" fmla="*/ 1 w 4405"/>
                <a:gd name="T57" fmla="*/ 0 h 3174"/>
                <a:gd name="T58" fmla="*/ 1 w 4405"/>
                <a:gd name="T59" fmla="*/ 0 h 3174"/>
                <a:gd name="T60" fmla="*/ 1 w 4405"/>
                <a:gd name="T61" fmla="*/ 0 h 3174"/>
                <a:gd name="T62" fmla="*/ 1 w 4405"/>
                <a:gd name="T63" fmla="*/ 0 h 3174"/>
                <a:gd name="T64" fmla="*/ 1 w 4405"/>
                <a:gd name="T65" fmla="*/ 0 h 3174"/>
                <a:gd name="T66" fmla="*/ 1 w 4405"/>
                <a:gd name="T67" fmla="*/ 0 h 3174"/>
                <a:gd name="T68" fmla="*/ 1 w 4405"/>
                <a:gd name="T69" fmla="*/ 0 h 3174"/>
                <a:gd name="T70" fmla="*/ 1 w 4405"/>
                <a:gd name="T71" fmla="*/ 0 h 3174"/>
                <a:gd name="T72" fmla="*/ 1 w 4405"/>
                <a:gd name="T73" fmla="*/ 0 h 3174"/>
                <a:gd name="T74" fmla="*/ 1 w 4405"/>
                <a:gd name="T75" fmla="*/ 0 h 3174"/>
                <a:gd name="T76" fmla="*/ 1 w 4405"/>
                <a:gd name="T77" fmla="*/ 0 h 3174"/>
                <a:gd name="T78" fmla="*/ 1 w 4405"/>
                <a:gd name="T79" fmla="*/ 0 h 3174"/>
                <a:gd name="T80" fmla="*/ 1 w 4405"/>
                <a:gd name="T81" fmla="*/ 0 h 3174"/>
                <a:gd name="T82" fmla="*/ 1 w 4405"/>
                <a:gd name="T83" fmla="*/ 0 h 3174"/>
                <a:gd name="T84" fmla="*/ 1 w 4405"/>
                <a:gd name="T85" fmla="*/ 0 h 3174"/>
                <a:gd name="T86" fmla="*/ 1 w 4405"/>
                <a:gd name="T87" fmla="*/ 0 h 3174"/>
                <a:gd name="T88" fmla="*/ 1 w 4405"/>
                <a:gd name="T89" fmla="*/ 0 h 3174"/>
                <a:gd name="T90" fmla="*/ 1 w 4405"/>
                <a:gd name="T91" fmla="*/ 0 h 3174"/>
                <a:gd name="T92" fmla="*/ 1 w 4405"/>
                <a:gd name="T93" fmla="*/ 0 h 3174"/>
                <a:gd name="T94" fmla="*/ 1 w 4405"/>
                <a:gd name="T95" fmla="*/ 0 h 3174"/>
                <a:gd name="T96" fmla="*/ 1 w 4405"/>
                <a:gd name="T97" fmla="*/ 0 h 3174"/>
                <a:gd name="T98" fmla="*/ 1 w 4405"/>
                <a:gd name="T99" fmla="*/ 0 h 3174"/>
                <a:gd name="T100" fmla="*/ 1 w 4405"/>
                <a:gd name="T101" fmla="*/ 0 h 3174"/>
                <a:gd name="T102" fmla="*/ 1 w 4405"/>
                <a:gd name="T103" fmla="*/ 0 h 3174"/>
                <a:gd name="T104" fmla="*/ 1 w 4405"/>
                <a:gd name="T105" fmla="*/ 0 h 3174"/>
                <a:gd name="T106" fmla="*/ 1 w 4405"/>
                <a:gd name="T107" fmla="*/ 0 h 3174"/>
                <a:gd name="T108" fmla="*/ 1 w 4405"/>
                <a:gd name="T109" fmla="*/ 0 h 3174"/>
                <a:gd name="T110" fmla="*/ 1 w 4405"/>
                <a:gd name="T111" fmla="*/ 0 h 3174"/>
                <a:gd name="T112" fmla="*/ 1 w 4405"/>
                <a:gd name="T113" fmla="*/ 0 h 3174"/>
                <a:gd name="T114" fmla="*/ 1 w 4405"/>
                <a:gd name="T115" fmla="*/ 0 h 3174"/>
                <a:gd name="T116" fmla="*/ 1 w 4405"/>
                <a:gd name="T117" fmla="*/ 0 h 3174"/>
                <a:gd name="T118" fmla="*/ 1 w 4405"/>
                <a:gd name="T119" fmla="*/ 0 h 317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4405"/>
                <a:gd name="T181" fmla="*/ 0 h 3174"/>
                <a:gd name="T182" fmla="*/ 4405 w 4405"/>
                <a:gd name="T183" fmla="*/ 3174 h 317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4405" h="3174">
                  <a:moveTo>
                    <a:pt x="0" y="3174"/>
                  </a:moveTo>
                  <a:lnTo>
                    <a:pt x="10" y="3174"/>
                  </a:lnTo>
                  <a:lnTo>
                    <a:pt x="30" y="3164"/>
                  </a:lnTo>
                  <a:lnTo>
                    <a:pt x="40" y="3155"/>
                  </a:lnTo>
                  <a:lnTo>
                    <a:pt x="61" y="3146"/>
                  </a:lnTo>
                  <a:lnTo>
                    <a:pt x="71" y="3127"/>
                  </a:lnTo>
                  <a:lnTo>
                    <a:pt x="91" y="3099"/>
                  </a:lnTo>
                  <a:lnTo>
                    <a:pt x="101" y="3081"/>
                  </a:lnTo>
                  <a:lnTo>
                    <a:pt x="122" y="3053"/>
                  </a:lnTo>
                  <a:lnTo>
                    <a:pt x="132" y="3015"/>
                  </a:lnTo>
                  <a:lnTo>
                    <a:pt x="142" y="2978"/>
                  </a:lnTo>
                  <a:lnTo>
                    <a:pt x="162" y="2941"/>
                  </a:lnTo>
                  <a:lnTo>
                    <a:pt x="172" y="2894"/>
                  </a:lnTo>
                  <a:lnTo>
                    <a:pt x="193" y="2848"/>
                  </a:lnTo>
                  <a:lnTo>
                    <a:pt x="203" y="2801"/>
                  </a:lnTo>
                  <a:lnTo>
                    <a:pt x="223" y="2746"/>
                  </a:lnTo>
                  <a:lnTo>
                    <a:pt x="234" y="2690"/>
                  </a:lnTo>
                  <a:lnTo>
                    <a:pt x="254" y="2634"/>
                  </a:lnTo>
                  <a:lnTo>
                    <a:pt x="264" y="2569"/>
                  </a:lnTo>
                  <a:lnTo>
                    <a:pt x="274" y="2513"/>
                  </a:lnTo>
                  <a:lnTo>
                    <a:pt x="295" y="2448"/>
                  </a:lnTo>
                  <a:lnTo>
                    <a:pt x="305" y="2373"/>
                  </a:lnTo>
                  <a:lnTo>
                    <a:pt x="325" y="2308"/>
                  </a:lnTo>
                  <a:lnTo>
                    <a:pt x="335" y="2234"/>
                  </a:lnTo>
                  <a:lnTo>
                    <a:pt x="356" y="2159"/>
                  </a:lnTo>
                  <a:lnTo>
                    <a:pt x="366" y="2085"/>
                  </a:lnTo>
                  <a:lnTo>
                    <a:pt x="386" y="2010"/>
                  </a:lnTo>
                  <a:lnTo>
                    <a:pt x="396" y="1936"/>
                  </a:lnTo>
                  <a:lnTo>
                    <a:pt x="406" y="1852"/>
                  </a:lnTo>
                  <a:lnTo>
                    <a:pt x="427" y="1777"/>
                  </a:lnTo>
                  <a:lnTo>
                    <a:pt x="437" y="1703"/>
                  </a:lnTo>
                  <a:lnTo>
                    <a:pt x="457" y="1619"/>
                  </a:lnTo>
                  <a:lnTo>
                    <a:pt x="468" y="1545"/>
                  </a:lnTo>
                  <a:lnTo>
                    <a:pt x="488" y="1461"/>
                  </a:lnTo>
                  <a:lnTo>
                    <a:pt x="498" y="1387"/>
                  </a:lnTo>
                  <a:lnTo>
                    <a:pt x="518" y="1303"/>
                  </a:lnTo>
                  <a:lnTo>
                    <a:pt x="529" y="1228"/>
                  </a:lnTo>
                  <a:lnTo>
                    <a:pt x="539" y="1154"/>
                  </a:lnTo>
                  <a:lnTo>
                    <a:pt x="559" y="1070"/>
                  </a:lnTo>
                  <a:lnTo>
                    <a:pt x="569" y="996"/>
                  </a:lnTo>
                  <a:lnTo>
                    <a:pt x="590" y="930"/>
                  </a:lnTo>
                  <a:lnTo>
                    <a:pt x="600" y="856"/>
                  </a:lnTo>
                  <a:lnTo>
                    <a:pt x="620" y="781"/>
                  </a:lnTo>
                  <a:lnTo>
                    <a:pt x="630" y="716"/>
                  </a:lnTo>
                  <a:lnTo>
                    <a:pt x="651" y="651"/>
                  </a:lnTo>
                  <a:lnTo>
                    <a:pt x="661" y="586"/>
                  </a:lnTo>
                  <a:lnTo>
                    <a:pt x="671" y="530"/>
                  </a:lnTo>
                  <a:lnTo>
                    <a:pt x="691" y="474"/>
                  </a:lnTo>
                  <a:lnTo>
                    <a:pt x="702" y="418"/>
                  </a:lnTo>
                  <a:lnTo>
                    <a:pt x="722" y="363"/>
                  </a:lnTo>
                  <a:lnTo>
                    <a:pt x="732" y="316"/>
                  </a:lnTo>
                  <a:lnTo>
                    <a:pt x="752" y="270"/>
                  </a:lnTo>
                  <a:lnTo>
                    <a:pt x="763" y="223"/>
                  </a:lnTo>
                  <a:lnTo>
                    <a:pt x="773" y="186"/>
                  </a:lnTo>
                  <a:lnTo>
                    <a:pt x="793" y="148"/>
                  </a:lnTo>
                  <a:lnTo>
                    <a:pt x="803" y="121"/>
                  </a:lnTo>
                  <a:lnTo>
                    <a:pt x="824" y="93"/>
                  </a:lnTo>
                  <a:lnTo>
                    <a:pt x="834" y="65"/>
                  </a:lnTo>
                  <a:lnTo>
                    <a:pt x="854" y="46"/>
                  </a:lnTo>
                  <a:lnTo>
                    <a:pt x="864" y="27"/>
                  </a:lnTo>
                  <a:lnTo>
                    <a:pt x="885" y="18"/>
                  </a:lnTo>
                  <a:lnTo>
                    <a:pt x="895" y="9"/>
                  </a:lnTo>
                  <a:lnTo>
                    <a:pt x="905" y="0"/>
                  </a:lnTo>
                  <a:lnTo>
                    <a:pt x="925" y="0"/>
                  </a:lnTo>
                  <a:lnTo>
                    <a:pt x="936" y="0"/>
                  </a:lnTo>
                  <a:lnTo>
                    <a:pt x="956" y="9"/>
                  </a:lnTo>
                  <a:lnTo>
                    <a:pt x="966" y="18"/>
                  </a:lnTo>
                  <a:lnTo>
                    <a:pt x="986" y="37"/>
                  </a:lnTo>
                  <a:lnTo>
                    <a:pt x="997" y="55"/>
                  </a:lnTo>
                  <a:lnTo>
                    <a:pt x="1017" y="74"/>
                  </a:lnTo>
                  <a:lnTo>
                    <a:pt x="1027" y="102"/>
                  </a:lnTo>
                  <a:lnTo>
                    <a:pt x="1037" y="130"/>
                  </a:lnTo>
                  <a:lnTo>
                    <a:pt x="1058" y="167"/>
                  </a:lnTo>
                  <a:lnTo>
                    <a:pt x="1068" y="204"/>
                  </a:lnTo>
                  <a:lnTo>
                    <a:pt x="1088" y="242"/>
                  </a:lnTo>
                  <a:lnTo>
                    <a:pt x="1098" y="288"/>
                  </a:lnTo>
                  <a:lnTo>
                    <a:pt x="1119" y="335"/>
                  </a:lnTo>
                  <a:lnTo>
                    <a:pt x="1129" y="381"/>
                  </a:lnTo>
                  <a:lnTo>
                    <a:pt x="1149" y="437"/>
                  </a:lnTo>
                  <a:lnTo>
                    <a:pt x="1159" y="493"/>
                  </a:lnTo>
                  <a:lnTo>
                    <a:pt x="1170" y="549"/>
                  </a:lnTo>
                  <a:lnTo>
                    <a:pt x="1190" y="614"/>
                  </a:lnTo>
                  <a:lnTo>
                    <a:pt x="1200" y="670"/>
                  </a:lnTo>
                  <a:lnTo>
                    <a:pt x="1220" y="744"/>
                  </a:lnTo>
                  <a:lnTo>
                    <a:pt x="1231" y="809"/>
                  </a:lnTo>
                  <a:lnTo>
                    <a:pt x="1251" y="875"/>
                  </a:lnTo>
                  <a:lnTo>
                    <a:pt x="1261" y="949"/>
                  </a:lnTo>
                  <a:lnTo>
                    <a:pt x="1281" y="1023"/>
                  </a:lnTo>
                  <a:lnTo>
                    <a:pt x="1292" y="1098"/>
                  </a:lnTo>
                  <a:lnTo>
                    <a:pt x="1302" y="1172"/>
                  </a:lnTo>
                  <a:lnTo>
                    <a:pt x="1322" y="1256"/>
                  </a:lnTo>
                  <a:lnTo>
                    <a:pt x="1332" y="1331"/>
                  </a:lnTo>
                  <a:lnTo>
                    <a:pt x="1353" y="1405"/>
                  </a:lnTo>
                  <a:lnTo>
                    <a:pt x="1363" y="1489"/>
                  </a:lnTo>
                  <a:lnTo>
                    <a:pt x="1383" y="1563"/>
                  </a:lnTo>
                  <a:lnTo>
                    <a:pt x="1393" y="1647"/>
                  </a:lnTo>
                  <a:lnTo>
                    <a:pt x="1414" y="1722"/>
                  </a:lnTo>
                  <a:lnTo>
                    <a:pt x="1424" y="1805"/>
                  </a:lnTo>
                  <a:lnTo>
                    <a:pt x="1434" y="1880"/>
                  </a:lnTo>
                  <a:lnTo>
                    <a:pt x="1454" y="1964"/>
                  </a:lnTo>
                  <a:lnTo>
                    <a:pt x="1465" y="2038"/>
                  </a:lnTo>
                  <a:lnTo>
                    <a:pt x="1485" y="2113"/>
                  </a:lnTo>
                  <a:lnTo>
                    <a:pt x="1495" y="2187"/>
                  </a:lnTo>
                  <a:lnTo>
                    <a:pt x="1515" y="2262"/>
                  </a:lnTo>
                  <a:lnTo>
                    <a:pt x="1526" y="2327"/>
                  </a:lnTo>
                  <a:lnTo>
                    <a:pt x="1546" y="2401"/>
                  </a:lnTo>
                  <a:lnTo>
                    <a:pt x="1556" y="2466"/>
                  </a:lnTo>
                  <a:lnTo>
                    <a:pt x="1566" y="2531"/>
                  </a:lnTo>
                  <a:lnTo>
                    <a:pt x="1587" y="2597"/>
                  </a:lnTo>
                  <a:lnTo>
                    <a:pt x="1597" y="2652"/>
                  </a:lnTo>
                  <a:lnTo>
                    <a:pt x="1617" y="2708"/>
                  </a:lnTo>
                  <a:lnTo>
                    <a:pt x="1627" y="2764"/>
                  </a:lnTo>
                  <a:lnTo>
                    <a:pt x="1648" y="2820"/>
                  </a:lnTo>
                  <a:lnTo>
                    <a:pt x="1658" y="2867"/>
                  </a:lnTo>
                  <a:lnTo>
                    <a:pt x="1678" y="2913"/>
                  </a:lnTo>
                  <a:lnTo>
                    <a:pt x="1688" y="2950"/>
                  </a:lnTo>
                  <a:lnTo>
                    <a:pt x="1699" y="2988"/>
                  </a:lnTo>
                  <a:lnTo>
                    <a:pt x="1719" y="3025"/>
                  </a:lnTo>
                  <a:lnTo>
                    <a:pt x="1729" y="3062"/>
                  </a:lnTo>
                  <a:lnTo>
                    <a:pt x="1749" y="3090"/>
                  </a:lnTo>
                  <a:lnTo>
                    <a:pt x="1760" y="3109"/>
                  </a:lnTo>
                  <a:lnTo>
                    <a:pt x="1780" y="3127"/>
                  </a:lnTo>
                  <a:lnTo>
                    <a:pt x="1790" y="3146"/>
                  </a:lnTo>
                  <a:lnTo>
                    <a:pt x="1810" y="3155"/>
                  </a:lnTo>
                  <a:lnTo>
                    <a:pt x="1821" y="3164"/>
                  </a:lnTo>
                  <a:lnTo>
                    <a:pt x="1831" y="3174"/>
                  </a:lnTo>
                  <a:lnTo>
                    <a:pt x="1851" y="3174"/>
                  </a:lnTo>
                  <a:lnTo>
                    <a:pt x="1861" y="3174"/>
                  </a:lnTo>
                  <a:lnTo>
                    <a:pt x="1882" y="3164"/>
                  </a:lnTo>
                  <a:lnTo>
                    <a:pt x="1892" y="3155"/>
                  </a:lnTo>
                  <a:lnTo>
                    <a:pt x="1912" y="3137"/>
                  </a:lnTo>
                  <a:lnTo>
                    <a:pt x="1922" y="3118"/>
                  </a:lnTo>
                  <a:lnTo>
                    <a:pt x="1943" y="3099"/>
                  </a:lnTo>
                  <a:lnTo>
                    <a:pt x="1953" y="3071"/>
                  </a:lnTo>
                  <a:lnTo>
                    <a:pt x="1963" y="3034"/>
                  </a:lnTo>
                  <a:lnTo>
                    <a:pt x="1983" y="3006"/>
                  </a:lnTo>
                  <a:lnTo>
                    <a:pt x="1994" y="2969"/>
                  </a:lnTo>
                  <a:lnTo>
                    <a:pt x="2014" y="2922"/>
                  </a:lnTo>
                  <a:lnTo>
                    <a:pt x="2024" y="2885"/>
                  </a:lnTo>
                  <a:lnTo>
                    <a:pt x="2044" y="2829"/>
                  </a:lnTo>
                  <a:lnTo>
                    <a:pt x="2055" y="2783"/>
                  </a:lnTo>
                  <a:lnTo>
                    <a:pt x="2075" y="2727"/>
                  </a:lnTo>
                  <a:lnTo>
                    <a:pt x="2085" y="2671"/>
                  </a:lnTo>
                  <a:lnTo>
                    <a:pt x="2095" y="2615"/>
                  </a:lnTo>
                  <a:lnTo>
                    <a:pt x="2116" y="2550"/>
                  </a:lnTo>
                  <a:lnTo>
                    <a:pt x="2126" y="2485"/>
                  </a:lnTo>
                  <a:lnTo>
                    <a:pt x="2146" y="2420"/>
                  </a:lnTo>
                  <a:lnTo>
                    <a:pt x="2156" y="2355"/>
                  </a:lnTo>
                  <a:lnTo>
                    <a:pt x="2177" y="2280"/>
                  </a:lnTo>
                  <a:lnTo>
                    <a:pt x="2187" y="2215"/>
                  </a:lnTo>
                  <a:lnTo>
                    <a:pt x="2207" y="2141"/>
                  </a:lnTo>
                  <a:lnTo>
                    <a:pt x="2217" y="2066"/>
                  </a:lnTo>
                  <a:lnTo>
                    <a:pt x="2228" y="1982"/>
                  </a:lnTo>
                  <a:lnTo>
                    <a:pt x="2248" y="1908"/>
                  </a:lnTo>
                  <a:lnTo>
                    <a:pt x="2258" y="1833"/>
                  </a:lnTo>
                  <a:lnTo>
                    <a:pt x="2278" y="1750"/>
                  </a:lnTo>
                  <a:lnTo>
                    <a:pt x="2289" y="1675"/>
                  </a:lnTo>
                  <a:lnTo>
                    <a:pt x="2309" y="1591"/>
                  </a:lnTo>
                  <a:lnTo>
                    <a:pt x="2319" y="1517"/>
                  </a:lnTo>
                  <a:lnTo>
                    <a:pt x="2329" y="1433"/>
                  </a:lnTo>
                  <a:lnTo>
                    <a:pt x="2350" y="1359"/>
                  </a:lnTo>
                  <a:lnTo>
                    <a:pt x="2360" y="1275"/>
                  </a:lnTo>
                  <a:lnTo>
                    <a:pt x="2380" y="1200"/>
                  </a:lnTo>
                  <a:lnTo>
                    <a:pt x="2390" y="1126"/>
                  </a:lnTo>
                  <a:lnTo>
                    <a:pt x="2411" y="1051"/>
                  </a:lnTo>
                  <a:lnTo>
                    <a:pt x="2421" y="977"/>
                  </a:lnTo>
                  <a:lnTo>
                    <a:pt x="2441" y="902"/>
                  </a:lnTo>
                  <a:lnTo>
                    <a:pt x="2451" y="828"/>
                  </a:lnTo>
                  <a:lnTo>
                    <a:pt x="2462" y="763"/>
                  </a:lnTo>
                  <a:lnTo>
                    <a:pt x="2482" y="698"/>
                  </a:lnTo>
                  <a:lnTo>
                    <a:pt x="2492" y="633"/>
                  </a:lnTo>
                  <a:lnTo>
                    <a:pt x="2512" y="567"/>
                  </a:lnTo>
                  <a:lnTo>
                    <a:pt x="2523" y="512"/>
                  </a:lnTo>
                  <a:lnTo>
                    <a:pt x="2543" y="456"/>
                  </a:lnTo>
                  <a:lnTo>
                    <a:pt x="2553" y="400"/>
                  </a:lnTo>
                  <a:lnTo>
                    <a:pt x="2574" y="344"/>
                  </a:lnTo>
                  <a:lnTo>
                    <a:pt x="2584" y="297"/>
                  </a:lnTo>
                  <a:lnTo>
                    <a:pt x="2594" y="251"/>
                  </a:lnTo>
                  <a:lnTo>
                    <a:pt x="2614" y="214"/>
                  </a:lnTo>
                  <a:lnTo>
                    <a:pt x="2624" y="176"/>
                  </a:lnTo>
                  <a:lnTo>
                    <a:pt x="2645" y="139"/>
                  </a:lnTo>
                  <a:lnTo>
                    <a:pt x="2655" y="111"/>
                  </a:lnTo>
                  <a:lnTo>
                    <a:pt x="2675" y="83"/>
                  </a:lnTo>
                  <a:lnTo>
                    <a:pt x="2685" y="55"/>
                  </a:lnTo>
                  <a:lnTo>
                    <a:pt x="2706" y="37"/>
                  </a:lnTo>
                  <a:lnTo>
                    <a:pt x="2716" y="27"/>
                  </a:lnTo>
                  <a:lnTo>
                    <a:pt x="2726" y="9"/>
                  </a:lnTo>
                  <a:lnTo>
                    <a:pt x="2746" y="0"/>
                  </a:lnTo>
                  <a:lnTo>
                    <a:pt x="2757" y="0"/>
                  </a:lnTo>
                  <a:lnTo>
                    <a:pt x="2777" y="0"/>
                  </a:lnTo>
                  <a:lnTo>
                    <a:pt x="2787" y="0"/>
                  </a:lnTo>
                  <a:lnTo>
                    <a:pt x="2808" y="9"/>
                  </a:lnTo>
                  <a:lnTo>
                    <a:pt x="2818" y="27"/>
                  </a:lnTo>
                  <a:lnTo>
                    <a:pt x="2838" y="37"/>
                  </a:lnTo>
                  <a:lnTo>
                    <a:pt x="2848" y="55"/>
                  </a:lnTo>
                  <a:lnTo>
                    <a:pt x="2858" y="83"/>
                  </a:lnTo>
                  <a:lnTo>
                    <a:pt x="2879" y="111"/>
                  </a:lnTo>
                  <a:lnTo>
                    <a:pt x="2889" y="139"/>
                  </a:lnTo>
                  <a:lnTo>
                    <a:pt x="2909" y="176"/>
                  </a:lnTo>
                  <a:lnTo>
                    <a:pt x="2919" y="214"/>
                  </a:lnTo>
                  <a:lnTo>
                    <a:pt x="2940" y="251"/>
                  </a:lnTo>
                  <a:lnTo>
                    <a:pt x="2950" y="297"/>
                  </a:lnTo>
                  <a:lnTo>
                    <a:pt x="2970" y="344"/>
                  </a:lnTo>
                  <a:lnTo>
                    <a:pt x="2980" y="400"/>
                  </a:lnTo>
                  <a:lnTo>
                    <a:pt x="2991" y="456"/>
                  </a:lnTo>
                  <a:lnTo>
                    <a:pt x="3011" y="512"/>
                  </a:lnTo>
                  <a:lnTo>
                    <a:pt x="3021" y="567"/>
                  </a:lnTo>
                  <a:lnTo>
                    <a:pt x="3042" y="633"/>
                  </a:lnTo>
                  <a:lnTo>
                    <a:pt x="3052" y="698"/>
                  </a:lnTo>
                  <a:lnTo>
                    <a:pt x="3072" y="763"/>
                  </a:lnTo>
                  <a:lnTo>
                    <a:pt x="3082" y="828"/>
                  </a:lnTo>
                  <a:lnTo>
                    <a:pt x="3103" y="902"/>
                  </a:lnTo>
                  <a:lnTo>
                    <a:pt x="3113" y="977"/>
                  </a:lnTo>
                  <a:lnTo>
                    <a:pt x="3123" y="1051"/>
                  </a:lnTo>
                  <a:lnTo>
                    <a:pt x="3143" y="1126"/>
                  </a:lnTo>
                  <a:lnTo>
                    <a:pt x="3153" y="1200"/>
                  </a:lnTo>
                  <a:lnTo>
                    <a:pt x="3174" y="1275"/>
                  </a:lnTo>
                  <a:lnTo>
                    <a:pt x="3184" y="1359"/>
                  </a:lnTo>
                  <a:lnTo>
                    <a:pt x="3204" y="1433"/>
                  </a:lnTo>
                  <a:lnTo>
                    <a:pt x="3214" y="1517"/>
                  </a:lnTo>
                  <a:lnTo>
                    <a:pt x="3235" y="1591"/>
                  </a:lnTo>
                  <a:lnTo>
                    <a:pt x="3245" y="1675"/>
                  </a:lnTo>
                  <a:lnTo>
                    <a:pt x="3255" y="1750"/>
                  </a:lnTo>
                  <a:lnTo>
                    <a:pt x="3276" y="1833"/>
                  </a:lnTo>
                  <a:lnTo>
                    <a:pt x="3286" y="1908"/>
                  </a:lnTo>
                  <a:lnTo>
                    <a:pt x="3306" y="1982"/>
                  </a:lnTo>
                  <a:lnTo>
                    <a:pt x="3316" y="2066"/>
                  </a:lnTo>
                  <a:lnTo>
                    <a:pt x="3337" y="2141"/>
                  </a:lnTo>
                  <a:lnTo>
                    <a:pt x="3347" y="2215"/>
                  </a:lnTo>
                  <a:lnTo>
                    <a:pt x="3367" y="2280"/>
                  </a:lnTo>
                  <a:lnTo>
                    <a:pt x="3377" y="2355"/>
                  </a:lnTo>
                  <a:lnTo>
                    <a:pt x="3387" y="2420"/>
                  </a:lnTo>
                  <a:lnTo>
                    <a:pt x="3408" y="2485"/>
                  </a:lnTo>
                  <a:lnTo>
                    <a:pt x="3418" y="2550"/>
                  </a:lnTo>
                  <a:lnTo>
                    <a:pt x="3438" y="2615"/>
                  </a:lnTo>
                  <a:lnTo>
                    <a:pt x="3448" y="2671"/>
                  </a:lnTo>
                  <a:lnTo>
                    <a:pt x="3469" y="2727"/>
                  </a:lnTo>
                  <a:lnTo>
                    <a:pt x="3479" y="2783"/>
                  </a:lnTo>
                  <a:lnTo>
                    <a:pt x="3499" y="2839"/>
                  </a:lnTo>
                  <a:lnTo>
                    <a:pt x="3510" y="2885"/>
                  </a:lnTo>
                  <a:lnTo>
                    <a:pt x="3520" y="2922"/>
                  </a:lnTo>
                  <a:lnTo>
                    <a:pt x="3540" y="2969"/>
                  </a:lnTo>
                  <a:lnTo>
                    <a:pt x="3550" y="3006"/>
                  </a:lnTo>
                  <a:lnTo>
                    <a:pt x="3571" y="3034"/>
                  </a:lnTo>
                  <a:lnTo>
                    <a:pt x="3581" y="3071"/>
                  </a:lnTo>
                  <a:lnTo>
                    <a:pt x="3601" y="3099"/>
                  </a:lnTo>
                  <a:lnTo>
                    <a:pt x="3611" y="3118"/>
                  </a:lnTo>
                  <a:lnTo>
                    <a:pt x="3632" y="3137"/>
                  </a:lnTo>
                  <a:lnTo>
                    <a:pt x="3642" y="3155"/>
                  </a:lnTo>
                  <a:lnTo>
                    <a:pt x="3652" y="3164"/>
                  </a:lnTo>
                  <a:lnTo>
                    <a:pt x="3672" y="3174"/>
                  </a:lnTo>
                  <a:lnTo>
                    <a:pt x="3682" y="3174"/>
                  </a:lnTo>
                  <a:lnTo>
                    <a:pt x="3703" y="3174"/>
                  </a:lnTo>
                  <a:lnTo>
                    <a:pt x="3713" y="3164"/>
                  </a:lnTo>
                  <a:lnTo>
                    <a:pt x="3733" y="3155"/>
                  </a:lnTo>
                  <a:lnTo>
                    <a:pt x="3744" y="3146"/>
                  </a:lnTo>
                  <a:lnTo>
                    <a:pt x="3754" y="3127"/>
                  </a:lnTo>
                  <a:lnTo>
                    <a:pt x="3774" y="3109"/>
                  </a:lnTo>
                  <a:lnTo>
                    <a:pt x="3784" y="3090"/>
                  </a:lnTo>
                  <a:lnTo>
                    <a:pt x="3805" y="3062"/>
                  </a:lnTo>
                  <a:lnTo>
                    <a:pt x="3815" y="3025"/>
                  </a:lnTo>
                  <a:lnTo>
                    <a:pt x="3835" y="2988"/>
                  </a:lnTo>
                  <a:lnTo>
                    <a:pt x="3845" y="2950"/>
                  </a:lnTo>
                  <a:lnTo>
                    <a:pt x="3866" y="2913"/>
                  </a:lnTo>
                  <a:lnTo>
                    <a:pt x="3876" y="2867"/>
                  </a:lnTo>
                  <a:lnTo>
                    <a:pt x="3886" y="2820"/>
                  </a:lnTo>
                  <a:lnTo>
                    <a:pt x="3906" y="2764"/>
                  </a:lnTo>
                  <a:lnTo>
                    <a:pt x="3916" y="2708"/>
                  </a:lnTo>
                  <a:lnTo>
                    <a:pt x="3937" y="2652"/>
                  </a:lnTo>
                  <a:lnTo>
                    <a:pt x="3947" y="2597"/>
                  </a:lnTo>
                  <a:lnTo>
                    <a:pt x="3967" y="2531"/>
                  </a:lnTo>
                  <a:lnTo>
                    <a:pt x="3978" y="2466"/>
                  </a:lnTo>
                  <a:lnTo>
                    <a:pt x="3998" y="2401"/>
                  </a:lnTo>
                  <a:lnTo>
                    <a:pt x="4008" y="2327"/>
                  </a:lnTo>
                  <a:lnTo>
                    <a:pt x="4018" y="2262"/>
                  </a:lnTo>
                  <a:lnTo>
                    <a:pt x="4039" y="2187"/>
                  </a:lnTo>
                  <a:lnTo>
                    <a:pt x="4049" y="2113"/>
                  </a:lnTo>
                  <a:lnTo>
                    <a:pt x="4069" y="2038"/>
                  </a:lnTo>
                  <a:lnTo>
                    <a:pt x="4079" y="1964"/>
                  </a:lnTo>
                  <a:lnTo>
                    <a:pt x="4100" y="1880"/>
                  </a:lnTo>
                  <a:lnTo>
                    <a:pt x="4110" y="1805"/>
                  </a:lnTo>
                  <a:lnTo>
                    <a:pt x="4130" y="1722"/>
                  </a:lnTo>
                  <a:lnTo>
                    <a:pt x="4140" y="1647"/>
                  </a:lnTo>
                  <a:lnTo>
                    <a:pt x="4150" y="1563"/>
                  </a:lnTo>
                  <a:lnTo>
                    <a:pt x="4171" y="1489"/>
                  </a:lnTo>
                  <a:lnTo>
                    <a:pt x="4181" y="1405"/>
                  </a:lnTo>
                  <a:lnTo>
                    <a:pt x="4201" y="1331"/>
                  </a:lnTo>
                  <a:lnTo>
                    <a:pt x="4212" y="1247"/>
                  </a:lnTo>
                  <a:lnTo>
                    <a:pt x="4232" y="1172"/>
                  </a:lnTo>
                  <a:lnTo>
                    <a:pt x="4242" y="1098"/>
                  </a:lnTo>
                  <a:lnTo>
                    <a:pt x="4262" y="1023"/>
                  </a:lnTo>
                  <a:lnTo>
                    <a:pt x="4273" y="949"/>
                  </a:lnTo>
                  <a:lnTo>
                    <a:pt x="4283" y="875"/>
                  </a:lnTo>
                  <a:lnTo>
                    <a:pt x="4303" y="809"/>
                  </a:lnTo>
                  <a:lnTo>
                    <a:pt x="4313" y="744"/>
                  </a:lnTo>
                  <a:lnTo>
                    <a:pt x="4334" y="670"/>
                  </a:lnTo>
                  <a:lnTo>
                    <a:pt x="4344" y="614"/>
                  </a:lnTo>
                  <a:lnTo>
                    <a:pt x="4364" y="549"/>
                  </a:lnTo>
                  <a:lnTo>
                    <a:pt x="4374" y="493"/>
                  </a:lnTo>
                  <a:lnTo>
                    <a:pt x="4395" y="437"/>
                  </a:lnTo>
                  <a:lnTo>
                    <a:pt x="4405" y="38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Line 10">
              <a:extLst>
                <a:ext uri="{FF2B5EF4-FFF2-40B4-BE49-F238E27FC236}">
                  <a16:creationId xmlns:a16="http://schemas.microsoft.com/office/drawing/2014/main" id="{939B5C13-59B6-EA45-D79A-99C5595C5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3" y="2718"/>
              <a:ext cx="22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Text Box 11">
              <a:extLst>
                <a:ext uri="{FF2B5EF4-FFF2-40B4-BE49-F238E27FC236}">
                  <a16:creationId xmlns:a16="http://schemas.microsoft.com/office/drawing/2014/main" id="{DBEFCA82-1713-3EE8-65BD-963070F77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82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6877" name="Text Box 12">
              <a:extLst>
                <a:ext uri="{FF2B5EF4-FFF2-40B4-BE49-F238E27FC236}">
                  <a16:creationId xmlns:a16="http://schemas.microsoft.com/office/drawing/2014/main" id="{34A4C3D4-5628-AD80-47ED-D61416C5A5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54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878" name="Text Box 13">
              <a:extLst>
                <a:ext uri="{FF2B5EF4-FFF2-40B4-BE49-F238E27FC236}">
                  <a16:creationId xmlns:a16="http://schemas.microsoft.com/office/drawing/2014/main" id="{69C39769-1D5C-5A4F-E3B6-0B494F48D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" y="336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879" name="Text Box 14">
              <a:extLst>
                <a:ext uri="{FF2B5EF4-FFF2-40B4-BE49-F238E27FC236}">
                  <a16:creationId xmlns:a16="http://schemas.microsoft.com/office/drawing/2014/main" id="{5B12E265-E8D1-5090-03C0-9AF682A68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408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6880" name="Text Box 15">
              <a:extLst>
                <a:ext uri="{FF2B5EF4-FFF2-40B4-BE49-F238E27FC236}">
                  <a16:creationId xmlns:a16="http://schemas.microsoft.com/office/drawing/2014/main" id="{A4D1BC73-CFB6-322F-D3A7-32810304D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536"/>
              <a:ext cx="43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36869" name="Text Box 16">
            <a:extLst>
              <a:ext uri="{FF2B5EF4-FFF2-40B4-BE49-F238E27FC236}">
                <a16:creationId xmlns:a16="http://schemas.microsoft.com/office/drawing/2014/main" id="{028054C6-06F0-5789-E763-970313497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352800"/>
            <a:ext cx="28194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特点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  频率为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kumimoji="1" lang="zh-CN" altLang="en-US" sz="2800">
                <a:latin typeface="宋体" panose="02010600030101010101" pitchFamily="2" charset="-122"/>
              </a:rPr>
              <a:t>的等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  幅振荡。</a:t>
            </a:r>
          </a:p>
        </p:txBody>
      </p:sp>
      <p:graphicFrame>
        <p:nvGraphicFramePr>
          <p:cNvPr id="36870" name="Object 9">
            <a:extLst>
              <a:ext uri="{FF2B5EF4-FFF2-40B4-BE49-F238E27FC236}">
                <a16:creationId xmlns:a16="http://schemas.microsoft.com/office/drawing/2014/main" id="{0ED4893C-108A-3AD3-29C3-DA7E96F7F6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0"/>
          <a:ext cx="58705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514600" imgH="431800" progId="Equation.3">
                  <p:embed/>
                </p:oleObj>
              </mc:Choice>
              <mc:Fallback>
                <p:oleObj name="公式" r:id="rId5" imgW="25146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58705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D49BBFEA-AFB5-6D1F-9453-37A001F4E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0525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负阻尼（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en-US" altLang="zh-CN" sz="2800" b="1">
                <a:latin typeface="Times New Roman" panose="02020603050405020304" pitchFamily="18" charset="0"/>
              </a:rPr>
              <a:t>&lt;0</a:t>
            </a:r>
            <a:r>
              <a:rPr kumimoji="1" lang="zh-CN" altLang="en-US" sz="2800" b="1">
                <a:latin typeface="宋体" panose="02010600030101010101" pitchFamily="2" charset="-122"/>
              </a:rPr>
              <a:t>）状态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37891" name="Group 4">
            <a:extLst>
              <a:ext uri="{FF2B5EF4-FFF2-40B4-BE49-F238E27FC236}">
                <a16:creationId xmlns:a16="http://schemas.microsoft.com/office/drawing/2014/main" id="{F395D2F1-5DDF-2ED4-17E0-9F6D557D1159}"/>
              </a:ext>
            </a:extLst>
          </p:cNvPr>
          <p:cNvGrpSpPr>
            <a:grpSpLocks/>
          </p:cNvGrpSpPr>
          <p:nvPr/>
        </p:nvGrpSpPr>
        <p:grpSpPr bwMode="auto">
          <a:xfrm>
            <a:off x="925513" y="3159125"/>
            <a:ext cx="3963987" cy="2720975"/>
            <a:chOff x="583" y="1885"/>
            <a:chExt cx="2497" cy="1714"/>
          </a:xfrm>
        </p:grpSpPr>
        <p:sp>
          <p:nvSpPr>
            <p:cNvPr id="37905" name="Line 5">
              <a:extLst>
                <a:ext uri="{FF2B5EF4-FFF2-40B4-BE49-F238E27FC236}">
                  <a16:creationId xmlns:a16="http://schemas.microsoft.com/office/drawing/2014/main" id="{8094A4AF-2041-973D-9E2F-2A51ED4D9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0" y="1988"/>
              <a:ext cx="0" cy="15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6" name="Freeform 6">
              <a:extLst>
                <a:ext uri="{FF2B5EF4-FFF2-40B4-BE49-F238E27FC236}">
                  <a16:creationId xmlns:a16="http://schemas.microsoft.com/office/drawing/2014/main" id="{79B70492-6D1E-BB09-5563-0FC3A5EAB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2124"/>
              <a:ext cx="1782" cy="1321"/>
            </a:xfrm>
            <a:custGeom>
              <a:avLst/>
              <a:gdLst>
                <a:gd name="T0" fmla="*/ 0 w 4405"/>
                <a:gd name="T1" fmla="*/ 0 h 2890"/>
                <a:gd name="T2" fmla="*/ 0 w 4405"/>
                <a:gd name="T3" fmla="*/ 0 h 2890"/>
                <a:gd name="T4" fmla="*/ 0 w 4405"/>
                <a:gd name="T5" fmla="*/ 0 h 2890"/>
                <a:gd name="T6" fmla="*/ 0 w 4405"/>
                <a:gd name="T7" fmla="*/ 0 h 2890"/>
                <a:gd name="T8" fmla="*/ 0 w 4405"/>
                <a:gd name="T9" fmla="*/ 0 h 2890"/>
                <a:gd name="T10" fmla="*/ 0 w 4405"/>
                <a:gd name="T11" fmla="*/ 0 h 2890"/>
                <a:gd name="T12" fmla="*/ 0 w 4405"/>
                <a:gd name="T13" fmla="*/ 0 h 2890"/>
                <a:gd name="T14" fmla="*/ 0 w 4405"/>
                <a:gd name="T15" fmla="*/ 0 h 2890"/>
                <a:gd name="T16" fmla="*/ 0 w 4405"/>
                <a:gd name="T17" fmla="*/ 0 h 2890"/>
                <a:gd name="T18" fmla="*/ 0 w 4405"/>
                <a:gd name="T19" fmla="*/ 0 h 2890"/>
                <a:gd name="T20" fmla="*/ 0 w 4405"/>
                <a:gd name="T21" fmla="*/ 0 h 2890"/>
                <a:gd name="T22" fmla="*/ 0 w 4405"/>
                <a:gd name="T23" fmla="*/ 0 h 2890"/>
                <a:gd name="T24" fmla="*/ 0 w 4405"/>
                <a:gd name="T25" fmla="*/ 0 h 2890"/>
                <a:gd name="T26" fmla="*/ 0 w 4405"/>
                <a:gd name="T27" fmla="*/ 0 h 2890"/>
                <a:gd name="T28" fmla="*/ 0 w 4405"/>
                <a:gd name="T29" fmla="*/ 0 h 2890"/>
                <a:gd name="T30" fmla="*/ 0 w 4405"/>
                <a:gd name="T31" fmla="*/ 0 h 2890"/>
                <a:gd name="T32" fmla="*/ 0 w 4405"/>
                <a:gd name="T33" fmla="*/ 0 h 2890"/>
                <a:gd name="T34" fmla="*/ 0 w 4405"/>
                <a:gd name="T35" fmla="*/ 0 h 2890"/>
                <a:gd name="T36" fmla="*/ 0 w 4405"/>
                <a:gd name="T37" fmla="*/ 0 h 2890"/>
                <a:gd name="T38" fmla="*/ 0 w 4405"/>
                <a:gd name="T39" fmla="*/ 0 h 2890"/>
                <a:gd name="T40" fmla="*/ 0 w 4405"/>
                <a:gd name="T41" fmla="*/ 0 h 2890"/>
                <a:gd name="T42" fmla="*/ 0 w 4405"/>
                <a:gd name="T43" fmla="*/ 0 h 2890"/>
                <a:gd name="T44" fmla="*/ 0 w 4405"/>
                <a:gd name="T45" fmla="*/ 0 h 2890"/>
                <a:gd name="T46" fmla="*/ 0 w 4405"/>
                <a:gd name="T47" fmla="*/ 0 h 2890"/>
                <a:gd name="T48" fmla="*/ 0 w 4405"/>
                <a:gd name="T49" fmla="*/ 0 h 2890"/>
                <a:gd name="T50" fmla="*/ 0 w 4405"/>
                <a:gd name="T51" fmla="*/ 0 h 2890"/>
                <a:gd name="T52" fmla="*/ 0 w 4405"/>
                <a:gd name="T53" fmla="*/ 0 h 2890"/>
                <a:gd name="T54" fmla="*/ 0 w 4405"/>
                <a:gd name="T55" fmla="*/ 0 h 2890"/>
                <a:gd name="T56" fmla="*/ 0 w 4405"/>
                <a:gd name="T57" fmla="*/ 0 h 2890"/>
                <a:gd name="T58" fmla="*/ 0 w 4405"/>
                <a:gd name="T59" fmla="*/ 0 h 2890"/>
                <a:gd name="T60" fmla="*/ 0 w 4405"/>
                <a:gd name="T61" fmla="*/ 0 h 2890"/>
                <a:gd name="T62" fmla="*/ 0 w 4405"/>
                <a:gd name="T63" fmla="*/ 0 h 2890"/>
                <a:gd name="T64" fmla="*/ 0 w 4405"/>
                <a:gd name="T65" fmla="*/ 0 h 2890"/>
                <a:gd name="T66" fmla="*/ 0 w 4405"/>
                <a:gd name="T67" fmla="*/ 0 h 2890"/>
                <a:gd name="T68" fmla="*/ 0 w 4405"/>
                <a:gd name="T69" fmla="*/ 0 h 2890"/>
                <a:gd name="T70" fmla="*/ 0 w 4405"/>
                <a:gd name="T71" fmla="*/ 0 h 2890"/>
                <a:gd name="T72" fmla="*/ 0 w 4405"/>
                <a:gd name="T73" fmla="*/ 0 h 2890"/>
                <a:gd name="T74" fmla="*/ 0 w 4405"/>
                <a:gd name="T75" fmla="*/ 0 h 2890"/>
                <a:gd name="T76" fmla="*/ 0 w 4405"/>
                <a:gd name="T77" fmla="*/ 0 h 2890"/>
                <a:gd name="T78" fmla="*/ 0 w 4405"/>
                <a:gd name="T79" fmla="*/ 0 h 2890"/>
                <a:gd name="T80" fmla="*/ 0 w 4405"/>
                <a:gd name="T81" fmla="*/ 0 h 2890"/>
                <a:gd name="T82" fmla="*/ 0 w 4405"/>
                <a:gd name="T83" fmla="*/ 0 h 2890"/>
                <a:gd name="T84" fmla="*/ 0 w 4405"/>
                <a:gd name="T85" fmla="*/ 0 h 2890"/>
                <a:gd name="T86" fmla="*/ 0 w 4405"/>
                <a:gd name="T87" fmla="*/ 0 h 2890"/>
                <a:gd name="T88" fmla="*/ 0 w 4405"/>
                <a:gd name="T89" fmla="*/ 0 h 2890"/>
                <a:gd name="T90" fmla="*/ 0 w 4405"/>
                <a:gd name="T91" fmla="*/ 0 h 2890"/>
                <a:gd name="T92" fmla="*/ 0 w 4405"/>
                <a:gd name="T93" fmla="*/ 0 h 2890"/>
                <a:gd name="T94" fmla="*/ 0 w 4405"/>
                <a:gd name="T95" fmla="*/ 0 h 2890"/>
                <a:gd name="T96" fmla="*/ 0 w 4405"/>
                <a:gd name="T97" fmla="*/ 0 h 2890"/>
                <a:gd name="T98" fmla="*/ 0 w 4405"/>
                <a:gd name="T99" fmla="*/ 0 h 2890"/>
                <a:gd name="T100" fmla="*/ 0 w 4405"/>
                <a:gd name="T101" fmla="*/ 0 h 2890"/>
                <a:gd name="T102" fmla="*/ 0 w 4405"/>
                <a:gd name="T103" fmla="*/ 0 h 2890"/>
                <a:gd name="T104" fmla="*/ 0 w 4405"/>
                <a:gd name="T105" fmla="*/ 0 h 2890"/>
                <a:gd name="T106" fmla="*/ 0 w 4405"/>
                <a:gd name="T107" fmla="*/ 0 h 2890"/>
                <a:gd name="T108" fmla="*/ 0 w 4405"/>
                <a:gd name="T109" fmla="*/ 0 h 2890"/>
                <a:gd name="T110" fmla="*/ 0 w 4405"/>
                <a:gd name="T111" fmla="*/ 0 h 2890"/>
                <a:gd name="T112" fmla="*/ 0 w 4405"/>
                <a:gd name="T113" fmla="*/ 0 h 2890"/>
                <a:gd name="T114" fmla="*/ 0 w 4405"/>
                <a:gd name="T115" fmla="*/ 0 h 2890"/>
                <a:gd name="T116" fmla="*/ 0 w 4405"/>
                <a:gd name="T117" fmla="*/ 0 h 2890"/>
                <a:gd name="T118" fmla="*/ 0 w 4405"/>
                <a:gd name="T119" fmla="*/ 0 h 289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4405"/>
                <a:gd name="T181" fmla="*/ 0 h 2890"/>
                <a:gd name="T182" fmla="*/ 4405 w 4405"/>
                <a:gd name="T183" fmla="*/ 2890 h 289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4405" h="2890">
                  <a:moveTo>
                    <a:pt x="0" y="1130"/>
                  </a:moveTo>
                  <a:lnTo>
                    <a:pt x="10" y="1140"/>
                  </a:lnTo>
                  <a:lnTo>
                    <a:pt x="30" y="1140"/>
                  </a:lnTo>
                  <a:lnTo>
                    <a:pt x="40" y="1140"/>
                  </a:lnTo>
                  <a:lnTo>
                    <a:pt x="61" y="1140"/>
                  </a:lnTo>
                  <a:lnTo>
                    <a:pt x="71" y="1140"/>
                  </a:lnTo>
                  <a:lnTo>
                    <a:pt x="91" y="1140"/>
                  </a:lnTo>
                  <a:lnTo>
                    <a:pt x="101" y="1150"/>
                  </a:lnTo>
                  <a:lnTo>
                    <a:pt x="122" y="1150"/>
                  </a:lnTo>
                  <a:lnTo>
                    <a:pt x="132" y="1150"/>
                  </a:lnTo>
                  <a:lnTo>
                    <a:pt x="142" y="1150"/>
                  </a:lnTo>
                  <a:lnTo>
                    <a:pt x="162" y="1140"/>
                  </a:lnTo>
                  <a:lnTo>
                    <a:pt x="172" y="1140"/>
                  </a:lnTo>
                  <a:lnTo>
                    <a:pt x="193" y="1140"/>
                  </a:lnTo>
                  <a:lnTo>
                    <a:pt x="203" y="1140"/>
                  </a:lnTo>
                  <a:lnTo>
                    <a:pt x="223" y="1140"/>
                  </a:lnTo>
                  <a:lnTo>
                    <a:pt x="234" y="1130"/>
                  </a:lnTo>
                  <a:lnTo>
                    <a:pt x="254" y="1130"/>
                  </a:lnTo>
                  <a:lnTo>
                    <a:pt x="264" y="1130"/>
                  </a:lnTo>
                  <a:lnTo>
                    <a:pt x="274" y="1121"/>
                  </a:lnTo>
                  <a:lnTo>
                    <a:pt x="295" y="1121"/>
                  </a:lnTo>
                  <a:lnTo>
                    <a:pt x="305" y="1111"/>
                  </a:lnTo>
                  <a:lnTo>
                    <a:pt x="325" y="1111"/>
                  </a:lnTo>
                  <a:lnTo>
                    <a:pt x="335" y="1101"/>
                  </a:lnTo>
                  <a:lnTo>
                    <a:pt x="356" y="1101"/>
                  </a:lnTo>
                  <a:lnTo>
                    <a:pt x="366" y="1091"/>
                  </a:lnTo>
                  <a:lnTo>
                    <a:pt x="386" y="1081"/>
                  </a:lnTo>
                  <a:lnTo>
                    <a:pt x="396" y="1081"/>
                  </a:lnTo>
                  <a:lnTo>
                    <a:pt x="406" y="1071"/>
                  </a:lnTo>
                  <a:lnTo>
                    <a:pt x="427" y="1062"/>
                  </a:lnTo>
                  <a:lnTo>
                    <a:pt x="437" y="1052"/>
                  </a:lnTo>
                  <a:lnTo>
                    <a:pt x="457" y="1052"/>
                  </a:lnTo>
                  <a:lnTo>
                    <a:pt x="468" y="1042"/>
                  </a:lnTo>
                  <a:lnTo>
                    <a:pt x="488" y="1032"/>
                  </a:lnTo>
                  <a:lnTo>
                    <a:pt x="498" y="1022"/>
                  </a:lnTo>
                  <a:lnTo>
                    <a:pt x="518" y="1012"/>
                  </a:lnTo>
                  <a:lnTo>
                    <a:pt x="529" y="1003"/>
                  </a:lnTo>
                  <a:lnTo>
                    <a:pt x="539" y="993"/>
                  </a:lnTo>
                  <a:lnTo>
                    <a:pt x="559" y="983"/>
                  </a:lnTo>
                  <a:lnTo>
                    <a:pt x="569" y="973"/>
                  </a:lnTo>
                  <a:lnTo>
                    <a:pt x="590" y="963"/>
                  </a:lnTo>
                  <a:lnTo>
                    <a:pt x="600" y="954"/>
                  </a:lnTo>
                  <a:lnTo>
                    <a:pt x="620" y="944"/>
                  </a:lnTo>
                  <a:lnTo>
                    <a:pt x="630" y="934"/>
                  </a:lnTo>
                  <a:lnTo>
                    <a:pt x="651" y="924"/>
                  </a:lnTo>
                  <a:lnTo>
                    <a:pt x="661" y="914"/>
                  </a:lnTo>
                  <a:lnTo>
                    <a:pt x="671" y="904"/>
                  </a:lnTo>
                  <a:lnTo>
                    <a:pt x="691" y="885"/>
                  </a:lnTo>
                  <a:lnTo>
                    <a:pt x="702" y="875"/>
                  </a:lnTo>
                  <a:lnTo>
                    <a:pt x="722" y="865"/>
                  </a:lnTo>
                  <a:lnTo>
                    <a:pt x="732" y="855"/>
                  </a:lnTo>
                  <a:lnTo>
                    <a:pt x="752" y="845"/>
                  </a:lnTo>
                  <a:lnTo>
                    <a:pt x="763" y="836"/>
                  </a:lnTo>
                  <a:lnTo>
                    <a:pt x="773" y="826"/>
                  </a:lnTo>
                  <a:lnTo>
                    <a:pt x="793" y="816"/>
                  </a:lnTo>
                  <a:lnTo>
                    <a:pt x="803" y="816"/>
                  </a:lnTo>
                  <a:lnTo>
                    <a:pt x="824" y="806"/>
                  </a:lnTo>
                  <a:lnTo>
                    <a:pt x="834" y="796"/>
                  </a:lnTo>
                  <a:lnTo>
                    <a:pt x="854" y="786"/>
                  </a:lnTo>
                  <a:lnTo>
                    <a:pt x="864" y="777"/>
                  </a:lnTo>
                  <a:lnTo>
                    <a:pt x="885" y="767"/>
                  </a:lnTo>
                  <a:lnTo>
                    <a:pt x="895" y="767"/>
                  </a:lnTo>
                  <a:lnTo>
                    <a:pt x="905" y="757"/>
                  </a:lnTo>
                  <a:lnTo>
                    <a:pt x="925" y="747"/>
                  </a:lnTo>
                  <a:lnTo>
                    <a:pt x="936" y="747"/>
                  </a:lnTo>
                  <a:lnTo>
                    <a:pt x="956" y="737"/>
                  </a:lnTo>
                  <a:lnTo>
                    <a:pt x="966" y="737"/>
                  </a:lnTo>
                  <a:lnTo>
                    <a:pt x="986" y="737"/>
                  </a:lnTo>
                  <a:lnTo>
                    <a:pt x="997" y="727"/>
                  </a:lnTo>
                  <a:lnTo>
                    <a:pt x="1017" y="727"/>
                  </a:lnTo>
                  <a:lnTo>
                    <a:pt x="1027" y="727"/>
                  </a:lnTo>
                  <a:lnTo>
                    <a:pt x="1037" y="727"/>
                  </a:lnTo>
                  <a:lnTo>
                    <a:pt x="1058" y="727"/>
                  </a:lnTo>
                  <a:lnTo>
                    <a:pt x="1068" y="727"/>
                  </a:lnTo>
                  <a:lnTo>
                    <a:pt x="1088" y="727"/>
                  </a:lnTo>
                  <a:lnTo>
                    <a:pt x="1098" y="727"/>
                  </a:lnTo>
                  <a:lnTo>
                    <a:pt x="1119" y="727"/>
                  </a:lnTo>
                  <a:lnTo>
                    <a:pt x="1129" y="727"/>
                  </a:lnTo>
                  <a:lnTo>
                    <a:pt x="1149" y="737"/>
                  </a:lnTo>
                  <a:lnTo>
                    <a:pt x="1159" y="737"/>
                  </a:lnTo>
                  <a:lnTo>
                    <a:pt x="1170" y="747"/>
                  </a:lnTo>
                  <a:lnTo>
                    <a:pt x="1190" y="747"/>
                  </a:lnTo>
                  <a:lnTo>
                    <a:pt x="1200" y="757"/>
                  </a:lnTo>
                  <a:lnTo>
                    <a:pt x="1220" y="767"/>
                  </a:lnTo>
                  <a:lnTo>
                    <a:pt x="1231" y="777"/>
                  </a:lnTo>
                  <a:lnTo>
                    <a:pt x="1251" y="786"/>
                  </a:lnTo>
                  <a:lnTo>
                    <a:pt x="1261" y="796"/>
                  </a:lnTo>
                  <a:lnTo>
                    <a:pt x="1281" y="806"/>
                  </a:lnTo>
                  <a:lnTo>
                    <a:pt x="1292" y="816"/>
                  </a:lnTo>
                  <a:lnTo>
                    <a:pt x="1302" y="826"/>
                  </a:lnTo>
                  <a:lnTo>
                    <a:pt x="1322" y="836"/>
                  </a:lnTo>
                  <a:lnTo>
                    <a:pt x="1332" y="855"/>
                  </a:lnTo>
                  <a:lnTo>
                    <a:pt x="1353" y="865"/>
                  </a:lnTo>
                  <a:lnTo>
                    <a:pt x="1363" y="875"/>
                  </a:lnTo>
                  <a:lnTo>
                    <a:pt x="1383" y="895"/>
                  </a:lnTo>
                  <a:lnTo>
                    <a:pt x="1393" y="914"/>
                  </a:lnTo>
                  <a:lnTo>
                    <a:pt x="1414" y="924"/>
                  </a:lnTo>
                  <a:lnTo>
                    <a:pt x="1424" y="944"/>
                  </a:lnTo>
                  <a:lnTo>
                    <a:pt x="1434" y="963"/>
                  </a:lnTo>
                  <a:lnTo>
                    <a:pt x="1454" y="973"/>
                  </a:lnTo>
                  <a:lnTo>
                    <a:pt x="1465" y="993"/>
                  </a:lnTo>
                  <a:lnTo>
                    <a:pt x="1485" y="1012"/>
                  </a:lnTo>
                  <a:lnTo>
                    <a:pt x="1495" y="1032"/>
                  </a:lnTo>
                  <a:lnTo>
                    <a:pt x="1515" y="1052"/>
                  </a:lnTo>
                  <a:lnTo>
                    <a:pt x="1526" y="1071"/>
                  </a:lnTo>
                  <a:lnTo>
                    <a:pt x="1546" y="1091"/>
                  </a:lnTo>
                  <a:lnTo>
                    <a:pt x="1556" y="1111"/>
                  </a:lnTo>
                  <a:lnTo>
                    <a:pt x="1566" y="1130"/>
                  </a:lnTo>
                  <a:lnTo>
                    <a:pt x="1587" y="1150"/>
                  </a:lnTo>
                  <a:lnTo>
                    <a:pt x="1597" y="1170"/>
                  </a:lnTo>
                  <a:lnTo>
                    <a:pt x="1617" y="1189"/>
                  </a:lnTo>
                  <a:lnTo>
                    <a:pt x="1627" y="1209"/>
                  </a:lnTo>
                  <a:lnTo>
                    <a:pt x="1648" y="1229"/>
                  </a:lnTo>
                  <a:lnTo>
                    <a:pt x="1658" y="1248"/>
                  </a:lnTo>
                  <a:lnTo>
                    <a:pt x="1678" y="1268"/>
                  </a:lnTo>
                  <a:lnTo>
                    <a:pt x="1688" y="1288"/>
                  </a:lnTo>
                  <a:lnTo>
                    <a:pt x="1699" y="1307"/>
                  </a:lnTo>
                  <a:lnTo>
                    <a:pt x="1719" y="1317"/>
                  </a:lnTo>
                  <a:lnTo>
                    <a:pt x="1729" y="1337"/>
                  </a:lnTo>
                  <a:lnTo>
                    <a:pt x="1749" y="1356"/>
                  </a:lnTo>
                  <a:lnTo>
                    <a:pt x="1760" y="1376"/>
                  </a:lnTo>
                  <a:lnTo>
                    <a:pt x="1780" y="1386"/>
                  </a:lnTo>
                  <a:lnTo>
                    <a:pt x="1790" y="1406"/>
                  </a:lnTo>
                  <a:lnTo>
                    <a:pt x="1810" y="1415"/>
                  </a:lnTo>
                  <a:lnTo>
                    <a:pt x="1821" y="1435"/>
                  </a:lnTo>
                  <a:lnTo>
                    <a:pt x="1831" y="1445"/>
                  </a:lnTo>
                  <a:lnTo>
                    <a:pt x="1851" y="1455"/>
                  </a:lnTo>
                  <a:lnTo>
                    <a:pt x="1861" y="1474"/>
                  </a:lnTo>
                  <a:lnTo>
                    <a:pt x="1882" y="1484"/>
                  </a:lnTo>
                  <a:lnTo>
                    <a:pt x="1892" y="1494"/>
                  </a:lnTo>
                  <a:lnTo>
                    <a:pt x="1912" y="1494"/>
                  </a:lnTo>
                  <a:lnTo>
                    <a:pt x="1922" y="1504"/>
                  </a:lnTo>
                  <a:lnTo>
                    <a:pt x="1943" y="1514"/>
                  </a:lnTo>
                  <a:lnTo>
                    <a:pt x="1953" y="1514"/>
                  </a:lnTo>
                  <a:lnTo>
                    <a:pt x="1963" y="1524"/>
                  </a:lnTo>
                  <a:lnTo>
                    <a:pt x="1983" y="1524"/>
                  </a:lnTo>
                  <a:lnTo>
                    <a:pt x="1994" y="1524"/>
                  </a:lnTo>
                  <a:lnTo>
                    <a:pt x="2014" y="1524"/>
                  </a:lnTo>
                  <a:lnTo>
                    <a:pt x="2024" y="1524"/>
                  </a:lnTo>
                  <a:lnTo>
                    <a:pt x="2044" y="1524"/>
                  </a:lnTo>
                  <a:lnTo>
                    <a:pt x="2055" y="1514"/>
                  </a:lnTo>
                  <a:lnTo>
                    <a:pt x="2075" y="1514"/>
                  </a:lnTo>
                  <a:lnTo>
                    <a:pt x="2085" y="1504"/>
                  </a:lnTo>
                  <a:lnTo>
                    <a:pt x="2095" y="1494"/>
                  </a:lnTo>
                  <a:lnTo>
                    <a:pt x="2116" y="1484"/>
                  </a:lnTo>
                  <a:lnTo>
                    <a:pt x="2126" y="1474"/>
                  </a:lnTo>
                  <a:lnTo>
                    <a:pt x="2146" y="1465"/>
                  </a:lnTo>
                  <a:lnTo>
                    <a:pt x="2156" y="1445"/>
                  </a:lnTo>
                  <a:lnTo>
                    <a:pt x="2177" y="1435"/>
                  </a:lnTo>
                  <a:lnTo>
                    <a:pt x="2187" y="1415"/>
                  </a:lnTo>
                  <a:lnTo>
                    <a:pt x="2207" y="1396"/>
                  </a:lnTo>
                  <a:lnTo>
                    <a:pt x="2217" y="1376"/>
                  </a:lnTo>
                  <a:lnTo>
                    <a:pt x="2228" y="1356"/>
                  </a:lnTo>
                  <a:lnTo>
                    <a:pt x="2248" y="1337"/>
                  </a:lnTo>
                  <a:lnTo>
                    <a:pt x="2258" y="1317"/>
                  </a:lnTo>
                  <a:lnTo>
                    <a:pt x="2278" y="1288"/>
                  </a:lnTo>
                  <a:lnTo>
                    <a:pt x="2289" y="1258"/>
                  </a:lnTo>
                  <a:lnTo>
                    <a:pt x="2309" y="1239"/>
                  </a:lnTo>
                  <a:lnTo>
                    <a:pt x="2319" y="1209"/>
                  </a:lnTo>
                  <a:lnTo>
                    <a:pt x="2329" y="1180"/>
                  </a:lnTo>
                  <a:lnTo>
                    <a:pt x="2350" y="1150"/>
                  </a:lnTo>
                  <a:lnTo>
                    <a:pt x="2360" y="1111"/>
                  </a:lnTo>
                  <a:lnTo>
                    <a:pt x="2380" y="1081"/>
                  </a:lnTo>
                  <a:lnTo>
                    <a:pt x="2390" y="1052"/>
                  </a:lnTo>
                  <a:lnTo>
                    <a:pt x="2411" y="1012"/>
                  </a:lnTo>
                  <a:lnTo>
                    <a:pt x="2421" y="983"/>
                  </a:lnTo>
                  <a:lnTo>
                    <a:pt x="2441" y="944"/>
                  </a:lnTo>
                  <a:lnTo>
                    <a:pt x="2451" y="904"/>
                  </a:lnTo>
                  <a:lnTo>
                    <a:pt x="2462" y="875"/>
                  </a:lnTo>
                  <a:lnTo>
                    <a:pt x="2482" y="836"/>
                  </a:lnTo>
                  <a:lnTo>
                    <a:pt x="2492" y="796"/>
                  </a:lnTo>
                  <a:lnTo>
                    <a:pt x="2512" y="757"/>
                  </a:lnTo>
                  <a:lnTo>
                    <a:pt x="2523" y="727"/>
                  </a:lnTo>
                  <a:lnTo>
                    <a:pt x="2543" y="688"/>
                  </a:lnTo>
                  <a:lnTo>
                    <a:pt x="2553" y="649"/>
                  </a:lnTo>
                  <a:lnTo>
                    <a:pt x="2574" y="609"/>
                  </a:lnTo>
                  <a:lnTo>
                    <a:pt x="2584" y="570"/>
                  </a:lnTo>
                  <a:lnTo>
                    <a:pt x="2594" y="541"/>
                  </a:lnTo>
                  <a:lnTo>
                    <a:pt x="2614" y="501"/>
                  </a:lnTo>
                  <a:lnTo>
                    <a:pt x="2624" y="462"/>
                  </a:lnTo>
                  <a:lnTo>
                    <a:pt x="2645" y="433"/>
                  </a:lnTo>
                  <a:lnTo>
                    <a:pt x="2655" y="393"/>
                  </a:lnTo>
                  <a:lnTo>
                    <a:pt x="2675" y="364"/>
                  </a:lnTo>
                  <a:lnTo>
                    <a:pt x="2685" y="324"/>
                  </a:lnTo>
                  <a:lnTo>
                    <a:pt x="2706" y="295"/>
                  </a:lnTo>
                  <a:lnTo>
                    <a:pt x="2716" y="265"/>
                  </a:lnTo>
                  <a:lnTo>
                    <a:pt x="2726" y="236"/>
                  </a:lnTo>
                  <a:lnTo>
                    <a:pt x="2746" y="207"/>
                  </a:lnTo>
                  <a:lnTo>
                    <a:pt x="2757" y="177"/>
                  </a:lnTo>
                  <a:lnTo>
                    <a:pt x="2777" y="157"/>
                  </a:lnTo>
                  <a:lnTo>
                    <a:pt x="2787" y="128"/>
                  </a:lnTo>
                  <a:lnTo>
                    <a:pt x="2808" y="108"/>
                  </a:lnTo>
                  <a:lnTo>
                    <a:pt x="2818" y="89"/>
                  </a:lnTo>
                  <a:lnTo>
                    <a:pt x="2838" y="69"/>
                  </a:lnTo>
                  <a:lnTo>
                    <a:pt x="2848" y="59"/>
                  </a:lnTo>
                  <a:lnTo>
                    <a:pt x="2858" y="39"/>
                  </a:lnTo>
                  <a:lnTo>
                    <a:pt x="2879" y="30"/>
                  </a:lnTo>
                  <a:lnTo>
                    <a:pt x="2889" y="20"/>
                  </a:lnTo>
                  <a:lnTo>
                    <a:pt x="2909" y="10"/>
                  </a:lnTo>
                  <a:lnTo>
                    <a:pt x="2919" y="10"/>
                  </a:lnTo>
                  <a:lnTo>
                    <a:pt x="2940" y="0"/>
                  </a:lnTo>
                  <a:lnTo>
                    <a:pt x="2950" y="0"/>
                  </a:lnTo>
                  <a:lnTo>
                    <a:pt x="2970" y="10"/>
                  </a:lnTo>
                  <a:lnTo>
                    <a:pt x="2980" y="10"/>
                  </a:lnTo>
                  <a:lnTo>
                    <a:pt x="2991" y="20"/>
                  </a:lnTo>
                  <a:lnTo>
                    <a:pt x="3011" y="30"/>
                  </a:lnTo>
                  <a:lnTo>
                    <a:pt x="3021" y="39"/>
                  </a:lnTo>
                  <a:lnTo>
                    <a:pt x="3042" y="59"/>
                  </a:lnTo>
                  <a:lnTo>
                    <a:pt x="3052" y="79"/>
                  </a:lnTo>
                  <a:lnTo>
                    <a:pt x="3072" y="98"/>
                  </a:lnTo>
                  <a:lnTo>
                    <a:pt x="3082" y="118"/>
                  </a:lnTo>
                  <a:lnTo>
                    <a:pt x="3103" y="148"/>
                  </a:lnTo>
                  <a:lnTo>
                    <a:pt x="3113" y="177"/>
                  </a:lnTo>
                  <a:lnTo>
                    <a:pt x="3123" y="207"/>
                  </a:lnTo>
                  <a:lnTo>
                    <a:pt x="3143" y="236"/>
                  </a:lnTo>
                  <a:lnTo>
                    <a:pt x="3153" y="275"/>
                  </a:lnTo>
                  <a:lnTo>
                    <a:pt x="3174" y="315"/>
                  </a:lnTo>
                  <a:lnTo>
                    <a:pt x="3184" y="354"/>
                  </a:lnTo>
                  <a:lnTo>
                    <a:pt x="3204" y="403"/>
                  </a:lnTo>
                  <a:lnTo>
                    <a:pt x="3214" y="452"/>
                  </a:lnTo>
                  <a:lnTo>
                    <a:pt x="3235" y="501"/>
                  </a:lnTo>
                  <a:lnTo>
                    <a:pt x="3245" y="551"/>
                  </a:lnTo>
                  <a:lnTo>
                    <a:pt x="3255" y="600"/>
                  </a:lnTo>
                  <a:lnTo>
                    <a:pt x="3276" y="659"/>
                  </a:lnTo>
                  <a:lnTo>
                    <a:pt x="3286" y="718"/>
                  </a:lnTo>
                  <a:lnTo>
                    <a:pt x="3306" y="777"/>
                  </a:lnTo>
                  <a:lnTo>
                    <a:pt x="3316" y="836"/>
                  </a:lnTo>
                  <a:lnTo>
                    <a:pt x="3337" y="895"/>
                  </a:lnTo>
                  <a:lnTo>
                    <a:pt x="3347" y="963"/>
                  </a:lnTo>
                  <a:lnTo>
                    <a:pt x="3367" y="1032"/>
                  </a:lnTo>
                  <a:lnTo>
                    <a:pt x="3377" y="1101"/>
                  </a:lnTo>
                  <a:lnTo>
                    <a:pt x="3387" y="1170"/>
                  </a:lnTo>
                  <a:lnTo>
                    <a:pt x="3408" y="1239"/>
                  </a:lnTo>
                  <a:lnTo>
                    <a:pt x="3418" y="1307"/>
                  </a:lnTo>
                  <a:lnTo>
                    <a:pt x="3438" y="1376"/>
                  </a:lnTo>
                  <a:lnTo>
                    <a:pt x="3448" y="1445"/>
                  </a:lnTo>
                  <a:lnTo>
                    <a:pt x="3469" y="1514"/>
                  </a:lnTo>
                  <a:lnTo>
                    <a:pt x="3479" y="1592"/>
                  </a:lnTo>
                  <a:lnTo>
                    <a:pt x="3499" y="1661"/>
                  </a:lnTo>
                  <a:lnTo>
                    <a:pt x="3510" y="1730"/>
                  </a:lnTo>
                  <a:lnTo>
                    <a:pt x="3520" y="1799"/>
                  </a:lnTo>
                  <a:lnTo>
                    <a:pt x="3540" y="1877"/>
                  </a:lnTo>
                  <a:lnTo>
                    <a:pt x="3550" y="1946"/>
                  </a:lnTo>
                  <a:lnTo>
                    <a:pt x="3571" y="2015"/>
                  </a:lnTo>
                  <a:lnTo>
                    <a:pt x="3581" y="2074"/>
                  </a:lnTo>
                  <a:lnTo>
                    <a:pt x="3601" y="2143"/>
                  </a:lnTo>
                  <a:lnTo>
                    <a:pt x="3611" y="2212"/>
                  </a:lnTo>
                  <a:lnTo>
                    <a:pt x="3632" y="2271"/>
                  </a:lnTo>
                  <a:lnTo>
                    <a:pt x="3642" y="2330"/>
                  </a:lnTo>
                  <a:lnTo>
                    <a:pt x="3652" y="2389"/>
                  </a:lnTo>
                  <a:lnTo>
                    <a:pt x="3672" y="2448"/>
                  </a:lnTo>
                  <a:lnTo>
                    <a:pt x="3682" y="2497"/>
                  </a:lnTo>
                  <a:lnTo>
                    <a:pt x="3703" y="2556"/>
                  </a:lnTo>
                  <a:lnTo>
                    <a:pt x="3713" y="2595"/>
                  </a:lnTo>
                  <a:lnTo>
                    <a:pt x="3733" y="2644"/>
                  </a:lnTo>
                  <a:lnTo>
                    <a:pt x="3744" y="2683"/>
                  </a:lnTo>
                  <a:lnTo>
                    <a:pt x="3754" y="2723"/>
                  </a:lnTo>
                  <a:lnTo>
                    <a:pt x="3774" y="2762"/>
                  </a:lnTo>
                  <a:lnTo>
                    <a:pt x="3784" y="2792"/>
                  </a:lnTo>
                  <a:lnTo>
                    <a:pt x="3805" y="2821"/>
                  </a:lnTo>
                  <a:lnTo>
                    <a:pt x="3815" y="2841"/>
                  </a:lnTo>
                  <a:lnTo>
                    <a:pt x="3835" y="2860"/>
                  </a:lnTo>
                  <a:lnTo>
                    <a:pt x="3845" y="2880"/>
                  </a:lnTo>
                  <a:lnTo>
                    <a:pt x="3866" y="2890"/>
                  </a:lnTo>
                  <a:lnTo>
                    <a:pt x="3876" y="2890"/>
                  </a:lnTo>
                  <a:lnTo>
                    <a:pt x="3886" y="2890"/>
                  </a:lnTo>
                  <a:lnTo>
                    <a:pt x="3906" y="2890"/>
                  </a:lnTo>
                  <a:lnTo>
                    <a:pt x="3916" y="2880"/>
                  </a:lnTo>
                  <a:lnTo>
                    <a:pt x="3937" y="2870"/>
                  </a:lnTo>
                  <a:lnTo>
                    <a:pt x="3947" y="2850"/>
                  </a:lnTo>
                  <a:lnTo>
                    <a:pt x="3967" y="2821"/>
                  </a:lnTo>
                  <a:lnTo>
                    <a:pt x="3978" y="2801"/>
                  </a:lnTo>
                  <a:lnTo>
                    <a:pt x="3998" y="2762"/>
                  </a:lnTo>
                  <a:lnTo>
                    <a:pt x="4008" y="2723"/>
                  </a:lnTo>
                  <a:lnTo>
                    <a:pt x="4018" y="2683"/>
                  </a:lnTo>
                  <a:lnTo>
                    <a:pt x="4039" y="2634"/>
                  </a:lnTo>
                  <a:lnTo>
                    <a:pt x="4049" y="2575"/>
                  </a:lnTo>
                  <a:lnTo>
                    <a:pt x="4069" y="2516"/>
                  </a:lnTo>
                  <a:lnTo>
                    <a:pt x="4079" y="2457"/>
                  </a:lnTo>
                  <a:lnTo>
                    <a:pt x="4100" y="2389"/>
                  </a:lnTo>
                  <a:lnTo>
                    <a:pt x="4110" y="2310"/>
                  </a:lnTo>
                  <a:lnTo>
                    <a:pt x="4130" y="2231"/>
                  </a:lnTo>
                  <a:lnTo>
                    <a:pt x="4140" y="2143"/>
                  </a:lnTo>
                  <a:lnTo>
                    <a:pt x="4150" y="2064"/>
                  </a:lnTo>
                  <a:lnTo>
                    <a:pt x="4171" y="1966"/>
                  </a:lnTo>
                  <a:lnTo>
                    <a:pt x="4181" y="1868"/>
                  </a:lnTo>
                  <a:lnTo>
                    <a:pt x="4201" y="1769"/>
                  </a:lnTo>
                  <a:lnTo>
                    <a:pt x="4212" y="1661"/>
                  </a:lnTo>
                  <a:lnTo>
                    <a:pt x="4232" y="1553"/>
                  </a:lnTo>
                  <a:lnTo>
                    <a:pt x="4242" y="1445"/>
                  </a:lnTo>
                  <a:lnTo>
                    <a:pt x="4262" y="1327"/>
                  </a:lnTo>
                  <a:lnTo>
                    <a:pt x="4273" y="1209"/>
                  </a:lnTo>
                  <a:lnTo>
                    <a:pt x="4283" y="1081"/>
                  </a:lnTo>
                  <a:lnTo>
                    <a:pt x="4303" y="963"/>
                  </a:lnTo>
                  <a:lnTo>
                    <a:pt x="4313" y="836"/>
                  </a:lnTo>
                  <a:lnTo>
                    <a:pt x="4334" y="708"/>
                  </a:lnTo>
                  <a:lnTo>
                    <a:pt x="4344" y="570"/>
                  </a:lnTo>
                  <a:lnTo>
                    <a:pt x="4364" y="442"/>
                  </a:lnTo>
                  <a:lnTo>
                    <a:pt x="4374" y="305"/>
                  </a:lnTo>
                  <a:lnTo>
                    <a:pt x="4395" y="167"/>
                  </a:lnTo>
                  <a:lnTo>
                    <a:pt x="4405" y="39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7" name="Line 7">
              <a:extLst>
                <a:ext uri="{FF2B5EF4-FFF2-40B4-BE49-F238E27FC236}">
                  <a16:creationId xmlns:a16="http://schemas.microsoft.com/office/drawing/2014/main" id="{6653BC60-EB77-7BEA-590F-B02A72118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3" y="2640"/>
              <a:ext cx="192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8" name="Text Box 8">
              <a:extLst>
                <a:ext uri="{FF2B5EF4-FFF2-40B4-BE49-F238E27FC236}">
                  <a16:creationId xmlns:a16="http://schemas.microsoft.com/office/drawing/2014/main" id="{6621E0AD-8156-0B86-B53F-BBFB76096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" y="259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7909" name="Text Box 9">
              <a:extLst>
                <a:ext uri="{FF2B5EF4-FFF2-40B4-BE49-F238E27FC236}">
                  <a16:creationId xmlns:a16="http://schemas.microsoft.com/office/drawing/2014/main" id="{4F34EBFC-8113-C2C3-DDF3-EED9BBF35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" y="2601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7910" name="Text Box 10">
              <a:extLst>
                <a:ext uri="{FF2B5EF4-FFF2-40B4-BE49-F238E27FC236}">
                  <a16:creationId xmlns:a16="http://schemas.microsoft.com/office/drawing/2014/main" id="{411C11D0-3A7E-0B99-0345-FF6B545F1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" y="1885"/>
              <a:ext cx="43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7911" name="Text Box 11">
              <a:extLst>
                <a:ext uri="{FF2B5EF4-FFF2-40B4-BE49-F238E27FC236}">
                  <a16:creationId xmlns:a16="http://schemas.microsoft.com/office/drawing/2014/main" id="{991707FB-BEFA-3163-8ADF-AF047749E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6" y="3272"/>
              <a:ext cx="7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-1&lt;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&lt;0</a:t>
              </a:r>
            </a:p>
          </p:txBody>
        </p:sp>
      </p:grpSp>
      <p:grpSp>
        <p:nvGrpSpPr>
          <p:cNvPr id="37892" name="Group 12">
            <a:extLst>
              <a:ext uri="{FF2B5EF4-FFF2-40B4-BE49-F238E27FC236}">
                <a16:creationId xmlns:a16="http://schemas.microsoft.com/office/drawing/2014/main" id="{EE4AD870-5594-9CB1-F3AD-70E7CE6E3E9B}"/>
              </a:ext>
            </a:extLst>
          </p:cNvPr>
          <p:cNvGrpSpPr>
            <a:grpSpLocks/>
          </p:cNvGrpSpPr>
          <p:nvPr/>
        </p:nvGrpSpPr>
        <p:grpSpPr bwMode="auto">
          <a:xfrm>
            <a:off x="4992688" y="3167063"/>
            <a:ext cx="3625850" cy="2714625"/>
            <a:chOff x="3145" y="1890"/>
            <a:chExt cx="2284" cy="1710"/>
          </a:xfrm>
        </p:grpSpPr>
        <p:sp>
          <p:nvSpPr>
            <p:cNvPr id="37898" name="Line 13">
              <a:extLst>
                <a:ext uri="{FF2B5EF4-FFF2-40B4-BE49-F238E27FC236}">
                  <a16:creationId xmlns:a16="http://schemas.microsoft.com/office/drawing/2014/main" id="{6772D20A-31BF-DA58-3E2A-F2CD19EF3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173"/>
              <a:ext cx="171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9" name="Line 14">
              <a:extLst>
                <a:ext uri="{FF2B5EF4-FFF2-40B4-BE49-F238E27FC236}">
                  <a16:creationId xmlns:a16="http://schemas.microsoft.com/office/drawing/2014/main" id="{19C9FA61-F846-0152-AAF3-FF6C0D9075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0" y="2010"/>
              <a:ext cx="1" cy="1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0" name="Freeform 15">
              <a:extLst>
                <a:ext uri="{FF2B5EF4-FFF2-40B4-BE49-F238E27FC236}">
                  <a16:creationId xmlns:a16="http://schemas.microsoft.com/office/drawing/2014/main" id="{61855CF1-0B32-8E5B-07DD-B3A0E74D7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123"/>
              <a:ext cx="1719" cy="1050"/>
            </a:xfrm>
            <a:custGeom>
              <a:avLst/>
              <a:gdLst>
                <a:gd name="T0" fmla="*/ 0 w 2071"/>
                <a:gd name="T1" fmla="*/ 1 h 2061"/>
                <a:gd name="T2" fmla="*/ 18 w 2071"/>
                <a:gd name="T3" fmla="*/ 1 h 2061"/>
                <a:gd name="T4" fmla="*/ 37 w 2071"/>
                <a:gd name="T5" fmla="*/ 1 h 2061"/>
                <a:gd name="T6" fmla="*/ 55 w 2071"/>
                <a:gd name="T7" fmla="*/ 1 h 2061"/>
                <a:gd name="T8" fmla="*/ 74 w 2071"/>
                <a:gd name="T9" fmla="*/ 1 h 2061"/>
                <a:gd name="T10" fmla="*/ 91 w 2071"/>
                <a:gd name="T11" fmla="*/ 1 h 2061"/>
                <a:gd name="T12" fmla="*/ 110 w 2071"/>
                <a:gd name="T13" fmla="*/ 1 h 2061"/>
                <a:gd name="T14" fmla="*/ 129 w 2071"/>
                <a:gd name="T15" fmla="*/ 1 h 2061"/>
                <a:gd name="T16" fmla="*/ 147 w 2071"/>
                <a:gd name="T17" fmla="*/ 1 h 2061"/>
                <a:gd name="T18" fmla="*/ 166 w 2071"/>
                <a:gd name="T19" fmla="*/ 1 h 2061"/>
                <a:gd name="T20" fmla="*/ 183 w 2071"/>
                <a:gd name="T21" fmla="*/ 0 h 20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71"/>
                <a:gd name="T34" fmla="*/ 0 h 2061"/>
                <a:gd name="T35" fmla="*/ 2071 w 2071"/>
                <a:gd name="T36" fmla="*/ 2061 h 206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71" h="2061">
                  <a:moveTo>
                    <a:pt x="0" y="2061"/>
                  </a:moveTo>
                  <a:lnTo>
                    <a:pt x="206" y="2055"/>
                  </a:lnTo>
                  <a:lnTo>
                    <a:pt x="416" y="2028"/>
                  </a:lnTo>
                  <a:lnTo>
                    <a:pt x="622" y="1981"/>
                  </a:lnTo>
                  <a:lnTo>
                    <a:pt x="828" y="1907"/>
                  </a:lnTo>
                  <a:lnTo>
                    <a:pt x="1038" y="1787"/>
                  </a:lnTo>
                  <a:lnTo>
                    <a:pt x="1244" y="1620"/>
                  </a:lnTo>
                  <a:lnTo>
                    <a:pt x="1449" y="1379"/>
                  </a:lnTo>
                  <a:lnTo>
                    <a:pt x="1655" y="1051"/>
                  </a:lnTo>
                  <a:lnTo>
                    <a:pt x="1866" y="603"/>
                  </a:lnTo>
                  <a:lnTo>
                    <a:pt x="207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1" name="Text Box 16">
              <a:extLst>
                <a:ext uri="{FF2B5EF4-FFF2-40B4-BE49-F238E27FC236}">
                  <a16:creationId xmlns:a16="http://schemas.microsoft.com/office/drawing/2014/main" id="{AA7D5A9F-3296-19D5-97E2-D331D4FF7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1" y="3101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7902" name="Text Box 17">
              <a:extLst>
                <a:ext uri="{FF2B5EF4-FFF2-40B4-BE49-F238E27FC236}">
                  <a16:creationId xmlns:a16="http://schemas.microsoft.com/office/drawing/2014/main" id="{045090FF-7923-1F42-41DD-03378C078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" y="313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7903" name="Text Box 18">
              <a:extLst>
                <a:ext uri="{FF2B5EF4-FFF2-40B4-BE49-F238E27FC236}">
                  <a16:creationId xmlns:a16="http://schemas.microsoft.com/office/drawing/2014/main" id="{303F2E5F-796E-7E51-E5EB-5C2F501C2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5" y="1890"/>
              <a:ext cx="43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7904" name="Text Box 19">
              <a:extLst>
                <a:ext uri="{FF2B5EF4-FFF2-40B4-BE49-F238E27FC236}">
                  <a16:creationId xmlns:a16="http://schemas.microsoft.com/office/drawing/2014/main" id="{897ED500-9301-F44A-B089-9AD6CC9E6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2" y="3273"/>
              <a:ext cx="5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&lt;-1</a:t>
              </a:r>
            </a:p>
          </p:txBody>
        </p:sp>
      </p:grpSp>
      <p:sp>
        <p:nvSpPr>
          <p:cNvPr id="37893" name="Text Box 20">
            <a:extLst>
              <a:ext uri="{FF2B5EF4-FFF2-40B4-BE49-F238E27FC236}">
                <a16:creationId xmlns:a16="http://schemas.microsoft.com/office/drawing/2014/main" id="{CBD048F0-5633-733D-61F4-D79B0A99C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828800"/>
            <a:ext cx="7391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-1&lt;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en-US" altLang="zh-CN" sz="2800">
                <a:latin typeface="Times New Roman" panose="02020603050405020304" pitchFamily="18" charset="0"/>
              </a:rPr>
              <a:t>&lt;0</a:t>
            </a:r>
            <a:r>
              <a:rPr kumimoji="1" lang="zh-CN" altLang="en-US" sz="2800">
                <a:latin typeface="Times New Roman" panose="02020603050405020304" pitchFamily="18" charset="0"/>
              </a:rPr>
              <a:t>：</a:t>
            </a:r>
            <a:r>
              <a:rPr kumimoji="1" lang="zh-CN" altLang="en-US" sz="2800">
                <a:latin typeface="宋体" panose="02010600030101010101" pitchFamily="2" charset="-122"/>
              </a:rPr>
              <a:t>输出表达式与欠阻尼状态相同。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7894" name="Text Box 21">
            <a:extLst>
              <a:ext uri="{FF2B5EF4-FFF2-40B4-BE49-F238E27FC236}">
                <a16:creationId xmlns:a16="http://schemas.microsoft.com/office/drawing/2014/main" id="{002E4744-B905-A209-7655-ABE2384B8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438400"/>
            <a:ext cx="7162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en-US" altLang="zh-CN" sz="2800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</a:rPr>
              <a:t>&lt; -1</a:t>
            </a:r>
            <a:r>
              <a:rPr kumimoji="1" lang="zh-CN" altLang="en-US" sz="2800">
                <a:latin typeface="Times New Roman" panose="02020603050405020304" pitchFamily="18" charset="0"/>
              </a:rPr>
              <a:t>：</a:t>
            </a:r>
            <a:r>
              <a:rPr kumimoji="1" lang="zh-CN" altLang="en-US" sz="2800">
                <a:latin typeface="宋体" panose="02010600030101010101" pitchFamily="2" charset="-122"/>
              </a:rPr>
              <a:t>输出表达式与过阻尼状态相同。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7895" name="Rectangle 22">
            <a:extLst>
              <a:ext uri="{FF2B5EF4-FFF2-40B4-BE49-F238E27FC236}">
                <a16:creationId xmlns:a16="http://schemas.microsoft.com/office/drawing/2014/main" id="{7E73DFD4-BCB5-3762-D1FD-2B81D652E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881688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宋体" panose="02010600030101010101" pitchFamily="2" charset="-122"/>
              </a:rPr>
              <a:t>特点：振荡发散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7896" name="Rectangle 23">
            <a:extLst>
              <a:ext uri="{FF2B5EF4-FFF2-40B4-BE49-F238E27FC236}">
                <a16:creationId xmlns:a16="http://schemas.microsoft.com/office/drawing/2014/main" id="{A1ED0005-43DA-C8CB-6C80-B0E3D1798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8816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宋体" panose="02010600030101010101" pitchFamily="2" charset="-122"/>
              </a:rPr>
              <a:t>特点：单调发散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7897" name="Object 9">
            <a:extLst>
              <a:ext uri="{FF2B5EF4-FFF2-40B4-BE49-F238E27FC236}">
                <a16:creationId xmlns:a16="http://schemas.microsoft.com/office/drawing/2014/main" id="{639ABC74-0791-8670-E456-37C393B0B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0"/>
          <a:ext cx="58705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514600" imgH="431800" progId="Equation.3">
                  <p:embed/>
                </p:oleObj>
              </mc:Choice>
              <mc:Fallback>
                <p:oleObj name="公式" r:id="rId3" imgW="25146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58705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1F11B9A2-CD26-DA27-3D39-41FF6087B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908050"/>
            <a:ext cx="7129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瞬态响应指标及其与系统参数的关系</a:t>
            </a:r>
            <a:endParaRPr kumimoji="1"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38915" name="Rectangle 4">
            <a:extLst>
              <a:ext uri="{FF2B5EF4-FFF2-40B4-BE49-F238E27FC236}">
                <a16:creationId xmlns:a16="http://schemas.microsoft.com/office/drawing/2014/main" id="{8D1B6BE7-1247-C5C5-4DCD-7DECDE2AF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9161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控制系统的时域性能指标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8916" name="Rectangle 5">
            <a:extLst>
              <a:ext uri="{FF2B5EF4-FFF2-40B4-BE49-F238E27FC236}">
                <a16:creationId xmlns:a16="http://schemas.microsoft.com/office/drawing/2014/main" id="{07C9B916-B59B-84CA-E9A3-DD870EDFC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667000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控制系统的性能指标是评价系统动态品质的定量指标，是定量分析的基础。</a:t>
            </a:r>
          </a:p>
        </p:txBody>
      </p:sp>
      <p:sp>
        <p:nvSpPr>
          <p:cNvPr id="38917" name="Rectangle 6">
            <a:extLst>
              <a:ext uri="{FF2B5EF4-FFF2-40B4-BE49-F238E27FC236}">
                <a16:creationId xmlns:a16="http://schemas.microsoft.com/office/drawing/2014/main" id="{4805A897-F1B2-7E88-6293-6091E9C18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733800"/>
            <a:ext cx="70866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系统的时域性能指标通常通过系统的单位阶跃响应进行定义。常见的性能指标有：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上升时间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900" i="1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kumimoji="1" lang="zh-CN" altLang="en-US" sz="2800">
                <a:latin typeface="宋体" panose="02010600030101010101" pitchFamily="2" charset="-122"/>
              </a:rPr>
              <a:t>、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峰值时间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900" i="1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>
                <a:latin typeface="宋体" panose="02010600030101010101" pitchFamily="2" charset="-122"/>
              </a:rPr>
              <a:t>、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调整时间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900" i="1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800">
                <a:latin typeface="宋体" panose="02010600030101010101" pitchFamily="2" charset="-122"/>
              </a:rPr>
              <a:t>、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最大超调量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900" i="1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>
                <a:latin typeface="宋体" panose="02010600030101010101" pitchFamily="2" charset="-122"/>
              </a:rPr>
              <a:t>、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振荡次数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  <a:r>
              <a:rPr kumimoji="1" lang="zh-CN" altLang="en-US" sz="2800">
                <a:latin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3">
            <a:extLst>
              <a:ext uri="{FF2B5EF4-FFF2-40B4-BE49-F238E27FC236}">
                <a16:creationId xmlns:a16="http://schemas.microsoft.com/office/drawing/2014/main" id="{CC282834-2B8A-2743-DD85-8622490D25F3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052513"/>
            <a:ext cx="7472363" cy="5367337"/>
            <a:chOff x="813" y="786"/>
            <a:chExt cx="4707" cy="3381"/>
          </a:xfrm>
        </p:grpSpPr>
        <p:sp>
          <p:nvSpPr>
            <p:cNvPr id="39939" name="Rectangle 4">
              <a:extLst>
                <a:ext uri="{FF2B5EF4-FFF2-40B4-BE49-F238E27FC236}">
                  <a16:creationId xmlns:a16="http://schemas.microsoft.com/office/drawing/2014/main" id="{2B762C95-9FB7-588E-9ACE-27617E697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1772"/>
              <a:ext cx="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9940" name="Line 5">
              <a:extLst>
                <a:ext uri="{FF2B5EF4-FFF2-40B4-BE49-F238E27FC236}">
                  <a16:creationId xmlns:a16="http://schemas.microsoft.com/office/drawing/2014/main" id="{FE981C9D-7B12-A16E-F39F-F0339121E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0" y="3589"/>
              <a:ext cx="41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1" name="Line 6">
              <a:extLst>
                <a:ext uri="{FF2B5EF4-FFF2-40B4-BE49-F238E27FC236}">
                  <a16:creationId xmlns:a16="http://schemas.microsoft.com/office/drawing/2014/main" id="{01617493-AFA9-A34A-C47C-AAD484BAB4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0" y="868"/>
              <a:ext cx="0" cy="2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2" name="Line 7">
              <a:extLst>
                <a:ext uri="{FF2B5EF4-FFF2-40B4-BE49-F238E27FC236}">
                  <a16:creationId xmlns:a16="http://schemas.microsoft.com/office/drawing/2014/main" id="{DE473D8F-A03F-AABC-386E-5D9F6575E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0" y="1853"/>
              <a:ext cx="0" cy="2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3" name="Line 8">
              <a:extLst>
                <a:ext uri="{FF2B5EF4-FFF2-40B4-BE49-F238E27FC236}">
                  <a16:creationId xmlns:a16="http://schemas.microsoft.com/office/drawing/2014/main" id="{24043587-6A97-B6F0-BCCF-33AA4F1E1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1853"/>
              <a:ext cx="3" cy="2"/>
            </a:xfrm>
            <a:prstGeom prst="line">
              <a:avLst/>
            </a:prstGeom>
            <a:noFill/>
            <a:ln w="15875">
              <a:solidFill>
                <a:srgbClr val="BFB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4" name="Line 9">
              <a:extLst>
                <a:ext uri="{FF2B5EF4-FFF2-40B4-BE49-F238E27FC236}">
                  <a16:creationId xmlns:a16="http://schemas.microsoft.com/office/drawing/2014/main" id="{795F9949-EBC6-9DFE-D38F-5ABD980BF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1975"/>
              <a:ext cx="4198" cy="1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5" name="Text Box 10">
              <a:extLst>
                <a:ext uri="{FF2B5EF4-FFF2-40B4-BE49-F238E27FC236}">
                  <a16:creationId xmlns:a16="http://schemas.microsoft.com/office/drawing/2014/main" id="{F4ECC4EC-9D05-08DF-78A3-D9BDC5C27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2" y="3120"/>
              <a:ext cx="1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9946" name="Rectangle 11">
              <a:extLst>
                <a:ext uri="{FF2B5EF4-FFF2-40B4-BE49-F238E27FC236}">
                  <a16:creationId xmlns:a16="http://schemas.microsoft.com/office/drawing/2014/main" id="{56D17EAD-61C4-42D6-3421-317004828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" y="356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947" name="Rectangle 12">
              <a:extLst>
                <a:ext uri="{FF2B5EF4-FFF2-40B4-BE49-F238E27FC236}">
                  <a16:creationId xmlns:a16="http://schemas.microsoft.com/office/drawing/2014/main" id="{799475E1-F9D4-6B7B-F490-C896FE188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5" y="3589"/>
              <a:ext cx="225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9948" name="Line 13">
              <a:extLst>
                <a:ext uri="{FF2B5EF4-FFF2-40B4-BE49-F238E27FC236}">
                  <a16:creationId xmlns:a16="http://schemas.microsoft.com/office/drawing/2014/main" id="{8FE5CE12-21FA-DF77-2FA3-7A6B461FD7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24" y="1138"/>
              <a:ext cx="64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9" name="Line 14">
              <a:extLst>
                <a:ext uri="{FF2B5EF4-FFF2-40B4-BE49-F238E27FC236}">
                  <a16:creationId xmlns:a16="http://schemas.microsoft.com/office/drawing/2014/main" id="{74063C31-F626-10AB-A43D-35F55377E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1107"/>
              <a:ext cx="3" cy="8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0" name="Rectangle 15">
              <a:extLst>
                <a:ext uri="{FF2B5EF4-FFF2-40B4-BE49-F238E27FC236}">
                  <a16:creationId xmlns:a16="http://schemas.microsoft.com/office/drawing/2014/main" id="{5320B6AA-B877-1D28-48C6-5374F67B9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" y="1344"/>
              <a:ext cx="27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000000"/>
                  </a:solidFill>
                  <a:latin typeface="Helvetica" panose="020B0604020202020204" pitchFamily="34" charset="0"/>
                </a:rPr>
                <a:t>M</a:t>
              </a:r>
              <a:r>
                <a:rPr kumimoji="1" lang="en-US" altLang="zh-CN" sz="2900" i="1" baseline="-12000">
                  <a:solidFill>
                    <a:srgbClr val="000000"/>
                  </a:solidFill>
                  <a:latin typeface="Helvetica" panose="020B0604020202020204" pitchFamily="34" charset="0"/>
                </a:rPr>
                <a:t>p</a:t>
              </a:r>
              <a:endParaRPr kumimoji="1"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39951" name="Line 16">
              <a:extLst>
                <a:ext uri="{FF2B5EF4-FFF2-40B4-BE49-F238E27FC236}">
                  <a16:creationId xmlns:a16="http://schemas.microsoft.com/office/drawing/2014/main" id="{722B133A-0FFC-FE5B-75DC-83E2F0F9E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1988"/>
              <a:ext cx="0" cy="159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2" name="Line 17">
              <a:extLst>
                <a:ext uri="{FF2B5EF4-FFF2-40B4-BE49-F238E27FC236}">
                  <a16:creationId xmlns:a16="http://schemas.microsoft.com/office/drawing/2014/main" id="{E195F6DF-96E5-A30F-24CB-C68D5E463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3" y="1141"/>
              <a:ext cx="2" cy="2448"/>
            </a:xfrm>
            <a:prstGeom prst="line">
              <a:avLst/>
            </a:prstGeom>
            <a:noFill/>
            <a:ln w="28575">
              <a:solidFill>
                <a:srgbClr val="3399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3" name="Line 18">
              <a:extLst>
                <a:ext uri="{FF2B5EF4-FFF2-40B4-BE49-F238E27FC236}">
                  <a16:creationId xmlns:a16="http://schemas.microsoft.com/office/drawing/2014/main" id="{7656FB6C-428E-C48A-223F-93E243149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3" y="1739"/>
              <a:ext cx="1805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4" name="Line 19">
              <a:extLst>
                <a:ext uri="{FF2B5EF4-FFF2-40B4-BE49-F238E27FC236}">
                  <a16:creationId xmlns:a16="http://schemas.microsoft.com/office/drawing/2014/main" id="{38FEE114-292C-5331-EF7D-9EE4A3EFD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" y="2190"/>
              <a:ext cx="18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5" name="Line 20">
              <a:extLst>
                <a:ext uri="{FF2B5EF4-FFF2-40B4-BE49-F238E27FC236}">
                  <a16:creationId xmlns:a16="http://schemas.microsoft.com/office/drawing/2014/main" id="{60B4C387-1DFE-A0F5-3B7F-8D94FC2423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97" y="2182"/>
              <a:ext cx="0" cy="1415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6" name="Line 21">
              <a:extLst>
                <a:ext uri="{FF2B5EF4-FFF2-40B4-BE49-F238E27FC236}">
                  <a16:creationId xmlns:a16="http://schemas.microsoft.com/office/drawing/2014/main" id="{FB4877FF-B896-672D-2C62-0A3B2EF5F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6" y="1366"/>
              <a:ext cx="391" cy="563"/>
            </a:xfrm>
            <a:prstGeom prst="line">
              <a:avLst/>
            </a:prstGeom>
            <a:noFill/>
            <a:ln w="22225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7" name="Text Box 22">
              <a:extLst>
                <a:ext uri="{FF2B5EF4-FFF2-40B4-BE49-F238E27FC236}">
                  <a16:creationId xmlns:a16="http://schemas.microsoft.com/office/drawing/2014/main" id="{E91BDDB5-5E87-C0A6-2700-0FB1EC450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8" y="1056"/>
              <a:ext cx="1012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Times New Roman" panose="02020603050405020304" pitchFamily="18" charset="0"/>
                </a:rPr>
                <a:t>允许误差</a:t>
              </a:r>
            </a:p>
          </p:txBody>
        </p:sp>
        <p:sp>
          <p:nvSpPr>
            <p:cNvPr id="39958" name="Line 23">
              <a:extLst>
                <a:ext uri="{FF2B5EF4-FFF2-40B4-BE49-F238E27FC236}">
                  <a16:creationId xmlns:a16="http://schemas.microsoft.com/office/drawing/2014/main" id="{7E1465B2-D731-5737-9AFC-2F3DA91D0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1968"/>
              <a:ext cx="624" cy="672"/>
            </a:xfrm>
            <a:prstGeom prst="line">
              <a:avLst/>
            </a:prstGeom>
            <a:noFill/>
            <a:ln w="2222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9" name="Line 24">
              <a:extLst>
                <a:ext uri="{FF2B5EF4-FFF2-40B4-BE49-F238E27FC236}">
                  <a16:creationId xmlns:a16="http://schemas.microsoft.com/office/drawing/2014/main" id="{011135D5-8E54-9819-CF43-008447FD29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1929"/>
              <a:ext cx="851" cy="711"/>
            </a:xfrm>
            <a:prstGeom prst="line">
              <a:avLst/>
            </a:prstGeom>
            <a:noFill/>
            <a:ln w="22225">
              <a:solidFill>
                <a:srgbClr val="3399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0" name="Text Box 25">
              <a:extLst>
                <a:ext uri="{FF2B5EF4-FFF2-40B4-BE49-F238E27FC236}">
                  <a16:creationId xmlns:a16="http://schemas.microsoft.com/office/drawing/2014/main" id="{4DC64C67-D671-0FD9-A200-BCBD946F3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4" y="2601"/>
              <a:ext cx="15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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=0.05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或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0.02</a:t>
              </a:r>
            </a:p>
          </p:txBody>
        </p:sp>
        <p:sp>
          <p:nvSpPr>
            <p:cNvPr id="39961" name="Rectangle 26">
              <a:extLst>
                <a:ext uri="{FF2B5EF4-FFF2-40B4-BE49-F238E27FC236}">
                  <a16:creationId xmlns:a16="http://schemas.microsoft.com/office/drawing/2014/main" id="{4111DE52-2F65-9F7A-6D60-C2601975A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3554"/>
              <a:ext cx="121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900" i="1" baseline="-12000">
                  <a:latin typeface="Times New Roman" panose="02020603050405020304" pitchFamily="18" charset="0"/>
                </a:rPr>
                <a:t>r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9962" name="Rectangle 27">
              <a:extLst>
                <a:ext uri="{FF2B5EF4-FFF2-40B4-BE49-F238E27FC236}">
                  <a16:creationId xmlns:a16="http://schemas.microsoft.com/office/drawing/2014/main" id="{2CA76C6E-4EFE-7F4B-8B3C-87C409770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" y="3554"/>
              <a:ext cx="13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900" i="1" baseline="-12000">
                  <a:latin typeface="Times New Roman" panose="02020603050405020304" pitchFamily="18" charset="0"/>
                </a:rPr>
                <a:t>p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9963" name="Rectangle 28">
              <a:extLst>
                <a:ext uri="{FF2B5EF4-FFF2-40B4-BE49-F238E27FC236}">
                  <a16:creationId xmlns:a16="http://schemas.microsoft.com/office/drawing/2014/main" id="{35CD1453-6E1E-F399-C88F-A1C840ACE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3554"/>
              <a:ext cx="121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900" i="1" baseline="-12000">
                  <a:latin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9964" name="Line 29">
              <a:extLst>
                <a:ext uri="{FF2B5EF4-FFF2-40B4-BE49-F238E27FC236}">
                  <a16:creationId xmlns:a16="http://schemas.microsoft.com/office/drawing/2014/main" id="{D7E1EE2C-6E73-C0EA-4983-FC671F11C6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3398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5" name="Line 30">
              <a:extLst>
                <a:ext uri="{FF2B5EF4-FFF2-40B4-BE49-F238E27FC236}">
                  <a16:creationId xmlns:a16="http://schemas.microsoft.com/office/drawing/2014/main" id="{9FAB0386-A5BE-C972-9583-283CA20F5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19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6" name="Rectangle 31">
              <a:extLst>
                <a:ext uri="{FF2B5EF4-FFF2-40B4-BE49-F238E27FC236}">
                  <a16:creationId xmlns:a16="http://schemas.microsoft.com/office/drawing/2014/main" id="{8D91FDC2-09A2-0AE3-312E-80D947787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" y="3236"/>
              <a:ext cx="281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0.1</a:t>
              </a:r>
            </a:p>
          </p:txBody>
        </p:sp>
        <p:sp>
          <p:nvSpPr>
            <p:cNvPr id="39967" name="Rectangle 32">
              <a:extLst>
                <a:ext uri="{FF2B5EF4-FFF2-40B4-BE49-F238E27FC236}">
                  <a16:creationId xmlns:a16="http://schemas.microsoft.com/office/drawing/2014/main" id="{D763C3AC-F208-FB0E-AD35-A0997EBBA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2057"/>
              <a:ext cx="28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39968" name="Rectangle 33">
              <a:extLst>
                <a:ext uri="{FF2B5EF4-FFF2-40B4-BE49-F238E27FC236}">
                  <a16:creationId xmlns:a16="http://schemas.microsoft.com/office/drawing/2014/main" id="{B3E2B9C1-AD8B-8349-CA94-5D5A3363F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786"/>
              <a:ext cx="3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9969" name="Freeform 34">
              <a:extLst>
                <a:ext uri="{FF2B5EF4-FFF2-40B4-BE49-F238E27FC236}">
                  <a16:creationId xmlns:a16="http://schemas.microsoft.com/office/drawing/2014/main" id="{6B58EADA-597C-F122-C38B-F1D33264FC0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75" y="1147"/>
              <a:ext cx="4177" cy="2426"/>
            </a:xfrm>
            <a:custGeom>
              <a:avLst/>
              <a:gdLst>
                <a:gd name="T0" fmla="*/ 23 w 4519"/>
                <a:gd name="T1" fmla="*/ 952 h 2620"/>
                <a:gd name="T2" fmla="*/ 53 w 4519"/>
                <a:gd name="T3" fmla="*/ 889 h 2620"/>
                <a:gd name="T4" fmla="*/ 86 w 4519"/>
                <a:gd name="T5" fmla="*/ 789 h 2620"/>
                <a:gd name="T6" fmla="*/ 120 w 4519"/>
                <a:gd name="T7" fmla="*/ 664 h 2620"/>
                <a:gd name="T8" fmla="*/ 151 w 4519"/>
                <a:gd name="T9" fmla="*/ 523 h 2620"/>
                <a:gd name="T10" fmla="*/ 184 w 4519"/>
                <a:gd name="T11" fmla="*/ 381 h 2620"/>
                <a:gd name="T12" fmla="*/ 218 w 4519"/>
                <a:gd name="T13" fmla="*/ 252 h 2620"/>
                <a:gd name="T14" fmla="*/ 247 w 4519"/>
                <a:gd name="T15" fmla="*/ 144 h 2620"/>
                <a:gd name="T16" fmla="*/ 281 w 4519"/>
                <a:gd name="T17" fmla="*/ 64 h 2620"/>
                <a:gd name="T18" fmla="*/ 316 w 4519"/>
                <a:gd name="T19" fmla="*/ 16 h 2620"/>
                <a:gd name="T20" fmla="*/ 345 w 4519"/>
                <a:gd name="T21" fmla="*/ 0 h 2620"/>
                <a:gd name="T22" fmla="*/ 379 w 4519"/>
                <a:gd name="T23" fmla="*/ 12 h 2620"/>
                <a:gd name="T24" fmla="*/ 412 w 4519"/>
                <a:gd name="T25" fmla="*/ 52 h 2620"/>
                <a:gd name="T26" fmla="*/ 443 w 4519"/>
                <a:gd name="T27" fmla="*/ 112 h 2620"/>
                <a:gd name="T28" fmla="*/ 477 w 4519"/>
                <a:gd name="T29" fmla="*/ 181 h 2620"/>
                <a:gd name="T30" fmla="*/ 510 w 4519"/>
                <a:gd name="T31" fmla="*/ 256 h 2620"/>
                <a:gd name="T32" fmla="*/ 539 w 4519"/>
                <a:gd name="T33" fmla="*/ 330 h 2620"/>
                <a:gd name="T34" fmla="*/ 574 w 4519"/>
                <a:gd name="T35" fmla="*/ 392 h 2620"/>
                <a:gd name="T36" fmla="*/ 609 w 4519"/>
                <a:gd name="T37" fmla="*/ 445 h 2620"/>
                <a:gd name="T38" fmla="*/ 638 w 4519"/>
                <a:gd name="T39" fmla="*/ 481 h 2620"/>
                <a:gd name="T40" fmla="*/ 672 w 4519"/>
                <a:gd name="T41" fmla="*/ 504 h 2620"/>
                <a:gd name="T42" fmla="*/ 705 w 4519"/>
                <a:gd name="T43" fmla="*/ 508 h 2620"/>
                <a:gd name="T44" fmla="*/ 736 w 4519"/>
                <a:gd name="T45" fmla="*/ 492 h 2620"/>
                <a:gd name="T46" fmla="*/ 769 w 4519"/>
                <a:gd name="T47" fmla="*/ 471 h 2620"/>
                <a:gd name="T48" fmla="*/ 804 w 4519"/>
                <a:gd name="T49" fmla="*/ 437 h 2620"/>
                <a:gd name="T50" fmla="*/ 834 w 4519"/>
                <a:gd name="T51" fmla="*/ 400 h 2620"/>
                <a:gd name="T52" fmla="*/ 867 w 4519"/>
                <a:gd name="T53" fmla="*/ 360 h 2620"/>
                <a:gd name="T54" fmla="*/ 901 w 4519"/>
                <a:gd name="T55" fmla="*/ 322 h 2620"/>
                <a:gd name="T56" fmla="*/ 932 w 4519"/>
                <a:gd name="T57" fmla="*/ 289 h 2620"/>
                <a:gd name="T58" fmla="*/ 965 w 4519"/>
                <a:gd name="T59" fmla="*/ 263 h 2620"/>
                <a:gd name="T60" fmla="*/ 998 w 4519"/>
                <a:gd name="T61" fmla="*/ 249 h 2620"/>
                <a:gd name="T62" fmla="*/ 1028 w 4519"/>
                <a:gd name="T63" fmla="*/ 241 h 2620"/>
                <a:gd name="T64" fmla="*/ 1062 w 4519"/>
                <a:gd name="T65" fmla="*/ 241 h 2620"/>
                <a:gd name="T66" fmla="*/ 1094 w 4519"/>
                <a:gd name="T67" fmla="*/ 249 h 2620"/>
                <a:gd name="T68" fmla="*/ 1125 w 4519"/>
                <a:gd name="T69" fmla="*/ 263 h 2620"/>
                <a:gd name="T70" fmla="*/ 1159 w 4519"/>
                <a:gd name="T71" fmla="*/ 281 h 2620"/>
                <a:gd name="T72" fmla="*/ 1192 w 4519"/>
                <a:gd name="T73" fmla="*/ 303 h 2620"/>
                <a:gd name="T74" fmla="*/ 1224 w 4519"/>
                <a:gd name="T75" fmla="*/ 322 h 2620"/>
                <a:gd name="T76" fmla="*/ 1258 w 4519"/>
                <a:gd name="T77" fmla="*/ 342 h 2620"/>
                <a:gd name="T78" fmla="*/ 1290 w 4519"/>
                <a:gd name="T79" fmla="*/ 360 h 2620"/>
                <a:gd name="T80" fmla="*/ 1320 w 4519"/>
                <a:gd name="T81" fmla="*/ 370 h 2620"/>
                <a:gd name="T82" fmla="*/ 1354 w 4519"/>
                <a:gd name="T83" fmla="*/ 379 h 2620"/>
                <a:gd name="T84" fmla="*/ 1384 w 4519"/>
                <a:gd name="T85" fmla="*/ 381 h 2620"/>
                <a:gd name="T86" fmla="*/ 1418 w 4519"/>
                <a:gd name="T87" fmla="*/ 379 h 2620"/>
                <a:gd name="T88" fmla="*/ 1451 w 4519"/>
                <a:gd name="T89" fmla="*/ 374 h 2620"/>
                <a:gd name="T90" fmla="*/ 1482 w 4519"/>
                <a:gd name="T91" fmla="*/ 363 h 2620"/>
                <a:gd name="T92" fmla="*/ 1516 w 4519"/>
                <a:gd name="T93" fmla="*/ 356 h 2620"/>
                <a:gd name="T94" fmla="*/ 1549 w 4519"/>
                <a:gd name="T95" fmla="*/ 344 h 2620"/>
                <a:gd name="T96" fmla="*/ 1580 w 4519"/>
                <a:gd name="T97" fmla="*/ 334 h 2620"/>
                <a:gd name="T98" fmla="*/ 1612 w 4519"/>
                <a:gd name="T99" fmla="*/ 322 h 26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519"/>
                <a:gd name="T151" fmla="*/ 0 h 2620"/>
                <a:gd name="T152" fmla="*/ 4519 w 4519"/>
                <a:gd name="T153" fmla="*/ 2620 h 26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519" h="2620">
                  <a:moveTo>
                    <a:pt x="0" y="2620"/>
                  </a:moveTo>
                  <a:lnTo>
                    <a:pt x="32" y="2610"/>
                  </a:lnTo>
                  <a:lnTo>
                    <a:pt x="63" y="2590"/>
                  </a:lnTo>
                  <a:lnTo>
                    <a:pt x="94" y="2549"/>
                  </a:lnTo>
                  <a:lnTo>
                    <a:pt x="126" y="2489"/>
                  </a:lnTo>
                  <a:lnTo>
                    <a:pt x="146" y="2418"/>
                  </a:lnTo>
                  <a:lnTo>
                    <a:pt x="178" y="2338"/>
                  </a:lnTo>
                  <a:lnTo>
                    <a:pt x="209" y="2247"/>
                  </a:lnTo>
                  <a:lnTo>
                    <a:pt x="240" y="2146"/>
                  </a:lnTo>
                  <a:lnTo>
                    <a:pt x="272" y="2035"/>
                  </a:lnTo>
                  <a:lnTo>
                    <a:pt x="303" y="1925"/>
                  </a:lnTo>
                  <a:lnTo>
                    <a:pt x="334" y="1804"/>
                  </a:lnTo>
                  <a:lnTo>
                    <a:pt x="366" y="1673"/>
                  </a:lnTo>
                  <a:lnTo>
                    <a:pt x="397" y="1552"/>
                  </a:lnTo>
                  <a:lnTo>
                    <a:pt x="418" y="1421"/>
                  </a:lnTo>
                  <a:lnTo>
                    <a:pt x="449" y="1290"/>
                  </a:lnTo>
                  <a:lnTo>
                    <a:pt x="480" y="1159"/>
                  </a:lnTo>
                  <a:lnTo>
                    <a:pt x="512" y="1038"/>
                  </a:lnTo>
                  <a:lnTo>
                    <a:pt x="543" y="917"/>
                  </a:lnTo>
                  <a:lnTo>
                    <a:pt x="574" y="796"/>
                  </a:lnTo>
                  <a:lnTo>
                    <a:pt x="606" y="685"/>
                  </a:lnTo>
                  <a:lnTo>
                    <a:pt x="637" y="575"/>
                  </a:lnTo>
                  <a:lnTo>
                    <a:pt x="668" y="484"/>
                  </a:lnTo>
                  <a:lnTo>
                    <a:pt x="689" y="393"/>
                  </a:lnTo>
                  <a:lnTo>
                    <a:pt x="720" y="313"/>
                  </a:lnTo>
                  <a:lnTo>
                    <a:pt x="752" y="232"/>
                  </a:lnTo>
                  <a:lnTo>
                    <a:pt x="783" y="172"/>
                  </a:lnTo>
                  <a:lnTo>
                    <a:pt x="814" y="121"/>
                  </a:lnTo>
                  <a:lnTo>
                    <a:pt x="846" y="71"/>
                  </a:lnTo>
                  <a:lnTo>
                    <a:pt x="877" y="41"/>
                  </a:lnTo>
                  <a:lnTo>
                    <a:pt x="908" y="21"/>
                  </a:lnTo>
                  <a:lnTo>
                    <a:pt x="929" y="0"/>
                  </a:lnTo>
                  <a:lnTo>
                    <a:pt x="960" y="0"/>
                  </a:lnTo>
                  <a:lnTo>
                    <a:pt x="992" y="0"/>
                  </a:lnTo>
                  <a:lnTo>
                    <a:pt x="1023" y="10"/>
                  </a:lnTo>
                  <a:lnTo>
                    <a:pt x="1054" y="31"/>
                  </a:lnTo>
                  <a:lnTo>
                    <a:pt x="1086" y="61"/>
                  </a:lnTo>
                  <a:lnTo>
                    <a:pt x="1117" y="101"/>
                  </a:lnTo>
                  <a:lnTo>
                    <a:pt x="1148" y="141"/>
                  </a:lnTo>
                  <a:lnTo>
                    <a:pt x="1179" y="192"/>
                  </a:lnTo>
                  <a:lnTo>
                    <a:pt x="1200" y="242"/>
                  </a:lnTo>
                  <a:lnTo>
                    <a:pt x="1232" y="303"/>
                  </a:lnTo>
                  <a:lnTo>
                    <a:pt x="1263" y="363"/>
                  </a:lnTo>
                  <a:lnTo>
                    <a:pt x="1294" y="424"/>
                  </a:lnTo>
                  <a:lnTo>
                    <a:pt x="1326" y="494"/>
                  </a:lnTo>
                  <a:lnTo>
                    <a:pt x="1357" y="554"/>
                  </a:lnTo>
                  <a:lnTo>
                    <a:pt x="1388" y="625"/>
                  </a:lnTo>
                  <a:lnTo>
                    <a:pt x="1419" y="696"/>
                  </a:lnTo>
                  <a:lnTo>
                    <a:pt x="1451" y="766"/>
                  </a:lnTo>
                  <a:lnTo>
                    <a:pt x="1472" y="826"/>
                  </a:lnTo>
                  <a:lnTo>
                    <a:pt x="1503" y="897"/>
                  </a:lnTo>
                  <a:lnTo>
                    <a:pt x="1534" y="957"/>
                  </a:lnTo>
                  <a:lnTo>
                    <a:pt x="1566" y="1018"/>
                  </a:lnTo>
                  <a:lnTo>
                    <a:pt x="1597" y="1068"/>
                  </a:lnTo>
                  <a:lnTo>
                    <a:pt x="1628" y="1119"/>
                  </a:lnTo>
                  <a:lnTo>
                    <a:pt x="1659" y="1169"/>
                  </a:lnTo>
                  <a:lnTo>
                    <a:pt x="1691" y="1209"/>
                  </a:lnTo>
                  <a:lnTo>
                    <a:pt x="1722" y="1250"/>
                  </a:lnTo>
                  <a:lnTo>
                    <a:pt x="1743" y="1280"/>
                  </a:lnTo>
                  <a:lnTo>
                    <a:pt x="1774" y="1310"/>
                  </a:lnTo>
                  <a:lnTo>
                    <a:pt x="1806" y="1340"/>
                  </a:lnTo>
                  <a:lnTo>
                    <a:pt x="1837" y="1350"/>
                  </a:lnTo>
                  <a:lnTo>
                    <a:pt x="1868" y="1371"/>
                  </a:lnTo>
                  <a:lnTo>
                    <a:pt x="1899" y="1371"/>
                  </a:lnTo>
                  <a:lnTo>
                    <a:pt x="1931" y="1381"/>
                  </a:lnTo>
                  <a:lnTo>
                    <a:pt x="1962" y="1381"/>
                  </a:lnTo>
                  <a:lnTo>
                    <a:pt x="1993" y="1371"/>
                  </a:lnTo>
                  <a:lnTo>
                    <a:pt x="2014" y="1360"/>
                  </a:lnTo>
                  <a:lnTo>
                    <a:pt x="2046" y="1340"/>
                  </a:lnTo>
                  <a:lnTo>
                    <a:pt x="2077" y="1330"/>
                  </a:lnTo>
                  <a:lnTo>
                    <a:pt x="2108" y="1300"/>
                  </a:lnTo>
                  <a:lnTo>
                    <a:pt x="2139" y="1280"/>
                  </a:lnTo>
                  <a:lnTo>
                    <a:pt x="2171" y="1250"/>
                  </a:lnTo>
                  <a:lnTo>
                    <a:pt x="2202" y="1219"/>
                  </a:lnTo>
                  <a:lnTo>
                    <a:pt x="2233" y="1189"/>
                  </a:lnTo>
                  <a:lnTo>
                    <a:pt x="2265" y="1159"/>
                  </a:lnTo>
                  <a:lnTo>
                    <a:pt x="2286" y="1119"/>
                  </a:lnTo>
                  <a:lnTo>
                    <a:pt x="2317" y="1088"/>
                  </a:lnTo>
                  <a:lnTo>
                    <a:pt x="2348" y="1048"/>
                  </a:lnTo>
                  <a:lnTo>
                    <a:pt x="2379" y="1018"/>
                  </a:lnTo>
                  <a:lnTo>
                    <a:pt x="2411" y="978"/>
                  </a:lnTo>
                  <a:lnTo>
                    <a:pt x="2442" y="947"/>
                  </a:lnTo>
                  <a:lnTo>
                    <a:pt x="2473" y="907"/>
                  </a:lnTo>
                  <a:lnTo>
                    <a:pt x="2505" y="877"/>
                  </a:lnTo>
                  <a:lnTo>
                    <a:pt x="2526" y="847"/>
                  </a:lnTo>
                  <a:lnTo>
                    <a:pt x="2557" y="816"/>
                  </a:lnTo>
                  <a:lnTo>
                    <a:pt x="2588" y="786"/>
                  </a:lnTo>
                  <a:lnTo>
                    <a:pt x="2619" y="766"/>
                  </a:lnTo>
                  <a:lnTo>
                    <a:pt x="2651" y="736"/>
                  </a:lnTo>
                  <a:lnTo>
                    <a:pt x="2682" y="716"/>
                  </a:lnTo>
                  <a:lnTo>
                    <a:pt x="2713" y="706"/>
                  </a:lnTo>
                  <a:lnTo>
                    <a:pt x="2745" y="685"/>
                  </a:lnTo>
                  <a:lnTo>
                    <a:pt x="2776" y="675"/>
                  </a:lnTo>
                  <a:lnTo>
                    <a:pt x="2797" y="665"/>
                  </a:lnTo>
                  <a:lnTo>
                    <a:pt x="2828" y="655"/>
                  </a:lnTo>
                  <a:lnTo>
                    <a:pt x="2859" y="655"/>
                  </a:lnTo>
                  <a:lnTo>
                    <a:pt x="2891" y="655"/>
                  </a:lnTo>
                  <a:lnTo>
                    <a:pt x="2922" y="655"/>
                  </a:lnTo>
                  <a:lnTo>
                    <a:pt x="2953" y="655"/>
                  </a:lnTo>
                  <a:lnTo>
                    <a:pt x="2985" y="665"/>
                  </a:lnTo>
                  <a:lnTo>
                    <a:pt x="3016" y="665"/>
                  </a:lnTo>
                  <a:lnTo>
                    <a:pt x="3047" y="675"/>
                  </a:lnTo>
                  <a:lnTo>
                    <a:pt x="3068" y="685"/>
                  </a:lnTo>
                  <a:lnTo>
                    <a:pt x="3099" y="706"/>
                  </a:lnTo>
                  <a:lnTo>
                    <a:pt x="3131" y="716"/>
                  </a:lnTo>
                  <a:lnTo>
                    <a:pt x="3162" y="736"/>
                  </a:lnTo>
                  <a:lnTo>
                    <a:pt x="3193" y="746"/>
                  </a:lnTo>
                  <a:lnTo>
                    <a:pt x="3225" y="766"/>
                  </a:lnTo>
                  <a:lnTo>
                    <a:pt x="3256" y="786"/>
                  </a:lnTo>
                  <a:lnTo>
                    <a:pt x="3287" y="806"/>
                  </a:lnTo>
                  <a:lnTo>
                    <a:pt x="3319" y="826"/>
                  </a:lnTo>
                  <a:lnTo>
                    <a:pt x="3339" y="847"/>
                  </a:lnTo>
                  <a:lnTo>
                    <a:pt x="3371" y="857"/>
                  </a:lnTo>
                  <a:lnTo>
                    <a:pt x="3402" y="877"/>
                  </a:lnTo>
                  <a:lnTo>
                    <a:pt x="3433" y="897"/>
                  </a:lnTo>
                  <a:lnTo>
                    <a:pt x="3465" y="917"/>
                  </a:lnTo>
                  <a:lnTo>
                    <a:pt x="3496" y="927"/>
                  </a:lnTo>
                  <a:lnTo>
                    <a:pt x="3527" y="947"/>
                  </a:lnTo>
                  <a:lnTo>
                    <a:pt x="3559" y="957"/>
                  </a:lnTo>
                  <a:lnTo>
                    <a:pt x="3590" y="978"/>
                  </a:lnTo>
                  <a:lnTo>
                    <a:pt x="3611" y="988"/>
                  </a:lnTo>
                  <a:lnTo>
                    <a:pt x="3642" y="998"/>
                  </a:lnTo>
                  <a:lnTo>
                    <a:pt x="3673" y="1008"/>
                  </a:lnTo>
                  <a:lnTo>
                    <a:pt x="3705" y="1018"/>
                  </a:lnTo>
                  <a:lnTo>
                    <a:pt x="3736" y="1018"/>
                  </a:lnTo>
                  <a:lnTo>
                    <a:pt x="3767" y="1028"/>
                  </a:lnTo>
                  <a:lnTo>
                    <a:pt x="3799" y="1028"/>
                  </a:lnTo>
                  <a:lnTo>
                    <a:pt x="3830" y="1038"/>
                  </a:lnTo>
                  <a:lnTo>
                    <a:pt x="3851" y="1038"/>
                  </a:lnTo>
                  <a:lnTo>
                    <a:pt x="3882" y="1038"/>
                  </a:lnTo>
                  <a:lnTo>
                    <a:pt x="3913" y="1028"/>
                  </a:lnTo>
                  <a:lnTo>
                    <a:pt x="3945" y="1028"/>
                  </a:lnTo>
                  <a:lnTo>
                    <a:pt x="3976" y="1028"/>
                  </a:lnTo>
                  <a:lnTo>
                    <a:pt x="4007" y="1018"/>
                  </a:lnTo>
                  <a:lnTo>
                    <a:pt x="4039" y="1018"/>
                  </a:lnTo>
                  <a:lnTo>
                    <a:pt x="4070" y="1008"/>
                  </a:lnTo>
                  <a:lnTo>
                    <a:pt x="4101" y="998"/>
                  </a:lnTo>
                  <a:lnTo>
                    <a:pt x="4122" y="988"/>
                  </a:lnTo>
                  <a:lnTo>
                    <a:pt x="4153" y="988"/>
                  </a:lnTo>
                  <a:lnTo>
                    <a:pt x="4185" y="978"/>
                  </a:lnTo>
                  <a:lnTo>
                    <a:pt x="4216" y="968"/>
                  </a:lnTo>
                  <a:lnTo>
                    <a:pt x="4247" y="957"/>
                  </a:lnTo>
                  <a:lnTo>
                    <a:pt x="4279" y="947"/>
                  </a:lnTo>
                  <a:lnTo>
                    <a:pt x="4310" y="937"/>
                  </a:lnTo>
                  <a:lnTo>
                    <a:pt x="4341" y="927"/>
                  </a:lnTo>
                  <a:lnTo>
                    <a:pt x="4372" y="917"/>
                  </a:lnTo>
                  <a:lnTo>
                    <a:pt x="4393" y="907"/>
                  </a:lnTo>
                  <a:lnTo>
                    <a:pt x="4425" y="897"/>
                  </a:lnTo>
                  <a:lnTo>
                    <a:pt x="4456" y="887"/>
                  </a:lnTo>
                  <a:lnTo>
                    <a:pt x="4487" y="877"/>
                  </a:lnTo>
                  <a:lnTo>
                    <a:pt x="4519" y="867"/>
                  </a:lnTo>
                </a:path>
              </a:pathLst>
            </a:custGeom>
            <a:noFill/>
            <a:ln w="38100">
              <a:solidFill>
                <a:srgbClr val="1C12D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0" name="Rectangle 35">
              <a:extLst>
                <a:ext uri="{FF2B5EF4-FFF2-40B4-BE49-F238E27FC236}">
                  <a16:creationId xmlns:a16="http://schemas.microsoft.com/office/drawing/2014/main" id="{32266267-B232-09F8-B594-D1EA25507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" y="3840"/>
              <a:ext cx="25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宋体" panose="02010600030101010101" pitchFamily="2" charset="-122"/>
                </a:rPr>
                <a:t>控制系统的时域性能指标</a:t>
              </a:r>
            </a:p>
          </p:txBody>
        </p:sp>
        <p:grpSp>
          <p:nvGrpSpPr>
            <p:cNvPr id="39971" name="Group 36">
              <a:extLst>
                <a:ext uri="{FF2B5EF4-FFF2-40B4-BE49-F238E27FC236}">
                  <a16:creationId xmlns:a16="http://schemas.microsoft.com/office/drawing/2014/main" id="{ADE8E639-38CF-BD22-AAAA-9176C9553D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0" y="1360"/>
              <a:ext cx="12" cy="1194"/>
              <a:chOff x="3860" y="1360"/>
              <a:chExt cx="12" cy="1194"/>
            </a:xfrm>
          </p:grpSpPr>
          <p:sp>
            <p:nvSpPr>
              <p:cNvPr id="39980" name="Line 37">
                <a:extLst>
                  <a:ext uri="{FF2B5EF4-FFF2-40B4-BE49-F238E27FC236}">
                    <a16:creationId xmlns:a16="http://schemas.microsoft.com/office/drawing/2014/main" id="{66AF3294-BCA3-2B45-CC58-9E3005B6D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8" y="1360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9900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81" name="Line 38">
                <a:extLst>
                  <a:ext uri="{FF2B5EF4-FFF2-40B4-BE49-F238E27FC236}">
                    <a16:creationId xmlns:a16="http://schemas.microsoft.com/office/drawing/2014/main" id="{27F34250-10A8-1E12-65FE-2ED6E18CB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60" y="2170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9900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82" name="Line 39">
                <a:extLst>
                  <a:ext uri="{FF2B5EF4-FFF2-40B4-BE49-F238E27FC236}">
                    <a16:creationId xmlns:a16="http://schemas.microsoft.com/office/drawing/2014/main" id="{E59C3D15-988B-8BE5-BEF8-79ADD5D114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2" y="1744"/>
                <a:ext cx="0" cy="432"/>
              </a:xfrm>
              <a:prstGeom prst="line">
                <a:avLst/>
              </a:prstGeom>
              <a:noFill/>
              <a:ln w="22225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9972" name="Group 40">
              <a:extLst>
                <a:ext uri="{FF2B5EF4-FFF2-40B4-BE49-F238E27FC236}">
                  <a16:creationId xmlns:a16="http://schemas.microsoft.com/office/drawing/2014/main" id="{9C40F673-3A93-B486-A865-1B09A73C64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7" y="1573"/>
              <a:ext cx="11" cy="989"/>
              <a:chOff x="4597" y="1573"/>
              <a:chExt cx="11" cy="989"/>
            </a:xfrm>
          </p:grpSpPr>
          <p:sp>
            <p:nvSpPr>
              <p:cNvPr id="39977" name="Line 41">
                <a:extLst>
                  <a:ext uri="{FF2B5EF4-FFF2-40B4-BE49-F238E27FC236}">
                    <a16:creationId xmlns:a16="http://schemas.microsoft.com/office/drawing/2014/main" id="{5E17D200-3E80-E516-6931-D0AEC9E171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7" y="1573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8" name="Line 42">
                <a:extLst>
                  <a:ext uri="{FF2B5EF4-FFF2-40B4-BE49-F238E27FC236}">
                    <a16:creationId xmlns:a16="http://schemas.microsoft.com/office/drawing/2014/main" id="{EDB9D808-0CDC-B318-1C4A-A533B2C82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97" y="2178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9" name="Line 43">
                <a:extLst>
                  <a:ext uri="{FF2B5EF4-FFF2-40B4-BE49-F238E27FC236}">
                    <a16:creationId xmlns:a16="http://schemas.microsoft.com/office/drawing/2014/main" id="{A2CD60AD-34FD-72C4-12B8-ACA413FA2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1968"/>
                <a:ext cx="0" cy="240"/>
              </a:xfrm>
              <a:prstGeom prst="line">
                <a:avLst/>
              </a:prstGeom>
              <a:noFill/>
              <a:ln w="22225">
                <a:solidFill>
                  <a:srgbClr val="66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9973" name="Group 44">
              <a:extLst>
                <a:ext uri="{FF2B5EF4-FFF2-40B4-BE49-F238E27FC236}">
                  <a16:creationId xmlns:a16="http://schemas.microsoft.com/office/drawing/2014/main" id="{669302AC-ADC0-564B-D285-E0536BE1A8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8" y="1360"/>
              <a:ext cx="4" cy="992"/>
              <a:chOff x="4828" y="1360"/>
              <a:chExt cx="4" cy="992"/>
            </a:xfrm>
          </p:grpSpPr>
          <p:sp>
            <p:nvSpPr>
              <p:cNvPr id="39974" name="Line 45">
                <a:extLst>
                  <a:ext uri="{FF2B5EF4-FFF2-40B4-BE49-F238E27FC236}">
                    <a16:creationId xmlns:a16="http://schemas.microsoft.com/office/drawing/2014/main" id="{50D71CD1-0292-3B46-84F2-7100E2EFD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28" y="1968"/>
                <a:ext cx="2" cy="384"/>
              </a:xfrm>
              <a:prstGeom prst="line">
                <a:avLst/>
              </a:prstGeom>
              <a:noFill/>
              <a:ln w="28575">
                <a:solidFill>
                  <a:srgbClr val="3399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5" name="Line 46">
                <a:extLst>
                  <a:ext uri="{FF2B5EF4-FFF2-40B4-BE49-F238E27FC236}">
                    <a16:creationId xmlns:a16="http://schemas.microsoft.com/office/drawing/2014/main" id="{FB08BDF9-62CE-BAD0-7D8E-43D8E7E9E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8" y="1360"/>
                <a:ext cx="2" cy="384"/>
              </a:xfrm>
              <a:prstGeom prst="line">
                <a:avLst/>
              </a:prstGeom>
              <a:noFill/>
              <a:ln w="28575">
                <a:solidFill>
                  <a:srgbClr val="3399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6" name="Line 47">
                <a:extLst>
                  <a:ext uri="{FF2B5EF4-FFF2-40B4-BE49-F238E27FC236}">
                    <a16:creationId xmlns:a16="http://schemas.microsoft.com/office/drawing/2014/main" id="{07E613B9-CEA1-8373-A3AF-268FFCF37A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32" y="1736"/>
                <a:ext cx="0" cy="240"/>
              </a:xfrm>
              <a:prstGeom prst="line">
                <a:avLst/>
              </a:prstGeom>
              <a:noFill/>
              <a:ln w="22225">
                <a:solidFill>
                  <a:srgbClr val="3399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4">
            <a:extLst>
              <a:ext uri="{FF2B5EF4-FFF2-40B4-BE49-F238E27FC236}">
                <a16:creationId xmlns:a16="http://schemas.microsoft.com/office/drawing/2014/main" id="{8DDE2005-1EC4-86D5-7110-31931298E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692150"/>
          <a:ext cx="5257800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289300" imgH="889000" progId="Equation.3">
                  <p:embed/>
                </p:oleObj>
              </mc:Choice>
              <mc:Fallback>
                <p:oleObj r:id="rId3" imgW="3289300" imgH="889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692150"/>
                        <a:ext cx="5257800" cy="141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6" name="Object 3">
            <a:extLst>
              <a:ext uri="{FF2B5EF4-FFF2-40B4-BE49-F238E27FC236}">
                <a16:creationId xmlns:a16="http://schemas.microsoft.com/office/drawing/2014/main" id="{0AEC8F88-3BA2-3C6E-FDE1-777163876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2349500"/>
          <a:ext cx="27432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12900" imgH="558800" progId="Equation.3">
                  <p:embed/>
                </p:oleObj>
              </mc:Choice>
              <mc:Fallback>
                <p:oleObj r:id="rId5" imgW="1612900" imgH="55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349500"/>
                        <a:ext cx="27432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4" name="Object 4">
            <a:extLst>
              <a:ext uri="{FF2B5EF4-FFF2-40B4-BE49-F238E27FC236}">
                <a16:creationId xmlns:a16="http://schemas.microsoft.com/office/drawing/2014/main" id="{EF9BC6FC-6196-0826-2D26-03C101C1E6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068638"/>
          <a:ext cx="3640138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25600" imgH="736600" progId="Equation.3">
                  <p:embed/>
                </p:oleObj>
              </mc:Choice>
              <mc:Fallback>
                <p:oleObj name="公式" r:id="rId7" imgW="1625600" imgH="736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068638"/>
                        <a:ext cx="3640138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>
            <a:extLst>
              <a:ext uri="{FF2B5EF4-FFF2-40B4-BE49-F238E27FC236}">
                <a16:creationId xmlns:a16="http://schemas.microsoft.com/office/drawing/2014/main" id="{E10A9E88-2C10-279D-885E-EB100CEC2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789363"/>
          <a:ext cx="27209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384300" imgH="914400" progId="Equation.3">
                  <p:embed/>
                </p:oleObj>
              </mc:Choice>
              <mc:Fallback>
                <p:oleObj name="公式" r:id="rId9" imgW="138430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789363"/>
                        <a:ext cx="272097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C042B6E6-B789-0E9A-9303-748CBB1E2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995488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高阶系统的单位阶跃响应的特点 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57859F02-3F02-277A-3D7A-E3E809EED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590800"/>
            <a:ext cx="7162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高阶系统的单位阶跃响应由一阶和二阶系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统的响应函数叠加而成。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73985E8D-3E1B-5E9E-CB4D-1CB7AE478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733800"/>
            <a:ext cx="71628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如果所有闭环极点都在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s </a:t>
            </a:r>
            <a:r>
              <a:rPr lang="zh-CN" altLang="en-US" sz="2800">
                <a:latin typeface="宋体" panose="02010600030101010101" pitchFamily="2" charset="-122"/>
              </a:rPr>
              <a:t>平面的左半平面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内，即所有闭环极点都具有负实部</a:t>
            </a:r>
            <a:r>
              <a:rPr lang="en-US" altLang="zh-CN" sz="2800">
                <a:latin typeface="宋体" panose="02010600030101010101" pitchFamily="2" charset="-122"/>
              </a:rPr>
              <a:t>( </a:t>
            </a: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j </a:t>
            </a:r>
            <a:r>
              <a:rPr lang="zh-CN" altLang="en-US" sz="2800">
                <a:latin typeface="宋体" panose="02010600030101010101" pitchFamily="2" charset="-122"/>
              </a:rPr>
              <a:t>、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i="1">
                <a:latin typeface="Times New Roman" panose="02020603050405020304" pitchFamily="18" charset="0"/>
              </a:rPr>
              <a:t>    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k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k</a:t>
            </a:r>
            <a:r>
              <a:rPr lang="zh-CN" altLang="en-US" sz="2800">
                <a:latin typeface="宋体" panose="02010600030101010101" pitchFamily="2" charset="-122"/>
              </a:rPr>
              <a:t>大于零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，则随着时间</a:t>
            </a:r>
            <a:r>
              <a:rPr lang="en-US" altLang="zh-CN" sz="2800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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o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)=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zh-CN" altLang="en-US" sz="2800" i="1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i="1">
                <a:latin typeface="Times New Roman" panose="02020603050405020304" pitchFamily="18" charset="0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即系统是稳定的。 </a:t>
            </a:r>
          </a:p>
        </p:txBody>
      </p:sp>
      <p:graphicFrame>
        <p:nvGraphicFramePr>
          <p:cNvPr id="41989" name="Object 5">
            <a:extLst>
              <a:ext uri="{FF2B5EF4-FFF2-40B4-BE49-F238E27FC236}">
                <a16:creationId xmlns:a16="http://schemas.microsoft.com/office/drawing/2014/main" id="{2A512A6E-8E61-17AC-EA1D-CE446BF01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814388"/>
          <a:ext cx="756285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06800" imgH="685800" progId="Equation.3">
                  <p:embed/>
                </p:oleObj>
              </mc:Choice>
              <mc:Fallback>
                <p:oleObj r:id="rId3" imgW="3606800" imgH="685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814388"/>
                        <a:ext cx="756285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Rectangle 3">
            <a:extLst>
              <a:ext uri="{FF2B5EF4-FFF2-40B4-BE49-F238E27FC236}">
                <a16:creationId xmlns:a16="http://schemas.microsoft.com/office/drawing/2014/main" id="{C515B17F-5504-B275-7457-85DED88ED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87313"/>
            <a:ext cx="62484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3.3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高阶系统的时间响应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>
            <a:extLst>
              <a:ext uri="{FF2B5EF4-FFF2-40B4-BE49-F238E27FC236}">
                <a16:creationId xmlns:a16="http://schemas.microsoft.com/office/drawing/2014/main" id="{69D6FDBA-50CB-1F01-E10D-A252EF0CA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700213"/>
            <a:ext cx="7162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极点距虚轴的距离决定了其所对应的暂态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分量衰减的快慢，距离越远衰减越快；</a:t>
            </a:r>
          </a:p>
        </p:txBody>
      </p:sp>
      <p:sp>
        <p:nvSpPr>
          <p:cNvPr id="43011" name="Rectangle 4">
            <a:extLst>
              <a:ext uri="{FF2B5EF4-FFF2-40B4-BE49-F238E27FC236}">
                <a16:creationId xmlns:a16="http://schemas.microsoft.com/office/drawing/2014/main" id="{991F03D4-8A9F-B8EC-C781-811919FEC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052513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系统零极点分布对时域响应的影响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D484BA5C-FD69-9792-9EC0-E24885BA7D3D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781300"/>
            <a:ext cx="3829050" cy="2743200"/>
            <a:chOff x="336" y="912"/>
            <a:chExt cx="2412" cy="1728"/>
          </a:xfrm>
        </p:grpSpPr>
        <p:sp>
          <p:nvSpPr>
            <p:cNvPr id="43033" name="Line 6">
              <a:extLst>
                <a:ext uri="{FF2B5EF4-FFF2-40B4-BE49-F238E27FC236}">
                  <a16:creationId xmlns:a16="http://schemas.microsoft.com/office/drawing/2014/main" id="{F30EB8CE-3FBD-8D10-3C2D-D5BD4ED70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874"/>
              <a:ext cx="241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4" name="Line 7">
              <a:extLst>
                <a:ext uri="{FF2B5EF4-FFF2-40B4-BE49-F238E27FC236}">
                  <a16:creationId xmlns:a16="http://schemas.microsoft.com/office/drawing/2014/main" id="{3777B838-C9EE-F35B-4C17-322132D95D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1008"/>
              <a:ext cx="0" cy="163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035" name="Group 8">
              <a:extLst>
                <a:ext uri="{FF2B5EF4-FFF2-40B4-BE49-F238E27FC236}">
                  <a16:creationId xmlns:a16="http://schemas.microsoft.com/office/drawing/2014/main" id="{37696624-2112-6892-437F-ECA514685B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24" y="1692"/>
              <a:ext cx="84" cy="84"/>
              <a:chOff x="1632" y="768"/>
              <a:chExt cx="48" cy="48"/>
            </a:xfrm>
          </p:grpSpPr>
          <p:sp>
            <p:nvSpPr>
              <p:cNvPr id="43068" name="Line 9">
                <a:extLst>
                  <a:ext uri="{FF2B5EF4-FFF2-40B4-BE49-F238E27FC236}">
                    <a16:creationId xmlns:a16="http://schemas.microsoft.com/office/drawing/2014/main" id="{B9216042-49B0-38BA-0BB8-C43CA20041D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632" y="768"/>
                <a:ext cx="48" cy="48"/>
              </a:xfrm>
              <a:prstGeom prst="line">
                <a:avLst/>
              </a:prstGeom>
              <a:noFill/>
              <a:ln w="22225">
                <a:solidFill>
                  <a:srgbClr val="CC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9" name="Line 10">
                <a:extLst>
                  <a:ext uri="{FF2B5EF4-FFF2-40B4-BE49-F238E27FC236}">
                    <a16:creationId xmlns:a16="http://schemas.microsoft.com/office/drawing/2014/main" id="{9C19F148-0262-E310-B7C9-DAA2DDAEE4B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32" y="768"/>
                <a:ext cx="48" cy="48"/>
              </a:xfrm>
              <a:prstGeom prst="line">
                <a:avLst/>
              </a:prstGeom>
              <a:noFill/>
              <a:ln w="22225">
                <a:solidFill>
                  <a:srgbClr val="CC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36" name="Group 11">
              <a:extLst>
                <a:ext uri="{FF2B5EF4-FFF2-40B4-BE49-F238E27FC236}">
                  <a16:creationId xmlns:a16="http://schemas.microsoft.com/office/drawing/2014/main" id="{1D349B4F-8B22-D600-E56D-26F4DA9E1A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24" y="1980"/>
              <a:ext cx="84" cy="84"/>
              <a:chOff x="1632" y="768"/>
              <a:chExt cx="48" cy="48"/>
            </a:xfrm>
          </p:grpSpPr>
          <p:sp>
            <p:nvSpPr>
              <p:cNvPr id="43066" name="Line 12">
                <a:extLst>
                  <a:ext uri="{FF2B5EF4-FFF2-40B4-BE49-F238E27FC236}">
                    <a16:creationId xmlns:a16="http://schemas.microsoft.com/office/drawing/2014/main" id="{C3D78BA4-49D5-E09A-F7BD-DBD48023F05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632" y="768"/>
                <a:ext cx="48" cy="48"/>
              </a:xfrm>
              <a:prstGeom prst="line">
                <a:avLst/>
              </a:prstGeom>
              <a:noFill/>
              <a:ln w="22225">
                <a:solidFill>
                  <a:srgbClr val="CC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7" name="Line 13">
                <a:extLst>
                  <a:ext uri="{FF2B5EF4-FFF2-40B4-BE49-F238E27FC236}">
                    <a16:creationId xmlns:a16="http://schemas.microsoft.com/office/drawing/2014/main" id="{89F8A53D-C3B6-7C59-2C55-9FCF1D7F1C6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32" y="768"/>
                <a:ext cx="48" cy="48"/>
              </a:xfrm>
              <a:prstGeom prst="line">
                <a:avLst/>
              </a:prstGeom>
              <a:noFill/>
              <a:ln w="22225">
                <a:solidFill>
                  <a:srgbClr val="CC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37" name="Group 14">
              <a:extLst>
                <a:ext uri="{FF2B5EF4-FFF2-40B4-BE49-F238E27FC236}">
                  <a16:creationId xmlns:a16="http://schemas.microsoft.com/office/drawing/2014/main" id="{67880465-0812-A6CB-DA85-E23BF2CA55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60" y="1824"/>
              <a:ext cx="84" cy="84"/>
              <a:chOff x="1632" y="768"/>
              <a:chExt cx="48" cy="48"/>
            </a:xfrm>
          </p:grpSpPr>
          <p:sp>
            <p:nvSpPr>
              <p:cNvPr id="43064" name="Line 15">
                <a:extLst>
                  <a:ext uri="{FF2B5EF4-FFF2-40B4-BE49-F238E27FC236}">
                    <a16:creationId xmlns:a16="http://schemas.microsoft.com/office/drawing/2014/main" id="{EEA5B320-159C-75AB-678E-6C3F3DFA682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632" y="768"/>
                <a:ext cx="48" cy="48"/>
              </a:xfrm>
              <a:prstGeom prst="line">
                <a:avLst/>
              </a:prstGeom>
              <a:noFill/>
              <a:ln w="22225">
                <a:solidFill>
                  <a:srgbClr val="3399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5" name="Line 16">
                <a:extLst>
                  <a:ext uri="{FF2B5EF4-FFF2-40B4-BE49-F238E27FC236}">
                    <a16:creationId xmlns:a16="http://schemas.microsoft.com/office/drawing/2014/main" id="{B94C8ECD-3A7D-3B48-29AE-1EA5926BFC4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32" y="768"/>
                <a:ext cx="48" cy="48"/>
              </a:xfrm>
              <a:prstGeom prst="line">
                <a:avLst/>
              </a:prstGeom>
              <a:noFill/>
              <a:ln w="22225">
                <a:solidFill>
                  <a:srgbClr val="3399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38" name="Group 17">
              <a:extLst>
                <a:ext uri="{FF2B5EF4-FFF2-40B4-BE49-F238E27FC236}">
                  <a16:creationId xmlns:a16="http://schemas.microsoft.com/office/drawing/2014/main" id="{34592815-3D3A-9787-279A-C121E0E226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8" y="2332"/>
              <a:ext cx="84" cy="84"/>
              <a:chOff x="1632" y="768"/>
              <a:chExt cx="48" cy="48"/>
            </a:xfrm>
          </p:grpSpPr>
          <p:sp>
            <p:nvSpPr>
              <p:cNvPr id="43062" name="Line 18">
                <a:extLst>
                  <a:ext uri="{FF2B5EF4-FFF2-40B4-BE49-F238E27FC236}">
                    <a16:creationId xmlns:a16="http://schemas.microsoft.com/office/drawing/2014/main" id="{4A30F31C-38E2-4188-A44B-D8EAE5F8F26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632" y="768"/>
                <a:ext cx="48" cy="48"/>
              </a:xfrm>
              <a:prstGeom prst="line">
                <a:avLst/>
              </a:prstGeom>
              <a:noFill/>
              <a:ln w="222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3" name="Line 19">
                <a:extLst>
                  <a:ext uri="{FF2B5EF4-FFF2-40B4-BE49-F238E27FC236}">
                    <a16:creationId xmlns:a16="http://schemas.microsoft.com/office/drawing/2014/main" id="{A3D23F0A-BB22-772C-B5F1-064919B782D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32" y="768"/>
                <a:ext cx="48" cy="48"/>
              </a:xfrm>
              <a:prstGeom prst="line">
                <a:avLst/>
              </a:prstGeom>
              <a:noFill/>
              <a:ln w="222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39" name="Group 20">
              <a:extLst>
                <a:ext uri="{FF2B5EF4-FFF2-40B4-BE49-F238E27FC236}">
                  <a16:creationId xmlns:a16="http://schemas.microsoft.com/office/drawing/2014/main" id="{D8197464-A81A-DCD7-2F45-B429465E30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8" y="1356"/>
              <a:ext cx="84" cy="84"/>
              <a:chOff x="1632" y="768"/>
              <a:chExt cx="48" cy="48"/>
            </a:xfrm>
          </p:grpSpPr>
          <p:sp>
            <p:nvSpPr>
              <p:cNvPr id="43060" name="Line 21">
                <a:extLst>
                  <a:ext uri="{FF2B5EF4-FFF2-40B4-BE49-F238E27FC236}">
                    <a16:creationId xmlns:a16="http://schemas.microsoft.com/office/drawing/2014/main" id="{138EE44D-E13D-B8D8-BBBE-6B77B3E0DA1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632" y="768"/>
                <a:ext cx="48" cy="48"/>
              </a:xfrm>
              <a:prstGeom prst="line">
                <a:avLst/>
              </a:prstGeom>
              <a:noFill/>
              <a:ln w="222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1" name="Line 22">
                <a:extLst>
                  <a:ext uri="{FF2B5EF4-FFF2-40B4-BE49-F238E27FC236}">
                    <a16:creationId xmlns:a16="http://schemas.microsoft.com/office/drawing/2014/main" id="{C9758CBF-9294-5F38-4734-7497CAC228D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32" y="768"/>
                <a:ext cx="48" cy="48"/>
              </a:xfrm>
              <a:prstGeom prst="line">
                <a:avLst/>
              </a:prstGeom>
              <a:noFill/>
              <a:ln w="222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40" name="Oval 23">
              <a:extLst>
                <a:ext uri="{FF2B5EF4-FFF2-40B4-BE49-F238E27FC236}">
                  <a16:creationId xmlns:a16="http://schemas.microsoft.com/office/drawing/2014/main" id="{A4AC9DEB-5DAC-11DD-AE63-1E0DF39A9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1824"/>
              <a:ext cx="96" cy="96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41" name="Text Box 24">
              <a:extLst>
                <a:ext uri="{FF2B5EF4-FFF2-40B4-BE49-F238E27FC236}">
                  <a16:creationId xmlns:a16="http://schemas.microsoft.com/office/drawing/2014/main" id="{2A2E916A-31FF-18C9-C8D2-52869E62F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2" y="18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3042" name="Text Box 25">
              <a:extLst>
                <a:ext uri="{FF2B5EF4-FFF2-40B4-BE49-F238E27FC236}">
                  <a16:creationId xmlns:a16="http://schemas.microsoft.com/office/drawing/2014/main" id="{4B9CE74C-94F0-2700-79AB-61F44BF13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846"/>
              <a:ext cx="2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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43043" name="Rectangle 26">
              <a:extLst>
                <a:ext uri="{FF2B5EF4-FFF2-40B4-BE49-F238E27FC236}">
                  <a16:creationId xmlns:a16="http://schemas.microsoft.com/office/drawing/2014/main" id="{5CCE6E0F-8568-0D9D-A871-AB049062E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912"/>
              <a:ext cx="3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j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43044" name="Line 27">
              <a:extLst>
                <a:ext uri="{FF2B5EF4-FFF2-40B4-BE49-F238E27FC236}">
                  <a16:creationId xmlns:a16="http://schemas.microsoft.com/office/drawing/2014/main" id="{1C0B1FAB-EF03-707F-931F-C07D063F1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1872"/>
              <a:ext cx="0" cy="42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5" name="Line 28">
              <a:extLst>
                <a:ext uri="{FF2B5EF4-FFF2-40B4-BE49-F238E27FC236}">
                  <a16:creationId xmlns:a16="http://schemas.microsoft.com/office/drawing/2014/main" id="{F6C0D435-3148-E758-7310-F2E41DBBB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208"/>
              <a:ext cx="14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6" name="Line 29">
              <a:extLst>
                <a:ext uri="{FF2B5EF4-FFF2-40B4-BE49-F238E27FC236}">
                  <a16:creationId xmlns:a16="http://schemas.microsoft.com/office/drawing/2014/main" id="{26703E1B-B3A1-C605-4C33-4A2044012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8" y="1736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7" name="Text Box 30">
              <a:extLst>
                <a:ext uri="{FF2B5EF4-FFF2-40B4-BE49-F238E27FC236}">
                  <a16:creationId xmlns:a16="http://schemas.microsoft.com/office/drawing/2014/main" id="{0FFFEBA2-1E2C-3CDF-48AB-25FB60A7D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392"/>
              <a:ext cx="4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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3048" name="Line 31">
              <a:extLst>
                <a:ext uri="{FF2B5EF4-FFF2-40B4-BE49-F238E27FC236}">
                  <a16:creationId xmlns:a16="http://schemas.microsoft.com/office/drawing/2014/main" id="{E385E7D0-9539-542A-C854-8E6D62C32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632"/>
              <a:ext cx="288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9" name="Text Box 32">
              <a:extLst>
                <a:ext uri="{FF2B5EF4-FFF2-40B4-BE49-F238E27FC236}">
                  <a16:creationId xmlns:a16="http://schemas.microsoft.com/office/drawing/2014/main" id="{F38E6673-6971-2D1C-61C1-827047BDB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1" y="2160"/>
              <a:ext cx="5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-8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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3050" name="Text Box 33">
              <a:extLst>
                <a:ext uri="{FF2B5EF4-FFF2-40B4-BE49-F238E27FC236}">
                  <a16:creationId xmlns:a16="http://schemas.microsoft.com/office/drawing/2014/main" id="{C85656FC-BFE4-2299-1EC9-4B793E9FE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872"/>
              <a:ext cx="5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-5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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3051" name="Text Box 34">
              <a:extLst>
                <a:ext uri="{FF2B5EF4-FFF2-40B4-BE49-F238E27FC236}">
                  <a16:creationId xmlns:a16="http://schemas.microsoft.com/office/drawing/2014/main" id="{5820FFF1-D4FE-20E0-6160-001EF8EAE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3" y="1104"/>
              <a:ext cx="6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-10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</a:t>
              </a:r>
              <a:r>
                <a:rPr lang="en-US" altLang="zh-CN" sz="2400" i="1" baseline="-18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3052" name="Line 35">
              <a:extLst>
                <a:ext uri="{FF2B5EF4-FFF2-40B4-BE49-F238E27FC236}">
                  <a16:creationId xmlns:a16="http://schemas.microsoft.com/office/drawing/2014/main" id="{572737E3-3D01-350D-1E9B-3ED466ABFD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392"/>
              <a:ext cx="0" cy="100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3" name="Line 36">
              <a:extLst>
                <a:ext uri="{FF2B5EF4-FFF2-40B4-BE49-F238E27FC236}">
                  <a16:creationId xmlns:a16="http://schemas.microsoft.com/office/drawing/2014/main" id="{EB39E2DE-1268-2E7D-AF2A-3CD6DF1D7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72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4" name="Rectangle 37">
              <a:extLst>
                <a:ext uri="{FF2B5EF4-FFF2-40B4-BE49-F238E27FC236}">
                  <a16:creationId xmlns:a16="http://schemas.microsoft.com/office/drawing/2014/main" id="{D6B860D4-0172-692F-9A3A-CD42A7DC9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1392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CC33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aseline="-1800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3055" name="Rectangle 38">
              <a:extLst>
                <a:ext uri="{FF2B5EF4-FFF2-40B4-BE49-F238E27FC236}">
                  <a16:creationId xmlns:a16="http://schemas.microsoft.com/office/drawing/2014/main" id="{BE57793D-8F6F-47FF-4DBB-A3FB4D1B3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24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CC33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aseline="-18000">
                  <a:solidFill>
                    <a:srgbClr val="CC33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56" name="Rectangle 39">
              <a:extLst>
                <a:ext uri="{FF2B5EF4-FFF2-40B4-BE49-F238E27FC236}">
                  <a16:creationId xmlns:a16="http://schemas.microsoft.com/office/drawing/2014/main" id="{405B4E43-3697-F0F0-D1C3-21F9B595D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536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339966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aseline="-18000">
                  <a:solidFill>
                    <a:srgbClr val="339966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3057" name="Rectangle 40">
              <a:extLst>
                <a:ext uri="{FF2B5EF4-FFF2-40B4-BE49-F238E27FC236}">
                  <a16:creationId xmlns:a16="http://schemas.microsoft.com/office/drawing/2014/main" id="{4DA8D162-39C4-849A-5172-5B5E65514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056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aseline="-18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3058" name="Rectangle 41">
              <a:extLst>
                <a:ext uri="{FF2B5EF4-FFF2-40B4-BE49-F238E27FC236}">
                  <a16:creationId xmlns:a16="http://schemas.microsoft.com/office/drawing/2014/main" id="{ADE1C0E2-BBE7-EAFA-3D63-DFDA83C02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304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aseline="-18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3059" name="Rectangle 42">
              <a:extLst>
                <a:ext uri="{FF2B5EF4-FFF2-40B4-BE49-F238E27FC236}">
                  <a16:creationId xmlns:a16="http://schemas.microsoft.com/office/drawing/2014/main" id="{0431DC96-180B-3FE0-5058-E7144A446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53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1800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8" name="Group 63">
            <a:extLst>
              <a:ext uri="{FF2B5EF4-FFF2-40B4-BE49-F238E27FC236}">
                <a16:creationId xmlns:a16="http://schemas.microsoft.com/office/drawing/2014/main" id="{BC8021AC-4A6A-7183-9415-F46F1F948453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2852738"/>
            <a:ext cx="4032250" cy="2376487"/>
            <a:chOff x="2789" y="1842"/>
            <a:chExt cx="1981" cy="1048"/>
          </a:xfrm>
        </p:grpSpPr>
        <p:sp>
          <p:nvSpPr>
            <p:cNvPr id="43015" name="Line 44">
              <a:extLst>
                <a:ext uri="{FF2B5EF4-FFF2-40B4-BE49-F238E27FC236}">
                  <a16:creationId xmlns:a16="http://schemas.microsoft.com/office/drawing/2014/main" id="{551EB537-DB11-3ACC-32BF-45FA786D6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7" y="2463"/>
              <a:ext cx="1569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6" name="Line 45">
              <a:extLst>
                <a:ext uri="{FF2B5EF4-FFF2-40B4-BE49-F238E27FC236}">
                  <a16:creationId xmlns:a16="http://schemas.microsoft.com/office/drawing/2014/main" id="{E543CDED-D81F-8352-6581-CBBDD0E055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7" y="1900"/>
              <a:ext cx="0" cy="99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7" name="Freeform 47">
              <a:extLst>
                <a:ext uri="{FF2B5EF4-FFF2-40B4-BE49-F238E27FC236}">
                  <a16:creationId xmlns:a16="http://schemas.microsoft.com/office/drawing/2014/main" id="{B5F75FB6-73CB-C39C-DCDA-BB7686CCF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" y="2087"/>
              <a:ext cx="455" cy="417"/>
            </a:xfrm>
            <a:custGeom>
              <a:avLst/>
              <a:gdLst>
                <a:gd name="T0" fmla="*/ 0 w 1226"/>
                <a:gd name="T1" fmla="*/ 2 h 1588"/>
                <a:gd name="T2" fmla="*/ 1 w 1226"/>
                <a:gd name="T3" fmla="*/ 5 h 1588"/>
                <a:gd name="T4" fmla="*/ 1 w 1226"/>
                <a:gd name="T5" fmla="*/ 7 h 1588"/>
                <a:gd name="T6" fmla="*/ 2 w 1226"/>
                <a:gd name="T7" fmla="*/ 7 h 1588"/>
                <a:gd name="T8" fmla="*/ 3 w 1226"/>
                <a:gd name="T9" fmla="*/ 8 h 1588"/>
                <a:gd name="T10" fmla="*/ 3 w 1226"/>
                <a:gd name="T11" fmla="*/ 7 h 1588"/>
                <a:gd name="T12" fmla="*/ 4 w 1226"/>
                <a:gd name="T13" fmla="*/ 7 h 1588"/>
                <a:gd name="T14" fmla="*/ 4 w 1226"/>
                <a:gd name="T15" fmla="*/ 7 h 1588"/>
                <a:gd name="T16" fmla="*/ 5 w 1226"/>
                <a:gd name="T17" fmla="*/ 7 h 1588"/>
                <a:gd name="T18" fmla="*/ 5 w 1226"/>
                <a:gd name="T19" fmla="*/ 7 h 1588"/>
                <a:gd name="T20" fmla="*/ 6 w 1226"/>
                <a:gd name="T21" fmla="*/ 7 h 1588"/>
                <a:gd name="T22" fmla="*/ 6 w 1226"/>
                <a:gd name="T23" fmla="*/ 7 h 1588"/>
                <a:gd name="T24" fmla="*/ 7 w 1226"/>
                <a:gd name="T25" fmla="*/ 7 h 1588"/>
                <a:gd name="T26" fmla="*/ 7 w 1226"/>
                <a:gd name="T27" fmla="*/ 7 h 1588"/>
                <a:gd name="T28" fmla="*/ 8 w 1226"/>
                <a:gd name="T29" fmla="*/ 7 h 1588"/>
                <a:gd name="T30" fmla="*/ 9 w 1226"/>
                <a:gd name="T31" fmla="*/ 7 h 1588"/>
                <a:gd name="T32" fmla="*/ 9 w 1226"/>
                <a:gd name="T33" fmla="*/ 7 h 1588"/>
                <a:gd name="T34" fmla="*/ 10 w 1226"/>
                <a:gd name="T35" fmla="*/ 7 h 1588"/>
                <a:gd name="T36" fmla="*/ 10 w 1226"/>
                <a:gd name="T37" fmla="*/ 7 h 1588"/>
                <a:gd name="T38" fmla="*/ 11 w 1226"/>
                <a:gd name="T39" fmla="*/ 7 h 1588"/>
                <a:gd name="T40" fmla="*/ 11 w 1226"/>
                <a:gd name="T41" fmla="*/ 7 h 1588"/>
                <a:gd name="T42" fmla="*/ 12 w 1226"/>
                <a:gd name="T43" fmla="*/ 7 h 1588"/>
                <a:gd name="T44" fmla="*/ 12 w 1226"/>
                <a:gd name="T45" fmla="*/ 7 h 1588"/>
                <a:gd name="T46" fmla="*/ 13 w 1226"/>
                <a:gd name="T47" fmla="*/ 7 h 1588"/>
                <a:gd name="T48" fmla="*/ 14 w 1226"/>
                <a:gd name="T49" fmla="*/ 7 h 1588"/>
                <a:gd name="T50" fmla="*/ 14 w 1226"/>
                <a:gd name="T51" fmla="*/ 7 h 1588"/>
                <a:gd name="T52" fmla="*/ 15 w 1226"/>
                <a:gd name="T53" fmla="*/ 7 h 1588"/>
                <a:gd name="T54" fmla="*/ 15 w 1226"/>
                <a:gd name="T55" fmla="*/ 7 h 1588"/>
                <a:gd name="T56" fmla="*/ 16 w 1226"/>
                <a:gd name="T57" fmla="*/ 7 h 1588"/>
                <a:gd name="T58" fmla="*/ 16 w 1226"/>
                <a:gd name="T59" fmla="*/ 7 h 1588"/>
                <a:gd name="T60" fmla="*/ 17 w 1226"/>
                <a:gd name="T61" fmla="*/ 7 h 1588"/>
                <a:gd name="T62" fmla="*/ 17 w 1226"/>
                <a:gd name="T63" fmla="*/ 7 h 1588"/>
                <a:gd name="T64" fmla="*/ 18 w 1226"/>
                <a:gd name="T65" fmla="*/ 7 h 1588"/>
                <a:gd name="T66" fmla="*/ 19 w 1226"/>
                <a:gd name="T67" fmla="*/ 7 h 1588"/>
                <a:gd name="T68" fmla="*/ 19 w 1226"/>
                <a:gd name="T69" fmla="*/ 7 h 1588"/>
                <a:gd name="T70" fmla="*/ 20 w 1226"/>
                <a:gd name="T71" fmla="*/ 7 h 1588"/>
                <a:gd name="T72" fmla="*/ 20 w 1226"/>
                <a:gd name="T73" fmla="*/ 7 h 1588"/>
                <a:gd name="T74" fmla="*/ 21 w 1226"/>
                <a:gd name="T75" fmla="*/ 7 h 1588"/>
                <a:gd name="T76" fmla="*/ 21 w 1226"/>
                <a:gd name="T77" fmla="*/ 7 h 1588"/>
                <a:gd name="T78" fmla="*/ 22 w 1226"/>
                <a:gd name="T79" fmla="*/ 7 h 1588"/>
                <a:gd name="T80" fmla="*/ 22 w 1226"/>
                <a:gd name="T81" fmla="*/ 7 h 1588"/>
                <a:gd name="T82" fmla="*/ 23 w 1226"/>
                <a:gd name="T83" fmla="*/ 7 h 158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226" h="1588">
                  <a:moveTo>
                    <a:pt x="0" y="0"/>
                  </a:moveTo>
                  <a:lnTo>
                    <a:pt x="7" y="263"/>
                  </a:lnTo>
                  <a:lnTo>
                    <a:pt x="14" y="504"/>
                  </a:lnTo>
                  <a:lnTo>
                    <a:pt x="28" y="716"/>
                  </a:lnTo>
                  <a:lnTo>
                    <a:pt x="36" y="900"/>
                  </a:lnTo>
                  <a:lnTo>
                    <a:pt x="43" y="1063"/>
                  </a:lnTo>
                  <a:lnTo>
                    <a:pt x="57" y="1191"/>
                  </a:lnTo>
                  <a:lnTo>
                    <a:pt x="64" y="1304"/>
                  </a:lnTo>
                  <a:lnTo>
                    <a:pt x="71" y="1389"/>
                  </a:lnTo>
                  <a:lnTo>
                    <a:pt x="85" y="1460"/>
                  </a:lnTo>
                  <a:lnTo>
                    <a:pt x="92" y="1510"/>
                  </a:lnTo>
                  <a:lnTo>
                    <a:pt x="106" y="1545"/>
                  </a:lnTo>
                  <a:lnTo>
                    <a:pt x="114" y="1567"/>
                  </a:lnTo>
                  <a:lnTo>
                    <a:pt x="121" y="1581"/>
                  </a:lnTo>
                  <a:lnTo>
                    <a:pt x="135" y="1588"/>
                  </a:lnTo>
                  <a:lnTo>
                    <a:pt x="142" y="1588"/>
                  </a:lnTo>
                  <a:lnTo>
                    <a:pt x="149" y="1581"/>
                  </a:lnTo>
                  <a:lnTo>
                    <a:pt x="163" y="1574"/>
                  </a:lnTo>
                  <a:lnTo>
                    <a:pt x="170" y="1567"/>
                  </a:lnTo>
                  <a:lnTo>
                    <a:pt x="177" y="1552"/>
                  </a:lnTo>
                  <a:lnTo>
                    <a:pt x="191" y="1538"/>
                  </a:lnTo>
                  <a:lnTo>
                    <a:pt x="199" y="1524"/>
                  </a:lnTo>
                  <a:lnTo>
                    <a:pt x="213" y="1510"/>
                  </a:lnTo>
                  <a:lnTo>
                    <a:pt x="220" y="1503"/>
                  </a:lnTo>
                  <a:lnTo>
                    <a:pt x="227" y="1489"/>
                  </a:lnTo>
                  <a:lnTo>
                    <a:pt x="241" y="1482"/>
                  </a:lnTo>
                  <a:lnTo>
                    <a:pt x="248" y="1474"/>
                  </a:lnTo>
                  <a:lnTo>
                    <a:pt x="255" y="1467"/>
                  </a:lnTo>
                  <a:lnTo>
                    <a:pt x="269" y="1460"/>
                  </a:lnTo>
                  <a:lnTo>
                    <a:pt x="277" y="1453"/>
                  </a:lnTo>
                  <a:lnTo>
                    <a:pt x="284" y="1453"/>
                  </a:lnTo>
                  <a:lnTo>
                    <a:pt x="298" y="1446"/>
                  </a:lnTo>
                  <a:lnTo>
                    <a:pt x="305" y="1446"/>
                  </a:lnTo>
                  <a:lnTo>
                    <a:pt x="319" y="1446"/>
                  </a:lnTo>
                  <a:lnTo>
                    <a:pt x="326" y="1446"/>
                  </a:lnTo>
                  <a:lnTo>
                    <a:pt x="333" y="1439"/>
                  </a:lnTo>
                  <a:lnTo>
                    <a:pt x="347" y="1439"/>
                  </a:lnTo>
                  <a:lnTo>
                    <a:pt x="354" y="1439"/>
                  </a:lnTo>
                  <a:lnTo>
                    <a:pt x="362" y="1439"/>
                  </a:lnTo>
                  <a:lnTo>
                    <a:pt x="376" y="1446"/>
                  </a:lnTo>
                  <a:lnTo>
                    <a:pt x="383" y="1446"/>
                  </a:lnTo>
                  <a:lnTo>
                    <a:pt x="390" y="1446"/>
                  </a:lnTo>
                  <a:lnTo>
                    <a:pt x="404" y="1446"/>
                  </a:lnTo>
                  <a:lnTo>
                    <a:pt x="411" y="1446"/>
                  </a:lnTo>
                  <a:lnTo>
                    <a:pt x="425" y="1446"/>
                  </a:lnTo>
                  <a:lnTo>
                    <a:pt x="432" y="1446"/>
                  </a:lnTo>
                  <a:lnTo>
                    <a:pt x="440" y="1446"/>
                  </a:lnTo>
                  <a:lnTo>
                    <a:pt x="454" y="1446"/>
                  </a:lnTo>
                  <a:lnTo>
                    <a:pt x="461" y="1446"/>
                  </a:lnTo>
                  <a:lnTo>
                    <a:pt x="468" y="1446"/>
                  </a:lnTo>
                  <a:lnTo>
                    <a:pt x="482" y="1446"/>
                  </a:lnTo>
                  <a:lnTo>
                    <a:pt x="489" y="1446"/>
                  </a:lnTo>
                  <a:lnTo>
                    <a:pt x="503" y="1446"/>
                  </a:lnTo>
                  <a:lnTo>
                    <a:pt x="510" y="1446"/>
                  </a:lnTo>
                  <a:lnTo>
                    <a:pt x="517" y="1446"/>
                  </a:lnTo>
                  <a:lnTo>
                    <a:pt x="532" y="1446"/>
                  </a:lnTo>
                  <a:lnTo>
                    <a:pt x="539" y="1446"/>
                  </a:lnTo>
                  <a:lnTo>
                    <a:pt x="546" y="1446"/>
                  </a:lnTo>
                  <a:lnTo>
                    <a:pt x="560" y="1446"/>
                  </a:lnTo>
                  <a:lnTo>
                    <a:pt x="567" y="1446"/>
                  </a:lnTo>
                  <a:lnTo>
                    <a:pt x="574" y="1446"/>
                  </a:lnTo>
                  <a:lnTo>
                    <a:pt x="588" y="1446"/>
                  </a:lnTo>
                  <a:lnTo>
                    <a:pt x="595" y="1446"/>
                  </a:lnTo>
                  <a:lnTo>
                    <a:pt x="610" y="1446"/>
                  </a:lnTo>
                  <a:lnTo>
                    <a:pt x="617" y="1446"/>
                  </a:lnTo>
                  <a:lnTo>
                    <a:pt x="624" y="1446"/>
                  </a:lnTo>
                  <a:lnTo>
                    <a:pt x="638" y="1446"/>
                  </a:lnTo>
                  <a:lnTo>
                    <a:pt x="645" y="1446"/>
                  </a:lnTo>
                  <a:lnTo>
                    <a:pt x="652" y="1446"/>
                  </a:lnTo>
                  <a:lnTo>
                    <a:pt x="666" y="1446"/>
                  </a:lnTo>
                  <a:lnTo>
                    <a:pt x="673" y="1446"/>
                  </a:lnTo>
                  <a:lnTo>
                    <a:pt x="680" y="1446"/>
                  </a:lnTo>
                  <a:lnTo>
                    <a:pt x="695" y="1446"/>
                  </a:lnTo>
                  <a:lnTo>
                    <a:pt x="702" y="1446"/>
                  </a:lnTo>
                  <a:lnTo>
                    <a:pt x="716" y="1446"/>
                  </a:lnTo>
                  <a:lnTo>
                    <a:pt x="723" y="1446"/>
                  </a:lnTo>
                  <a:lnTo>
                    <a:pt x="730" y="1446"/>
                  </a:lnTo>
                  <a:lnTo>
                    <a:pt x="744" y="1446"/>
                  </a:lnTo>
                  <a:lnTo>
                    <a:pt x="751" y="1446"/>
                  </a:lnTo>
                  <a:lnTo>
                    <a:pt x="758" y="1446"/>
                  </a:lnTo>
                  <a:lnTo>
                    <a:pt x="773" y="1446"/>
                  </a:lnTo>
                  <a:lnTo>
                    <a:pt x="780" y="1446"/>
                  </a:lnTo>
                  <a:lnTo>
                    <a:pt x="787" y="1446"/>
                  </a:lnTo>
                  <a:lnTo>
                    <a:pt x="801" y="1446"/>
                  </a:lnTo>
                  <a:lnTo>
                    <a:pt x="808" y="1446"/>
                  </a:lnTo>
                  <a:lnTo>
                    <a:pt x="822" y="1446"/>
                  </a:lnTo>
                  <a:lnTo>
                    <a:pt x="829" y="1446"/>
                  </a:lnTo>
                  <a:lnTo>
                    <a:pt x="836" y="1446"/>
                  </a:lnTo>
                  <a:lnTo>
                    <a:pt x="851" y="1446"/>
                  </a:lnTo>
                  <a:lnTo>
                    <a:pt x="858" y="1446"/>
                  </a:lnTo>
                  <a:lnTo>
                    <a:pt x="865" y="1446"/>
                  </a:lnTo>
                  <a:lnTo>
                    <a:pt x="879" y="1446"/>
                  </a:lnTo>
                  <a:lnTo>
                    <a:pt x="886" y="1446"/>
                  </a:lnTo>
                  <a:lnTo>
                    <a:pt x="893" y="1446"/>
                  </a:lnTo>
                  <a:lnTo>
                    <a:pt x="907" y="1446"/>
                  </a:lnTo>
                  <a:lnTo>
                    <a:pt x="914" y="1446"/>
                  </a:lnTo>
                  <a:lnTo>
                    <a:pt x="929" y="1446"/>
                  </a:lnTo>
                  <a:lnTo>
                    <a:pt x="936" y="1446"/>
                  </a:lnTo>
                  <a:lnTo>
                    <a:pt x="943" y="1446"/>
                  </a:lnTo>
                  <a:lnTo>
                    <a:pt x="957" y="1446"/>
                  </a:lnTo>
                  <a:lnTo>
                    <a:pt x="964" y="1446"/>
                  </a:lnTo>
                  <a:lnTo>
                    <a:pt x="971" y="1446"/>
                  </a:lnTo>
                  <a:lnTo>
                    <a:pt x="985" y="1446"/>
                  </a:lnTo>
                  <a:lnTo>
                    <a:pt x="992" y="1446"/>
                  </a:lnTo>
                  <a:lnTo>
                    <a:pt x="1007" y="1446"/>
                  </a:lnTo>
                  <a:lnTo>
                    <a:pt x="1014" y="1446"/>
                  </a:lnTo>
                  <a:lnTo>
                    <a:pt x="1021" y="1446"/>
                  </a:lnTo>
                  <a:lnTo>
                    <a:pt x="1035" y="1446"/>
                  </a:lnTo>
                  <a:lnTo>
                    <a:pt x="1042" y="1446"/>
                  </a:lnTo>
                  <a:lnTo>
                    <a:pt x="1049" y="1446"/>
                  </a:lnTo>
                  <a:lnTo>
                    <a:pt x="1063" y="1446"/>
                  </a:lnTo>
                  <a:lnTo>
                    <a:pt x="1070" y="1446"/>
                  </a:lnTo>
                  <a:lnTo>
                    <a:pt x="1077" y="1446"/>
                  </a:lnTo>
                  <a:lnTo>
                    <a:pt x="1092" y="1446"/>
                  </a:lnTo>
                  <a:lnTo>
                    <a:pt x="1099" y="1446"/>
                  </a:lnTo>
                  <a:lnTo>
                    <a:pt x="1113" y="1446"/>
                  </a:lnTo>
                  <a:lnTo>
                    <a:pt x="1120" y="1446"/>
                  </a:lnTo>
                  <a:lnTo>
                    <a:pt x="1127" y="1446"/>
                  </a:lnTo>
                  <a:lnTo>
                    <a:pt x="1141" y="1446"/>
                  </a:lnTo>
                  <a:lnTo>
                    <a:pt x="1148" y="1446"/>
                  </a:lnTo>
                  <a:lnTo>
                    <a:pt x="1155" y="1446"/>
                  </a:lnTo>
                  <a:lnTo>
                    <a:pt x="1170" y="1446"/>
                  </a:lnTo>
                  <a:lnTo>
                    <a:pt x="1177" y="1446"/>
                  </a:lnTo>
                  <a:lnTo>
                    <a:pt x="1184" y="1446"/>
                  </a:lnTo>
                  <a:lnTo>
                    <a:pt x="1198" y="1446"/>
                  </a:lnTo>
                  <a:lnTo>
                    <a:pt x="1205" y="1446"/>
                  </a:lnTo>
                  <a:lnTo>
                    <a:pt x="1219" y="1446"/>
                  </a:lnTo>
                  <a:lnTo>
                    <a:pt x="1226" y="1446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8" name="Freeform 48">
              <a:extLst>
                <a:ext uri="{FF2B5EF4-FFF2-40B4-BE49-F238E27FC236}">
                  <a16:creationId xmlns:a16="http://schemas.microsoft.com/office/drawing/2014/main" id="{ABBF059B-61F3-5DA1-AB4A-4A7DF95EF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2466"/>
              <a:ext cx="454" cy="1"/>
            </a:xfrm>
            <a:custGeom>
              <a:avLst/>
              <a:gdLst>
                <a:gd name="T0" fmla="*/ 0 w 1226"/>
                <a:gd name="T1" fmla="*/ 0 h 1"/>
                <a:gd name="T2" fmla="*/ 1 w 1226"/>
                <a:gd name="T3" fmla="*/ 0 h 1"/>
                <a:gd name="T4" fmla="*/ 1 w 1226"/>
                <a:gd name="T5" fmla="*/ 0 h 1"/>
                <a:gd name="T6" fmla="*/ 2 w 1226"/>
                <a:gd name="T7" fmla="*/ 0 h 1"/>
                <a:gd name="T8" fmla="*/ 3 w 1226"/>
                <a:gd name="T9" fmla="*/ 0 h 1"/>
                <a:gd name="T10" fmla="*/ 3 w 1226"/>
                <a:gd name="T11" fmla="*/ 0 h 1"/>
                <a:gd name="T12" fmla="*/ 4 w 1226"/>
                <a:gd name="T13" fmla="*/ 0 h 1"/>
                <a:gd name="T14" fmla="*/ 4 w 1226"/>
                <a:gd name="T15" fmla="*/ 0 h 1"/>
                <a:gd name="T16" fmla="*/ 5 w 1226"/>
                <a:gd name="T17" fmla="*/ 0 h 1"/>
                <a:gd name="T18" fmla="*/ 5 w 1226"/>
                <a:gd name="T19" fmla="*/ 0 h 1"/>
                <a:gd name="T20" fmla="*/ 6 w 1226"/>
                <a:gd name="T21" fmla="*/ 0 h 1"/>
                <a:gd name="T22" fmla="*/ 6 w 1226"/>
                <a:gd name="T23" fmla="*/ 0 h 1"/>
                <a:gd name="T24" fmla="*/ 7 w 1226"/>
                <a:gd name="T25" fmla="*/ 0 h 1"/>
                <a:gd name="T26" fmla="*/ 7 w 1226"/>
                <a:gd name="T27" fmla="*/ 0 h 1"/>
                <a:gd name="T28" fmla="*/ 8 w 1226"/>
                <a:gd name="T29" fmla="*/ 0 h 1"/>
                <a:gd name="T30" fmla="*/ 9 w 1226"/>
                <a:gd name="T31" fmla="*/ 0 h 1"/>
                <a:gd name="T32" fmla="*/ 9 w 1226"/>
                <a:gd name="T33" fmla="*/ 0 h 1"/>
                <a:gd name="T34" fmla="*/ 10 w 1226"/>
                <a:gd name="T35" fmla="*/ 0 h 1"/>
                <a:gd name="T36" fmla="*/ 10 w 1226"/>
                <a:gd name="T37" fmla="*/ 0 h 1"/>
                <a:gd name="T38" fmla="*/ 11 w 1226"/>
                <a:gd name="T39" fmla="*/ 0 h 1"/>
                <a:gd name="T40" fmla="*/ 11 w 1226"/>
                <a:gd name="T41" fmla="*/ 0 h 1"/>
                <a:gd name="T42" fmla="*/ 12 w 1226"/>
                <a:gd name="T43" fmla="*/ 0 h 1"/>
                <a:gd name="T44" fmla="*/ 12 w 1226"/>
                <a:gd name="T45" fmla="*/ 0 h 1"/>
                <a:gd name="T46" fmla="*/ 13 w 1226"/>
                <a:gd name="T47" fmla="*/ 0 h 1"/>
                <a:gd name="T48" fmla="*/ 13 w 1226"/>
                <a:gd name="T49" fmla="*/ 0 h 1"/>
                <a:gd name="T50" fmla="*/ 14 w 1226"/>
                <a:gd name="T51" fmla="*/ 0 h 1"/>
                <a:gd name="T52" fmla="*/ 14 w 1226"/>
                <a:gd name="T53" fmla="*/ 0 h 1"/>
                <a:gd name="T54" fmla="*/ 15 w 1226"/>
                <a:gd name="T55" fmla="*/ 0 h 1"/>
                <a:gd name="T56" fmla="*/ 16 w 1226"/>
                <a:gd name="T57" fmla="*/ 0 h 1"/>
                <a:gd name="T58" fmla="*/ 16 w 1226"/>
                <a:gd name="T59" fmla="*/ 0 h 1"/>
                <a:gd name="T60" fmla="*/ 17 w 1226"/>
                <a:gd name="T61" fmla="*/ 0 h 1"/>
                <a:gd name="T62" fmla="*/ 17 w 1226"/>
                <a:gd name="T63" fmla="*/ 0 h 1"/>
                <a:gd name="T64" fmla="*/ 18 w 1226"/>
                <a:gd name="T65" fmla="*/ 0 h 1"/>
                <a:gd name="T66" fmla="*/ 19 w 1226"/>
                <a:gd name="T67" fmla="*/ 0 h 1"/>
                <a:gd name="T68" fmla="*/ 19 w 1226"/>
                <a:gd name="T69" fmla="*/ 0 h 1"/>
                <a:gd name="T70" fmla="*/ 20 w 1226"/>
                <a:gd name="T71" fmla="*/ 0 h 1"/>
                <a:gd name="T72" fmla="*/ 20 w 1226"/>
                <a:gd name="T73" fmla="*/ 0 h 1"/>
                <a:gd name="T74" fmla="*/ 21 w 1226"/>
                <a:gd name="T75" fmla="*/ 0 h 1"/>
                <a:gd name="T76" fmla="*/ 21 w 1226"/>
                <a:gd name="T77" fmla="*/ 0 h 1"/>
                <a:gd name="T78" fmla="*/ 21 w 1226"/>
                <a:gd name="T79" fmla="*/ 0 h 1"/>
                <a:gd name="T80" fmla="*/ 22 w 1226"/>
                <a:gd name="T81" fmla="*/ 0 h 1"/>
                <a:gd name="T82" fmla="*/ 23 w 1226"/>
                <a:gd name="T83" fmla="*/ 0 h 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226" h="1">
                  <a:moveTo>
                    <a:pt x="0" y="0"/>
                  </a:moveTo>
                  <a:lnTo>
                    <a:pt x="7" y="0"/>
                  </a:lnTo>
                  <a:lnTo>
                    <a:pt x="21" y="0"/>
                  </a:lnTo>
                  <a:lnTo>
                    <a:pt x="29" y="0"/>
                  </a:lnTo>
                  <a:lnTo>
                    <a:pt x="36" y="0"/>
                  </a:lnTo>
                  <a:lnTo>
                    <a:pt x="50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8" y="0"/>
                  </a:lnTo>
                  <a:lnTo>
                    <a:pt x="85" y="0"/>
                  </a:lnTo>
                  <a:lnTo>
                    <a:pt x="99" y="0"/>
                  </a:lnTo>
                  <a:lnTo>
                    <a:pt x="107" y="0"/>
                  </a:lnTo>
                  <a:lnTo>
                    <a:pt x="114" y="0"/>
                  </a:lnTo>
                  <a:lnTo>
                    <a:pt x="128" y="0"/>
                  </a:lnTo>
                  <a:lnTo>
                    <a:pt x="135" y="0"/>
                  </a:lnTo>
                  <a:lnTo>
                    <a:pt x="142" y="0"/>
                  </a:lnTo>
                  <a:lnTo>
                    <a:pt x="156" y="0"/>
                  </a:lnTo>
                  <a:lnTo>
                    <a:pt x="163" y="0"/>
                  </a:lnTo>
                  <a:lnTo>
                    <a:pt x="177" y="0"/>
                  </a:lnTo>
                  <a:lnTo>
                    <a:pt x="184" y="0"/>
                  </a:lnTo>
                  <a:lnTo>
                    <a:pt x="192" y="0"/>
                  </a:lnTo>
                  <a:lnTo>
                    <a:pt x="206" y="0"/>
                  </a:lnTo>
                  <a:lnTo>
                    <a:pt x="213" y="0"/>
                  </a:lnTo>
                  <a:lnTo>
                    <a:pt x="220" y="0"/>
                  </a:lnTo>
                  <a:lnTo>
                    <a:pt x="234" y="0"/>
                  </a:lnTo>
                  <a:lnTo>
                    <a:pt x="241" y="0"/>
                  </a:lnTo>
                  <a:lnTo>
                    <a:pt x="248" y="0"/>
                  </a:lnTo>
                  <a:lnTo>
                    <a:pt x="262" y="0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91" y="0"/>
                  </a:lnTo>
                  <a:lnTo>
                    <a:pt x="298" y="0"/>
                  </a:lnTo>
                  <a:lnTo>
                    <a:pt x="312" y="0"/>
                  </a:lnTo>
                  <a:lnTo>
                    <a:pt x="319" y="0"/>
                  </a:lnTo>
                  <a:lnTo>
                    <a:pt x="326" y="0"/>
                  </a:lnTo>
                  <a:lnTo>
                    <a:pt x="340" y="0"/>
                  </a:lnTo>
                  <a:lnTo>
                    <a:pt x="347" y="0"/>
                  </a:lnTo>
                  <a:lnTo>
                    <a:pt x="355" y="0"/>
                  </a:lnTo>
                  <a:lnTo>
                    <a:pt x="369" y="0"/>
                  </a:lnTo>
                  <a:lnTo>
                    <a:pt x="376" y="0"/>
                  </a:lnTo>
                  <a:lnTo>
                    <a:pt x="390" y="0"/>
                  </a:lnTo>
                  <a:lnTo>
                    <a:pt x="397" y="0"/>
                  </a:lnTo>
                  <a:lnTo>
                    <a:pt x="404" y="0"/>
                  </a:lnTo>
                  <a:lnTo>
                    <a:pt x="418" y="0"/>
                  </a:lnTo>
                  <a:lnTo>
                    <a:pt x="425" y="0"/>
                  </a:lnTo>
                  <a:lnTo>
                    <a:pt x="433" y="0"/>
                  </a:lnTo>
                  <a:lnTo>
                    <a:pt x="447" y="0"/>
                  </a:lnTo>
                  <a:lnTo>
                    <a:pt x="454" y="0"/>
                  </a:lnTo>
                  <a:lnTo>
                    <a:pt x="461" y="0"/>
                  </a:lnTo>
                  <a:lnTo>
                    <a:pt x="475" y="0"/>
                  </a:lnTo>
                  <a:lnTo>
                    <a:pt x="482" y="0"/>
                  </a:lnTo>
                  <a:lnTo>
                    <a:pt x="496" y="0"/>
                  </a:lnTo>
                  <a:lnTo>
                    <a:pt x="503" y="0"/>
                  </a:lnTo>
                  <a:lnTo>
                    <a:pt x="510" y="0"/>
                  </a:lnTo>
                  <a:lnTo>
                    <a:pt x="525" y="0"/>
                  </a:lnTo>
                  <a:lnTo>
                    <a:pt x="532" y="0"/>
                  </a:lnTo>
                  <a:lnTo>
                    <a:pt x="539" y="0"/>
                  </a:lnTo>
                  <a:lnTo>
                    <a:pt x="553" y="0"/>
                  </a:lnTo>
                  <a:lnTo>
                    <a:pt x="560" y="0"/>
                  </a:lnTo>
                  <a:lnTo>
                    <a:pt x="567" y="0"/>
                  </a:lnTo>
                  <a:lnTo>
                    <a:pt x="581" y="0"/>
                  </a:lnTo>
                  <a:lnTo>
                    <a:pt x="588" y="0"/>
                  </a:lnTo>
                  <a:lnTo>
                    <a:pt x="603" y="0"/>
                  </a:lnTo>
                  <a:lnTo>
                    <a:pt x="610" y="0"/>
                  </a:lnTo>
                  <a:lnTo>
                    <a:pt x="617" y="0"/>
                  </a:lnTo>
                  <a:lnTo>
                    <a:pt x="631" y="0"/>
                  </a:lnTo>
                  <a:lnTo>
                    <a:pt x="638" y="0"/>
                  </a:lnTo>
                  <a:lnTo>
                    <a:pt x="645" y="0"/>
                  </a:lnTo>
                  <a:lnTo>
                    <a:pt x="659" y="0"/>
                  </a:lnTo>
                  <a:lnTo>
                    <a:pt x="666" y="0"/>
                  </a:lnTo>
                  <a:lnTo>
                    <a:pt x="681" y="0"/>
                  </a:lnTo>
                  <a:lnTo>
                    <a:pt x="688" y="0"/>
                  </a:lnTo>
                  <a:lnTo>
                    <a:pt x="695" y="0"/>
                  </a:lnTo>
                  <a:lnTo>
                    <a:pt x="709" y="0"/>
                  </a:lnTo>
                  <a:lnTo>
                    <a:pt x="716" y="0"/>
                  </a:lnTo>
                  <a:lnTo>
                    <a:pt x="723" y="0"/>
                  </a:lnTo>
                  <a:lnTo>
                    <a:pt x="737" y="0"/>
                  </a:lnTo>
                  <a:lnTo>
                    <a:pt x="744" y="0"/>
                  </a:lnTo>
                  <a:lnTo>
                    <a:pt x="751" y="0"/>
                  </a:lnTo>
                  <a:lnTo>
                    <a:pt x="766" y="0"/>
                  </a:lnTo>
                  <a:lnTo>
                    <a:pt x="773" y="0"/>
                  </a:lnTo>
                  <a:lnTo>
                    <a:pt x="787" y="0"/>
                  </a:lnTo>
                  <a:lnTo>
                    <a:pt x="794" y="0"/>
                  </a:lnTo>
                  <a:lnTo>
                    <a:pt x="801" y="0"/>
                  </a:lnTo>
                  <a:lnTo>
                    <a:pt x="815" y="0"/>
                  </a:lnTo>
                  <a:lnTo>
                    <a:pt x="822" y="0"/>
                  </a:lnTo>
                  <a:lnTo>
                    <a:pt x="829" y="0"/>
                  </a:lnTo>
                  <a:lnTo>
                    <a:pt x="844" y="0"/>
                  </a:lnTo>
                  <a:lnTo>
                    <a:pt x="851" y="0"/>
                  </a:lnTo>
                  <a:lnTo>
                    <a:pt x="858" y="0"/>
                  </a:lnTo>
                  <a:lnTo>
                    <a:pt x="872" y="0"/>
                  </a:lnTo>
                  <a:lnTo>
                    <a:pt x="879" y="0"/>
                  </a:lnTo>
                  <a:lnTo>
                    <a:pt x="893" y="0"/>
                  </a:lnTo>
                  <a:lnTo>
                    <a:pt x="900" y="0"/>
                  </a:lnTo>
                  <a:lnTo>
                    <a:pt x="907" y="0"/>
                  </a:lnTo>
                  <a:lnTo>
                    <a:pt x="922" y="0"/>
                  </a:lnTo>
                  <a:lnTo>
                    <a:pt x="929" y="0"/>
                  </a:lnTo>
                  <a:lnTo>
                    <a:pt x="936" y="0"/>
                  </a:lnTo>
                  <a:lnTo>
                    <a:pt x="950" y="0"/>
                  </a:lnTo>
                  <a:lnTo>
                    <a:pt x="957" y="0"/>
                  </a:lnTo>
                  <a:lnTo>
                    <a:pt x="964" y="0"/>
                  </a:lnTo>
                  <a:lnTo>
                    <a:pt x="978" y="0"/>
                  </a:lnTo>
                  <a:lnTo>
                    <a:pt x="985" y="0"/>
                  </a:lnTo>
                  <a:lnTo>
                    <a:pt x="1000" y="0"/>
                  </a:lnTo>
                  <a:lnTo>
                    <a:pt x="1007" y="0"/>
                  </a:lnTo>
                  <a:lnTo>
                    <a:pt x="1014" y="0"/>
                  </a:lnTo>
                  <a:lnTo>
                    <a:pt x="1028" y="0"/>
                  </a:lnTo>
                  <a:lnTo>
                    <a:pt x="1035" y="0"/>
                  </a:lnTo>
                  <a:lnTo>
                    <a:pt x="1042" y="0"/>
                  </a:lnTo>
                  <a:lnTo>
                    <a:pt x="1056" y="0"/>
                  </a:lnTo>
                  <a:lnTo>
                    <a:pt x="1063" y="0"/>
                  </a:lnTo>
                  <a:lnTo>
                    <a:pt x="1077" y="0"/>
                  </a:lnTo>
                  <a:lnTo>
                    <a:pt x="1085" y="0"/>
                  </a:lnTo>
                  <a:lnTo>
                    <a:pt x="1092" y="0"/>
                  </a:lnTo>
                  <a:lnTo>
                    <a:pt x="1106" y="0"/>
                  </a:lnTo>
                  <a:lnTo>
                    <a:pt x="1113" y="0"/>
                  </a:lnTo>
                  <a:lnTo>
                    <a:pt x="1120" y="0"/>
                  </a:lnTo>
                  <a:lnTo>
                    <a:pt x="1134" y="0"/>
                  </a:lnTo>
                  <a:lnTo>
                    <a:pt x="1141" y="0"/>
                  </a:lnTo>
                  <a:lnTo>
                    <a:pt x="1148" y="0"/>
                  </a:lnTo>
                  <a:lnTo>
                    <a:pt x="1163" y="0"/>
                  </a:lnTo>
                  <a:lnTo>
                    <a:pt x="1170" y="0"/>
                  </a:lnTo>
                  <a:lnTo>
                    <a:pt x="1184" y="0"/>
                  </a:lnTo>
                  <a:lnTo>
                    <a:pt x="1191" y="0"/>
                  </a:lnTo>
                  <a:lnTo>
                    <a:pt x="1198" y="0"/>
                  </a:lnTo>
                  <a:lnTo>
                    <a:pt x="1212" y="0"/>
                  </a:lnTo>
                  <a:lnTo>
                    <a:pt x="1219" y="0"/>
                  </a:lnTo>
                  <a:lnTo>
                    <a:pt x="1226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9" name="Freeform 49">
              <a:extLst>
                <a:ext uri="{FF2B5EF4-FFF2-40B4-BE49-F238E27FC236}">
                  <a16:creationId xmlns:a16="http://schemas.microsoft.com/office/drawing/2014/main" id="{E2D452D7-EEF0-8381-AF2D-8C8940635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8" y="2466"/>
              <a:ext cx="457" cy="1"/>
            </a:xfrm>
            <a:custGeom>
              <a:avLst/>
              <a:gdLst>
                <a:gd name="T0" fmla="*/ 0 w 1233"/>
                <a:gd name="T1" fmla="*/ 0 h 1"/>
                <a:gd name="T2" fmla="*/ 1 w 1233"/>
                <a:gd name="T3" fmla="*/ 0 h 1"/>
                <a:gd name="T4" fmla="*/ 1 w 1233"/>
                <a:gd name="T5" fmla="*/ 0 h 1"/>
                <a:gd name="T6" fmla="*/ 2 w 1233"/>
                <a:gd name="T7" fmla="*/ 0 h 1"/>
                <a:gd name="T8" fmla="*/ 3 w 1233"/>
                <a:gd name="T9" fmla="*/ 0 h 1"/>
                <a:gd name="T10" fmla="*/ 3 w 1233"/>
                <a:gd name="T11" fmla="*/ 0 h 1"/>
                <a:gd name="T12" fmla="*/ 4 w 1233"/>
                <a:gd name="T13" fmla="*/ 0 h 1"/>
                <a:gd name="T14" fmla="*/ 4 w 1233"/>
                <a:gd name="T15" fmla="*/ 0 h 1"/>
                <a:gd name="T16" fmla="*/ 5 w 1233"/>
                <a:gd name="T17" fmla="*/ 0 h 1"/>
                <a:gd name="T18" fmla="*/ 5 w 1233"/>
                <a:gd name="T19" fmla="*/ 0 h 1"/>
                <a:gd name="T20" fmla="*/ 6 w 1233"/>
                <a:gd name="T21" fmla="*/ 0 h 1"/>
                <a:gd name="T22" fmla="*/ 6 w 1233"/>
                <a:gd name="T23" fmla="*/ 0 h 1"/>
                <a:gd name="T24" fmla="*/ 7 w 1233"/>
                <a:gd name="T25" fmla="*/ 0 h 1"/>
                <a:gd name="T26" fmla="*/ 7 w 1233"/>
                <a:gd name="T27" fmla="*/ 0 h 1"/>
                <a:gd name="T28" fmla="*/ 8 w 1233"/>
                <a:gd name="T29" fmla="*/ 0 h 1"/>
                <a:gd name="T30" fmla="*/ 9 w 1233"/>
                <a:gd name="T31" fmla="*/ 0 h 1"/>
                <a:gd name="T32" fmla="*/ 9 w 1233"/>
                <a:gd name="T33" fmla="*/ 0 h 1"/>
                <a:gd name="T34" fmla="*/ 10 w 1233"/>
                <a:gd name="T35" fmla="*/ 0 h 1"/>
                <a:gd name="T36" fmla="*/ 10 w 1233"/>
                <a:gd name="T37" fmla="*/ 0 h 1"/>
                <a:gd name="T38" fmla="*/ 11 w 1233"/>
                <a:gd name="T39" fmla="*/ 0 h 1"/>
                <a:gd name="T40" fmla="*/ 11 w 1233"/>
                <a:gd name="T41" fmla="*/ 0 h 1"/>
                <a:gd name="T42" fmla="*/ 12 w 1233"/>
                <a:gd name="T43" fmla="*/ 0 h 1"/>
                <a:gd name="T44" fmla="*/ 12 w 1233"/>
                <a:gd name="T45" fmla="*/ 0 h 1"/>
                <a:gd name="T46" fmla="*/ 13 w 1233"/>
                <a:gd name="T47" fmla="*/ 0 h 1"/>
                <a:gd name="T48" fmla="*/ 13 w 1233"/>
                <a:gd name="T49" fmla="*/ 0 h 1"/>
                <a:gd name="T50" fmla="*/ 14 w 1233"/>
                <a:gd name="T51" fmla="*/ 0 h 1"/>
                <a:gd name="T52" fmla="*/ 15 w 1233"/>
                <a:gd name="T53" fmla="*/ 0 h 1"/>
                <a:gd name="T54" fmla="*/ 15 w 1233"/>
                <a:gd name="T55" fmla="*/ 0 h 1"/>
                <a:gd name="T56" fmla="*/ 16 w 1233"/>
                <a:gd name="T57" fmla="*/ 0 h 1"/>
                <a:gd name="T58" fmla="*/ 16 w 1233"/>
                <a:gd name="T59" fmla="*/ 0 h 1"/>
                <a:gd name="T60" fmla="*/ 17 w 1233"/>
                <a:gd name="T61" fmla="*/ 0 h 1"/>
                <a:gd name="T62" fmla="*/ 17 w 1233"/>
                <a:gd name="T63" fmla="*/ 0 h 1"/>
                <a:gd name="T64" fmla="*/ 18 w 1233"/>
                <a:gd name="T65" fmla="*/ 0 h 1"/>
                <a:gd name="T66" fmla="*/ 19 w 1233"/>
                <a:gd name="T67" fmla="*/ 0 h 1"/>
                <a:gd name="T68" fmla="*/ 19 w 1233"/>
                <a:gd name="T69" fmla="*/ 0 h 1"/>
                <a:gd name="T70" fmla="*/ 20 w 1233"/>
                <a:gd name="T71" fmla="*/ 0 h 1"/>
                <a:gd name="T72" fmla="*/ 20 w 1233"/>
                <a:gd name="T73" fmla="*/ 0 h 1"/>
                <a:gd name="T74" fmla="*/ 21 w 1233"/>
                <a:gd name="T75" fmla="*/ 0 h 1"/>
                <a:gd name="T76" fmla="*/ 21 w 1233"/>
                <a:gd name="T77" fmla="*/ 0 h 1"/>
                <a:gd name="T78" fmla="*/ 22 w 1233"/>
                <a:gd name="T79" fmla="*/ 0 h 1"/>
                <a:gd name="T80" fmla="*/ 22 w 1233"/>
                <a:gd name="T81" fmla="*/ 0 h 1"/>
                <a:gd name="T82" fmla="*/ 23 w 1233"/>
                <a:gd name="T83" fmla="*/ 0 h 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233" h="1">
                  <a:moveTo>
                    <a:pt x="0" y="0"/>
                  </a:moveTo>
                  <a:lnTo>
                    <a:pt x="14" y="0"/>
                  </a:lnTo>
                  <a:lnTo>
                    <a:pt x="22" y="0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0"/>
                  </a:lnTo>
                  <a:lnTo>
                    <a:pt x="78" y="0"/>
                  </a:lnTo>
                  <a:lnTo>
                    <a:pt x="92" y="0"/>
                  </a:lnTo>
                  <a:lnTo>
                    <a:pt x="100" y="0"/>
                  </a:lnTo>
                  <a:lnTo>
                    <a:pt x="107" y="0"/>
                  </a:lnTo>
                  <a:lnTo>
                    <a:pt x="121" y="0"/>
                  </a:lnTo>
                  <a:lnTo>
                    <a:pt x="128" y="0"/>
                  </a:lnTo>
                  <a:lnTo>
                    <a:pt x="135" y="0"/>
                  </a:lnTo>
                  <a:lnTo>
                    <a:pt x="149" y="0"/>
                  </a:lnTo>
                  <a:lnTo>
                    <a:pt x="156" y="0"/>
                  </a:lnTo>
                  <a:lnTo>
                    <a:pt x="170" y="0"/>
                  </a:lnTo>
                  <a:lnTo>
                    <a:pt x="177" y="0"/>
                  </a:lnTo>
                  <a:lnTo>
                    <a:pt x="185" y="0"/>
                  </a:lnTo>
                  <a:lnTo>
                    <a:pt x="199" y="0"/>
                  </a:lnTo>
                  <a:lnTo>
                    <a:pt x="206" y="0"/>
                  </a:lnTo>
                  <a:lnTo>
                    <a:pt x="213" y="0"/>
                  </a:lnTo>
                  <a:lnTo>
                    <a:pt x="227" y="0"/>
                  </a:lnTo>
                  <a:lnTo>
                    <a:pt x="234" y="0"/>
                  </a:lnTo>
                  <a:lnTo>
                    <a:pt x="241" y="0"/>
                  </a:lnTo>
                  <a:lnTo>
                    <a:pt x="255" y="0"/>
                  </a:lnTo>
                  <a:lnTo>
                    <a:pt x="263" y="0"/>
                  </a:lnTo>
                  <a:lnTo>
                    <a:pt x="277" y="0"/>
                  </a:lnTo>
                  <a:lnTo>
                    <a:pt x="284" y="0"/>
                  </a:lnTo>
                  <a:lnTo>
                    <a:pt x="291" y="0"/>
                  </a:lnTo>
                  <a:lnTo>
                    <a:pt x="305" y="0"/>
                  </a:lnTo>
                  <a:lnTo>
                    <a:pt x="312" y="0"/>
                  </a:lnTo>
                  <a:lnTo>
                    <a:pt x="319" y="0"/>
                  </a:lnTo>
                  <a:lnTo>
                    <a:pt x="333" y="0"/>
                  </a:lnTo>
                  <a:lnTo>
                    <a:pt x="340" y="0"/>
                  </a:lnTo>
                  <a:lnTo>
                    <a:pt x="355" y="0"/>
                  </a:lnTo>
                  <a:lnTo>
                    <a:pt x="362" y="0"/>
                  </a:lnTo>
                  <a:lnTo>
                    <a:pt x="369" y="0"/>
                  </a:lnTo>
                  <a:lnTo>
                    <a:pt x="383" y="0"/>
                  </a:lnTo>
                  <a:lnTo>
                    <a:pt x="390" y="0"/>
                  </a:lnTo>
                  <a:lnTo>
                    <a:pt x="397" y="0"/>
                  </a:lnTo>
                  <a:lnTo>
                    <a:pt x="411" y="0"/>
                  </a:lnTo>
                  <a:lnTo>
                    <a:pt x="418" y="0"/>
                  </a:lnTo>
                  <a:lnTo>
                    <a:pt x="426" y="0"/>
                  </a:lnTo>
                  <a:lnTo>
                    <a:pt x="440" y="0"/>
                  </a:lnTo>
                  <a:lnTo>
                    <a:pt x="447" y="0"/>
                  </a:lnTo>
                  <a:lnTo>
                    <a:pt x="461" y="0"/>
                  </a:lnTo>
                  <a:lnTo>
                    <a:pt x="468" y="0"/>
                  </a:lnTo>
                  <a:lnTo>
                    <a:pt x="475" y="0"/>
                  </a:lnTo>
                  <a:lnTo>
                    <a:pt x="489" y="0"/>
                  </a:lnTo>
                  <a:lnTo>
                    <a:pt x="496" y="0"/>
                  </a:lnTo>
                  <a:lnTo>
                    <a:pt x="503" y="0"/>
                  </a:lnTo>
                  <a:lnTo>
                    <a:pt x="518" y="0"/>
                  </a:lnTo>
                  <a:lnTo>
                    <a:pt x="525" y="0"/>
                  </a:lnTo>
                  <a:lnTo>
                    <a:pt x="532" y="0"/>
                  </a:lnTo>
                  <a:lnTo>
                    <a:pt x="546" y="0"/>
                  </a:lnTo>
                  <a:lnTo>
                    <a:pt x="553" y="0"/>
                  </a:lnTo>
                  <a:lnTo>
                    <a:pt x="567" y="0"/>
                  </a:lnTo>
                  <a:lnTo>
                    <a:pt x="574" y="0"/>
                  </a:lnTo>
                  <a:lnTo>
                    <a:pt x="581" y="0"/>
                  </a:lnTo>
                  <a:lnTo>
                    <a:pt x="596" y="0"/>
                  </a:lnTo>
                  <a:lnTo>
                    <a:pt x="603" y="0"/>
                  </a:lnTo>
                  <a:lnTo>
                    <a:pt x="610" y="0"/>
                  </a:lnTo>
                  <a:lnTo>
                    <a:pt x="624" y="0"/>
                  </a:lnTo>
                  <a:lnTo>
                    <a:pt x="631" y="0"/>
                  </a:lnTo>
                  <a:lnTo>
                    <a:pt x="638" y="0"/>
                  </a:lnTo>
                  <a:lnTo>
                    <a:pt x="652" y="0"/>
                  </a:lnTo>
                  <a:lnTo>
                    <a:pt x="659" y="0"/>
                  </a:lnTo>
                  <a:lnTo>
                    <a:pt x="674" y="0"/>
                  </a:lnTo>
                  <a:lnTo>
                    <a:pt x="681" y="0"/>
                  </a:lnTo>
                  <a:lnTo>
                    <a:pt x="688" y="0"/>
                  </a:lnTo>
                  <a:lnTo>
                    <a:pt x="702" y="0"/>
                  </a:lnTo>
                  <a:lnTo>
                    <a:pt x="709" y="0"/>
                  </a:lnTo>
                  <a:lnTo>
                    <a:pt x="716" y="0"/>
                  </a:lnTo>
                  <a:lnTo>
                    <a:pt x="730" y="0"/>
                  </a:lnTo>
                  <a:lnTo>
                    <a:pt x="737" y="0"/>
                  </a:lnTo>
                  <a:lnTo>
                    <a:pt x="752" y="0"/>
                  </a:lnTo>
                  <a:lnTo>
                    <a:pt x="759" y="0"/>
                  </a:lnTo>
                  <a:lnTo>
                    <a:pt x="766" y="0"/>
                  </a:lnTo>
                  <a:lnTo>
                    <a:pt x="780" y="0"/>
                  </a:lnTo>
                  <a:lnTo>
                    <a:pt x="787" y="0"/>
                  </a:lnTo>
                  <a:lnTo>
                    <a:pt x="794" y="0"/>
                  </a:lnTo>
                  <a:lnTo>
                    <a:pt x="808" y="0"/>
                  </a:lnTo>
                  <a:lnTo>
                    <a:pt x="815" y="0"/>
                  </a:lnTo>
                  <a:lnTo>
                    <a:pt x="822" y="0"/>
                  </a:lnTo>
                  <a:lnTo>
                    <a:pt x="837" y="0"/>
                  </a:lnTo>
                  <a:lnTo>
                    <a:pt x="844" y="0"/>
                  </a:lnTo>
                  <a:lnTo>
                    <a:pt x="858" y="0"/>
                  </a:lnTo>
                  <a:lnTo>
                    <a:pt x="865" y="0"/>
                  </a:lnTo>
                  <a:lnTo>
                    <a:pt x="872" y="0"/>
                  </a:lnTo>
                  <a:lnTo>
                    <a:pt x="886" y="0"/>
                  </a:lnTo>
                  <a:lnTo>
                    <a:pt x="893" y="0"/>
                  </a:lnTo>
                  <a:lnTo>
                    <a:pt x="900" y="0"/>
                  </a:lnTo>
                  <a:lnTo>
                    <a:pt x="915" y="0"/>
                  </a:lnTo>
                  <a:lnTo>
                    <a:pt x="922" y="0"/>
                  </a:lnTo>
                  <a:lnTo>
                    <a:pt x="929" y="0"/>
                  </a:lnTo>
                  <a:lnTo>
                    <a:pt x="943" y="0"/>
                  </a:lnTo>
                  <a:lnTo>
                    <a:pt x="950" y="0"/>
                  </a:lnTo>
                  <a:lnTo>
                    <a:pt x="964" y="0"/>
                  </a:lnTo>
                  <a:lnTo>
                    <a:pt x="971" y="0"/>
                  </a:lnTo>
                  <a:lnTo>
                    <a:pt x="978" y="0"/>
                  </a:lnTo>
                  <a:lnTo>
                    <a:pt x="993" y="0"/>
                  </a:lnTo>
                  <a:lnTo>
                    <a:pt x="1000" y="0"/>
                  </a:lnTo>
                  <a:lnTo>
                    <a:pt x="1007" y="0"/>
                  </a:lnTo>
                  <a:lnTo>
                    <a:pt x="1021" y="0"/>
                  </a:lnTo>
                  <a:lnTo>
                    <a:pt x="1028" y="0"/>
                  </a:lnTo>
                  <a:lnTo>
                    <a:pt x="1035" y="0"/>
                  </a:lnTo>
                  <a:lnTo>
                    <a:pt x="1049" y="0"/>
                  </a:lnTo>
                  <a:lnTo>
                    <a:pt x="1056" y="0"/>
                  </a:lnTo>
                  <a:lnTo>
                    <a:pt x="1070" y="0"/>
                  </a:lnTo>
                  <a:lnTo>
                    <a:pt x="1078" y="0"/>
                  </a:lnTo>
                  <a:lnTo>
                    <a:pt x="1085" y="0"/>
                  </a:lnTo>
                  <a:lnTo>
                    <a:pt x="1099" y="0"/>
                  </a:lnTo>
                  <a:lnTo>
                    <a:pt x="1106" y="0"/>
                  </a:lnTo>
                  <a:lnTo>
                    <a:pt x="1113" y="0"/>
                  </a:lnTo>
                  <a:lnTo>
                    <a:pt x="1127" y="0"/>
                  </a:lnTo>
                  <a:lnTo>
                    <a:pt x="1134" y="0"/>
                  </a:lnTo>
                  <a:lnTo>
                    <a:pt x="1141" y="0"/>
                  </a:lnTo>
                  <a:lnTo>
                    <a:pt x="1156" y="0"/>
                  </a:lnTo>
                  <a:lnTo>
                    <a:pt x="1163" y="0"/>
                  </a:lnTo>
                  <a:lnTo>
                    <a:pt x="1177" y="0"/>
                  </a:lnTo>
                  <a:lnTo>
                    <a:pt x="1184" y="0"/>
                  </a:lnTo>
                  <a:lnTo>
                    <a:pt x="1191" y="0"/>
                  </a:lnTo>
                  <a:lnTo>
                    <a:pt x="1205" y="0"/>
                  </a:lnTo>
                  <a:lnTo>
                    <a:pt x="1212" y="0"/>
                  </a:lnTo>
                  <a:lnTo>
                    <a:pt x="1219" y="0"/>
                  </a:lnTo>
                  <a:lnTo>
                    <a:pt x="1233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0" name="Freeform 50">
              <a:extLst>
                <a:ext uri="{FF2B5EF4-FFF2-40B4-BE49-F238E27FC236}">
                  <a16:creationId xmlns:a16="http://schemas.microsoft.com/office/drawing/2014/main" id="{919BD6C0-6D14-3169-5926-8F9283E2F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5" y="2466"/>
              <a:ext cx="155" cy="1"/>
            </a:xfrm>
            <a:custGeom>
              <a:avLst/>
              <a:gdLst>
                <a:gd name="T0" fmla="*/ 0 w 419"/>
                <a:gd name="T1" fmla="*/ 0 h 1"/>
                <a:gd name="T2" fmla="*/ 0 w 419"/>
                <a:gd name="T3" fmla="*/ 0 h 1"/>
                <a:gd name="T4" fmla="*/ 0 w 419"/>
                <a:gd name="T5" fmla="*/ 0 h 1"/>
                <a:gd name="T6" fmla="*/ 0 w 419"/>
                <a:gd name="T7" fmla="*/ 0 h 1"/>
                <a:gd name="T8" fmla="*/ 1 w 419"/>
                <a:gd name="T9" fmla="*/ 0 h 1"/>
                <a:gd name="T10" fmla="*/ 1 w 419"/>
                <a:gd name="T11" fmla="*/ 0 h 1"/>
                <a:gd name="T12" fmla="*/ 1 w 419"/>
                <a:gd name="T13" fmla="*/ 0 h 1"/>
                <a:gd name="T14" fmla="*/ 1 w 419"/>
                <a:gd name="T15" fmla="*/ 0 h 1"/>
                <a:gd name="T16" fmla="*/ 1 w 419"/>
                <a:gd name="T17" fmla="*/ 0 h 1"/>
                <a:gd name="T18" fmla="*/ 1 w 419"/>
                <a:gd name="T19" fmla="*/ 0 h 1"/>
                <a:gd name="T20" fmla="*/ 2 w 419"/>
                <a:gd name="T21" fmla="*/ 0 h 1"/>
                <a:gd name="T22" fmla="*/ 2 w 419"/>
                <a:gd name="T23" fmla="*/ 0 h 1"/>
                <a:gd name="T24" fmla="*/ 2 w 419"/>
                <a:gd name="T25" fmla="*/ 0 h 1"/>
                <a:gd name="T26" fmla="*/ 2 w 419"/>
                <a:gd name="T27" fmla="*/ 0 h 1"/>
                <a:gd name="T28" fmla="*/ 3 w 419"/>
                <a:gd name="T29" fmla="*/ 0 h 1"/>
                <a:gd name="T30" fmla="*/ 3 w 419"/>
                <a:gd name="T31" fmla="*/ 0 h 1"/>
                <a:gd name="T32" fmla="*/ 3 w 419"/>
                <a:gd name="T33" fmla="*/ 0 h 1"/>
                <a:gd name="T34" fmla="*/ 3 w 419"/>
                <a:gd name="T35" fmla="*/ 0 h 1"/>
                <a:gd name="T36" fmla="*/ 3 w 419"/>
                <a:gd name="T37" fmla="*/ 0 h 1"/>
                <a:gd name="T38" fmla="*/ 3 w 419"/>
                <a:gd name="T39" fmla="*/ 0 h 1"/>
                <a:gd name="T40" fmla="*/ 4 w 419"/>
                <a:gd name="T41" fmla="*/ 0 h 1"/>
                <a:gd name="T42" fmla="*/ 4 w 419"/>
                <a:gd name="T43" fmla="*/ 0 h 1"/>
                <a:gd name="T44" fmla="*/ 4 w 419"/>
                <a:gd name="T45" fmla="*/ 0 h 1"/>
                <a:gd name="T46" fmla="*/ 4 w 419"/>
                <a:gd name="T47" fmla="*/ 0 h 1"/>
                <a:gd name="T48" fmla="*/ 4 w 419"/>
                <a:gd name="T49" fmla="*/ 0 h 1"/>
                <a:gd name="T50" fmla="*/ 4 w 419"/>
                <a:gd name="T51" fmla="*/ 0 h 1"/>
                <a:gd name="T52" fmla="*/ 5 w 419"/>
                <a:gd name="T53" fmla="*/ 0 h 1"/>
                <a:gd name="T54" fmla="*/ 5 w 419"/>
                <a:gd name="T55" fmla="*/ 0 h 1"/>
                <a:gd name="T56" fmla="*/ 5 w 419"/>
                <a:gd name="T57" fmla="*/ 0 h 1"/>
                <a:gd name="T58" fmla="*/ 5 w 419"/>
                <a:gd name="T59" fmla="*/ 0 h 1"/>
                <a:gd name="T60" fmla="*/ 6 w 419"/>
                <a:gd name="T61" fmla="*/ 0 h 1"/>
                <a:gd name="T62" fmla="*/ 6 w 419"/>
                <a:gd name="T63" fmla="*/ 0 h 1"/>
                <a:gd name="T64" fmla="*/ 6 w 419"/>
                <a:gd name="T65" fmla="*/ 0 h 1"/>
                <a:gd name="T66" fmla="*/ 6 w 419"/>
                <a:gd name="T67" fmla="*/ 0 h 1"/>
                <a:gd name="T68" fmla="*/ 6 w 419"/>
                <a:gd name="T69" fmla="*/ 0 h 1"/>
                <a:gd name="T70" fmla="*/ 6 w 419"/>
                <a:gd name="T71" fmla="*/ 0 h 1"/>
                <a:gd name="T72" fmla="*/ 7 w 419"/>
                <a:gd name="T73" fmla="*/ 0 h 1"/>
                <a:gd name="T74" fmla="*/ 7 w 419"/>
                <a:gd name="T75" fmla="*/ 0 h 1"/>
                <a:gd name="T76" fmla="*/ 7 w 419"/>
                <a:gd name="T77" fmla="*/ 0 h 1"/>
                <a:gd name="T78" fmla="*/ 7 w 419"/>
                <a:gd name="T79" fmla="*/ 0 h 1"/>
                <a:gd name="T80" fmla="*/ 7 w 419"/>
                <a:gd name="T81" fmla="*/ 0 h 1"/>
                <a:gd name="T82" fmla="*/ 7 w 419"/>
                <a:gd name="T83" fmla="*/ 0 h 1"/>
                <a:gd name="T84" fmla="*/ 7 w 419"/>
                <a:gd name="T85" fmla="*/ 0 h 1"/>
                <a:gd name="T86" fmla="*/ 8 w 419"/>
                <a:gd name="T87" fmla="*/ 0 h 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19" h="1">
                  <a:moveTo>
                    <a:pt x="0" y="0"/>
                  </a:moveTo>
                  <a:lnTo>
                    <a:pt x="8" y="0"/>
                  </a:lnTo>
                  <a:lnTo>
                    <a:pt x="22" y="0"/>
                  </a:lnTo>
                  <a:lnTo>
                    <a:pt x="29" y="0"/>
                  </a:lnTo>
                  <a:lnTo>
                    <a:pt x="36" y="0"/>
                  </a:lnTo>
                  <a:lnTo>
                    <a:pt x="50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8" y="0"/>
                  </a:lnTo>
                  <a:lnTo>
                    <a:pt x="86" y="0"/>
                  </a:lnTo>
                  <a:lnTo>
                    <a:pt x="93" y="0"/>
                  </a:lnTo>
                  <a:lnTo>
                    <a:pt x="107" y="0"/>
                  </a:lnTo>
                  <a:lnTo>
                    <a:pt x="114" y="0"/>
                  </a:lnTo>
                  <a:lnTo>
                    <a:pt x="128" y="0"/>
                  </a:lnTo>
                  <a:lnTo>
                    <a:pt x="135" y="0"/>
                  </a:lnTo>
                  <a:lnTo>
                    <a:pt x="142" y="0"/>
                  </a:lnTo>
                  <a:lnTo>
                    <a:pt x="156" y="0"/>
                  </a:lnTo>
                  <a:lnTo>
                    <a:pt x="163" y="0"/>
                  </a:lnTo>
                  <a:lnTo>
                    <a:pt x="171" y="0"/>
                  </a:lnTo>
                  <a:lnTo>
                    <a:pt x="185" y="0"/>
                  </a:lnTo>
                  <a:lnTo>
                    <a:pt x="192" y="0"/>
                  </a:lnTo>
                  <a:lnTo>
                    <a:pt x="199" y="0"/>
                  </a:lnTo>
                  <a:lnTo>
                    <a:pt x="213" y="0"/>
                  </a:lnTo>
                  <a:lnTo>
                    <a:pt x="220" y="0"/>
                  </a:lnTo>
                  <a:lnTo>
                    <a:pt x="234" y="0"/>
                  </a:lnTo>
                  <a:lnTo>
                    <a:pt x="241" y="0"/>
                  </a:lnTo>
                  <a:lnTo>
                    <a:pt x="249" y="0"/>
                  </a:lnTo>
                  <a:lnTo>
                    <a:pt x="263" y="0"/>
                  </a:lnTo>
                  <a:lnTo>
                    <a:pt x="270" y="0"/>
                  </a:lnTo>
                  <a:lnTo>
                    <a:pt x="277" y="0"/>
                  </a:lnTo>
                  <a:lnTo>
                    <a:pt x="291" y="0"/>
                  </a:lnTo>
                  <a:lnTo>
                    <a:pt x="298" y="0"/>
                  </a:lnTo>
                  <a:lnTo>
                    <a:pt x="305" y="0"/>
                  </a:lnTo>
                  <a:lnTo>
                    <a:pt x="319" y="0"/>
                  </a:lnTo>
                  <a:lnTo>
                    <a:pt x="326" y="0"/>
                  </a:lnTo>
                  <a:lnTo>
                    <a:pt x="341" y="0"/>
                  </a:lnTo>
                  <a:lnTo>
                    <a:pt x="348" y="0"/>
                  </a:lnTo>
                  <a:lnTo>
                    <a:pt x="355" y="0"/>
                  </a:lnTo>
                  <a:lnTo>
                    <a:pt x="369" y="0"/>
                  </a:lnTo>
                  <a:lnTo>
                    <a:pt x="376" y="0"/>
                  </a:lnTo>
                  <a:lnTo>
                    <a:pt x="383" y="0"/>
                  </a:lnTo>
                  <a:lnTo>
                    <a:pt x="397" y="0"/>
                  </a:lnTo>
                  <a:lnTo>
                    <a:pt x="404" y="0"/>
                  </a:lnTo>
                  <a:lnTo>
                    <a:pt x="419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1" name="Freeform 51">
              <a:extLst>
                <a:ext uri="{FF2B5EF4-FFF2-40B4-BE49-F238E27FC236}">
                  <a16:creationId xmlns:a16="http://schemas.microsoft.com/office/drawing/2014/main" id="{3EBBC5B2-D765-92DA-DE91-9BDAFFE60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66"/>
              <a:ext cx="714" cy="1"/>
            </a:xfrm>
            <a:custGeom>
              <a:avLst/>
              <a:gdLst>
                <a:gd name="T0" fmla="*/ 0 w 1928"/>
                <a:gd name="T1" fmla="*/ 0 h 1"/>
                <a:gd name="T2" fmla="*/ 1 w 1928"/>
                <a:gd name="T3" fmla="*/ 0 h 1"/>
                <a:gd name="T4" fmla="*/ 1 w 1928"/>
                <a:gd name="T5" fmla="*/ 0 h 1"/>
                <a:gd name="T6" fmla="*/ 2 w 1928"/>
                <a:gd name="T7" fmla="*/ 0 h 1"/>
                <a:gd name="T8" fmla="*/ 3 w 1928"/>
                <a:gd name="T9" fmla="*/ 0 h 1"/>
                <a:gd name="T10" fmla="*/ 4 w 1928"/>
                <a:gd name="T11" fmla="*/ 0 h 1"/>
                <a:gd name="T12" fmla="*/ 4 w 1928"/>
                <a:gd name="T13" fmla="*/ 0 h 1"/>
                <a:gd name="T14" fmla="*/ 5 w 1928"/>
                <a:gd name="T15" fmla="*/ 0 h 1"/>
                <a:gd name="T16" fmla="*/ 6 w 1928"/>
                <a:gd name="T17" fmla="*/ 0 h 1"/>
                <a:gd name="T18" fmla="*/ 6 w 1928"/>
                <a:gd name="T19" fmla="*/ 0 h 1"/>
                <a:gd name="T20" fmla="*/ 7 w 1928"/>
                <a:gd name="T21" fmla="*/ 0 h 1"/>
                <a:gd name="T22" fmla="*/ 7 w 1928"/>
                <a:gd name="T23" fmla="*/ 0 h 1"/>
                <a:gd name="T24" fmla="*/ 8 w 1928"/>
                <a:gd name="T25" fmla="*/ 0 h 1"/>
                <a:gd name="T26" fmla="*/ 9 w 1928"/>
                <a:gd name="T27" fmla="*/ 0 h 1"/>
                <a:gd name="T28" fmla="*/ 9 w 1928"/>
                <a:gd name="T29" fmla="*/ 0 h 1"/>
                <a:gd name="T30" fmla="*/ 10 w 1928"/>
                <a:gd name="T31" fmla="*/ 0 h 1"/>
                <a:gd name="T32" fmla="*/ 11 w 1928"/>
                <a:gd name="T33" fmla="*/ 0 h 1"/>
                <a:gd name="T34" fmla="*/ 11 w 1928"/>
                <a:gd name="T35" fmla="*/ 0 h 1"/>
                <a:gd name="T36" fmla="*/ 12 w 1928"/>
                <a:gd name="T37" fmla="*/ 0 h 1"/>
                <a:gd name="T38" fmla="*/ 13 w 1928"/>
                <a:gd name="T39" fmla="*/ 0 h 1"/>
                <a:gd name="T40" fmla="*/ 13 w 1928"/>
                <a:gd name="T41" fmla="*/ 0 h 1"/>
                <a:gd name="T42" fmla="*/ 14 w 1928"/>
                <a:gd name="T43" fmla="*/ 0 h 1"/>
                <a:gd name="T44" fmla="*/ 14 w 1928"/>
                <a:gd name="T45" fmla="*/ 0 h 1"/>
                <a:gd name="T46" fmla="*/ 15 w 1928"/>
                <a:gd name="T47" fmla="*/ 0 h 1"/>
                <a:gd name="T48" fmla="*/ 16 w 1928"/>
                <a:gd name="T49" fmla="*/ 0 h 1"/>
                <a:gd name="T50" fmla="*/ 17 w 1928"/>
                <a:gd name="T51" fmla="*/ 0 h 1"/>
                <a:gd name="T52" fmla="*/ 17 w 1928"/>
                <a:gd name="T53" fmla="*/ 0 h 1"/>
                <a:gd name="T54" fmla="*/ 18 w 1928"/>
                <a:gd name="T55" fmla="*/ 0 h 1"/>
                <a:gd name="T56" fmla="*/ 19 w 1928"/>
                <a:gd name="T57" fmla="*/ 0 h 1"/>
                <a:gd name="T58" fmla="*/ 19 w 1928"/>
                <a:gd name="T59" fmla="*/ 0 h 1"/>
                <a:gd name="T60" fmla="*/ 20 w 1928"/>
                <a:gd name="T61" fmla="*/ 0 h 1"/>
                <a:gd name="T62" fmla="*/ 20 w 1928"/>
                <a:gd name="T63" fmla="*/ 0 h 1"/>
                <a:gd name="T64" fmla="*/ 21 w 1928"/>
                <a:gd name="T65" fmla="*/ 0 h 1"/>
                <a:gd name="T66" fmla="*/ 21 w 1928"/>
                <a:gd name="T67" fmla="*/ 0 h 1"/>
                <a:gd name="T68" fmla="*/ 22 w 1928"/>
                <a:gd name="T69" fmla="*/ 0 h 1"/>
                <a:gd name="T70" fmla="*/ 23 w 1928"/>
                <a:gd name="T71" fmla="*/ 0 h 1"/>
                <a:gd name="T72" fmla="*/ 24 w 1928"/>
                <a:gd name="T73" fmla="*/ 0 h 1"/>
                <a:gd name="T74" fmla="*/ 24 w 1928"/>
                <a:gd name="T75" fmla="*/ 0 h 1"/>
                <a:gd name="T76" fmla="*/ 25 w 1928"/>
                <a:gd name="T77" fmla="*/ 0 h 1"/>
                <a:gd name="T78" fmla="*/ 26 w 1928"/>
                <a:gd name="T79" fmla="*/ 0 h 1"/>
                <a:gd name="T80" fmla="*/ 26 w 1928"/>
                <a:gd name="T81" fmla="*/ 0 h 1"/>
                <a:gd name="T82" fmla="*/ 27 w 1928"/>
                <a:gd name="T83" fmla="*/ 0 h 1"/>
                <a:gd name="T84" fmla="*/ 27 w 1928"/>
                <a:gd name="T85" fmla="*/ 0 h 1"/>
                <a:gd name="T86" fmla="*/ 28 w 1928"/>
                <a:gd name="T87" fmla="*/ 0 h 1"/>
                <a:gd name="T88" fmla="*/ 29 w 1928"/>
                <a:gd name="T89" fmla="*/ 0 h 1"/>
                <a:gd name="T90" fmla="*/ 30 w 1928"/>
                <a:gd name="T91" fmla="*/ 0 h 1"/>
                <a:gd name="T92" fmla="*/ 30 w 1928"/>
                <a:gd name="T93" fmla="*/ 0 h 1"/>
                <a:gd name="T94" fmla="*/ 31 w 1928"/>
                <a:gd name="T95" fmla="*/ 0 h 1"/>
                <a:gd name="T96" fmla="*/ 31 w 1928"/>
                <a:gd name="T97" fmla="*/ 0 h 1"/>
                <a:gd name="T98" fmla="*/ 32 w 1928"/>
                <a:gd name="T99" fmla="*/ 0 h 1"/>
                <a:gd name="T100" fmla="*/ 33 w 1928"/>
                <a:gd name="T101" fmla="*/ 0 h 1"/>
                <a:gd name="T102" fmla="*/ 33 w 1928"/>
                <a:gd name="T103" fmla="*/ 0 h 1"/>
                <a:gd name="T104" fmla="*/ 34 w 1928"/>
                <a:gd name="T105" fmla="*/ 0 h 1"/>
                <a:gd name="T106" fmla="*/ 34 w 1928"/>
                <a:gd name="T107" fmla="*/ 0 h 1"/>
                <a:gd name="T108" fmla="*/ 35 w 1928"/>
                <a:gd name="T109" fmla="*/ 0 h 1"/>
                <a:gd name="T110" fmla="*/ 36 w 1928"/>
                <a:gd name="T111" fmla="*/ 0 h 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928" h="1">
                  <a:moveTo>
                    <a:pt x="0" y="0"/>
                  </a:moveTo>
                  <a:lnTo>
                    <a:pt x="21" y="0"/>
                  </a:lnTo>
                  <a:lnTo>
                    <a:pt x="35" y="0"/>
                  </a:lnTo>
                  <a:lnTo>
                    <a:pt x="50" y="0"/>
                  </a:lnTo>
                  <a:lnTo>
                    <a:pt x="71" y="0"/>
                  </a:lnTo>
                  <a:lnTo>
                    <a:pt x="85" y="0"/>
                  </a:lnTo>
                  <a:lnTo>
                    <a:pt x="106" y="0"/>
                  </a:lnTo>
                  <a:lnTo>
                    <a:pt x="120" y="0"/>
                  </a:lnTo>
                  <a:lnTo>
                    <a:pt x="142" y="0"/>
                  </a:lnTo>
                  <a:lnTo>
                    <a:pt x="156" y="0"/>
                  </a:lnTo>
                  <a:lnTo>
                    <a:pt x="170" y="0"/>
                  </a:lnTo>
                  <a:lnTo>
                    <a:pt x="191" y="0"/>
                  </a:lnTo>
                  <a:lnTo>
                    <a:pt x="205" y="0"/>
                  </a:lnTo>
                  <a:lnTo>
                    <a:pt x="227" y="0"/>
                  </a:lnTo>
                  <a:lnTo>
                    <a:pt x="241" y="0"/>
                  </a:lnTo>
                  <a:lnTo>
                    <a:pt x="262" y="0"/>
                  </a:lnTo>
                  <a:lnTo>
                    <a:pt x="276" y="0"/>
                  </a:lnTo>
                  <a:lnTo>
                    <a:pt x="290" y="0"/>
                  </a:lnTo>
                  <a:lnTo>
                    <a:pt x="312" y="0"/>
                  </a:lnTo>
                  <a:lnTo>
                    <a:pt x="326" y="0"/>
                  </a:lnTo>
                  <a:lnTo>
                    <a:pt x="347" y="0"/>
                  </a:lnTo>
                  <a:lnTo>
                    <a:pt x="361" y="0"/>
                  </a:lnTo>
                  <a:lnTo>
                    <a:pt x="376" y="0"/>
                  </a:lnTo>
                  <a:lnTo>
                    <a:pt x="397" y="0"/>
                  </a:lnTo>
                  <a:lnTo>
                    <a:pt x="411" y="0"/>
                  </a:lnTo>
                  <a:lnTo>
                    <a:pt x="432" y="0"/>
                  </a:lnTo>
                  <a:lnTo>
                    <a:pt x="446" y="0"/>
                  </a:lnTo>
                  <a:lnTo>
                    <a:pt x="468" y="0"/>
                  </a:lnTo>
                  <a:lnTo>
                    <a:pt x="482" y="0"/>
                  </a:lnTo>
                  <a:lnTo>
                    <a:pt x="496" y="0"/>
                  </a:lnTo>
                  <a:lnTo>
                    <a:pt x="517" y="0"/>
                  </a:lnTo>
                  <a:lnTo>
                    <a:pt x="531" y="0"/>
                  </a:lnTo>
                  <a:lnTo>
                    <a:pt x="553" y="0"/>
                  </a:lnTo>
                  <a:lnTo>
                    <a:pt x="567" y="0"/>
                  </a:lnTo>
                  <a:lnTo>
                    <a:pt x="588" y="0"/>
                  </a:lnTo>
                  <a:lnTo>
                    <a:pt x="602" y="0"/>
                  </a:lnTo>
                  <a:lnTo>
                    <a:pt x="616" y="0"/>
                  </a:lnTo>
                  <a:lnTo>
                    <a:pt x="638" y="0"/>
                  </a:lnTo>
                  <a:lnTo>
                    <a:pt x="652" y="0"/>
                  </a:lnTo>
                  <a:lnTo>
                    <a:pt x="673" y="0"/>
                  </a:lnTo>
                  <a:lnTo>
                    <a:pt x="687" y="0"/>
                  </a:lnTo>
                  <a:lnTo>
                    <a:pt x="702" y="0"/>
                  </a:lnTo>
                  <a:lnTo>
                    <a:pt x="723" y="0"/>
                  </a:lnTo>
                  <a:lnTo>
                    <a:pt x="737" y="0"/>
                  </a:lnTo>
                  <a:lnTo>
                    <a:pt x="758" y="0"/>
                  </a:lnTo>
                  <a:lnTo>
                    <a:pt x="772" y="0"/>
                  </a:lnTo>
                  <a:lnTo>
                    <a:pt x="794" y="0"/>
                  </a:lnTo>
                  <a:lnTo>
                    <a:pt x="808" y="0"/>
                  </a:lnTo>
                  <a:lnTo>
                    <a:pt x="822" y="0"/>
                  </a:lnTo>
                  <a:lnTo>
                    <a:pt x="843" y="0"/>
                  </a:lnTo>
                  <a:lnTo>
                    <a:pt x="857" y="0"/>
                  </a:lnTo>
                  <a:lnTo>
                    <a:pt x="879" y="0"/>
                  </a:lnTo>
                  <a:lnTo>
                    <a:pt x="893" y="0"/>
                  </a:lnTo>
                  <a:lnTo>
                    <a:pt x="914" y="0"/>
                  </a:lnTo>
                  <a:lnTo>
                    <a:pt x="928" y="0"/>
                  </a:lnTo>
                  <a:lnTo>
                    <a:pt x="943" y="0"/>
                  </a:lnTo>
                  <a:lnTo>
                    <a:pt x="964" y="0"/>
                  </a:lnTo>
                  <a:lnTo>
                    <a:pt x="978" y="0"/>
                  </a:lnTo>
                  <a:lnTo>
                    <a:pt x="999" y="0"/>
                  </a:lnTo>
                  <a:lnTo>
                    <a:pt x="1013" y="0"/>
                  </a:lnTo>
                  <a:lnTo>
                    <a:pt x="1035" y="0"/>
                  </a:lnTo>
                  <a:lnTo>
                    <a:pt x="1049" y="0"/>
                  </a:lnTo>
                  <a:lnTo>
                    <a:pt x="1063" y="0"/>
                  </a:lnTo>
                  <a:lnTo>
                    <a:pt x="1084" y="0"/>
                  </a:lnTo>
                  <a:lnTo>
                    <a:pt x="1098" y="0"/>
                  </a:lnTo>
                  <a:lnTo>
                    <a:pt x="1120" y="0"/>
                  </a:lnTo>
                  <a:lnTo>
                    <a:pt x="1134" y="0"/>
                  </a:lnTo>
                  <a:lnTo>
                    <a:pt x="1148" y="0"/>
                  </a:lnTo>
                  <a:lnTo>
                    <a:pt x="1169" y="0"/>
                  </a:lnTo>
                  <a:lnTo>
                    <a:pt x="1183" y="0"/>
                  </a:lnTo>
                  <a:lnTo>
                    <a:pt x="1205" y="0"/>
                  </a:lnTo>
                  <a:lnTo>
                    <a:pt x="1219" y="0"/>
                  </a:lnTo>
                  <a:lnTo>
                    <a:pt x="1240" y="0"/>
                  </a:lnTo>
                  <a:lnTo>
                    <a:pt x="1254" y="0"/>
                  </a:lnTo>
                  <a:lnTo>
                    <a:pt x="1269" y="0"/>
                  </a:lnTo>
                  <a:lnTo>
                    <a:pt x="1290" y="0"/>
                  </a:lnTo>
                  <a:lnTo>
                    <a:pt x="1304" y="0"/>
                  </a:lnTo>
                  <a:lnTo>
                    <a:pt x="1325" y="0"/>
                  </a:lnTo>
                  <a:lnTo>
                    <a:pt x="1339" y="0"/>
                  </a:lnTo>
                  <a:lnTo>
                    <a:pt x="1361" y="0"/>
                  </a:lnTo>
                  <a:lnTo>
                    <a:pt x="1375" y="0"/>
                  </a:lnTo>
                  <a:lnTo>
                    <a:pt x="1389" y="0"/>
                  </a:lnTo>
                  <a:lnTo>
                    <a:pt x="1410" y="0"/>
                  </a:lnTo>
                  <a:lnTo>
                    <a:pt x="1424" y="0"/>
                  </a:lnTo>
                  <a:lnTo>
                    <a:pt x="1446" y="0"/>
                  </a:lnTo>
                  <a:lnTo>
                    <a:pt x="1460" y="0"/>
                  </a:lnTo>
                  <a:lnTo>
                    <a:pt x="1481" y="0"/>
                  </a:lnTo>
                  <a:lnTo>
                    <a:pt x="1495" y="0"/>
                  </a:lnTo>
                  <a:lnTo>
                    <a:pt x="1509" y="0"/>
                  </a:lnTo>
                  <a:lnTo>
                    <a:pt x="1531" y="0"/>
                  </a:lnTo>
                  <a:lnTo>
                    <a:pt x="1545" y="0"/>
                  </a:lnTo>
                  <a:lnTo>
                    <a:pt x="1566" y="0"/>
                  </a:lnTo>
                  <a:lnTo>
                    <a:pt x="1580" y="0"/>
                  </a:lnTo>
                  <a:lnTo>
                    <a:pt x="1595" y="0"/>
                  </a:lnTo>
                  <a:lnTo>
                    <a:pt x="1616" y="0"/>
                  </a:lnTo>
                  <a:lnTo>
                    <a:pt x="1630" y="0"/>
                  </a:lnTo>
                  <a:lnTo>
                    <a:pt x="1651" y="0"/>
                  </a:lnTo>
                  <a:lnTo>
                    <a:pt x="1665" y="0"/>
                  </a:lnTo>
                  <a:lnTo>
                    <a:pt x="1687" y="0"/>
                  </a:lnTo>
                  <a:lnTo>
                    <a:pt x="1701" y="0"/>
                  </a:lnTo>
                  <a:lnTo>
                    <a:pt x="1715" y="0"/>
                  </a:lnTo>
                  <a:lnTo>
                    <a:pt x="1736" y="0"/>
                  </a:lnTo>
                  <a:lnTo>
                    <a:pt x="1750" y="0"/>
                  </a:lnTo>
                  <a:lnTo>
                    <a:pt x="1772" y="0"/>
                  </a:lnTo>
                  <a:lnTo>
                    <a:pt x="1786" y="0"/>
                  </a:lnTo>
                  <a:lnTo>
                    <a:pt x="1807" y="0"/>
                  </a:lnTo>
                  <a:lnTo>
                    <a:pt x="1821" y="0"/>
                  </a:lnTo>
                  <a:lnTo>
                    <a:pt x="1835" y="0"/>
                  </a:lnTo>
                  <a:lnTo>
                    <a:pt x="1857" y="0"/>
                  </a:lnTo>
                  <a:lnTo>
                    <a:pt x="1871" y="0"/>
                  </a:lnTo>
                  <a:lnTo>
                    <a:pt x="1892" y="0"/>
                  </a:lnTo>
                  <a:lnTo>
                    <a:pt x="1906" y="0"/>
                  </a:lnTo>
                  <a:lnTo>
                    <a:pt x="1928" y="0"/>
                  </a:lnTo>
                </a:path>
              </a:pathLst>
            </a:custGeom>
            <a:noFill/>
            <a:ln w="25400">
              <a:solidFill>
                <a:srgbClr val="00A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2" name="Freeform 52">
              <a:extLst>
                <a:ext uri="{FF2B5EF4-FFF2-40B4-BE49-F238E27FC236}">
                  <a16:creationId xmlns:a16="http://schemas.microsoft.com/office/drawing/2014/main" id="{32E44616-D9DE-93EE-96FF-12ED7F445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" y="2466"/>
              <a:ext cx="807" cy="329"/>
            </a:xfrm>
            <a:custGeom>
              <a:avLst/>
              <a:gdLst>
                <a:gd name="T0" fmla="*/ 0 w 2176"/>
                <a:gd name="T1" fmla="*/ 4 h 1254"/>
                <a:gd name="T2" fmla="*/ 1 w 2176"/>
                <a:gd name="T3" fmla="*/ 2 h 1254"/>
                <a:gd name="T4" fmla="*/ 3 w 2176"/>
                <a:gd name="T5" fmla="*/ 1 h 1254"/>
                <a:gd name="T6" fmla="*/ 3 w 2176"/>
                <a:gd name="T7" fmla="*/ 1 h 1254"/>
                <a:gd name="T8" fmla="*/ 4 w 2176"/>
                <a:gd name="T9" fmla="*/ 0 h 1254"/>
                <a:gd name="T10" fmla="*/ 6 w 2176"/>
                <a:gd name="T11" fmla="*/ 0 h 1254"/>
                <a:gd name="T12" fmla="*/ 6 w 2176"/>
                <a:gd name="T13" fmla="*/ 0 h 1254"/>
                <a:gd name="T14" fmla="*/ 7 w 2176"/>
                <a:gd name="T15" fmla="*/ 0 h 1254"/>
                <a:gd name="T16" fmla="*/ 8 w 2176"/>
                <a:gd name="T17" fmla="*/ 0 h 1254"/>
                <a:gd name="T18" fmla="*/ 9 w 2176"/>
                <a:gd name="T19" fmla="*/ 0 h 1254"/>
                <a:gd name="T20" fmla="*/ 10 w 2176"/>
                <a:gd name="T21" fmla="*/ 0 h 1254"/>
                <a:gd name="T22" fmla="*/ 11 w 2176"/>
                <a:gd name="T23" fmla="*/ 0 h 1254"/>
                <a:gd name="T24" fmla="*/ 12 w 2176"/>
                <a:gd name="T25" fmla="*/ 0 h 1254"/>
                <a:gd name="T26" fmla="*/ 13 w 2176"/>
                <a:gd name="T27" fmla="*/ 0 h 1254"/>
                <a:gd name="T28" fmla="*/ 14 w 2176"/>
                <a:gd name="T29" fmla="*/ 0 h 1254"/>
                <a:gd name="T30" fmla="*/ 15 w 2176"/>
                <a:gd name="T31" fmla="*/ 0 h 1254"/>
                <a:gd name="T32" fmla="*/ 16 w 2176"/>
                <a:gd name="T33" fmla="*/ 0 h 1254"/>
                <a:gd name="T34" fmla="*/ 17 w 2176"/>
                <a:gd name="T35" fmla="*/ 0 h 1254"/>
                <a:gd name="T36" fmla="*/ 18 w 2176"/>
                <a:gd name="T37" fmla="*/ 0 h 1254"/>
                <a:gd name="T38" fmla="*/ 19 w 2176"/>
                <a:gd name="T39" fmla="*/ 0 h 1254"/>
                <a:gd name="T40" fmla="*/ 20 w 2176"/>
                <a:gd name="T41" fmla="*/ 0 h 1254"/>
                <a:gd name="T42" fmla="*/ 21 w 2176"/>
                <a:gd name="T43" fmla="*/ 0 h 1254"/>
                <a:gd name="T44" fmla="*/ 22 w 2176"/>
                <a:gd name="T45" fmla="*/ 0 h 1254"/>
                <a:gd name="T46" fmla="*/ 23 w 2176"/>
                <a:gd name="T47" fmla="*/ 0 h 1254"/>
                <a:gd name="T48" fmla="*/ 24 w 2176"/>
                <a:gd name="T49" fmla="*/ 0 h 1254"/>
                <a:gd name="T50" fmla="*/ 25 w 2176"/>
                <a:gd name="T51" fmla="*/ 0 h 1254"/>
                <a:gd name="T52" fmla="*/ 26 w 2176"/>
                <a:gd name="T53" fmla="*/ 0 h 1254"/>
                <a:gd name="T54" fmla="*/ 27 w 2176"/>
                <a:gd name="T55" fmla="*/ 0 h 1254"/>
                <a:gd name="T56" fmla="*/ 28 w 2176"/>
                <a:gd name="T57" fmla="*/ 0 h 1254"/>
                <a:gd name="T58" fmla="*/ 29 w 2176"/>
                <a:gd name="T59" fmla="*/ 0 h 1254"/>
                <a:gd name="T60" fmla="*/ 30 w 2176"/>
                <a:gd name="T61" fmla="*/ 0 h 1254"/>
                <a:gd name="T62" fmla="*/ 31 w 2176"/>
                <a:gd name="T63" fmla="*/ 0 h 1254"/>
                <a:gd name="T64" fmla="*/ 32 w 2176"/>
                <a:gd name="T65" fmla="*/ 0 h 1254"/>
                <a:gd name="T66" fmla="*/ 33 w 2176"/>
                <a:gd name="T67" fmla="*/ 0 h 1254"/>
                <a:gd name="T68" fmla="*/ 34 w 2176"/>
                <a:gd name="T69" fmla="*/ 0 h 1254"/>
                <a:gd name="T70" fmla="*/ 35 w 2176"/>
                <a:gd name="T71" fmla="*/ 0 h 1254"/>
                <a:gd name="T72" fmla="*/ 36 w 2176"/>
                <a:gd name="T73" fmla="*/ 0 h 1254"/>
                <a:gd name="T74" fmla="*/ 37 w 2176"/>
                <a:gd name="T75" fmla="*/ 0 h 1254"/>
                <a:gd name="T76" fmla="*/ 38 w 2176"/>
                <a:gd name="T77" fmla="*/ 0 h 1254"/>
                <a:gd name="T78" fmla="*/ 39 w 2176"/>
                <a:gd name="T79" fmla="*/ 0 h 1254"/>
                <a:gd name="T80" fmla="*/ 39 w 2176"/>
                <a:gd name="T81" fmla="*/ 0 h 1254"/>
                <a:gd name="T82" fmla="*/ 40 w 2176"/>
                <a:gd name="T83" fmla="*/ 0 h 12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176" h="1254">
                  <a:moveTo>
                    <a:pt x="0" y="1254"/>
                  </a:moveTo>
                  <a:lnTo>
                    <a:pt x="14" y="1021"/>
                  </a:lnTo>
                  <a:lnTo>
                    <a:pt x="28" y="836"/>
                  </a:lnTo>
                  <a:lnTo>
                    <a:pt x="50" y="688"/>
                  </a:lnTo>
                  <a:lnTo>
                    <a:pt x="64" y="560"/>
                  </a:lnTo>
                  <a:lnTo>
                    <a:pt x="85" y="461"/>
                  </a:lnTo>
                  <a:lnTo>
                    <a:pt x="99" y="376"/>
                  </a:lnTo>
                  <a:lnTo>
                    <a:pt x="114" y="312"/>
                  </a:lnTo>
                  <a:lnTo>
                    <a:pt x="135" y="255"/>
                  </a:lnTo>
                  <a:lnTo>
                    <a:pt x="149" y="206"/>
                  </a:lnTo>
                  <a:lnTo>
                    <a:pt x="170" y="170"/>
                  </a:lnTo>
                  <a:lnTo>
                    <a:pt x="184" y="142"/>
                  </a:lnTo>
                  <a:lnTo>
                    <a:pt x="206" y="113"/>
                  </a:lnTo>
                  <a:lnTo>
                    <a:pt x="220" y="92"/>
                  </a:lnTo>
                  <a:lnTo>
                    <a:pt x="234" y="78"/>
                  </a:lnTo>
                  <a:lnTo>
                    <a:pt x="255" y="64"/>
                  </a:lnTo>
                  <a:lnTo>
                    <a:pt x="269" y="50"/>
                  </a:lnTo>
                  <a:lnTo>
                    <a:pt x="291" y="43"/>
                  </a:lnTo>
                  <a:lnTo>
                    <a:pt x="305" y="36"/>
                  </a:lnTo>
                  <a:lnTo>
                    <a:pt x="326" y="28"/>
                  </a:lnTo>
                  <a:lnTo>
                    <a:pt x="340" y="21"/>
                  </a:lnTo>
                  <a:lnTo>
                    <a:pt x="354" y="21"/>
                  </a:lnTo>
                  <a:lnTo>
                    <a:pt x="376" y="14"/>
                  </a:lnTo>
                  <a:lnTo>
                    <a:pt x="390" y="14"/>
                  </a:lnTo>
                  <a:lnTo>
                    <a:pt x="411" y="14"/>
                  </a:lnTo>
                  <a:lnTo>
                    <a:pt x="425" y="7"/>
                  </a:lnTo>
                  <a:lnTo>
                    <a:pt x="440" y="7"/>
                  </a:lnTo>
                  <a:lnTo>
                    <a:pt x="461" y="7"/>
                  </a:lnTo>
                  <a:lnTo>
                    <a:pt x="475" y="7"/>
                  </a:lnTo>
                  <a:lnTo>
                    <a:pt x="496" y="7"/>
                  </a:lnTo>
                  <a:lnTo>
                    <a:pt x="510" y="7"/>
                  </a:lnTo>
                  <a:lnTo>
                    <a:pt x="532" y="7"/>
                  </a:lnTo>
                  <a:lnTo>
                    <a:pt x="546" y="7"/>
                  </a:lnTo>
                  <a:lnTo>
                    <a:pt x="560" y="7"/>
                  </a:lnTo>
                  <a:lnTo>
                    <a:pt x="581" y="0"/>
                  </a:lnTo>
                  <a:lnTo>
                    <a:pt x="595" y="0"/>
                  </a:lnTo>
                  <a:lnTo>
                    <a:pt x="617" y="0"/>
                  </a:lnTo>
                  <a:lnTo>
                    <a:pt x="631" y="0"/>
                  </a:lnTo>
                  <a:lnTo>
                    <a:pt x="652" y="0"/>
                  </a:lnTo>
                  <a:lnTo>
                    <a:pt x="666" y="0"/>
                  </a:lnTo>
                  <a:lnTo>
                    <a:pt x="680" y="0"/>
                  </a:lnTo>
                  <a:lnTo>
                    <a:pt x="702" y="0"/>
                  </a:lnTo>
                  <a:lnTo>
                    <a:pt x="716" y="0"/>
                  </a:lnTo>
                  <a:lnTo>
                    <a:pt x="737" y="0"/>
                  </a:lnTo>
                  <a:lnTo>
                    <a:pt x="751" y="0"/>
                  </a:lnTo>
                  <a:lnTo>
                    <a:pt x="773" y="0"/>
                  </a:lnTo>
                  <a:lnTo>
                    <a:pt x="787" y="0"/>
                  </a:lnTo>
                  <a:lnTo>
                    <a:pt x="801" y="0"/>
                  </a:lnTo>
                  <a:lnTo>
                    <a:pt x="822" y="0"/>
                  </a:lnTo>
                  <a:lnTo>
                    <a:pt x="836" y="0"/>
                  </a:lnTo>
                  <a:lnTo>
                    <a:pt x="858" y="0"/>
                  </a:lnTo>
                  <a:lnTo>
                    <a:pt x="872" y="0"/>
                  </a:lnTo>
                  <a:lnTo>
                    <a:pt x="886" y="0"/>
                  </a:lnTo>
                  <a:lnTo>
                    <a:pt x="907" y="0"/>
                  </a:lnTo>
                  <a:lnTo>
                    <a:pt x="921" y="0"/>
                  </a:lnTo>
                  <a:lnTo>
                    <a:pt x="943" y="0"/>
                  </a:lnTo>
                  <a:lnTo>
                    <a:pt x="957" y="0"/>
                  </a:lnTo>
                  <a:lnTo>
                    <a:pt x="978" y="0"/>
                  </a:lnTo>
                  <a:lnTo>
                    <a:pt x="992" y="0"/>
                  </a:lnTo>
                  <a:lnTo>
                    <a:pt x="1007" y="0"/>
                  </a:lnTo>
                  <a:lnTo>
                    <a:pt x="1028" y="0"/>
                  </a:lnTo>
                  <a:lnTo>
                    <a:pt x="1042" y="0"/>
                  </a:lnTo>
                  <a:lnTo>
                    <a:pt x="1063" y="0"/>
                  </a:lnTo>
                  <a:lnTo>
                    <a:pt x="1077" y="0"/>
                  </a:lnTo>
                  <a:lnTo>
                    <a:pt x="1099" y="0"/>
                  </a:lnTo>
                  <a:lnTo>
                    <a:pt x="1113" y="0"/>
                  </a:lnTo>
                  <a:lnTo>
                    <a:pt x="1127" y="0"/>
                  </a:lnTo>
                  <a:lnTo>
                    <a:pt x="1148" y="0"/>
                  </a:lnTo>
                  <a:lnTo>
                    <a:pt x="1162" y="0"/>
                  </a:lnTo>
                  <a:lnTo>
                    <a:pt x="1184" y="0"/>
                  </a:lnTo>
                  <a:lnTo>
                    <a:pt x="1198" y="0"/>
                  </a:lnTo>
                  <a:lnTo>
                    <a:pt x="1219" y="0"/>
                  </a:lnTo>
                  <a:lnTo>
                    <a:pt x="1233" y="0"/>
                  </a:lnTo>
                  <a:lnTo>
                    <a:pt x="1247" y="0"/>
                  </a:lnTo>
                  <a:lnTo>
                    <a:pt x="1269" y="0"/>
                  </a:lnTo>
                  <a:lnTo>
                    <a:pt x="1283" y="0"/>
                  </a:lnTo>
                  <a:lnTo>
                    <a:pt x="1304" y="0"/>
                  </a:lnTo>
                  <a:lnTo>
                    <a:pt x="1318" y="0"/>
                  </a:lnTo>
                  <a:lnTo>
                    <a:pt x="1333" y="0"/>
                  </a:lnTo>
                  <a:lnTo>
                    <a:pt x="1354" y="0"/>
                  </a:lnTo>
                  <a:lnTo>
                    <a:pt x="1368" y="0"/>
                  </a:lnTo>
                  <a:lnTo>
                    <a:pt x="1389" y="0"/>
                  </a:lnTo>
                  <a:lnTo>
                    <a:pt x="1403" y="0"/>
                  </a:lnTo>
                  <a:lnTo>
                    <a:pt x="1425" y="0"/>
                  </a:lnTo>
                  <a:lnTo>
                    <a:pt x="1439" y="0"/>
                  </a:lnTo>
                  <a:lnTo>
                    <a:pt x="1453" y="0"/>
                  </a:lnTo>
                  <a:lnTo>
                    <a:pt x="1474" y="0"/>
                  </a:lnTo>
                  <a:lnTo>
                    <a:pt x="1488" y="0"/>
                  </a:lnTo>
                  <a:lnTo>
                    <a:pt x="1510" y="0"/>
                  </a:lnTo>
                  <a:lnTo>
                    <a:pt x="1524" y="0"/>
                  </a:lnTo>
                  <a:lnTo>
                    <a:pt x="1545" y="0"/>
                  </a:lnTo>
                  <a:lnTo>
                    <a:pt x="1559" y="0"/>
                  </a:lnTo>
                  <a:lnTo>
                    <a:pt x="1573" y="0"/>
                  </a:lnTo>
                  <a:lnTo>
                    <a:pt x="1595" y="0"/>
                  </a:lnTo>
                  <a:lnTo>
                    <a:pt x="1609" y="0"/>
                  </a:lnTo>
                  <a:lnTo>
                    <a:pt x="1630" y="0"/>
                  </a:lnTo>
                  <a:lnTo>
                    <a:pt x="1644" y="0"/>
                  </a:lnTo>
                  <a:lnTo>
                    <a:pt x="1659" y="0"/>
                  </a:lnTo>
                  <a:lnTo>
                    <a:pt x="1680" y="0"/>
                  </a:lnTo>
                  <a:lnTo>
                    <a:pt x="1694" y="0"/>
                  </a:lnTo>
                  <a:lnTo>
                    <a:pt x="1715" y="0"/>
                  </a:lnTo>
                  <a:lnTo>
                    <a:pt x="1729" y="0"/>
                  </a:lnTo>
                  <a:lnTo>
                    <a:pt x="1751" y="0"/>
                  </a:lnTo>
                  <a:lnTo>
                    <a:pt x="1765" y="0"/>
                  </a:lnTo>
                  <a:lnTo>
                    <a:pt x="1779" y="0"/>
                  </a:lnTo>
                  <a:lnTo>
                    <a:pt x="1800" y="0"/>
                  </a:lnTo>
                  <a:lnTo>
                    <a:pt x="1814" y="0"/>
                  </a:lnTo>
                  <a:lnTo>
                    <a:pt x="1836" y="0"/>
                  </a:lnTo>
                  <a:lnTo>
                    <a:pt x="1850" y="0"/>
                  </a:lnTo>
                  <a:lnTo>
                    <a:pt x="1871" y="0"/>
                  </a:lnTo>
                  <a:lnTo>
                    <a:pt x="1885" y="0"/>
                  </a:lnTo>
                  <a:lnTo>
                    <a:pt x="1900" y="0"/>
                  </a:lnTo>
                  <a:lnTo>
                    <a:pt x="1921" y="0"/>
                  </a:lnTo>
                  <a:lnTo>
                    <a:pt x="1935" y="0"/>
                  </a:lnTo>
                  <a:lnTo>
                    <a:pt x="1956" y="0"/>
                  </a:lnTo>
                  <a:lnTo>
                    <a:pt x="1970" y="0"/>
                  </a:lnTo>
                  <a:lnTo>
                    <a:pt x="1992" y="0"/>
                  </a:lnTo>
                  <a:lnTo>
                    <a:pt x="2006" y="0"/>
                  </a:lnTo>
                  <a:lnTo>
                    <a:pt x="2020" y="0"/>
                  </a:lnTo>
                  <a:lnTo>
                    <a:pt x="2041" y="0"/>
                  </a:lnTo>
                  <a:lnTo>
                    <a:pt x="2055" y="0"/>
                  </a:lnTo>
                  <a:lnTo>
                    <a:pt x="2077" y="0"/>
                  </a:lnTo>
                  <a:lnTo>
                    <a:pt x="2091" y="0"/>
                  </a:lnTo>
                  <a:lnTo>
                    <a:pt x="2105" y="0"/>
                  </a:lnTo>
                  <a:lnTo>
                    <a:pt x="2126" y="0"/>
                  </a:lnTo>
                  <a:lnTo>
                    <a:pt x="2140" y="0"/>
                  </a:lnTo>
                  <a:lnTo>
                    <a:pt x="2162" y="0"/>
                  </a:lnTo>
                  <a:lnTo>
                    <a:pt x="2176" y="0"/>
                  </a:lnTo>
                </a:path>
              </a:pathLst>
            </a:custGeom>
            <a:noFill/>
            <a:ln w="25400">
              <a:solidFill>
                <a:srgbClr val="00A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Freeform 53">
              <a:extLst>
                <a:ext uri="{FF2B5EF4-FFF2-40B4-BE49-F238E27FC236}">
                  <a16:creationId xmlns:a16="http://schemas.microsoft.com/office/drawing/2014/main" id="{31F9005B-78F2-56E2-0B3D-4FCE06C9A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979"/>
              <a:ext cx="1225" cy="635"/>
            </a:xfrm>
            <a:custGeom>
              <a:avLst/>
              <a:gdLst>
                <a:gd name="T0" fmla="*/ 0 w 4104"/>
                <a:gd name="T1" fmla="*/ 6 h 2523"/>
                <a:gd name="T2" fmla="*/ 1 w 4104"/>
                <a:gd name="T3" fmla="*/ 3 h 2523"/>
                <a:gd name="T4" fmla="*/ 1 w 4104"/>
                <a:gd name="T5" fmla="*/ 1 h 2523"/>
                <a:gd name="T6" fmla="*/ 2 w 4104"/>
                <a:gd name="T7" fmla="*/ 0 h 2523"/>
                <a:gd name="T8" fmla="*/ 3 w 4104"/>
                <a:gd name="T9" fmla="*/ 1 h 2523"/>
                <a:gd name="T10" fmla="*/ 4 w 4104"/>
                <a:gd name="T11" fmla="*/ 2 h 2523"/>
                <a:gd name="T12" fmla="*/ 4 w 4104"/>
                <a:gd name="T13" fmla="*/ 3 h 2523"/>
                <a:gd name="T14" fmla="*/ 5 w 4104"/>
                <a:gd name="T15" fmla="*/ 5 h 2523"/>
                <a:gd name="T16" fmla="*/ 6 w 4104"/>
                <a:gd name="T17" fmla="*/ 7 h 2523"/>
                <a:gd name="T18" fmla="*/ 6 w 4104"/>
                <a:gd name="T19" fmla="*/ 8 h 2523"/>
                <a:gd name="T20" fmla="*/ 7 w 4104"/>
                <a:gd name="T21" fmla="*/ 9 h 2523"/>
                <a:gd name="T22" fmla="*/ 7 w 4104"/>
                <a:gd name="T23" fmla="*/ 10 h 2523"/>
                <a:gd name="T24" fmla="*/ 8 w 4104"/>
                <a:gd name="T25" fmla="*/ 10 h 2523"/>
                <a:gd name="T26" fmla="*/ 9 w 4104"/>
                <a:gd name="T27" fmla="*/ 10 h 2523"/>
                <a:gd name="T28" fmla="*/ 9 w 4104"/>
                <a:gd name="T29" fmla="*/ 10 h 2523"/>
                <a:gd name="T30" fmla="*/ 10 w 4104"/>
                <a:gd name="T31" fmla="*/ 9 h 2523"/>
                <a:gd name="T32" fmla="*/ 11 w 4104"/>
                <a:gd name="T33" fmla="*/ 8 h 2523"/>
                <a:gd name="T34" fmla="*/ 11 w 4104"/>
                <a:gd name="T35" fmla="*/ 8 h 2523"/>
                <a:gd name="T36" fmla="*/ 12 w 4104"/>
                <a:gd name="T37" fmla="*/ 7 h 2523"/>
                <a:gd name="T38" fmla="*/ 13 w 4104"/>
                <a:gd name="T39" fmla="*/ 7 h 2523"/>
                <a:gd name="T40" fmla="*/ 13 w 4104"/>
                <a:gd name="T41" fmla="*/ 7 h 2523"/>
                <a:gd name="T42" fmla="*/ 14 w 4104"/>
                <a:gd name="T43" fmla="*/ 7 h 2523"/>
                <a:gd name="T44" fmla="*/ 15 w 4104"/>
                <a:gd name="T45" fmla="*/ 7 h 2523"/>
                <a:gd name="T46" fmla="*/ 15 w 4104"/>
                <a:gd name="T47" fmla="*/ 7 h 2523"/>
                <a:gd name="T48" fmla="*/ 16 w 4104"/>
                <a:gd name="T49" fmla="*/ 7 h 2523"/>
                <a:gd name="T50" fmla="*/ 17 w 4104"/>
                <a:gd name="T51" fmla="*/ 7 h 2523"/>
                <a:gd name="T52" fmla="*/ 17 w 4104"/>
                <a:gd name="T53" fmla="*/ 8 h 2523"/>
                <a:gd name="T54" fmla="*/ 18 w 4104"/>
                <a:gd name="T55" fmla="*/ 8 h 2523"/>
                <a:gd name="T56" fmla="*/ 19 w 4104"/>
                <a:gd name="T57" fmla="*/ 8 h 2523"/>
                <a:gd name="T58" fmla="*/ 19 w 4104"/>
                <a:gd name="T59" fmla="*/ 8 h 2523"/>
                <a:gd name="T60" fmla="*/ 20 w 4104"/>
                <a:gd name="T61" fmla="*/ 8 h 2523"/>
                <a:gd name="T62" fmla="*/ 21 w 4104"/>
                <a:gd name="T63" fmla="*/ 8 h 2523"/>
                <a:gd name="T64" fmla="*/ 21 w 4104"/>
                <a:gd name="T65" fmla="*/ 8 h 2523"/>
                <a:gd name="T66" fmla="*/ 22 w 4104"/>
                <a:gd name="T67" fmla="*/ 8 h 2523"/>
                <a:gd name="T68" fmla="*/ 22 w 4104"/>
                <a:gd name="T69" fmla="*/ 8 h 2523"/>
                <a:gd name="T70" fmla="*/ 23 w 4104"/>
                <a:gd name="T71" fmla="*/ 8 h 2523"/>
                <a:gd name="T72" fmla="*/ 24 w 4104"/>
                <a:gd name="T73" fmla="*/ 7 h 2523"/>
                <a:gd name="T74" fmla="*/ 24 w 4104"/>
                <a:gd name="T75" fmla="*/ 7 h 2523"/>
                <a:gd name="T76" fmla="*/ 25 w 4104"/>
                <a:gd name="T77" fmla="*/ 7 h 2523"/>
                <a:gd name="T78" fmla="*/ 26 w 4104"/>
                <a:gd name="T79" fmla="*/ 7 h 2523"/>
                <a:gd name="T80" fmla="*/ 26 w 4104"/>
                <a:gd name="T81" fmla="*/ 7 h 2523"/>
                <a:gd name="T82" fmla="*/ 27 w 4104"/>
                <a:gd name="T83" fmla="*/ 7 h 2523"/>
                <a:gd name="T84" fmla="*/ 28 w 4104"/>
                <a:gd name="T85" fmla="*/ 8 h 2523"/>
                <a:gd name="T86" fmla="*/ 28 w 4104"/>
                <a:gd name="T87" fmla="*/ 8 h 2523"/>
                <a:gd name="T88" fmla="*/ 29 w 4104"/>
                <a:gd name="T89" fmla="*/ 8 h 2523"/>
                <a:gd name="T90" fmla="*/ 30 w 4104"/>
                <a:gd name="T91" fmla="*/ 8 h 2523"/>
                <a:gd name="T92" fmla="*/ 30 w 4104"/>
                <a:gd name="T93" fmla="*/ 8 h 2523"/>
                <a:gd name="T94" fmla="*/ 31 w 4104"/>
                <a:gd name="T95" fmla="*/ 8 h 2523"/>
                <a:gd name="T96" fmla="*/ 32 w 4104"/>
                <a:gd name="T97" fmla="*/ 8 h 2523"/>
                <a:gd name="T98" fmla="*/ 32 w 4104"/>
                <a:gd name="T99" fmla="*/ 8 h 2523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104" h="2523">
                  <a:moveTo>
                    <a:pt x="0" y="2070"/>
                  </a:moveTo>
                  <a:lnTo>
                    <a:pt x="36" y="1538"/>
                  </a:lnTo>
                  <a:lnTo>
                    <a:pt x="78" y="1085"/>
                  </a:lnTo>
                  <a:lnTo>
                    <a:pt x="121" y="702"/>
                  </a:lnTo>
                  <a:lnTo>
                    <a:pt x="163" y="404"/>
                  </a:lnTo>
                  <a:lnTo>
                    <a:pt x="199" y="192"/>
                  </a:lnTo>
                  <a:lnTo>
                    <a:pt x="241" y="57"/>
                  </a:lnTo>
                  <a:lnTo>
                    <a:pt x="284" y="0"/>
                  </a:lnTo>
                  <a:lnTo>
                    <a:pt x="326" y="14"/>
                  </a:lnTo>
                  <a:lnTo>
                    <a:pt x="369" y="92"/>
                  </a:lnTo>
                  <a:lnTo>
                    <a:pt x="404" y="213"/>
                  </a:lnTo>
                  <a:lnTo>
                    <a:pt x="447" y="383"/>
                  </a:lnTo>
                  <a:lnTo>
                    <a:pt x="489" y="581"/>
                  </a:lnTo>
                  <a:lnTo>
                    <a:pt x="532" y="801"/>
                  </a:lnTo>
                  <a:lnTo>
                    <a:pt x="574" y="1028"/>
                  </a:lnTo>
                  <a:lnTo>
                    <a:pt x="610" y="1262"/>
                  </a:lnTo>
                  <a:lnTo>
                    <a:pt x="652" y="1488"/>
                  </a:lnTo>
                  <a:lnTo>
                    <a:pt x="695" y="1708"/>
                  </a:lnTo>
                  <a:lnTo>
                    <a:pt x="737" y="1900"/>
                  </a:lnTo>
                  <a:lnTo>
                    <a:pt x="780" y="2070"/>
                  </a:lnTo>
                  <a:lnTo>
                    <a:pt x="815" y="2218"/>
                  </a:lnTo>
                  <a:lnTo>
                    <a:pt x="858" y="2332"/>
                  </a:lnTo>
                  <a:lnTo>
                    <a:pt x="900" y="2424"/>
                  </a:lnTo>
                  <a:lnTo>
                    <a:pt x="943" y="2481"/>
                  </a:lnTo>
                  <a:lnTo>
                    <a:pt x="978" y="2516"/>
                  </a:lnTo>
                  <a:lnTo>
                    <a:pt x="1021" y="2523"/>
                  </a:lnTo>
                  <a:lnTo>
                    <a:pt x="1063" y="2502"/>
                  </a:lnTo>
                  <a:lnTo>
                    <a:pt x="1106" y="2466"/>
                  </a:lnTo>
                  <a:lnTo>
                    <a:pt x="1148" y="2417"/>
                  </a:lnTo>
                  <a:lnTo>
                    <a:pt x="1184" y="2353"/>
                  </a:lnTo>
                  <a:lnTo>
                    <a:pt x="1226" y="2275"/>
                  </a:lnTo>
                  <a:lnTo>
                    <a:pt x="1269" y="2197"/>
                  </a:lnTo>
                  <a:lnTo>
                    <a:pt x="1311" y="2112"/>
                  </a:lnTo>
                  <a:lnTo>
                    <a:pt x="1354" y="2034"/>
                  </a:lnTo>
                  <a:lnTo>
                    <a:pt x="1389" y="1956"/>
                  </a:lnTo>
                  <a:lnTo>
                    <a:pt x="1432" y="1885"/>
                  </a:lnTo>
                  <a:lnTo>
                    <a:pt x="1474" y="1822"/>
                  </a:lnTo>
                  <a:lnTo>
                    <a:pt x="1517" y="1765"/>
                  </a:lnTo>
                  <a:lnTo>
                    <a:pt x="1559" y="1722"/>
                  </a:lnTo>
                  <a:lnTo>
                    <a:pt x="1595" y="1687"/>
                  </a:lnTo>
                  <a:lnTo>
                    <a:pt x="1637" y="1659"/>
                  </a:lnTo>
                  <a:lnTo>
                    <a:pt x="1680" y="1644"/>
                  </a:lnTo>
                  <a:lnTo>
                    <a:pt x="1722" y="1637"/>
                  </a:lnTo>
                  <a:lnTo>
                    <a:pt x="1758" y="1637"/>
                  </a:lnTo>
                  <a:lnTo>
                    <a:pt x="1800" y="1651"/>
                  </a:lnTo>
                  <a:lnTo>
                    <a:pt x="1843" y="1666"/>
                  </a:lnTo>
                  <a:lnTo>
                    <a:pt x="1885" y="1687"/>
                  </a:lnTo>
                  <a:lnTo>
                    <a:pt x="1928" y="1708"/>
                  </a:lnTo>
                  <a:lnTo>
                    <a:pt x="1963" y="1737"/>
                  </a:lnTo>
                  <a:lnTo>
                    <a:pt x="2006" y="1765"/>
                  </a:lnTo>
                  <a:lnTo>
                    <a:pt x="2048" y="1793"/>
                  </a:lnTo>
                  <a:lnTo>
                    <a:pt x="2091" y="1822"/>
                  </a:lnTo>
                  <a:lnTo>
                    <a:pt x="2133" y="1850"/>
                  </a:lnTo>
                  <a:lnTo>
                    <a:pt x="2169" y="1871"/>
                  </a:lnTo>
                  <a:lnTo>
                    <a:pt x="2211" y="1892"/>
                  </a:lnTo>
                  <a:lnTo>
                    <a:pt x="2254" y="1914"/>
                  </a:lnTo>
                  <a:lnTo>
                    <a:pt x="2296" y="1928"/>
                  </a:lnTo>
                  <a:lnTo>
                    <a:pt x="2339" y="1935"/>
                  </a:lnTo>
                  <a:lnTo>
                    <a:pt x="2374" y="1942"/>
                  </a:lnTo>
                  <a:lnTo>
                    <a:pt x="2417" y="1949"/>
                  </a:lnTo>
                  <a:lnTo>
                    <a:pt x="2459" y="1949"/>
                  </a:lnTo>
                  <a:lnTo>
                    <a:pt x="2502" y="1942"/>
                  </a:lnTo>
                  <a:lnTo>
                    <a:pt x="2537" y="1942"/>
                  </a:lnTo>
                  <a:lnTo>
                    <a:pt x="2580" y="1935"/>
                  </a:lnTo>
                  <a:lnTo>
                    <a:pt x="2622" y="1928"/>
                  </a:lnTo>
                  <a:lnTo>
                    <a:pt x="2665" y="1914"/>
                  </a:lnTo>
                  <a:lnTo>
                    <a:pt x="2707" y="1907"/>
                  </a:lnTo>
                  <a:lnTo>
                    <a:pt x="2743" y="1892"/>
                  </a:lnTo>
                  <a:lnTo>
                    <a:pt x="2785" y="1885"/>
                  </a:lnTo>
                  <a:lnTo>
                    <a:pt x="2828" y="1878"/>
                  </a:lnTo>
                  <a:lnTo>
                    <a:pt x="2870" y="1871"/>
                  </a:lnTo>
                  <a:lnTo>
                    <a:pt x="2913" y="1857"/>
                  </a:lnTo>
                  <a:lnTo>
                    <a:pt x="2948" y="1850"/>
                  </a:lnTo>
                  <a:lnTo>
                    <a:pt x="2991" y="1850"/>
                  </a:lnTo>
                  <a:lnTo>
                    <a:pt x="3033" y="1843"/>
                  </a:lnTo>
                  <a:lnTo>
                    <a:pt x="3076" y="1843"/>
                  </a:lnTo>
                  <a:lnTo>
                    <a:pt x="3119" y="1836"/>
                  </a:lnTo>
                  <a:lnTo>
                    <a:pt x="3154" y="1836"/>
                  </a:lnTo>
                  <a:lnTo>
                    <a:pt x="3196" y="1836"/>
                  </a:lnTo>
                  <a:lnTo>
                    <a:pt x="3239" y="1843"/>
                  </a:lnTo>
                  <a:lnTo>
                    <a:pt x="3282" y="1843"/>
                  </a:lnTo>
                  <a:lnTo>
                    <a:pt x="3317" y="1843"/>
                  </a:lnTo>
                  <a:lnTo>
                    <a:pt x="3359" y="1850"/>
                  </a:lnTo>
                  <a:lnTo>
                    <a:pt x="3402" y="1850"/>
                  </a:lnTo>
                  <a:lnTo>
                    <a:pt x="3445" y="1857"/>
                  </a:lnTo>
                  <a:lnTo>
                    <a:pt x="3487" y="1857"/>
                  </a:lnTo>
                  <a:lnTo>
                    <a:pt x="3522" y="1864"/>
                  </a:lnTo>
                  <a:lnTo>
                    <a:pt x="3565" y="1864"/>
                  </a:lnTo>
                  <a:lnTo>
                    <a:pt x="3608" y="1864"/>
                  </a:lnTo>
                  <a:lnTo>
                    <a:pt x="3650" y="1871"/>
                  </a:lnTo>
                  <a:lnTo>
                    <a:pt x="3693" y="1871"/>
                  </a:lnTo>
                  <a:lnTo>
                    <a:pt x="3728" y="1871"/>
                  </a:lnTo>
                  <a:lnTo>
                    <a:pt x="3771" y="1878"/>
                  </a:lnTo>
                  <a:lnTo>
                    <a:pt x="3813" y="1878"/>
                  </a:lnTo>
                  <a:lnTo>
                    <a:pt x="3856" y="1878"/>
                  </a:lnTo>
                  <a:lnTo>
                    <a:pt x="3898" y="1878"/>
                  </a:lnTo>
                  <a:lnTo>
                    <a:pt x="3934" y="1878"/>
                  </a:lnTo>
                  <a:lnTo>
                    <a:pt x="3976" y="1878"/>
                  </a:lnTo>
                  <a:lnTo>
                    <a:pt x="4019" y="1871"/>
                  </a:lnTo>
                  <a:lnTo>
                    <a:pt x="4061" y="1871"/>
                  </a:lnTo>
                  <a:lnTo>
                    <a:pt x="4104" y="1871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4" name="Text Box 54">
              <a:extLst>
                <a:ext uri="{FF2B5EF4-FFF2-40B4-BE49-F238E27FC236}">
                  <a16:creationId xmlns:a16="http://schemas.microsoft.com/office/drawing/2014/main" id="{98A81AA1-7F6F-AD53-3830-4179DF27D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2382"/>
              <a:ext cx="183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3025" name="Text Box 55">
              <a:extLst>
                <a:ext uri="{FF2B5EF4-FFF2-40B4-BE49-F238E27FC236}">
                  <a16:creationId xmlns:a16="http://schemas.microsoft.com/office/drawing/2014/main" id="{21BE4E52-4C79-DD10-4915-4F6E18216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4" y="2440"/>
              <a:ext cx="14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3026" name="Text Box 56">
              <a:extLst>
                <a:ext uri="{FF2B5EF4-FFF2-40B4-BE49-F238E27FC236}">
                  <a16:creationId xmlns:a16="http://schemas.microsoft.com/office/drawing/2014/main" id="{47464230-523C-08F8-8824-36F17B136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1842"/>
              <a:ext cx="38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  <a:r>
                <a:rPr lang="en-US" altLang="zh-CN" sz="2400" i="1" baseline="-1800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3027" name="Line 57">
              <a:extLst>
                <a:ext uri="{FF2B5EF4-FFF2-40B4-BE49-F238E27FC236}">
                  <a16:creationId xmlns:a16="http://schemas.microsoft.com/office/drawing/2014/main" id="{BFA6B470-ED77-A057-8FEC-9044204048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5" y="2191"/>
              <a:ext cx="170" cy="8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8" name="Rectangle 58">
              <a:extLst>
                <a:ext uri="{FF2B5EF4-FFF2-40B4-BE49-F238E27FC236}">
                  <a16:creationId xmlns:a16="http://schemas.microsoft.com/office/drawing/2014/main" id="{4CDAFEB8-A24F-3D6E-344D-4DE6E7EA7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1" y="2075"/>
              <a:ext cx="51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aseline="-18000">
                  <a:solidFill>
                    <a:srgbClr val="FF0000"/>
                  </a:solidFill>
                  <a:latin typeface="Times New Roman" panose="02020603050405020304" pitchFamily="18" charset="0"/>
                </a:rPr>
                <a:t>1 </a:t>
              </a:r>
              <a:r>
                <a:rPr lang="zh-CN" altLang="en-US" sz="2400" baseline="-18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aseline="-18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29" name="Line 59">
              <a:extLst>
                <a:ext uri="{FF2B5EF4-FFF2-40B4-BE49-F238E27FC236}">
                  <a16:creationId xmlns:a16="http://schemas.microsoft.com/office/drawing/2014/main" id="{7BB2B9C0-C8D9-4874-922D-94242BA62D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79" y="2584"/>
              <a:ext cx="102" cy="14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" name="Rectangle 60">
              <a:extLst>
                <a:ext uri="{FF2B5EF4-FFF2-40B4-BE49-F238E27FC236}">
                  <a16:creationId xmlns:a16="http://schemas.microsoft.com/office/drawing/2014/main" id="{3BB7B7AC-99DC-B105-A67C-CEFD71CFD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2628"/>
              <a:ext cx="23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339966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aseline="-18000">
                  <a:solidFill>
                    <a:srgbClr val="339966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3031" name="Rectangle 61">
              <a:extLst>
                <a:ext uri="{FF2B5EF4-FFF2-40B4-BE49-F238E27FC236}">
                  <a16:creationId xmlns:a16="http://schemas.microsoft.com/office/drawing/2014/main" id="{1D89644C-043A-7702-F5DA-DB0084ECD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2205"/>
              <a:ext cx="51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3333FF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aseline="-18000">
                  <a:solidFill>
                    <a:srgbClr val="3333FF"/>
                  </a:solidFill>
                  <a:latin typeface="Times New Roman" panose="02020603050405020304" pitchFamily="18" charset="0"/>
                </a:rPr>
                <a:t>4 </a:t>
              </a:r>
              <a:r>
                <a:rPr lang="zh-CN" altLang="en-US" sz="2400" baseline="-18000">
                  <a:solidFill>
                    <a:srgbClr val="3333FF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400" i="1">
                  <a:solidFill>
                    <a:srgbClr val="3333FF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aseline="-18000">
                  <a:solidFill>
                    <a:srgbClr val="3333FF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3032" name="Line 62">
              <a:extLst>
                <a:ext uri="{FF2B5EF4-FFF2-40B4-BE49-F238E27FC236}">
                  <a16:creationId xmlns:a16="http://schemas.microsoft.com/office/drawing/2014/main" id="{069EC2DE-EA65-A227-B0CC-5BD74D9135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298"/>
              <a:ext cx="373" cy="175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3014" name="Object 5">
            <a:extLst>
              <a:ext uri="{FF2B5EF4-FFF2-40B4-BE49-F238E27FC236}">
                <a16:creationId xmlns:a16="http://schemas.microsoft.com/office/drawing/2014/main" id="{14D377E4-87EE-9ED0-FEA4-AFD403763B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0"/>
          <a:ext cx="583565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06800" imgH="685800" progId="Equation.3">
                  <p:embed/>
                </p:oleObj>
              </mc:Choice>
              <mc:Fallback>
                <p:oleObj r:id="rId3" imgW="3606800" imgH="685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0"/>
                        <a:ext cx="5835650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B40E6736-7C27-B521-22EA-18751FB7D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700213"/>
            <a:ext cx="7162800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系统零点影响各极点处的留数的大小（即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各个瞬态分量的相对强度），如果在某一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极点附近存在零点，则其对应的瞬态分量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的强度将变小，所以一对靠得很近的零点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和极点其瞬态响应分量可以忽略。这对零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极点称为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偶极子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C08763C3-FFF2-EA48-7DC2-E64E13CAE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708525"/>
            <a:ext cx="7345362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通常如果闭环零点和极点的之间的距离小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于它们本身到原点距离的十分之一时，则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该极点和零点构成一对偶极子，可以对消。</a:t>
            </a:r>
          </a:p>
        </p:txBody>
      </p:sp>
      <p:graphicFrame>
        <p:nvGraphicFramePr>
          <p:cNvPr id="44036" name="Object 5">
            <a:extLst>
              <a:ext uri="{FF2B5EF4-FFF2-40B4-BE49-F238E27FC236}">
                <a16:creationId xmlns:a16="http://schemas.microsoft.com/office/drawing/2014/main" id="{C8E94845-5ACB-1212-98CE-9B53B321F7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33375"/>
          <a:ext cx="713105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06800" imgH="685800" progId="Equation.3">
                  <p:embed/>
                </p:oleObj>
              </mc:Choice>
              <mc:Fallback>
                <p:oleObj r:id="rId3" imgW="3606800" imgH="685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33375"/>
                        <a:ext cx="713105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>
            <a:extLst>
              <a:ext uri="{FF2B5EF4-FFF2-40B4-BE49-F238E27FC236}">
                <a16:creationId xmlns:a16="http://schemas.microsoft.com/office/drawing/2014/main" id="{7001C528-02D2-8FB9-FB11-618B4EA3C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3757613"/>
            <a:ext cx="71628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综上所述，对于高阶系统，如果能够找到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主导极点（通常选为一对共轭复数极点，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即二阶系统），就可以忽略其它远离虚轴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的极点和偶极子的影响，近似为二阶系统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进行处理。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B619BDB0-33A5-22D8-AF7B-CAC6A7F4D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700213"/>
            <a:ext cx="71628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主导极点</a:t>
            </a:r>
            <a:r>
              <a:rPr lang="zh-CN" altLang="en-US" sz="2800">
                <a:latin typeface="宋体" panose="02010600030101010101" pitchFamily="2" charset="-122"/>
              </a:rPr>
              <a:t>（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距虚轴最近、实部的绝对值为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其它极点实部绝对值的</a:t>
            </a:r>
            <a:r>
              <a:rPr lang="en-US" altLang="zh-CN" sz="2800">
                <a:latin typeface="Times New Roman" panose="02020603050405020304" pitchFamily="18" charset="0"/>
              </a:rPr>
              <a:t>1/5</a:t>
            </a:r>
            <a:r>
              <a:rPr lang="zh-CN" altLang="en-US" sz="2800">
                <a:latin typeface="宋体" panose="02010600030101010101" pitchFamily="2" charset="-122"/>
              </a:rPr>
              <a:t>或更小，且其附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近没有零点的闭环极点）对高阶系统的瞬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态响应起主导作用。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D0164063-9449-3463-7814-E310AE5E9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196975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控制系统的偏差与误差</a:t>
            </a:r>
          </a:p>
        </p:txBody>
      </p:sp>
      <p:sp>
        <p:nvSpPr>
          <p:cNvPr id="46083" name="Rectangle 5">
            <a:extLst>
              <a:ext uri="{FF2B5EF4-FFF2-40B4-BE49-F238E27FC236}">
                <a16:creationId xmlns:a16="http://schemas.microsoft.com/office/drawing/2014/main" id="{16DAB824-AAFC-30FB-7806-6105C8107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773238"/>
            <a:ext cx="374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考虑图示反馈控制系统</a:t>
            </a:r>
          </a:p>
        </p:txBody>
      </p:sp>
      <p:grpSp>
        <p:nvGrpSpPr>
          <p:cNvPr id="46084" name="Group 6">
            <a:extLst>
              <a:ext uri="{FF2B5EF4-FFF2-40B4-BE49-F238E27FC236}">
                <a16:creationId xmlns:a16="http://schemas.microsoft.com/office/drawing/2014/main" id="{E16CDC1F-52FD-5E8F-20DE-E5C06907506A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2276475"/>
            <a:ext cx="4324350" cy="1562100"/>
            <a:chOff x="1310" y="2088"/>
            <a:chExt cx="2944" cy="984"/>
          </a:xfrm>
        </p:grpSpPr>
        <p:sp>
          <p:nvSpPr>
            <p:cNvPr id="46089" name="Rectangle 7">
              <a:extLst>
                <a:ext uri="{FF2B5EF4-FFF2-40B4-BE49-F238E27FC236}">
                  <a16:creationId xmlns:a16="http://schemas.microsoft.com/office/drawing/2014/main" id="{D0770641-290C-D4A3-F26A-457634FC1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9" y="2739"/>
              <a:ext cx="695" cy="3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H(s)</a:t>
              </a:r>
            </a:p>
          </p:txBody>
        </p:sp>
        <p:sp>
          <p:nvSpPr>
            <p:cNvPr id="46090" name="Line 8">
              <a:extLst>
                <a:ext uri="{FF2B5EF4-FFF2-40B4-BE49-F238E27FC236}">
                  <a16:creationId xmlns:a16="http://schemas.microsoft.com/office/drawing/2014/main" id="{49C66A93-4DA7-58E7-5CA4-178465E0E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4" y="2412"/>
              <a:ext cx="5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1" name="Line 9">
              <a:extLst>
                <a:ext uri="{FF2B5EF4-FFF2-40B4-BE49-F238E27FC236}">
                  <a16:creationId xmlns:a16="http://schemas.microsoft.com/office/drawing/2014/main" id="{229D584A-F3AB-508D-F190-826B555CA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2404"/>
              <a:ext cx="8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2" name="Line 10">
              <a:extLst>
                <a:ext uri="{FF2B5EF4-FFF2-40B4-BE49-F238E27FC236}">
                  <a16:creationId xmlns:a16="http://schemas.microsoft.com/office/drawing/2014/main" id="{A6F89948-5B90-D47D-8F36-87E7D4A397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1" y="2404"/>
              <a:ext cx="0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3" name="Line 11">
              <a:extLst>
                <a:ext uri="{FF2B5EF4-FFF2-40B4-BE49-F238E27FC236}">
                  <a16:creationId xmlns:a16="http://schemas.microsoft.com/office/drawing/2014/main" id="{304CA67F-F63C-AE8A-CFCE-93BE21BD16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04" y="2906"/>
              <a:ext cx="4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4" name="Line 12">
              <a:extLst>
                <a:ext uri="{FF2B5EF4-FFF2-40B4-BE49-F238E27FC236}">
                  <a16:creationId xmlns:a16="http://schemas.microsoft.com/office/drawing/2014/main" id="{C9536F40-D76F-FC6C-70E8-26AE847FBE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1" y="2906"/>
              <a:ext cx="6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5" name="Line 13">
              <a:extLst>
                <a:ext uri="{FF2B5EF4-FFF2-40B4-BE49-F238E27FC236}">
                  <a16:creationId xmlns:a16="http://schemas.microsoft.com/office/drawing/2014/main" id="{285D7855-CBE5-CE39-4880-03733441A1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488"/>
              <a:ext cx="0" cy="4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6" name="Text Box 14">
              <a:extLst>
                <a:ext uri="{FF2B5EF4-FFF2-40B4-BE49-F238E27FC236}">
                  <a16:creationId xmlns:a16="http://schemas.microsoft.com/office/drawing/2014/main" id="{7AD045D0-DE87-0B19-886B-CD77E4B80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" y="2246"/>
              <a:ext cx="33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>
                  <a:latin typeface="Times New Roman" panose="02020603050405020304" pitchFamily="18" charset="0"/>
                  <a:sym typeface="Symbol" panose="05050102010706020507" pitchFamily="18" charset="2"/>
                </a:rPr>
                <a:t>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46097" name="Line 15">
              <a:extLst>
                <a:ext uri="{FF2B5EF4-FFF2-40B4-BE49-F238E27FC236}">
                  <a16:creationId xmlns:a16="http://schemas.microsoft.com/office/drawing/2014/main" id="{BB58B526-893A-C849-6871-B93819381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1" y="2411"/>
              <a:ext cx="5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8" name="Text Box 16">
              <a:extLst>
                <a:ext uri="{FF2B5EF4-FFF2-40B4-BE49-F238E27FC236}">
                  <a16:creationId xmlns:a16="http://schemas.microsoft.com/office/drawing/2014/main" id="{F30105AB-2ED5-7FCB-29FB-99A32FEB0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0" y="2112"/>
              <a:ext cx="47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6099" name="Text Box 17">
              <a:extLst>
                <a:ext uri="{FF2B5EF4-FFF2-40B4-BE49-F238E27FC236}">
                  <a16:creationId xmlns:a16="http://schemas.microsoft.com/office/drawing/2014/main" id="{D4F5363A-9F2B-82BB-C4F2-05AFEDCBC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7" y="2088"/>
              <a:ext cx="48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6100" name="Text Box 18">
              <a:extLst>
                <a:ext uri="{FF2B5EF4-FFF2-40B4-BE49-F238E27FC236}">
                  <a16:creationId xmlns:a16="http://schemas.microsoft.com/office/drawing/2014/main" id="{5BA8F448-6D21-DBCE-CD3C-B53E45B589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5" y="2579"/>
              <a:ext cx="4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6101" name="Text Box 19">
              <a:extLst>
                <a:ext uri="{FF2B5EF4-FFF2-40B4-BE49-F238E27FC236}">
                  <a16:creationId xmlns:a16="http://schemas.microsoft.com/office/drawing/2014/main" id="{F5363143-5841-7CE4-E032-37EFDC66A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" y="2116"/>
              <a:ext cx="52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E 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6102" name="Line 20">
              <a:extLst>
                <a:ext uri="{FF2B5EF4-FFF2-40B4-BE49-F238E27FC236}">
                  <a16:creationId xmlns:a16="http://schemas.microsoft.com/office/drawing/2014/main" id="{B25B84B5-FBCD-AC0F-F0C5-EBFB925E9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8" y="2621"/>
              <a:ext cx="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3" name="Rectangle 21">
              <a:extLst>
                <a:ext uri="{FF2B5EF4-FFF2-40B4-BE49-F238E27FC236}">
                  <a16:creationId xmlns:a16="http://schemas.microsoft.com/office/drawing/2014/main" id="{27B8D4CE-B193-02C3-BB47-3454E3641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9" y="2238"/>
              <a:ext cx="695" cy="33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G(s)</a:t>
              </a:r>
            </a:p>
          </p:txBody>
        </p:sp>
        <p:sp>
          <p:nvSpPr>
            <p:cNvPr id="46104" name="Oval 22">
              <a:extLst>
                <a:ext uri="{FF2B5EF4-FFF2-40B4-BE49-F238E27FC236}">
                  <a16:creationId xmlns:a16="http://schemas.microsoft.com/office/drawing/2014/main" id="{44EFD01D-106B-BF3F-6949-6F35CF7AB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" y="2384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6085" name="Rectangle 6">
            <a:extLst>
              <a:ext uri="{FF2B5EF4-FFF2-40B4-BE49-F238E27FC236}">
                <a16:creationId xmlns:a16="http://schemas.microsoft.com/office/drawing/2014/main" id="{656A58B6-6E3A-B7D5-A734-BB593048B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005263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偏差信号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与误差信号</a:t>
            </a:r>
            <a:r>
              <a:rPr kumimoji="1" lang="en-US" altLang="zh-CN" sz="2800" i="1">
                <a:latin typeface="Times New Roman" panose="02020603050405020304" pitchFamily="18" charset="0"/>
              </a:rPr>
              <a:t>E’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的关系</a:t>
            </a:r>
          </a:p>
        </p:txBody>
      </p:sp>
      <p:graphicFrame>
        <p:nvGraphicFramePr>
          <p:cNvPr id="46086" name="Object 7">
            <a:extLst>
              <a:ext uri="{FF2B5EF4-FFF2-40B4-BE49-F238E27FC236}">
                <a16:creationId xmlns:a16="http://schemas.microsoft.com/office/drawing/2014/main" id="{F625F02E-BE5E-9B65-8EF2-A7F6823848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4581525"/>
          <a:ext cx="5114925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89200" imgH="660400" progId="Equation.3">
                  <p:embed/>
                </p:oleObj>
              </mc:Choice>
              <mc:Fallback>
                <p:oleObj name="公式" r:id="rId3" imgW="2489200" imgH="660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581525"/>
                        <a:ext cx="5114925" cy="135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Rectangle 8">
            <a:extLst>
              <a:ext uri="{FF2B5EF4-FFF2-40B4-BE49-F238E27FC236}">
                <a16:creationId xmlns:a16="http://schemas.microsoft.com/office/drawing/2014/main" id="{8426A457-EBBA-11D5-AD7A-6C63F3ED0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6092825"/>
            <a:ext cx="67818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对单位反馈系统：</a:t>
            </a:r>
            <a:r>
              <a:rPr kumimoji="1" lang="en-US" altLang="zh-CN" sz="2800" i="1">
                <a:latin typeface="Times New Roman" panose="02020603050405020304" pitchFamily="18" charset="0"/>
              </a:rPr>
              <a:t>E’</a:t>
            </a:r>
            <a:r>
              <a:rPr kumimoji="1" lang="en-US" altLang="zh-CN" sz="2400"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</a:rPr>
              <a:t>＝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zh-CN" altLang="en-US" sz="2800" i="1">
                <a:latin typeface="Times New Roman" panose="02020603050405020304" pitchFamily="18" charset="0"/>
              </a:rPr>
              <a:t> </a:t>
            </a:r>
            <a:r>
              <a:rPr kumimoji="1" lang="en-US" altLang="zh-CN" sz="2400"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46088" name="Text Box 4">
            <a:extLst>
              <a:ext uri="{FF2B5EF4-FFF2-40B4-BE49-F238E27FC236}">
                <a16:creationId xmlns:a16="http://schemas.microsoft.com/office/drawing/2014/main" id="{224968E5-CD8E-1D19-8C7B-47187C36B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260350"/>
            <a:ext cx="5032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3.4 </a:t>
            </a:r>
            <a:r>
              <a:rPr kumimoji="1"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控制系统的误差分析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>
            <a:extLst>
              <a:ext uri="{FF2B5EF4-FFF2-40B4-BE49-F238E27FC236}">
                <a16:creationId xmlns:a16="http://schemas.microsoft.com/office/drawing/2014/main" id="{2F8F6DED-55CA-39F7-91C3-7215195D9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0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稳态误差的计算</a:t>
            </a:r>
          </a:p>
        </p:txBody>
      </p:sp>
      <p:sp>
        <p:nvSpPr>
          <p:cNvPr id="47107" name="Rectangle 4">
            <a:extLst>
              <a:ext uri="{FF2B5EF4-FFF2-40B4-BE49-F238E27FC236}">
                <a16:creationId xmlns:a16="http://schemas.microsoft.com/office/drawing/2014/main" id="{2ADE6001-2BC1-A04E-02E3-B7ED96F1C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33400"/>
            <a:ext cx="7391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系统在输入作用下的偏差传递函数为：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7108" name="Object 5">
            <a:extLst>
              <a:ext uri="{FF2B5EF4-FFF2-40B4-BE49-F238E27FC236}">
                <a16:creationId xmlns:a16="http://schemas.microsoft.com/office/drawing/2014/main" id="{B1970F55-D4E3-AD48-BA95-EE1B0F7870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219200"/>
          <a:ext cx="36099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828800" imgH="431800" progId="Equation.3">
                  <p:embed/>
                </p:oleObj>
              </mc:Choice>
              <mc:Fallback>
                <p:oleObj name="公式" r:id="rId3" imgW="18288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219200"/>
                        <a:ext cx="360997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9" name="Group 6">
            <a:extLst>
              <a:ext uri="{FF2B5EF4-FFF2-40B4-BE49-F238E27FC236}">
                <a16:creationId xmlns:a16="http://schemas.microsoft.com/office/drawing/2014/main" id="{CBC41866-F124-72C5-F19B-377333925AB3}"/>
              </a:ext>
            </a:extLst>
          </p:cNvPr>
          <p:cNvGrpSpPr>
            <a:grpSpLocks/>
          </p:cNvGrpSpPr>
          <p:nvPr/>
        </p:nvGrpSpPr>
        <p:grpSpPr bwMode="auto">
          <a:xfrm>
            <a:off x="414338" y="2260600"/>
            <a:ext cx="3724275" cy="676275"/>
            <a:chOff x="828" y="2576"/>
            <a:chExt cx="2346" cy="426"/>
          </a:xfrm>
        </p:grpSpPr>
        <p:graphicFrame>
          <p:nvGraphicFramePr>
            <p:cNvPr id="47116" name="Object 7">
              <a:extLst>
                <a:ext uri="{FF2B5EF4-FFF2-40B4-BE49-F238E27FC236}">
                  <a16:creationId xmlns:a16="http://schemas.microsoft.com/office/drawing/2014/main" id="{2103031A-7C9A-5E88-3EF8-2623771375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7" y="2576"/>
            <a:ext cx="1597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587500" imgH="419100" progId="Equation.3">
                    <p:embed/>
                  </p:oleObj>
                </mc:Choice>
                <mc:Fallback>
                  <p:oleObj name="公式" r:id="rId5" imgW="1587500" imgH="4191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7" y="2576"/>
                          <a:ext cx="1597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7" name="Rectangle 8">
              <a:extLst>
                <a:ext uri="{FF2B5EF4-FFF2-40B4-BE49-F238E27FC236}">
                  <a16:creationId xmlns:a16="http://schemas.microsoft.com/office/drawing/2014/main" id="{09D92EF1-B3EA-5901-B403-1CF8537AF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2601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Times New Roman" panose="02020603050405020304" pitchFamily="18" charset="0"/>
                </a:rPr>
                <a:t>即：</a:t>
              </a:r>
            </a:p>
          </p:txBody>
        </p:sp>
      </p:grpSp>
      <p:graphicFrame>
        <p:nvGraphicFramePr>
          <p:cNvPr id="47110" name="Object 9">
            <a:extLst>
              <a:ext uri="{FF2B5EF4-FFF2-40B4-BE49-F238E27FC236}">
                <a16:creationId xmlns:a16="http://schemas.microsoft.com/office/drawing/2014/main" id="{D3768AD3-E329-239C-ECD3-BAD05D1DFD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887788"/>
          <a:ext cx="5668963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098800" imgH="419100" progId="Equation.3">
                  <p:embed/>
                </p:oleObj>
              </mc:Choice>
              <mc:Fallback>
                <p:oleObj name="公式" r:id="rId7" imgW="30988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887788"/>
                        <a:ext cx="5668963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Rectangle 10">
            <a:extLst>
              <a:ext uri="{FF2B5EF4-FFF2-40B4-BE49-F238E27FC236}">
                <a16:creationId xmlns:a16="http://schemas.microsoft.com/office/drawing/2014/main" id="{B5F22B36-BFE3-34FF-B743-DC19EE808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40088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利用拉氏变换的终值定理，系统稳态偏差为：</a:t>
            </a:r>
          </a:p>
        </p:txBody>
      </p:sp>
      <p:graphicFrame>
        <p:nvGraphicFramePr>
          <p:cNvPr id="47112" name="Object 3">
            <a:extLst>
              <a:ext uri="{FF2B5EF4-FFF2-40B4-BE49-F238E27FC236}">
                <a16:creationId xmlns:a16="http://schemas.microsoft.com/office/drawing/2014/main" id="{DBF168C4-31A4-40CF-A5F6-FFE64188B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5516563"/>
          <a:ext cx="351155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816100" imgH="419100" progId="Equation.3">
                  <p:embed/>
                </p:oleObj>
              </mc:Choice>
              <mc:Fallback>
                <p:oleObj name="公式" r:id="rId9" imgW="18161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516563"/>
                        <a:ext cx="3511550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Rectangle 4">
            <a:extLst>
              <a:ext uri="{FF2B5EF4-FFF2-40B4-BE49-F238E27FC236}">
                <a16:creationId xmlns:a16="http://schemas.microsoft.com/office/drawing/2014/main" id="{F3F5F84A-A6FC-2CF8-251F-56B3347C6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797425"/>
            <a:ext cx="1962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稳态误差：</a:t>
            </a:r>
          </a:p>
        </p:txBody>
      </p:sp>
      <p:graphicFrame>
        <p:nvGraphicFramePr>
          <p:cNvPr id="47114" name="Object 6">
            <a:extLst>
              <a:ext uri="{FF2B5EF4-FFF2-40B4-BE49-F238E27FC236}">
                <a16:creationId xmlns:a16="http://schemas.microsoft.com/office/drawing/2014/main" id="{C8DF1EBC-7F34-1367-E470-A62D6487BA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4652963"/>
          <a:ext cx="13081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10891" imgH="431613" progId="Equation.3">
                  <p:embed/>
                </p:oleObj>
              </mc:Choice>
              <mc:Fallback>
                <p:oleObj name="公式" r:id="rId11" imgW="710891" imgH="4316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652963"/>
                        <a:ext cx="130810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5" name="Rectangle 6">
            <a:extLst>
              <a:ext uri="{FF2B5EF4-FFF2-40B4-BE49-F238E27FC236}">
                <a16:creationId xmlns:a16="http://schemas.microsoft.com/office/drawing/2014/main" id="{8CF7EE39-8ADD-E50D-B06D-40A1D4907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661025"/>
            <a:ext cx="3876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对于单位反馈系统：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3">
            <a:extLst>
              <a:ext uri="{FF2B5EF4-FFF2-40B4-BE49-F238E27FC236}">
                <a16:creationId xmlns:a16="http://schemas.microsoft.com/office/drawing/2014/main" id="{B4026899-39D7-DA53-DBC6-C9DF8B9BCEF0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125538"/>
            <a:ext cx="8229600" cy="4525962"/>
            <a:chOff x="432" y="1200"/>
            <a:chExt cx="5184" cy="2851"/>
          </a:xfrm>
        </p:grpSpPr>
        <p:sp>
          <p:nvSpPr>
            <p:cNvPr id="48132" name="Rectangle 4">
              <a:extLst>
                <a:ext uri="{FF2B5EF4-FFF2-40B4-BE49-F238E27FC236}">
                  <a16:creationId xmlns:a16="http://schemas.microsoft.com/office/drawing/2014/main" id="{AF0F93C7-E424-A253-C246-D389BC2C2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200"/>
              <a:ext cx="37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latin typeface="宋体" panose="02010600030101010101" pitchFamily="2" charset="-122"/>
                </a:rPr>
                <a:t>系统的稳态误差系数及稳态偏差</a:t>
              </a:r>
            </a:p>
          </p:txBody>
        </p:sp>
        <p:grpSp>
          <p:nvGrpSpPr>
            <p:cNvPr id="48133" name="Group 5">
              <a:extLst>
                <a:ext uri="{FF2B5EF4-FFF2-40B4-BE49-F238E27FC236}">
                  <a16:creationId xmlns:a16="http://schemas.microsoft.com/office/drawing/2014/main" id="{291BBABF-22C3-440B-0217-EC4245A6A3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536"/>
              <a:ext cx="5184" cy="2515"/>
              <a:chOff x="432" y="1488"/>
              <a:chExt cx="5184" cy="2515"/>
            </a:xfrm>
          </p:grpSpPr>
          <p:sp>
            <p:nvSpPr>
              <p:cNvPr id="48134" name="Rectangle 6">
                <a:extLst>
                  <a:ext uri="{FF2B5EF4-FFF2-40B4-BE49-F238E27FC236}">
                    <a16:creationId xmlns:a16="http://schemas.microsoft.com/office/drawing/2014/main" id="{BEBF13EF-767D-5DA9-D255-6C860F97A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3491"/>
                <a:ext cx="1104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endParaRPr lang="zh-CN" altLang="zh-CN" sz="2600"/>
              </a:p>
            </p:txBody>
          </p:sp>
          <p:sp>
            <p:nvSpPr>
              <p:cNvPr id="48135" name="Rectangle 7">
                <a:extLst>
                  <a:ext uri="{FF2B5EF4-FFF2-40B4-BE49-F238E27FC236}">
                    <a16:creationId xmlns:a16="http://schemas.microsoft.com/office/drawing/2014/main" id="{CE47FA48-C53C-7E1F-42D0-6460F0FDD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3491"/>
                <a:ext cx="960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/>
                  <a:t>0</a:t>
                </a:r>
              </a:p>
            </p:txBody>
          </p:sp>
          <p:sp>
            <p:nvSpPr>
              <p:cNvPr id="48136" name="Rectangle 8">
                <a:extLst>
                  <a:ext uri="{FF2B5EF4-FFF2-40B4-BE49-F238E27FC236}">
                    <a16:creationId xmlns:a16="http://schemas.microsoft.com/office/drawing/2014/main" id="{A9EB46D0-F140-BE81-7D14-060CEB05BA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3491"/>
                <a:ext cx="960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/>
                  <a:t>0</a:t>
                </a:r>
              </a:p>
            </p:txBody>
          </p:sp>
          <p:sp>
            <p:nvSpPr>
              <p:cNvPr id="48137" name="Rectangle 9">
                <a:extLst>
                  <a:ext uri="{FF2B5EF4-FFF2-40B4-BE49-F238E27FC236}">
                    <a16:creationId xmlns:a16="http://schemas.microsoft.com/office/drawing/2014/main" id="{1ED9D5AD-60AC-2FEE-0D74-37D7F8F4F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3491"/>
                <a:ext cx="528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 i="1"/>
                  <a:t>K</a:t>
                </a:r>
              </a:p>
            </p:txBody>
          </p:sp>
          <p:sp>
            <p:nvSpPr>
              <p:cNvPr id="48138" name="Rectangle 10">
                <a:extLst>
                  <a:ext uri="{FF2B5EF4-FFF2-40B4-BE49-F238E27FC236}">
                    <a16:creationId xmlns:a16="http://schemas.microsoft.com/office/drawing/2014/main" id="{3C3C4DE1-D470-FCCC-8EB7-BA702D749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3491"/>
                <a:ext cx="480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>
                    <a:sym typeface="Symbol" panose="05050102010706020507" pitchFamily="18" charset="2"/>
                  </a:rPr>
                  <a:t></a:t>
                </a:r>
                <a:endParaRPr lang="en-US" altLang="zh-CN" sz="2600"/>
              </a:p>
            </p:txBody>
          </p:sp>
          <p:sp>
            <p:nvSpPr>
              <p:cNvPr id="48139" name="Rectangle 11">
                <a:extLst>
                  <a:ext uri="{FF2B5EF4-FFF2-40B4-BE49-F238E27FC236}">
                    <a16:creationId xmlns:a16="http://schemas.microsoft.com/office/drawing/2014/main" id="{540694E9-0AF7-A8C9-346B-D6A96AEB0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491"/>
                <a:ext cx="528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>
                    <a:sym typeface="Symbol" panose="05050102010706020507" pitchFamily="18" charset="2"/>
                  </a:rPr>
                  <a:t></a:t>
                </a:r>
                <a:endParaRPr lang="en-US" altLang="zh-CN" sz="2600"/>
              </a:p>
            </p:txBody>
          </p:sp>
          <p:sp>
            <p:nvSpPr>
              <p:cNvPr id="48140" name="Rectangle 12">
                <a:extLst>
                  <a:ext uri="{FF2B5EF4-FFF2-40B4-BE49-F238E27FC236}">
                    <a16:creationId xmlns:a16="http://schemas.microsoft.com/office/drawing/2014/main" id="{B0E4F872-D81F-479A-F85F-E30F8128EE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3491"/>
                <a:ext cx="624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/>
                  <a:t>II</a:t>
                </a:r>
                <a:r>
                  <a:rPr lang="zh-CN" altLang="en-US" sz="2600"/>
                  <a:t>型</a:t>
                </a:r>
              </a:p>
            </p:txBody>
          </p:sp>
          <p:sp>
            <p:nvSpPr>
              <p:cNvPr id="48141" name="Rectangle 13">
                <a:extLst>
                  <a:ext uri="{FF2B5EF4-FFF2-40B4-BE49-F238E27FC236}">
                    <a16:creationId xmlns:a16="http://schemas.microsoft.com/office/drawing/2014/main" id="{263180AA-33A4-F07B-BB42-0E562B92C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2979"/>
                <a:ext cx="1104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>
                    <a:sym typeface="Symbol" panose="05050102010706020507" pitchFamily="18" charset="2"/>
                  </a:rPr>
                  <a:t></a:t>
                </a:r>
                <a:endParaRPr lang="en-US" altLang="zh-CN" sz="2600"/>
              </a:p>
            </p:txBody>
          </p:sp>
          <p:sp>
            <p:nvSpPr>
              <p:cNvPr id="48142" name="Rectangle 14">
                <a:extLst>
                  <a:ext uri="{FF2B5EF4-FFF2-40B4-BE49-F238E27FC236}">
                    <a16:creationId xmlns:a16="http://schemas.microsoft.com/office/drawing/2014/main" id="{1852A398-BEBE-50F5-AEA8-EA8548C39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979"/>
                <a:ext cx="960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endParaRPr lang="zh-CN" altLang="zh-CN" sz="2600"/>
              </a:p>
            </p:txBody>
          </p:sp>
          <p:sp>
            <p:nvSpPr>
              <p:cNvPr id="48143" name="Rectangle 15">
                <a:extLst>
                  <a:ext uri="{FF2B5EF4-FFF2-40B4-BE49-F238E27FC236}">
                    <a16:creationId xmlns:a16="http://schemas.microsoft.com/office/drawing/2014/main" id="{A10E222E-F74C-A2C1-B309-9B1EA97C7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979"/>
                <a:ext cx="960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/>
                  <a:t>0</a:t>
                </a:r>
              </a:p>
            </p:txBody>
          </p:sp>
          <p:sp>
            <p:nvSpPr>
              <p:cNvPr id="48144" name="Rectangle 16">
                <a:extLst>
                  <a:ext uri="{FF2B5EF4-FFF2-40B4-BE49-F238E27FC236}">
                    <a16:creationId xmlns:a16="http://schemas.microsoft.com/office/drawing/2014/main" id="{22568302-D861-7AB7-1FD1-055385049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979"/>
                <a:ext cx="528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/>
                  <a:t>0</a:t>
                </a:r>
              </a:p>
            </p:txBody>
          </p:sp>
          <p:sp>
            <p:nvSpPr>
              <p:cNvPr id="48145" name="Rectangle 17">
                <a:extLst>
                  <a:ext uri="{FF2B5EF4-FFF2-40B4-BE49-F238E27FC236}">
                    <a16:creationId xmlns:a16="http://schemas.microsoft.com/office/drawing/2014/main" id="{9CDB29CD-FD10-DB3B-D2F5-72D4AB0E7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979"/>
                <a:ext cx="480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 i="1"/>
                  <a:t>K</a:t>
                </a:r>
              </a:p>
            </p:txBody>
          </p:sp>
          <p:sp>
            <p:nvSpPr>
              <p:cNvPr id="48146" name="Rectangle 18">
                <a:extLst>
                  <a:ext uri="{FF2B5EF4-FFF2-40B4-BE49-F238E27FC236}">
                    <a16:creationId xmlns:a16="http://schemas.microsoft.com/office/drawing/2014/main" id="{0289967A-3B29-081D-E6B5-76FFB84EC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979"/>
                <a:ext cx="528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>
                    <a:sym typeface="Symbol" panose="05050102010706020507" pitchFamily="18" charset="2"/>
                  </a:rPr>
                  <a:t></a:t>
                </a:r>
                <a:endParaRPr lang="en-US" altLang="zh-CN" sz="2600"/>
              </a:p>
            </p:txBody>
          </p:sp>
          <p:sp>
            <p:nvSpPr>
              <p:cNvPr id="48147" name="Rectangle 19">
                <a:extLst>
                  <a:ext uri="{FF2B5EF4-FFF2-40B4-BE49-F238E27FC236}">
                    <a16:creationId xmlns:a16="http://schemas.microsoft.com/office/drawing/2014/main" id="{1FE251A7-062F-AE8A-5B51-B4CA445E2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2979"/>
                <a:ext cx="624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/>
                  <a:t>I</a:t>
                </a:r>
                <a:r>
                  <a:rPr lang="zh-CN" altLang="en-US" sz="2600"/>
                  <a:t>型</a:t>
                </a:r>
              </a:p>
            </p:txBody>
          </p:sp>
          <p:sp>
            <p:nvSpPr>
              <p:cNvPr id="48148" name="Rectangle 20">
                <a:extLst>
                  <a:ext uri="{FF2B5EF4-FFF2-40B4-BE49-F238E27FC236}">
                    <a16:creationId xmlns:a16="http://schemas.microsoft.com/office/drawing/2014/main" id="{1209524A-1374-83C1-3B46-6AD99EE70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2467"/>
                <a:ext cx="1104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>
                    <a:sym typeface="Symbol" panose="05050102010706020507" pitchFamily="18" charset="2"/>
                  </a:rPr>
                  <a:t></a:t>
                </a:r>
                <a:endParaRPr lang="en-US" altLang="zh-CN" sz="2600"/>
              </a:p>
            </p:txBody>
          </p:sp>
          <p:sp>
            <p:nvSpPr>
              <p:cNvPr id="48149" name="Rectangle 21">
                <a:extLst>
                  <a:ext uri="{FF2B5EF4-FFF2-40B4-BE49-F238E27FC236}">
                    <a16:creationId xmlns:a16="http://schemas.microsoft.com/office/drawing/2014/main" id="{1554E293-76F0-9125-50C4-EEC6E366E8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467"/>
                <a:ext cx="960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>
                    <a:sym typeface="Symbol" panose="05050102010706020507" pitchFamily="18" charset="2"/>
                  </a:rPr>
                  <a:t></a:t>
                </a:r>
                <a:endParaRPr lang="en-US" altLang="zh-CN" sz="2600"/>
              </a:p>
            </p:txBody>
          </p:sp>
          <p:sp>
            <p:nvSpPr>
              <p:cNvPr id="48150" name="Rectangle 22">
                <a:extLst>
                  <a:ext uri="{FF2B5EF4-FFF2-40B4-BE49-F238E27FC236}">
                    <a16:creationId xmlns:a16="http://schemas.microsoft.com/office/drawing/2014/main" id="{75D4CE2F-FEEE-6045-F30E-96A6EBA08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467"/>
                <a:ext cx="960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endParaRPr lang="zh-CN" altLang="zh-CN" sz="2600"/>
              </a:p>
            </p:txBody>
          </p:sp>
          <p:sp>
            <p:nvSpPr>
              <p:cNvPr id="48151" name="Rectangle 23">
                <a:extLst>
                  <a:ext uri="{FF2B5EF4-FFF2-40B4-BE49-F238E27FC236}">
                    <a16:creationId xmlns:a16="http://schemas.microsoft.com/office/drawing/2014/main" id="{F86B6ABD-867A-367F-93BC-30A4BC149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467"/>
                <a:ext cx="528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/>
                  <a:t>0</a:t>
                </a:r>
              </a:p>
            </p:txBody>
          </p:sp>
          <p:sp>
            <p:nvSpPr>
              <p:cNvPr id="48152" name="Rectangle 24">
                <a:extLst>
                  <a:ext uri="{FF2B5EF4-FFF2-40B4-BE49-F238E27FC236}">
                    <a16:creationId xmlns:a16="http://schemas.microsoft.com/office/drawing/2014/main" id="{C877C246-26ED-3F0D-4760-B7AFA57FF6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467"/>
                <a:ext cx="480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/>
                  <a:t>0</a:t>
                </a:r>
              </a:p>
            </p:txBody>
          </p:sp>
          <p:sp>
            <p:nvSpPr>
              <p:cNvPr id="48153" name="Rectangle 25">
                <a:extLst>
                  <a:ext uri="{FF2B5EF4-FFF2-40B4-BE49-F238E27FC236}">
                    <a16:creationId xmlns:a16="http://schemas.microsoft.com/office/drawing/2014/main" id="{EE1DE964-21A8-10CA-8029-8476E993F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467"/>
                <a:ext cx="528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 i="1"/>
                  <a:t>K</a:t>
                </a:r>
              </a:p>
            </p:txBody>
          </p:sp>
          <p:sp>
            <p:nvSpPr>
              <p:cNvPr id="48154" name="Rectangle 26">
                <a:extLst>
                  <a:ext uri="{FF2B5EF4-FFF2-40B4-BE49-F238E27FC236}">
                    <a16:creationId xmlns:a16="http://schemas.microsoft.com/office/drawing/2014/main" id="{ECA747A4-834F-58BF-A703-AFCA590F1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2467"/>
                <a:ext cx="624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/>
                  <a:t>0</a:t>
                </a:r>
                <a:r>
                  <a:rPr lang="zh-CN" altLang="en-US" sz="2600"/>
                  <a:t>型</a:t>
                </a:r>
              </a:p>
            </p:txBody>
          </p:sp>
          <p:sp>
            <p:nvSpPr>
              <p:cNvPr id="48155" name="Rectangle 27">
                <a:extLst>
                  <a:ext uri="{FF2B5EF4-FFF2-40B4-BE49-F238E27FC236}">
                    <a16:creationId xmlns:a16="http://schemas.microsoft.com/office/drawing/2014/main" id="{12A9DFCD-44A2-C5D3-4E4C-172065D32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1872"/>
                <a:ext cx="1104" cy="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zh-CN" altLang="en-US" sz="2600"/>
                  <a:t>单位加速度输入</a:t>
                </a:r>
              </a:p>
            </p:txBody>
          </p:sp>
          <p:sp>
            <p:nvSpPr>
              <p:cNvPr id="48156" name="Rectangle 28">
                <a:extLst>
                  <a:ext uri="{FF2B5EF4-FFF2-40B4-BE49-F238E27FC236}">
                    <a16:creationId xmlns:a16="http://schemas.microsoft.com/office/drawing/2014/main" id="{9B10D6E2-163E-4358-15BE-6C780E355C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872"/>
                <a:ext cx="960" cy="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zh-CN" altLang="en-US" sz="2600"/>
                  <a:t>单位速度输入</a:t>
                </a:r>
              </a:p>
            </p:txBody>
          </p:sp>
          <p:sp>
            <p:nvSpPr>
              <p:cNvPr id="48157" name="Rectangle 29">
                <a:extLst>
                  <a:ext uri="{FF2B5EF4-FFF2-40B4-BE49-F238E27FC236}">
                    <a16:creationId xmlns:a16="http://schemas.microsoft.com/office/drawing/2014/main" id="{6836AB72-93E4-B8B3-B390-272E9599FE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872"/>
                <a:ext cx="960" cy="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zh-CN" altLang="en-US" sz="2600"/>
                  <a:t>单位阶跃输入</a:t>
                </a:r>
              </a:p>
            </p:txBody>
          </p:sp>
          <p:sp>
            <p:nvSpPr>
              <p:cNvPr id="48158" name="Rectangle 30">
                <a:extLst>
                  <a:ext uri="{FF2B5EF4-FFF2-40B4-BE49-F238E27FC236}">
                    <a16:creationId xmlns:a16="http://schemas.microsoft.com/office/drawing/2014/main" id="{1C6317B6-2D8D-1D9A-C0B8-91E918D7F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528" cy="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 i="1"/>
                  <a:t>K</a:t>
                </a:r>
                <a:r>
                  <a:rPr lang="en-US" altLang="zh-CN" sz="2700" i="1" baseline="-18000"/>
                  <a:t>a</a:t>
                </a:r>
              </a:p>
            </p:txBody>
          </p:sp>
          <p:sp>
            <p:nvSpPr>
              <p:cNvPr id="48159" name="Rectangle 31">
                <a:extLst>
                  <a:ext uri="{FF2B5EF4-FFF2-40B4-BE49-F238E27FC236}">
                    <a16:creationId xmlns:a16="http://schemas.microsoft.com/office/drawing/2014/main" id="{F1740313-0424-65EF-B0C7-B63950297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872"/>
                <a:ext cx="480" cy="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 i="1"/>
                  <a:t>K</a:t>
                </a:r>
                <a:r>
                  <a:rPr lang="en-US" altLang="zh-CN" sz="2700" i="1" baseline="-18000"/>
                  <a:t>v</a:t>
                </a:r>
              </a:p>
            </p:txBody>
          </p:sp>
          <p:sp>
            <p:nvSpPr>
              <p:cNvPr id="48160" name="Rectangle 32">
                <a:extLst>
                  <a:ext uri="{FF2B5EF4-FFF2-40B4-BE49-F238E27FC236}">
                    <a16:creationId xmlns:a16="http://schemas.microsoft.com/office/drawing/2014/main" id="{FB4C718F-7A93-F49E-3B2B-B5E5DF199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872"/>
                <a:ext cx="528" cy="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600" i="1"/>
                  <a:t>K</a:t>
                </a:r>
                <a:r>
                  <a:rPr lang="en-US" altLang="zh-CN" sz="2700" i="1" baseline="-18000"/>
                  <a:t>p</a:t>
                </a:r>
              </a:p>
            </p:txBody>
          </p:sp>
          <p:sp>
            <p:nvSpPr>
              <p:cNvPr id="48161" name="Rectangle 33">
                <a:extLst>
                  <a:ext uri="{FF2B5EF4-FFF2-40B4-BE49-F238E27FC236}">
                    <a16:creationId xmlns:a16="http://schemas.microsoft.com/office/drawing/2014/main" id="{51B26C82-88E5-3750-776B-08E281E128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488"/>
                <a:ext cx="3024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zh-CN" altLang="en-US" sz="2600"/>
                  <a:t>稳态偏差</a:t>
                </a:r>
              </a:p>
            </p:txBody>
          </p:sp>
          <p:sp>
            <p:nvSpPr>
              <p:cNvPr id="48162" name="Rectangle 34">
                <a:extLst>
                  <a:ext uri="{FF2B5EF4-FFF2-40B4-BE49-F238E27FC236}">
                    <a16:creationId xmlns:a16="http://schemas.microsoft.com/office/drawing/2014/main" id="{00836431-712E-AD6F-0CAC-47F2D626FF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488"/>
                <a:ext cx="153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zh-CN" altLang="en-US" sz="2600"/>
                  <a:t>稳态误差系数</a:t>
                </a:r>
              </a:p>
            </p:txBody>
          </p:sp>
          <p:sp>
            <p:nvSpPr>
              <p:cNvPr id="48163" name="Rectangle 35">
                <a:extLst>
                  <a:ext uri="{FF2B5EF4-FFF2-40B4-BE49-F238E27FC236}">
                    <a16:creationId xmlns:a16="http://schemas.microsoft.com/office/drawing/2014/main" id="{B1FFE123-2022-ECB1-B417-537BE1AD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488"/>
                <a:ext cx="624" cy="9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zh-CN" altLang="en-US" sz="2600"/>
                  <a:t>系统类型</a:t>
                </a:r>
              </a:p>
            </p:txBody>
          </p:sp>
          <p:sp>
            <p:nvSpPr>
              <p:cNvPr id="48164" name="Line 36">
                <a:extLst>
                  <a:ext uri="{FF2B5EF4-FFF2-40B4-BE49-F238E27FC236}">
                    <a16:creationId xmlns:a16="http://schemas.microsoft.com/office/drawing/2014/main" id="{400C3E0E-FAB4-03CB-0A1F-D54416B96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488"/>
                <a:ext cx="518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5" name="Line 37">
                <a:extLst>
                  <a:ext uri="{FF2B5EF4-FFF2-40B4-BE49-F238E27FC236}">
                    <a16:creationId xmlns:a16="http://schemas.microsoft.com/office/drawing/2014/main" id="{4BD4E948-5383-B9E9-6774-78DA6F9082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467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6" name="Line 38">
                <a:extLst>
                  <a:ext uri="{FF2B5EF4-FFF2-40B4-BE49-F238E27FC236}">
                    <a16:creationId xmlns:a16="http://schemas.microsoft.com/office/drawing/2014/main" id="{E8606515-372C-6B6E-08D9-3CC7390BA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979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7" name="Line 39">
                <a:extLst>
                  <a:ext uri="{FF2B5EF4-FFF2-40B4-BE49-F238E27FC236}">
                    <a16:creationId xmlns:a16="http://schemas.microsoft.com/office/drawing/2014/main" id="{0E04FD8D-6983-0327-055F-A975B78EE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91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8" name="Line 40">
                <a:extLst>
                  <a:ext uri="{FF2B5EF4-FFF2-40B4-BE49-F238E27FC236}">
                    <a16:creationId xmlns:a16="http://schemas.microsoft.com/office/drawing/2014/main" id="{1DF30FC9-272B-0F21-D9EC-140887F22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4003"/>
                <a:ext cx="518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9" name="Line 41">
                <a:extLst>
                  <a:ext uri="{FF2B5EF4-FFF2-40B4-BE49-F238E27FC236}">
                    <a16:creationId xmlns:a16="http://schemas.microsoft.com/office/drawing/2014/main" id="{74DA705B-CCAD-5EEB-52DA-476FB85820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488"/>
                <a:ext cx="0" cy="251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70" name="Line 42">
                <a:extLst>
                  <a:ext uri="{FF2B5EF4-FFF2-40B4-BE49-F238E27FC236}">
                    <a16:creationId xmlns:a16="http://schemas.microsoft.com/office/drawing/2014/main" id="{9A253BB3-D908-1BEE-8320-F05CAD208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488"/>
                <a:ext cx="0" cy="25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71" name="Line 43">
                <a:extLst>
                  <a:ext uri="{FF2B5EF4-FFF2-40B4-BE49-F238E27FC236}">
                    <a16:creationId xmlns:a16="http://schemas.microsoft.com/office/drawing/2014/main" id="{A527C700-BC4D-9001-5F7A-8FA55F928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1488"/>
                <a:ext cx="0" cy="25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72" name="Line 44">
                <a:extLst>
                  <a:ext uri="{FF2B5EF4-FFF2-40B4-BE49-F238E27FC236}">
                    <a16:creationId xmlns:a16="http://schemas.microsoft.com/office/drawing/2014/main" id="{8F1A8819-32FA-A190-F090-8CDAF590F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6" y="1488"/>
                <a:ext cx="0" cy="251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73" name="Line 45">
                <a:extLst>
                  <a:ext uri="{FF2B5EF4-FFF2-40B4-BE49-F238E27FC236}">
                    <a16:creationId xmlns:a16="http://schemas.microsoft.com/office/drawing/2014/main" id="{111FB97B-DD45-B2A8-4AD5-086166480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1872"/>
                <a:ext cx="0" cy="213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74" name="Line 46">
                <a:extLst>
                  <a:ext uri="{FF2B5EF4-FFF2-40B4-BE49-F238E27FC236}">
                    <a16:creationId xmlns:a16="http://schemas.microsoft.com/office/drawing/2014/main" id="{7FA1B897-0E0C-4C6E-6958-22EE34CB8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1872"/>
                <a:ext cx="0" cy="213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75" name="Line 47">
                <a:extLst>
                  <a:ext uri="{FF2B5EF4-FFF2-40B4-BE49-F238E27FC236}">
                    <a16:creationId xmlns:a16="http://schemas.microsoft.com/office/drawing/2014/main" id="{74906EC9-C69C-3A4C-1CD7-9A8922061B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872"/>
                <a:ext cx="0" cy="213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76" name="Line 48">
                <a:extLst>
                  <a:ext uri="{FF2B5EF4-FFF2-40B4-BE49-F238E27FC236}">
                    <a16:creationId xmlns:a16="http://schemas.microsoft.com/office/drawing/2014/main" id="{1E48AC46-84B1-92CD-E4C9-B5E2F3C70A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1872"/>
                <a:ext cx="0" cy="213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77" name="Line 49">
                <a:extLst>
                  <a:ext uri="{FF2B5EF4-FFF2-40B4-BE49-F238E27FC236}">
                    <a16:creationId xmlns:a16="http://schemas.microsoft.com/office/drawing/2014/main" id="{58A2083B-2EF0-4250-2B75-1B99458FF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872"/>
                <a:ext cx="45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48178" name="Object 50">
                <a:extLst>
                  <a:ext uri="{FF2B5EF4-FFF2-40B4-BE49-F238E27FC236}">
                    <a16:creationId xmlns:a16="http://schemas.microsoft.com/office/drawing/2014/main" id="{02982579-1700-5C36-AAE0-2FC8F27C7A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39" y="2491"/>
              <a:ext cx="521" cy="4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380835" imgH="393529" progId="Equation.3">
                      <p:embed/>
                    </p:oleObj>
                  </mc:Choice>
                  <mc:Fallback>
                    <p:oleObj name="Equation" r:id="rId3" imgW="380835" imgH="393529" progId="Equation.3">
                      <p:embed/>
                      <p:pic>
                        <p:nvPicPr>
                          <p:cNvPr id="0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9" y="2491"/>
                            <a:ext cx="521" cy="4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79" name="Object 51">
                <a:extLst>
                  <a:ext uri="{FF2B5EF4-FFF2-40B4-BE49-F238E27FC236}">
                    <a16:creationId xmlns:a16="http://schemas.microsoft.com/office/drawing/2014/main" id="{83F67DA2-A189-BBA5-F71A-881C7D280BF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01" y="2984"/>
              <a:ext cx="275" cy="4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90417" imgH="393529" progId="Equation.3">
                      <p:embed/>
                    </p:oleObj>
                  </mc:Choice>
                  <mc:Fallback>
                    <p:oleObj name="Equation" r:id="rId5" imgW="190417" imgH="393529" progId="Equation.3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01" y="2984"/>
                            <a:ext cx="275" cy="4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80" name="Object 52">
                <a:extLst>
                  <a:ext uri="{FF2B5EF4-FFF2-40B4-BE49-F238E27FC236}">
                    <a16:creationId xmlns:a16="http://schemas.microsoft.com/office/drawing/2014/main" id="{7038D7EC-EE1D-8EE6-B531-BA2EFB401D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41" y="3488"/>
              <a:ext cx="275" cy="4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90417" imgH="393529" progId="Equation.3">
                      <p:embed/>
                    </p:oleObj>
                  </mc:Choice>
                  <mc:Fallback>
                    <p:oleObj name="Equation" r:id="rId5" imgW="190417" imgH="393529" progId="Equation.3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1" y="3488"/>
                            <a:ext cx="275" cy="4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8131" name="Rectangle 3">
            <a:extLst>
              <a:ext uri="{FF2B5EF4-FFF2-40B4-BE49-F238E27FC236}">
                <a16:creationId xmlns:a16="http://schemas.microsoft.com/office/drawing/2014/main" id="{09F349C5-41A8-13A1-9A43-F914C451A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4813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5.2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稳态误差系数与稳态误差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1FF81164-6B17-A396-1986-BBA63E7FE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25538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5.3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扰动作用下的系统稳态误差</a:t>
            </a:r>
          </a:p>
        </p:txBody>
      </p:sp>
      <p:sp>
        <p:nvSpPr>
          <p:cNvPr id="49155" name="Rectangle 4">
            <a:extLst>
              <a:ext uri="{FF2B5EF4-FFF2-40B4-BE49-F238E27FC236}">
                <a16:creationId xmlns:a16="http://schemas.microsoft.com/office/drawing/2014/main" id="{C34E075E-900E-7175-DC26-1856DD7E3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1866900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>
                <a:latin typeface="宋体" panose="02010600030101010101" pitchFamily="2" charset="-122"/>
              </a:rPr>
              <a:t>  </a:t>
            </a:r>
            <a:r>
              <a:rPr kumimoji="1" lang="zh-CN" altLang="en-US" sz="2800">
                <a:latin typeface="宋体" panose="02010600030101010101" pitchFamily="2" charset="-122"/>
              </a:rPr>
              <a:t>扰动作用引起的稳态误差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49156" name="Group 5">
            <a:extLst>
              <a:ext uri="{FF2B5EF4-FFF2-40B4-BE49-F238E27FC236}">
                <a16:creationId xmlns:a16="http://schemas.microsoft.com/office/drawing/2014/main" id="{48889AD7-35D9-1847-F21C-D7CC101B1357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2997200"/>
            <a:ext cx="7010400" cy="2173288"/>
            <a:chOff x="864" y="2663"/>
            <a:chExt cx="4416" cy="1369"/>
          </a:xfrm>
        </p:grpSpPr>
        <p:sp>
          <p:nvSpPr>
            <p:cNvPr id="49157" name="Rectangle 6">
              <a:extLst>
                <a:ext uri="{FF2B5EF4-FFF2-40B4-BE49-F238E27FC236}">
                  <a16:creationId xmlns:a16="http://schemas.microsoft.com/office/drawing/2014/main" id="{CC0E6E1F-7BAC-9782-BDC5-558783A7C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100"/>
              <a:ext cx="624" cy="33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(s)</a:t>
              </a:r>
            </a:p>
          </p:txBody>
        </p:sp>
        <p:sp>
          <p:nvSpPr>
            <p:cNvPr id="49158" name="Rectangle 7">
              <a:extLst>
                <a:ext uri="{FF2B5EF4-FFF2-40B4-BE49-F238E27FC236}">
                  <a16:creationId xmlns:a16="http://schemas.microsoft.com/office/drawing/2014/main" id="{FC8942EE-8FEE-2215-8168-96E60C971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3702"/>
              <a:ext cx="623" cy="33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H(s)</a:t>
              </a:r>
            </a:p>
          </p:txBody>
        </p:sp>
        <p:sp>
          <p:nvSpPr>
            <p:cNvPr id="49159" name="Line 8">
              <a:extLst>
                <a:ext uri="{FF2B5EF4-FFF2-40B4-BE49-F238E27FC236}">
                  <a16:creationId xmlns:a16="http://schemas.microsoft.com/office/drawing/2014/main" id="{665E8DA9-D509-A3CF-6D06-0378685C6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3" y="3255"/>
              <a:ext cx="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0" name="Line 9">
              <a:extLst>
                <a:ext uri="{FF2B5EF4-FFF2-40B4-BE49-F238E27FC236}">
                  <a16:creationId xmlns:a16="http://schemas.microsoft.com/office/drawing/2014/main" id="{117BEE43-408A-55DE-7096-52ACAB479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8" y="3255"/>
              <a:ext cx="8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1" name="Line 10">
              <a:extLst>
                <a:ext uri="{FF2B5EF4-FFF2-40B4-BE49-F238E27FC236}">
                  <a16:creationId xmlns:a16="http://schemas.microsoft.com/office/drawing/2014/main" id="{464D997C-1F3A-C5CA-1EBC-AFFDF76B5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8" y="3255"/>
              <a:ext cx="0" cy="6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2" name="Line 11">
              <a:extLst>
                <a:ext uri="{FF2B5EF4-FFF2-40B4-BE49-F238E27FC236}">
                  <a16:creationId xmlns:a16="http://schemas.microsoft.com/office/drawing/2014/main" id="{F1275874-7732-C0CB-E0DF-DD763B009F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2" y="3857"/>
              <a:ext cx="15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3" name="Line 12">
              <a:extLst>
                <a:ext uri="{FF2B5EF4-FFF2-40B4-BE49-F238E27FC236}">
                  <a16:creationId xmlns:a16="http://schemas.microsoft.com/office/drawing/2014/main" id="{2778F381-D06D-A2B1-16E4-B15819A7F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61" y="3857"/>
              <a:ext cx="13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4" name="Line 13">
              <a:extLst>
                <a:ext uri="{FF2B5EF4-FFF2-40B4-BE49-F238E27FC236}">
                  <a16:creationId xmlns:a16="http://schemas.microsoft.com/office/drawing/2014/main" id="{27A3A102-F92B-2309-F284-82B5AD3CF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1" y="3319"/>
              <a:ext cx="0" cy="5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5" name="Text Box 14">
              <a:extLst>
                <a:ext uri="{FF2B5EF4-FFF2-40B4-BE49-F238E27FC236}">
                  <a16:creationId xmlns:a16="http://schemas.microsoft.com/office/drawing/2014/main" id="{6BF0C5A6-D202-A747-698D-696CCAB8E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3056"/>
              <a:ext cx="31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>
                  <a:latin typeface="Times New Roman" panose="02020603050405020304" pitchFamily="18" charset="0"/>
                  <a:sym typeface="Symbol" panose="05050102010706020507" pitchFamily="18" charset="2"/>
                </a:rPr>
                <a:t>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49166" name="Line 15">
              <a:extLst>
                <a:ext uri="{FF2B5EF4-FFF2-40B4-BE49-F238E27FC236}">
                  <a16:creationId xmlns:a16="http://schemas.microsoft.com/office/drawing/2014/main" id="{DE076165-4B7A-AC19-A560-9B604C811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0" y="3255"/>
              <a:ext cx="45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7" name="Text Box 16">
              <a:extLst>
                <a:ext uri="{FF2B5EF4-FFF2-40B4-BE49-F238E27FC236}">
                  <a16:creationId xmlns:a16="http://schemas.microsoft.com/office/drawing/2014/main" id="{90F562FB-81AC-5A3A-8FB4-4A08B9AA7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928"/>
              <a:ext cx="4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anose="02020603050405020304" pitchFamily="18" charset="0"/>
                </a:rPr>
                <a:t>R(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9168" name="Text Box 17">
              <a:extLst>
                <a:ext uri="{FF2B5EF4-FFF2-40B4-BE49-F238E27FC236}">
                  <a16:creationId xmlns:a16="http://schemas.microsoft.com/office/drawing/2014/main" id="{81E12EE8-7A72-650D-06E2-9B4F01A08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" y="2945"/>
              <a:ext cx="45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9169" name="Text Box 18">
              <a:extLst>
                <a:ext uri="{FF2B5EF4-FFF2-40B4-BE49-F238E27FC236}">
                  <a16:creationId xmlns:a16="http://schemas.microsoft.com/office/drawing/2014/main" id="{478029C0-D122-A823-DC8C-1EBC8BAB6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2" y="3382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9170" name="Text Box 19">
              <a:extLst>
                <a:ext uri="{FF2B5EF4-FFF2-40B4-BE49-F238E27FC236}">
                  <a16:creationId xmlns:a16="http://schemas.microsoft.com/office/drawing/2014/main" id="{683DF134-C794-6E87-6D7D-38741E1F1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2" y="2941"/>
              <a:ext cx="4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9171" name="Line 20">
              <a:extLst>
                <a:ext uri="{FF2B5EF4-FFF2-40B4-BE49-F238E27FC236}">
                  <a16:creationId xmlns:a16="http://schemas.microsoft.com/office/drawing/2014/main" id="{DD7C4C4F-2688-3225-F191-3EC54EAE5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" y="3471"/>
              <a:ext cx="8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2" name="Rectangle 21">
              <a:extLst>
                <a:ext uri="{FF2B5EF4-FFF2-40B4-BE49-F238E27FC236}">
                  <a16:creationId xmlns:a16="http://schemas.microsoft.com/office/drawing/2014/main" id="{EBD06CCA-7A38-66E6-A0AC-F61F0A12C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2" y="3100"/>
              <a:ext cx="624" cy="33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(s)</a:t>
              </a:r>
            </a:p>
          </p:txBody>
        </p:sp>
        <p:sp>
          <p:nvSpPr>
            <p:cNvPr id="49173" name="Line 22">
              <a:extLst>
                <a:ext uri="{FF2B5EF4-FFF2-40B4-BE49-F238E27FC236}">
                  <a16:creationId xmlns:a16="http://schemas.microsoft.com/office/drawing/2014/main" id="{CEC036B6-B39A-F70A-7A76-8147FE035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7" y="3255"/>
              <a:ext cx="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4" name="Text Box 23">
              <a:extLst>
                <a:ext uri="{FF2B5EF4-FFF2-40B4-BE49-F238E27FC236}">
                  <a16:creationId xmlns:a16="http://schemas.microsoft.com/office/drawing/2014/main" id="{6A99128F-701F-DE55-E9FF-4A0A5E076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3062"/>
              <a:ext cx="31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>
                  <a:latin typeface="Times New Roman" panose="02020603050405020304" pitchFamily="18" charset="0"/>
                  <a:sym typeface="Symbol" panose="05050102010706020507" pitchFamily="18" charset="2"/>
                </a:rPr>
                <a:t>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49175" name="Line 24">
              <a:extLst>
                <a:ext uri="{FF2B5EF4-FFF2-40B4-BE49-F238E27FC236}">
                  <a16:creationId xmlns:a16="http://schemas.microsoft.com/office/drawing/2014/main" id="{1B0F93F1-FD71-297E-BA36-C9AE15651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3255"/>
              <a:ext cx="45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6" name="Line 25">
              <a:extLst>
                <a:ext uri="{FF2B5EF4-FFF2-40B4-BE49-F238E27FC236}">
                  <a16:creationId xmlns:a16="http://schemas.microsoft.com/office/drawing/2014/main" id="{5D368B10-C3EE-B9AC-5D9A-3D70D2BAF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4" y="2663"/>
              <a:ext cx="0" cy="5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7" name="Text Box 26">
              <a:extLst>
                <a:ext uri="{FF2B5EF4-FFF2-40B4-BE49-F238E27FC236}">
                  <a16:creationId xmlns:a16="http://schemas.microsoft.com/office/drawing/2014/main" id="{2357A342-A392-86B9-C59E-EA95F3E190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5" y="2688"/>
              <a:ext cx="4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9178" name="Text Box 27">
              <a:extLst>
                <a:ext uri="{FF2B5EF4-FFF2-40B4-BE49-F238E27FC236}">
                  <a16:creationId xmlns:a16="http://schemas.microsoft.com/office/drawing/2014/main" id="{1F464262-7908-562C-E769-C512E97E9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1" y="2988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9179" name="Text Box 28">
              <a:extLst>
                <a:ext uri="{FF2B5EF4-FFF2-40B4-BE49-F238E27FC236}">
                  <a16:creationId xmlns:a16="http://schemas.microsoft.com/office/drawing/2014/main" id="{6CFC6B0F-0313-920B-C368-2BA2CDB5A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3209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9180" name="Oval 29">
              <a:extLst>
                <a:ext uri="{FF2B5EF4-FFF2-40B4-BE49-F238E27FC236}">
                  <a16:creationId xmlns:a16="http://schemas.microsoft.com/office/drawing/2014/main" id="{C79E5AC9-501A-EEA4-9F29-62305EA1B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" y="3232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3">
            <a:extLst>
              <a:ext uri="{FF2B5EF4-FFF2-40B4-BE49-F238E27FC236}">
                <a16:creationId xmlns:a16="http://schemas.microsoft.com/office/drawing/2014/main" id="{FF3E7FCA-3C7B-D0A7-D4EC-B510F38A8E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3113" y="4833938"/>
          <a:ext cx="5751512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098800" imgH="431800" progId="Equation.3">
                  <p:embed/>
                </p:oleObj>
              </mc:Choice>
              <mc:Fallback>
                <p:oleObj name="公式" r:id="rId3" imgW="30988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4833938"/>
                        <a:ext cx="5751512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Rectangle 4">
            <a:extLst>
              <a:ext uri="{FF2B5EF4-FFF2-40B4-BE49-F238E27FC236}">
                <a16:creationId xmlns:a16="http://schemas.microsoft.com/office/drawing/2014/main" id="{4944F66F-8D91-A69C-5DB9-F79AED01A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4114800"/>
            <a:ext cx="4806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所以，扰动引起的稳态偏差：</a:t>
            </a:r>
          </a:p>
        </p:txBody>
      </p:sp>
      <p:graphicFrame>
        <p:nvGraphicFramePr>
          <p:cNvPr id="50180" name="Object 5">
            <a:extLst>
              <a:ext uri="{FF2B5EF4-FFF2-40B4-BE49-F238E27FC236}">
                <a16:creationId xmlns:a16="http://schemas.microsoft.com/office/drawing/2014/main" id="{B9539744-B856-B7A0-7006-97E9F85A14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3913" y="2362200"/>
          <a:ext cx="4522787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324100" imgH="431800" progId="Equation.3">
                  <p:embed/>
                </p:oleObj>
              </mc:Choice>
              <mc:Fallback>
                <p:oleObj name="公式" r:id="rId5" imgW="23241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2362200"/>
                        <a:ext cx="4522787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Rectangle 6">
            <a:extLst>
              <a:ext uri="{FF2B5EF4-FFF2-40B4-BE49-F238E27FC236}">
                <a16:creationId xmlns:a16="http://schemas.microsoft.com/office/drawing/2014/main" id="{AEFB25E1-BA10-472B-0321-A23F27DD6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700213"/>
            <a:ext cx="374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扰动偏差传递函数为：</a:t>
            </a:r>
          </a:p>
        </p:txBody>
      </p:sp>
      <p:grpSp>
        <p:nvGrpSpPr>
          <p:cNvPr id="50182" name="Group 7">
            <a:extLst>
              <a:ext uri="{FF2B5EF4-FFF2-40B4-BE49-F238E27FC236}">
                <a16:creationId xmlns:a16="http://schemas.microsoft.com/office/drawing/2014/main" id="{C7AB5864-E9AE-AAE3-35DE-D9A6E0F5A640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3429000"/>
            <a:ext cx="3581400" cy="533400"/>
            <a:chOff x="1104" y="2160"/>
            <a:chExt cx="2256" cy="336"/>
          </a:xfrm>
        </p:grpSpPr>
        <p:graphicFrame>
          <p:nvGraphicFramePr>
            <p:cNvPr id="50184" name="Object 8">
              <a:extLst>
                <a:ext uri="{FF2B5EF4-FFF2-40B4-BE49-F238E27FC236}">
                  <a16:creationId xmlns:a16="http://schemas.microsoft.com/office/drawing/2014/main" id="{BFBA8D0A-4DD5-FDAD-BE4C-23F37BF231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2192"/>
            <a:ext cx="168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244600" imgH="228600" progId="Equation.3">
                    <p:embed/>
                  </p:oleObj>
                </mc:Choice>
                <mc:Fallback>
                  <p:oleObj name="公式" r:id="rId7" imgW="1244600" imgH="228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192"/>
                          <a:ext cx="1680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5" name="Rectangle 9">
              <a:extLst>
                <a:ext uri="{FF2B5EF4-FFF2-40B4-BE49-F238E27FC236}">
                  <a16:creationId xmlns:a16="http://schemas.microsoft.com/office/drawing/2014/main" id="{B9175417-051C-C8E3-96D0-07E130A8D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160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Times New Roman" panose="02020603050405020304" pitchFamily="18" charset="0"/>
                </a:rPr>
                <a:t>即：</a:t>
              </a:r>
            </a:p>
          </p:txBody>
        </p:sp>
      </p:grpSp>
      <p:pic>
        <p:nvPicPr>
          <p:cNvPr id="50183" name="Picture 9">
            <a:extLst>
              <a:ext uri="{FF2B5EF4-FFF2-40B4-BE49-F238E27FC236}">
                <a16:creationId xmlns:a16="http://schemas.microsoft.com/office/drawing/2014/main" id="{0ABCD941-092D-68BE-87E6-4E3A4B1AB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238" y="0"/>
            <a:ext cx="5335587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05" name="Group 8">
            <a:extLst>
              <a:ext uri="{FF2B5EF4-FFF2-40B4-BE49-F238E27FC236}">
                <a16:creationId xmlns:a16="http://schemas.microsoft.com/office/drawing/2014/main" id="{1DB144F3-E9FD-D276-024E-0E5CB0E4C932}"/>
              </a:ext>
            </a:extLst>
          </p:cNvPr>
          <p:cNvGrpSpPr>
            <a:grpSpLocks/>
          </p:cNvGrpSpPr>
          <p:nvPr/>
        </p:nvGrpSpPr>
        <p:grpSpPr bwMode="auto">
          <a:xfrm>
            <a:off x="596106" y="5401677"/>
            <a:ext cx="6164263" cy="1389063"/>
            <a:chOff x="1008" y="3024"/>
            <a:chExt cx="3883" cy="875"/>
          </a:xfrm>
        </p:grpSpPr>
        <p:graphicFrame>
          <p:nvGraphicFramePr>
            <p:cNvPr id="51208" name="Object 9">
              <a:extLst>
                <a:ext uri="{FF2B5EF4-FFF2-40B4-BE49-F238E27FC236}">
                  <a16:creationId xmlns:a16="http://schemas.microsoft.com/office/drawing/2014/main" id="{34952001-ED54-461D-9588-21C373D8EB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5" y="3385"/>
            <a:ext cx="3736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136900" imgH="431800" progId="Equation.3">
                    <p:embed/>
                  </p:oleObj>
                </mc:Choice>
                <mc:Fallback>
                  <p:oleObj name="公式" r:id="rId10" imgW="3136900" imgH="431800" progId="Equation.3">
                    <p:embed/>
                    <p:pic>
                      <p:nvPicPr>
                        <p:cNvPr id="51208" name="Object 9">
                          <a:extLst>
                            <a:ext uri="{FF2B5EF4-FFF2-40B4-BE49-F238E27FC236}">
                              <a16:creationId xmlns:a16="http://schemas.microsoft.com/office/drawing/2014/main" id="{34952001-ED54-461D-9588-21C373D8EB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5" y="3385"/>
                          <a:ext cx="3736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09" name="Rectangle 10">
              <a:extLst>
                <a:ext uri="{FF2B5EF4-FFF2-40B4-BE49-F238E27FC236}">
                  <a16:creationId xmlns:a16="http://schemas.microsoft.com/office/drawing/2014/main" id="{730A4124-E3E1-2EAF-EE86-B2761B3C6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024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Times New Roman" panose="02020603050405020304" pitchFamily="18" charset="0"/>
                </a:rPr>
                <a:t>稳态误差：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>
            <a:extLst>
              <a:ext uri="{FF2B5EF4-FFF2-40B4-BE49-F238E27FC236}">
                <a16:creationId xmlns:a16="http://schemas.microsoft.com/office/drawing/2014/main" id="{61D1DA90-E843-800F-D3FC-D7B446F5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125538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几点结论</a:t>
            </a:r>
          </a:p>
        </p:txBody>
      </p:sp>
      <p:sp>
        <p:nvSpPr>
          <p:cNvPr id="95236" name="Rectangle 4">
            <a:extLst>
              <a:ext uri="{FF2B5EF4-FFF2-40B4-BE49-F238E27FC236}">
                <a16:creationId xmlns:a16="http://schemas.microsoft.com/office/drawing/2014/main" id="{40605BAA-9447-D632-138F-44DA0A807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844675"/>
            <a:ext cx="7516812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宋体" panose="02010600030101010101" pitchFamily="2" charset="-122"/>
              </a:rPr>
              <a:t>不同类型的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输入信号</a:t>
            </a:r>
            <a:r>
              <a:rPr kumimoji="1" lang="zh-CN" altLang="en-US" sz="2800" dirty="0">
                <a:latin typeface="宋体" panose="02010600030101010101" pitchFamily="2" charset="-122"/>
              </a:rPr>
              <a:t>作用于同一控制系统，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宋体" panose="02010600030101010101" pitchFamily="2" charset="-122"/>
              </a:rPr>
              <a:t>  其稳态误差不同；相同的输入信号作用于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宋体" panose="02010600030101010101" pitchFamily="2" charset="-122"/>
              </a:rPr>
              <a:t>  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不同类型</a:t>
            </a:r>
            <a:r>
              <a:rPr kumimoji="1" lang="zh-CN" altLang="en-US" sz="2800" dirty="0">
                <a:latin typeface="宋体" panose="02010600030101010101" pitchFamily="2" charset="-122"/>
              </a:rPr>
              <a:t>的控制系统，其稳态误差也不同。 </a:t>
            </a:r>
          </a:p>
        </p:txBody>
      </p:sp>
      <p:sp>
        <p:nvSpPr>
          <p:cNvPr id="95237" name="Rectangle 5">
            <a:extLst>
              <a:ext uri="{FF2B5EF4-FFF2-40B4-BE49-F238E27FC236}">
                <a16:creationId xmlns:a16="http://schemas.microsoft.com/office/drawing/2014/main" id="{640D311E-B719-73A6-AE7D-8699286C4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500438"/>
            <a:ext cx="7162800" cy="102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宋体" panose="02010600030101010101" pitchFamily="2" charset="-122"/>
              </a:rPr>
              <a:t>系统的稳态误差与其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开环增益</a:t>
            </a:r>
            <a:r>
              <a:rPr kumimoji="1" lang="zh-CN" altLang="en-US" sz="2800" dirty="0">
                <a:latin typeface="宋体" panose="02010600030101010101" pitchFamily="2" charset="-122"/>
              </a:rPr>
              <a:t>有关，开环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宋体" panose="02010600030101010101" pitchFamily="2" charset="-122"/>
              </a:rPr>
              <a:t>  增益越大，稳态误差越小。 </a:t>
            </a:r>
          </a:p>
        </p:txBody>
      </p:sp>
      <p:sp>
        <p:nvSpPr>
          <p:cNvPr id="95238" name="Rectangle 6">
            <a:extLst>
              <a:ext uri="{FF2B5EF4-FFF2-40B4-BE49-F238E27FC236}">
                <a16:creationId xmlns:a16="http://schemas.microsoft.com/office/drawing/2014/main" id="{00634974-CD40-EC0E-D12D-220D28DC6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652963"/>
            <a:ext cx="71628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在阶跃输入作用下， </a:t>
            </a:r>
            <a:r>
              <a:rPr kumimoji="1" lang="en-US" altLang="zh-CN" sz="2800">
                <a:latin typeface="宋体" panose="02010600030101010101" pitchFamily="2" charset="-122"/>
              </a:rPr>
              <a:t>0</a:t>
            </a:r>
            <a:r>
              <a:rPr kumimoji="1" lang="zh-CN" altLang="en-US" sz="2800">
                <a:latin typeface="宋体" panose="02010600030101010101" pitchFamily="2" charset="-122"/>
              </a:rPr>
              <a:t>型系统的稳态误差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  为定值，常称为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有差系统</a:t>
            </a:r>
            <a:r>
              <a:rPr kumimoji="1" lang="zh-CN" altLang="en-US" sz="2800">
                <a:latin typeface="宋体" panose="02010600030101010101" pitchFamily="2" charset="-122"/>
              </a:rPr>
              <a:t>； </a:t>
            </a:r>
            <a:r>
              <a:rPr kumimoji="1" lang="en-US" altLang="zh-CN" sz="2800">
                <a:latin typeface="宋体" panose="02010600030101010101" pitchFamily="2" charset="-122"/>
              </a:rPr>
              <a:t>I</a:t>
            </a:r>
            <a:r>
              <a:rPr kumimoji="1" lang="zh-CN" altLang="en-US" sz="2800">
                <a:latin typeface="宋体" panose="02010600030101010101" pitchFamily="2" charset="-122"/>
              </a:rPr>
              <a:t>型系统的稳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  态误差为</a:t>
            </a:r>
            <a:r>
              <a:rPr kumimoji="1" lang="en-US" altLang="zh-CN" sz="2800">
                <a:latin typeface="宋体" panose="02010600030101010101" pitchFamily="2" charset="-122"/>
              </a:rPr>
              <a:t>0</a:t>
            </a:r>
            <a:r>
              <a:rPr kumimoji="1" lang="zh-CN" altLang="en-US" sz="2800">
                <a:latin typeface="宋体" panose="02010600030101010101" pitchFamily="2" charset="-122"/>
              </a:rPr>
              <a:t>，常称为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一阶无差系统</a:t>
            </a:r>
            <a:r>
              <a:rPr kumimoji="1" lang="zh-CN" altLang="en-US" sz="2800">
                <a:latin typeface="宋体" panose="02010600030101010101" pitchFamily="2" charset="-122"/>
              </a:rPr>
              <a:t>；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 autoUpdateAnimBg="0"/>
      <p:bldP spid="95237" grpId="0" autoUpdateAnimBg="0"/>
      <p:bldP spid="9523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>
            <a:extLst>
              <a:ext uri="{FF2B5EF4-FFF2-40B4-BE49-F238E27FC236}">
                <a16:creationId xmlns:a16="http://schemas.microsoft.com/office/drawing/2014/main" id="{48A0897E-E407-ADC0-C8C7-4B96782E7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610" y="453612"/>
            <a:ext cx="71628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宋体" panose="02010600030101010101" pitchFamily="2" charset="-122"/>
              </a:rPr>
              <a:t>在速度输入作用下，</a:t>
            </a:r>
            <a:r>
              <a:rPr kumimoji="1" lang="en-US" altLang="zh-CN" sz="2800" dirty="0">
                <a:latin typeface="宋体" panose="02010600030101010101" pitchFamily="2" charset="-122"/>
              </a:rPr>
              <a:t>II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宋体" panose="02010600030101010101" pitchFamily="2" charset="-122"/>
              </a:rPr>
              <a:t>型系统的稳态误差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dirty="0">
                <a:latin typeface="宋体" panose="02010600030101010101" pitchFamily="2" charset="-122"/>
              </a:rPr>
              <a:t>  为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dirty="0">
                <a:latin typeface="宋体" panose="02010600030101010101" pitchFamily="2" charset="-122"/>
              </a:rPr>
              <a:t>0</a:t>
            </a:r>
            <a:r>
              <a:rPr kumimoji="1" lang="zh-CN" altLang="en-US" sz="2800" dirty="0">
                <a:latin typeface="宋体" panose="02010600030101010101" pitchFamily="2" charset="-122"/>
              </a:rPr>
              <a:t>，常称为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二阶无差系统</a:t>
            </a:r>
            <a:r>
              <a:rPr kumimoji="1" lang="zh-CN" altLang="en-US" sz="2800" dirty="0">
                <a:latin typeface="宋体" panose="02010600030101010101" pitchFamily="2" charset="-122"/>
              </a:rPr>
              <a:t>。 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331B88C4-E1C8-35BD-3D8F-AB8AC8B2A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43" y="1649944"/>
            <a:ext cx="71628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宋体" panose="02010600030101010101" pitchFamily="2" charset="-122"/>
              </a:rPr>
              <a:t>系统在多个信号共同作用下总的稳态偏差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宋体" panose="02010600030101010101" pitchFamily="2" charset="-122"/>
              </a:rPr>
              <a:t>  （误差）等于多个信号单独作用下的稳态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宋体" panose="02010600030101010101" pitchFamily="2" charset="-122"/>
              </a:rPr>
              <a:t>  偏差（误差）之和。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B5EE09B-B3D3-FA69-EAB7-88B1450D7256}"/>
              </a:ext>
            </a:extLst>
          </p:cNvPr>
          <p:cNvGrpSpPr>
            <a:grpSpLocks/>
          </p:cNvGrpSpPr>
          <p:nvPr/>
        </p:nvGrpSpPr>
        <p:grpSpPr bwMode="auto">
          <a:xfrm>
            <a:off x="1475656" y="3202616"/>
            <a:ext cx="3429000" cy="733425"/>
            <a:chOff x="1104" y="2946"/>
            <a:chExt cx="2160" cy="462"/>
          </a:xfrm>
        </p:grpSpPr>
        <p:graphicFrame>
          <p:nvGraphicFramePr>
            <p:cNvPr id="54281" name="Object 5">
              <a:extLst>
                <a:ext uri="{FF2B5EF4-FFF2-40B4-BE49-F238E27FC236}">
                  <a16:creationId xmlns:a16="http://schemas.microsoft.com/office/drawing/2014/main" id="{AC5E706F-4E55-3129-E1B0-0EAE250291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2946"/>
            <a:ext cx="1584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536033" imgH="444307" progId="Equation.3">
                    <p:embed/>
                  </p:oleObj>
                </mc:Choice>
                <mc:Fallback>
                  <p:oleObj r:id="rId3" imgW="1536033" imgH="444307" progId="Equation.3">
                    <p:embed/>
                    <p:pic>
                      <p:nvPicPr>
                        <p:cNvPr id="54281" name="Object 5">
                          <a:extLst>
                            <a:ext uri="{FF2B5EF4-FFF2-40B4-BE49-F238E27FC236}">
                              <a16:creationId xmlns:a16="http://schemas.microsoft.com/office/drawing/2014/main" id="{AC5E706F-4E55-3129-E1B0-0EAE250291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946"/>
                          <a:ext cx="1584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2" name="Rectangle 6">
              <a:extLst>
                <a:ext uri="{FF2B5EF4-FFF2-40B4-BE49-F238E27FC236}">
                  <a16:creationId xmlns:a16="http://schemas.microsoft.com/office/drawing/2014/main" id="{73EDE28D-2FD4-68C2-A6F5-E177C34E9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994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如：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E8333BAD-A136-1424-4978-0E2688283684}"/>
              </a:ext>
            </a:extLst>
          </p:cNvPr>
          <p:cNvGrpSpPr>
            <a:grpSpLocks/>
          </p:cNvGrpSpPr>
          <p:nvPr/>
        </p:nvGrpSpPr>
        <p:grpSpPr bwMode="auto">
          <a:xfrm>
            <a:off x="1475656" y="3851903"/>
            <a:ext cx="5410200" cy="814388"/>
            <a:chOff x="1104" y="3423"/>
            <a:chExt cx="3408" cy="513"/>
          </a:xfrm>
        </p:grpSpPr>
        <p:graphicFrame>
          <p:nvGraphicFramePr>
            <p:cNvPr id="54279" name="Object 8">
              <a:extLst>
                <a:ext uri="{FF2B5EF4-FFF2-40B4-BE49-F238E27FC236}">
                  <a16:creationId xmlns:a16="http://schemas.microsoft.com/office/drawing/2014/main" id="{98DA39D7-F627-85B6-46D4-1804907DD7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3423"/>
            <a:ext cx="1680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714500" imgH="520700" progId="Equation.3">
                    <p:embed/>
                  </p:oleObj>
                </mc:Choice>
                <mc:Fallback>
                  <p:oleObj r:id="rId5" imgW="1714500" imgH="520700" progId="Equation.3">
                    <p:embed/>
                    <p:pic>
                      <p:nvPicPr>
                        <p:cNvPr id="54279" name="Object 8">
                          <a:extLst>
                            <a:ext uri="{FF2B5EF4-FFF2-40B4-BE49-F238E27FC236}">
                              <a16:creationId xmlns:a16="http://schemas.microsoft.com/office/drawing/2014/main" id="{98DA39D7-F627-85B6-46D4-1804907DD7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3423"/>
                          <a:ext cx="1680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0" name="Rectangle 9">
              <a:extLst>
                <a:ext uri="{FF2B5EF4-FFF2-40B4-BE49-F238E27FC236}">
                  <a16:creationId xmlns:a16="http://schemas.microsoft.com/office/drawing/2014/main" id="{4CDBD585-0074-0DBF-F110-22F35B199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471"/>
              <a:ext cx="16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总的稳态偏差：</a:t>
              </a:r>
            </a:p>
          </p:txBody>
        </p:sp>
      </p:grpSp>
      <p:sp>
        <p:nvSpPr>
          <p:cNvPr id="4" name="Rectangle 4">
            <a:extLst>
              <a:ext uri="{FF2B5EF4-FFF2-40B4-BE49-F238E27FC236}">
                <a16:creationId xmlns:a16="http://schemas.microsoft.com/office/drawing/2014/main" id="{40508D2F-85AB-A165-8714-78187BA4E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4795503"/>
            <a:ext cx="7488237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kumimoji="1"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减小和消除稳态误差的方法：提高系统开环增益；增加系统开环传递函数中积分环节的个数；通过顺馈控制或复合控制进行补偿；</a:t>
            </a:r>
            <a:endParaRPr kumimoji="1"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/>
      <p:bldP spid="91139" grpId="0" autoUpdateAnimBg="0"/>
      <p:bldP spid="4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>
            <a:extLst>
              <a:ext uri="{FF2B5EF4-FFF2-40B4-BE49-F238E27FC236}">
                <a16:creationId xmlns:a16="http://schemas.microsoft.com/office/drawing/2014/main" id="{D598CF3E-1475-F0DB-730C-029582A73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125538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稳定性定义</a:t>
            </a:r>
          </a:p>
        </p:txBody>
      </p:sp>
      <p:sp>
        <p:nvSpPr>
          <p:cNvPr id="56323" name="Rectangle 4">
            <a:extLst>
              <a:ext uri="{FF2B5EF4-FFF2-40B4-BE49-F238E27FC236}">
                <a16:creationId xmlns:a16="http://schemas.microsoft.com/office/drawing/2014/main" id="{4E10EDBD-05F9-09B3-22D6-E980370AB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844675"/>
            <a:ext cx="7010400" cy="252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en-US" altLang="zh-CN" sz="2800">
                <a:latin typeface="宋体" panose="02010600030101010101" pitchFamily="2" charset="-122"/>
              </a:rPr>
              <a:t>    </a:t>
            </a:r>
            <a:r>
              <a:rPr kumimoji="1" lang="zh-CN" altLang="en-US" sz="2800">
                <a:latin typeface="宋体" panose="02010600030101010101" pitchFamily="2" charset="-122"/>
              </a:rPr>
              <a:t>原来处于平衡状态的系统，在受到扰动作用后都会偏离原来的平衡状态。若系统在扰动作用消失后，经过一段过渡过程，系统仍然能够回复到原来的平衡状态，则称该系统是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稳定</a:t>
            </a:r>
            <a:r>
              <a:rPr kumimoji="1" lang="zh-CN" altLang="en-US" sz="2800">
                <a:latin typeface="宋体" panose="02010600030101010101" pitchFamily="2" charset="-122"/>
              </a:rPr>
              <a:t>的。否则，则称该系统是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不稳定</a:t>
            </a:r>
            <a:r>
              <a:rPr kumimoji="1" lang="zh-CN" altLang="en-US" sz="2800">
                <a:latin typeface="宋体" panose="02010600030101010101" pitchFamily="2" charset="-122"/>
              </a:rPr>
              <a:t>的。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6324" name="Rectangle 5">
            <a:extLst>
              <a:ext uri="{FF2B5EF4-FFF2-40B4-BE49-F238E27FC236}">
                <a16:creationId xmlns:a16="http://schemas.microsoft.com/office/drawing/2014/main" id="{9A24BA15-6680-3072-6683-789D5308E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581525"/>
            <a:ext cx="7010400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en-US" altLang="zh-CN" sz="2800">
                <a:latin typeface="宋体" panose="02010600030101010101" pitchFamily="2" charset="-122"/>
              </a:rPr>
              <a:t>    </a:t>
            </a:r>
            <a:r>
              <a:rPr kumimoji="1" lang="zh-CN" altLang="en-US" sz="2800">
                <a:latin typeface="宋体" panose="02010600030101010101" pitchFamily="2" charset="-122"/>
              </a:rPr>
              <a:t>线性系统的稳定性是控制系统自身的固有特性，取决于系统本身的结构和参数，与输入无关。 </a:t>
            </a:r>
          </a:p>
        </p:txBody>
      </p:sp>
      <p:sp>
        <p:nvSpPr>
          <p:cNvPr id="56325" name="Text Box 4">
            <a:extLst>
              <a:ext uri="{FF2B5EF4-FFF2-40B4-BE49-F238E27FC236}">
                <a16:creationId xmlns:a16="http://schemas.microsoft.com/office/drawing/2014/main" id="{8E05FB5C-6A9B-191E-9818-68ED70242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54943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 3.5</a:t>
            </a:r>
            <a:r>
              <a:rPr kumimoji="1"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控制系统的稳定性分析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715245EE-A4A4-2DD4-903E-6CF7BCF02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773238"/>
            <a:ext cx="73914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宋体" panose="02010600030101010101" pitchFamily="2" charset="-122"/>
              </a:rPr>
              <a:t>不论系统特征方程的特征根为何种形式，线性系统稳定的充要条件为：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所有特征根均为负数或具有负的实数部分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；</a:t>
            </a:r>
            <a:r>
              <a:rPr kumimoji="1" lang="zh-CN" altLang="en-US" sz="2800" dirty="0">
                <a:latin typeface="宋体" panose="02010600030101010101" pitchFamily="2" charset="-122"/>
              </a:rPr>
              <a:t>即：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所有特征根均在复数平面的左半部分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。</a:t>
            </a:r>
            <a:endParaRPr kumimoji="1"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57347" name="Rectangle 4">
            <a:extLst>
              <a:ext uri="{FF2B5EF4-FFF2-40B4-BE49-F238E27FC236}">
                <a16:creationId xmlns:a16="http://schemas.microsoft.com/office/drawing/2014/main" id="{CF080934-E9F0-D263-9718-1A495D76E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3830638"/>
            <a:ext cx="73152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由于特征根就是系统的极点，因此，线性系统稳定的充要条件也可表述为：</a:t>
            </a: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系统的极点均在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平面的左半平面</a:t>
            </a:r>
            <a:r>
              <a:rPr kumimoji="1" lang="zh-CN" altLang="en-US" sz="2800" b="1">
                <a:latin typeface="宋体" panose="02010600030101010101" pitchFamily="2" charset="-122"/>
              </a:rPr>
              <a:t>。</a:t>
            </a:r>
            <a:r>
              <a:rPr kumimoji="1" lang="zh-CN" altLang="en-US" sz="28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57348" name="Rectangle 5">
            <a:extLst>
              <a:ext uri="{FF2B5EF4-FFF2-40B4-BE49-F238E27FC236}">
                <a16:creationId xmlns:a16="http://schemas.microsoft.com/office/drawing/2014/main" id="{6CE101D1-8F42-DE36-D8A8-CBA8EBF1E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5354638"/>
            <a:ext cx="7315200" cy="52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宋体" panose="02010600030101010101" pitchFamily="2" charset="-122"/>
              </a:rPr>
              <a:t>显然，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稳定性与零点无关</a:t>
            </a:r>
            <a:r>
              <a:rPr kumimoji="1" lang="zh-CN" altLang="en-US" sz="2800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57349" name="Rectangle 13">
            <a:extLst>
              <a:ext uri="{FF2B5EF4-FFF2-40B4-BE49-F238E27FC236}">
                <a16:creationId xmlns:a16="http://schemas.microsoft.com/office/drawing/2014/main" id="{6E27DA11-B2FB-CA63-572A-BDF1D9C3D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909638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特征根判据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FEC5CBB9-0BCA-DFEA-D320-C28B2DA0D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04813"/>
            <a:ext cx="5976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劳思（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Routh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）稳定判据 </a:t>
            </a:r>
          </a:p>
        </p:txBody>
      </p:sp>
      <p:sp>
        <p:nvSpPr>
          <p:cNvPr id="58371" name="Rectangle 9">
            <a:extLst>
              <a:ext uri="{FF2B5EF4-FFF2-40B4-BE49-F238E27FC236}">
                <a16:creationId xmlns:a16="http://schemas.microsoft.com/office/drawing/2014/main" id="{71457304-CFAE-B624-4E52-CA3E9C082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557338"/>
            <a:ext cx="70643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优点：无需求解特征根，直接通过特征方程的系数判别系统的稳定性。</a:t>
            </a:r>
          </a:p>
        </p:txBody>
      </p:sp>
      <p:grpSp>
        <p:nvGrpSpPr>
          <p:cNvPr id="58372" name="Group 4">
            <a:extLst>
              <a:ext uri="{FF2B5EF4-FFF2-40B4-BE49-F238E27FC236}">
                <a16:creationId xmlns:a16="http://schemas.microsoft.com/office/drawing/2014/main" id="{C86EB8DD-E066-71CB-830E-03E16A9D36FB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924175"/>
            <a:ext cx="7239000" cy="2971800"/>
            <a:chOff x="864" y="1632"/>
            <a:chExt cx="4560" cy="1872"/>
          </a:xfrm>
        </p:grpSpPr>
        <p:sp>
          <p:nvSpPr>
            <p:cNvPr id="58373" name="Rectangle 5">
              <a:extLst>
                <a:ext uri="{FF2B5EF4-FFF2-40B4-BE49-F238E27FC236}">
                  <a16:creationId xmlns:a16="http://schemas.microsoft.com/office/drawing/2014/main" id="{29045041-AEBF-5314-82B7-F7D49386B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96"/>
              <a:ext cx="4560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kumimoji="1" lang="zh-CN" altLang="en-US" sz="2800">
                  <a:latin typeface="宋体" panose="02010600030101010101" pitchFamily="2" charset="-122"/>
                </a:rPr>
                <a:t>其中，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900" i="1" baseline="-18000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&gt;0 (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=0,1,2,…,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)</a:t>
              </a:r>
              <a:r>
                <a:rPr kumimoji="1" lang="zh-CN" altLang="en-US" sz="2800">
                  <a:latin typeface="宋体" panose="02010600030101010101" pitchFamily="2" charset="-122"/>
                </a:rPr>
                <a:t>，即满足系统稳定的必要条件。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58374" name="Object 6">
              <a:extLst>
                <a:ext uri="{FF2B5EF4-FFF2-40B4-BE49-F238E27FC236}">
                  <a16:creationId xmlns:a16="http://schemas.microsoft.com/office/drawing/2014/main" id="{8FCE03D1-E437-AE54-E224-0077480522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2115"/>
            <a:ext cx="3552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946400" imgH="279400" progId="Equation.3">
                    <p:embed/>
                  </p:oleObj>
                </mc:Choice>
                <mc:Fallback>
                  <p:oleObj r:id="rId3" imgW="2946400" imgH="2794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115"/>
                          <a:ext cx="3552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75" name="Rectangle 7">
              <a:extLst>
                <a:ext uri="{FF2B5EF4-FFF2-40B4-BE49-F238E27FC236}">
                  <a16:creationId xmlns:a16="http://schemas.microsoft.com/office/drawing/2014/main" id="{9F2916A6-CA98-3A8A-95DA-1A53B0CBC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632"/>
              <a:ext cx="23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Times New Roman" panose="02020603050405020304" pitchFamily="18" charset="0"/>
                </a:rPr>
                <a:t>考虑系统的特征方程：</a:t>
              </a:r>
            </a:p>
          </p:txBody>
        </p:sp>
        <p:sp>
          <p:nvSpPr>
            <p:cNvPr id="58376" name="Rectangle 8">
              <a:extLst>
                <a:ext uri="{FF2B5EF4-FFF2-40B4-BE49-F238E27FC236}">
                  <a16:creationId xmlns:a16="http://schemas.microsoft.com/office/drawing/2014/main" id="{9B0D3623-5CF8-AAE2-7911-DC08D875D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177"/>
              <a:ext cx="35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宋体" panose="02010600030101010101" pitchFamily="2" charset="-122"/>
                </a:rPr>
                <a:t>劳斯稳定判据的判别过程如下：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>
            <a:extLst>
              <a:ext uri="{FF2B5EF4-FFF2-40B4-BE49-F238E27FC236}">
                <a16:creationId xmlns:a16="http://schemas.microsoft.com/office/drawing/2014/main" id="{73CC227B-805B-33B0-4404-0822578F2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125538"/>
            <a:ext cx="678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宋体" panose="02010600030101010101" pitchFamily="2" charset="-122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列出劳斯阵列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9395" name="Object 4">
            <a:extLst>
              <a:ext uri="{FF2B5EF4-FFF2-40B4-BE49-F238E27FC236}">
                <a16:creationId xmlns:a16="http://schemas.microsoft.com/office/drawing/2014/main" id="{C614555B-4D59-166B-6231-474D5B3F5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5521325"/>
          <a:ext cx="19145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254" imgH="431613" progId="Equation.3">
                  <p:embed/>
                </p:oleObj>
              </mc:Choice>
              <mc:Fallback>
                <p:oleObj name="Equation" r:id="rId3" imgW="1028254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521325"/>
                        <a:ext cx="19145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5">
            <a:extLst>
              <a:ext uri="{FF2B5EF4-FFF2-40B4-BE49-F238E27FC236}">
                <a16:creationId xmlns:a16="http://schemas.microsoft.com/office/drawing/2014/main" id="{79718940-470D-C487-E6AE-0CDA083710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7450" y="5521325"/>
          <a:ext cx="196691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431800" progId="Equation.3">
                  <p:embed/>
                </p:oleObj>
              </mc:Choice>
              <mc:Fallback>
                <p:oleObj name="Equation" r:id="rId5" imgW="10541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5521325"/>
                        <a:ext cx="1966913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397" name="Group 6">
            <a:extLst>
              <a:ext uri="{FF2B5EF4-FFF2-40B4-BE49-F238E27FC236}">
                <a16:creationId xmlns:a16="http://schemas.microsoft.com/office/drawing/2014/main" id="{9BB28634-925A-4853-8410-88B2506E52E4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5521325"/>
            <a:ext cx="2519362" cy="803275"/>
            <a:chOff x="3781" y="3478"/>
            <a:chExt cx="1587" cy="506"/>
          </a:xfrm>
        </p:grpSpPr>
        <p:graphicFrame>
          <p:nvGraphicFramePr>
            <p:cNvPr id="59402" name="Object 7">
              <a:extLst>
                <a:ext uri="{FF2B5EF4-FFF2-40B4-BE49-F238E27FC236}">
                  <a16:creationId xmlns:a16="http://schemas.microsoft.com/office/drawing/2014/main" id="{1B0C236C-4F47-2D9B-F7C5-E1150318F5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1" y="3478"/>
            <a:ext cx="1234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54100" imgH="431800" progId="Equation.3">
                    <p:embed/>
                  </p:oleObj>
                </mc:Choice>
                <mc:Fallback>
                  <p:oleObj name="Equation" r:id="rId7" imgW="1054100" imgH="4318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1" y="3478"/>
                          <a:ext cx="1234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3" name="Rectangle 8">
              <a:extLst>
                <a:ext uri="{FF2B5EF4-FFF2-40B4-BE49-F238E27FC236}">
                  <a16:creationId xmlns:a16="http://schemas.microsoft.com/office/drawing/2014/main" id="{29D5C778-1FB6-6573-40C1-459CBB1AE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8" y="348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</a:rPr>
                <a:t>…</a:t>
              </a:r>
            </a:p>
          </p:txBody>
        </p:sp>
      </p:grpSp>
      <p:grpSp>
        <p:nvGrpSpPr>
          <p:cNvPr id="59398" name="Group 9">
            <a:extLst>
              <a:ext uri="{FF2B5EF4-FFF2-40B4-BE49-F238E27FC236}">
                <a16:creationId xmlns:a16="http://schemas.microsoft.com/office/drawing/2014/main" id="{132BA3A7-10AC-2938-AFD3-11A78E7BC0BD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828800"/>
            <a:ext cx="5257800" cy="3549650"/>
            <a:chOff x="912" y="1152"/>
            <a:chExt cx="3312" cy="2236"/>
          </a:xfrm>
        </p:grpSpPr>
        <p:sp>
          <p:nvSpPr>
            <p:cNvPr id="59400" name="Rectangle 10">
              <a:extLst>
                <a:ext uri="{FF2B5EF4-FFF2-40B4-BE49-F238E27FC236}">
                  <a16:creationId xmlns:a16="http://schemas.microsoft.com/office/drawing/2014/main" id="{C5230419-FCC3-03F1-C495-D0FEFB9DD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152"/>
              <a:ext cx="3312" cy="2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900" i="1" baseline="30000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0   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2   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4   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6  	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…</a:t>
              </a:r>
            </a:p>
            <a:p>
              <a:pPr algn="just" eaLnBrk="1" hangingPunct="1">
                <a:lnSpc>
                  <a:spcPct val="90000"/>
                </a:lnSpc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900" i="1" baseline="30000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900" baseline="30000">
                  <a:latin typeface="Times New Roman" panose="02020603050405020304" pitchFamily="18" charset="0"/>
                </a:rPr>
                <a:t>-1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1   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3   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5   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7  	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…</a:t>
              </a:r>
            </a:p>
            <a:p>
              <a:pPr algn="just">
                <a:lnSpc>
                  <a:spcPct val="90000"/>
                </a:lnSpc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900" i="1" baseline="30000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900" baseline="30000">
                  <a:latin typeface="Times New Roman" panose="02020603050405020304" pitchFamily="18" charset="0"/>
                </a:rPr>
                <a:t>-2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1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2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3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4  	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…</a:t>
              </a:r>
              <a:endParaRPr kumimoji="1" lang="en-US" altLang="zh-CN" sz="2900" baseline="-30000">
                <a:latin typeface="Times New Roman" panose="02020603050405020304" pitchFamily="18" charset="0"/>
              </a:endParaRPr>
            </a:p>
            <a:p>
              <a:pPr algn="just">
                <a:lnSpc>
                  <a:spcPct val="90000"/>
                </a:lnSpc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900" i="1" baseline="30000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900" baseline="30000">
                  <a:latin typeface="Times New Roman" panose="02020603050405020304" pitchFamily="18" charset="0"/>
                </a:rPr>
                <a:t>-3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900" i="1" baseline="-300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900" i="1" baseline="-300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900" i="1" baseline="-300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4  	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…</a:t>
              </a:r>
            </a:p>
            <a:p>
              <a:pPr algn="just">
                <a:lnSpc>
                  <a:spcPct val="90000"/>
                </a:lnSpc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900" i="1" baseline="30000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900" baseline="30000">
                  <a:latin typeface="Times New Roman" panose="02020603050405020304" pitchFamily="18" charset="0"/>
                </a:rPr>
                <a:t>-4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900" i="1" baseline="-300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900" i="1" baseline="-300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900" i="1" baseline="-300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4  	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…</a:t>
              </a:r>
            </a:p>
            <a:p>
              <a:pPr algn="just">
                <a:lnSpc>
                  <a:spcPct val="90000"/>
                </a:lnSpc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……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  <a:p>
              <a:pPr algn="just">
                <a:lnSpc>
                  <a:spcPct val="90000"/>
                </a:lnSpc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900" baseline="30000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900" i="1" baseline="-300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2</a:t>
              </a:r>
            </a:p>
            <a:p>
              <a:pPr algn="just">
                <a:lnSpc>
                  <a:spcPct val="90000"/>
                </a:lnSpc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900" baseline="3000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1</a:t>
              </a:r>
            </a:p>
            <a:p>
              <a:pPr algn="just">
                <a:lnSpc>
                  <a:spcPct val="90000"/>
                </a:lnSpc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900" baseline="30000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	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900" baseline="-18000">
                  <a:latin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59401" name="Line 11">
              <a:extLst>
                <a:ext uri="{FF2B5EF4-FFF2-40B4-BE49-F238E27FC236}">
                  <a16:creationId xmlns:a16="http://schemas.microsoft.com/office/drawing/2014/main" id="{F65FD3F3-0430-F7DB-094A-535B39CEB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200"/>
              <a:ext cx="0" cy="216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59399" name="Object 14">
            <a:extLst>
              <a:ext uri="{FF2B5EF4-FFF2-40B4-BE49-F238E27FC236}">
                <a16:creationId xmlns:a16="http://schemas.microsoft.com/office/drawing/2014/main" id="{F7B5B453-6DE4-88FA-77DE-6EAA8E0CB0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76250"/>
          <a:ext cx="56388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946400" imgH="279400" progId="Equation.3">
                  <p:embed/>
                </p:oleObj>
              </mc:Choice>
              <mc:Fallback>
                <p:oleObj r:id="rId9" imgW="2946400" imgH="279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76250"/>
                        <a:ext cx="56388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8B97EE2F-37A1-A355-05A2-056200BCD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38760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19" name="Rectangle 4">
            <a:extLst>
              <a:ext uri="{FF2B5EF4-FFF2-40B4-BE49-F238E27FC236}">
                <a16:creationId xmlns:a16="http://schemas.microsoft.com/office/drawing/2014/main" id="{D187F96A-582E-BF4D-7366-8F788C255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052513"/>
            <a:ext cx="678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宋体" panose="02010600030101010101" pitchFamily="2" charset="-122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用劳斯判据</a:t>
            </a:r>
            <a:r>
              <a:rPr kumimoji="1" lang="zh-CN" altLang="en-US" sz="2800">
                <a:latin typeface="Times New Roman" panose="02020603050405020304" pitchFamily="18" charset="0"/>
              </a:rPr>
              <a:t>判别系统稳定性</a:t>
            </a:r>
          </a:p>
        </p:txBody>
      </p:sp>
      <p:sp>
        <p:nvSpPr>
          <p:cNvPr id="60420" name="Rectangle 5">
            <a:extLst>
              <a:ext uri="{FF2B5EF4-FFF2-40B4-BE49-F238E27FC236}">
                <a16:creationId xmlns:a16="http://schemas.microsoft.com/office/drawing/2014/main" id="{2A395749-9125-BCD8-5083-7CB986553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844675"/>
            <a:ext cx="7086600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考察劳斯阵列表中第一列各数的符号，如果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第一列中各数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900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900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900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900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……</a:t>
            </a:r>
            <a:r>
              <a:rPr kumimoji="1"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的符号相同，则表示系统具有正实部特征根的个数等于零，系统稳定</a:t>
            </a:r>
            <a:r>
              <a:rPr kumimoji="1" lang="zh-CN" altLang="en-US" sz="2800">
                <a:latin typeface="宋体" panose="02010600030101010101" pitchFamily="2" charset="-122"/>
              </a:rPr>
              <a:t>；如果符号不同，系统不稳定，且符号改变的次数等于系统具有的正实</a:t>
            </a:r>
          </a:p>
          <a:p>
            <a:pPr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部特征根的个数。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0421" name="Rectangle 6">
            <a:extLst>
              <a:ext uri="{FF2B5EF4-FFF2-40B4-BE49-F238E27FC236}">
                <a16:creationId xmlns:a16="http://schemas.microsoft.com/office/drawing/2014/main" id="{1A8DF60F-BB82-591E-3013-69FE80497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941888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通常</a:t>
            </a:r>
            <a:r>
              <a:rPr kumimoji="1" lang="en-US" altLang="zh-CN" sz="2800" i="1">
                <a:latin typeface="Times New Roman" panose="02020603050405020304" pitchFamily="18" charset="0"/>
              </a:rPr>
              <a:t>a</a:t>
            </a:r>
            <a:r>
              <a:rPr kumimoji="1" lang="en-US" altLang="zh-CN" sz="2900" baseline="-18000">
                <a:latin typeface="Times New Roman" panose="02020603050405020304" pitchFamily="18" charset="0"/>
              </a:rPr>
              <a:t>0 </a:t>
            </a:r>
            <a:r>
              <a:rPr kumimoji="1" lang="en-US" altLang="zh-CN" sz="2800">
                <a:latin typeface="Times New Roman" panose="02020603050405020304" pitchFamily="18" charset="0"/>
              </a:rPr>
              <a:t>&gt; 0</a:t>
            </a:r>
            <a:r>
              <a:rPr kumimoji="1" lang="zh-CN" altLang="en-US" sz="2800">
                <a:latin typeface="宋体" panose="02010600030101010101" pitchFamily="2" charset="-122"/>
              </a:rPr>
              <a:t>，因此，劳斯稳定判据可以简述为</a:t>
            </a: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劳斯阵列表中第一列的各数均大于零</a:t>
            </a:r>
            <a:r>
              <a:rPr kumimoji="1" lang="zh-CN" altLang="en-US" sz="2800">
                <a:latin typeface="宋体" panose="02010600030101010101" pitchFamily="2" charset="-122"/>
              </a:rPr>
              <a:t>。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>
            <a:extLst>
              <a:ext uri="{FF2B5EF4-FFF2-40B4-BE49-F238E27FC236}">
                <a16:creationId xmlns:a16="http://schemas.microsoft.com/office/drawing/2014/main" id="{2FE90459-A488-286A-A65F-95C4832AC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052513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劳斯阵列的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特殊情况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443" name="Rectangle 4">
            <a:extLst>
              <a:ext uri="{FF2B5EF4-FFF2-40B4-BE49-F238E27FC236}">
                <a16:creationId xmlns:a16="http://schemas.microsoft.com/office/drawing/2014/main" id="{532423D2-6B18-AE28-A900-5D673AAA2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989138"/>
            <a:ext cx="7010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kumimoji="1" lang="en-US" altLang="zh-CN" sz="2800" dirty="0">
                <a:latin typeface="宋体" panose="02010600030101010101" pitchFamily="2" charset="-122"/>
              </a:rPr>
              <a:t> </a:t>
            </a:r>
            <a:r>
              <a:rPr kumimoji="1" lang="zh-CN" altLang="en-US" sz="2800" dirty="0">
                <a:latin typeface="宋体" panose="02010600030101010101" pitchFamily="2" charset="-122"/>
              </a:rPr>
              <a:t>劳斯阵列表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某一行中的第一列元素等于</a:t>
            </a:r>
          </a:p>
          <a:p>
            <a:pPr eaLnBrk="1" hangingPunct="1"/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   零</a:t>
            </a:r>
            <a:r>
              <a:rPr kumimoji="1" lang="zh-CN" altLang="en-US" sz="2800" dirty="0">
                <a:latin typeface="宋体" panose="02010600030101010101" pitchFamily="2" charset="-122"/>
              </a:rPr>
              <a:t>，但其余各项不等于零或不全为零。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2E169BE9-8D21-0B1E-8CD2-622BB868B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8271" y="4221088"/>
            <a:ext cx="701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kumimoji="1" lang="en-US" altLang="zh-CN" sz="2800" dirty="0">
                <a:latin typeface="宋体" panose="02010600030101010101" pitchFamily="2" charset="-122"/>
              </a:rPr>
              <a:t> </a:t>
            </a:r>
            <a:r>
              <a:rPr kumimoji="1" lang="zh-CN" altLang="en-US" sz="2800" dirty="0">
                <a:latin typeface="宋体" panose="02010600030101010101" pitchFamily="2" charset="-122"/>
              </a:rPr>
              <a:t>劳斯阵列表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某一行全为零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>
            <a:extLst>
              <a:ext uri="{FF2B5EF4-FFF2-40B4-BE49-F238E27FC236}">
                <a16:creationId xmlns:a16="http://schemas.microsoft.com/office/drawing/2014/main" id="{E79B9D2B-1CE8-DDC0-A767-FB14D9280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700213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宋体" panose="02010600030101010101" pitchFamily="2" charset="-122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用劳斯判据判断系统的相对稳定性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2467" name="Rectangle 5">
            <a:extLst>
              <a:ext uri="{FF2B5EF4-FFF2-40B4-BE49-F238E27FC236}">
                <a16:creationId xmlns:a16="http://schemas.microsoft.com/office/drawing/2014/main" id="{E23B8723-489E-038B-FE2B-B299837C6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420938"/>
            <a:ext cx="7343775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可将原 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s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平面虚轴向左平移期望的最小距离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a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，即用 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z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a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替换原特征方程中的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s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，得到新的特征方程，再利用劳斯判据即可判断系统的特征根是否位于垂线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s = 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a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的左边。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D08F7040-6088-9849-E78D-330DC2DB8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908050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zh-CN" altLang="en-US" sz="2800" b="1">
                <a:latin typeface="宋体" panose="02010600030101010101" pitchFamily="2" charset="-122"/>
              </a:rPr>
              <a:t> 劳斯判据的应用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723BEEE5-9472-3133-1E46-B6B172159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868863"/>
            <a:ext cx="806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宋体" panose="02010600030101010101" pitchFamily="2" charset="-122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用劳斯判据可以确定参数的取值范围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4">
            <a:extLst>
              <a:ext uri="{FF2B5EF4-FFF2-40B4-BE49-F238E27FC236}">
                <a16:creationId xmlns:a16="http://schemas.microsoft.com/office/drawing/2014/main" id="{8BAC35BD-CCB7-3782-1290-B22FC6652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频率特性</a:t>
            </a:r>
          </a:p>
        </p:txBody>
      </p:sp>
      <p:sp>
        <p:nvSpPr>
          <p:cNvPr id="63491" name="Rectangle 5">
            <a:extLst>
              <a:ext uri="{FF2B5EF4-FFF2-40B4-BE49-F238E27FC236}">
                <a16:creationId xmlns:a16="http://schemas.microsoft.com/office/drawing/2014/main" id="{5B26859E-3624-DA19-13D2-8FF319334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522538"/>
            <a:ext cx="55626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63492" name="Rectangle 6">
            <a:extLst>
              <a:ext uri="{FF2B5EF4-FFF2-40B4-BE49-F238E27FC236}">
                <a16:creationId xmlns:a16="http://schemas.microsoft.com/office/drawing/2014/main" id="{EEC97061-B883-F670-852F-F1981677F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1321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63493" name="Rectangle 8">
            <a:extLst>
              <a:ext uri="{FF2B5EF4-FFF2-40B4-BE49-F238E27FC236}">
                <a16:creationId xmlns:a16="http://schemas.microsoft.com/office/drawing/2014/main" id="{491CA956-3BAE-ADA7-0E5F-A58B3E390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643313"/>
            <a:ext cx="5545138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63494" name="Rectangle 9">
            <a:extLst>
              <a:ext uri="{FF2B5EF4-FFF2-40B4-BE49-F238E27FC236}">
                <a16:creationId xmlns:a16="http://schemas.microsoft.com/office/drawing/2014/main" id="{4935D554-6790-A38C-09B7-423BA0FD6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291013"/>
            <a:ext cx="6553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63495" name="Rectangle 11">
            <a:extLst>
              <a:ext uri="{FF2B5EF4-FFF2-40B4-BE49-F238E27FC236}">
                <a16:creationId xmlns:a16="http://schemas.microsoft.com/office/drawing/2014/main" id="{7FA57679-33D3-D23D-348B-6943C11F9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916113"/>
            <a:ext cx="4648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63496" name="Rectangle 9">
            <a:extLst>
              <a:ext uri="{FF2B5EF4-FFF2-40B4-BE49-F238E27FC236}">
                <a16:creationId xmlns:a16="http://schemas.microsoft.com/office/drawing/2014/main" id="{05BCBAB9-049C-A148-868C-219D372B1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899025"/>
            <a:ext cx="65532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63497" name="Rectangle 9">
            <a:extLst>
              <a:ext uri="{FF2B5EF4-FFF2-40B4-BE49-F238E27FC236}">
                <a16:creationId xmlns:a16="http://schemas.microsoft.com/office/drawing/2014/main" id="{23E61D1E-5006-2603-FA80-41CC8D6B5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451475"/>
            <a:ext cx="6913563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>
            <a:extLst>
              <a:ext uri="{FF2B5EF4-FFF2-40B4-BE49-F238E27FC236}">
                <a16:creationId xmlns:a16="http://schemas.microsoft.com/office/drawing/2014/main" id="{34CC23F7-7C62-B950-1340-FBE0E851E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715963"/>
            <a:ext cx="48768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64515" name="Rectangle 4">
            <a:extLst>
              <a:ext uri="{FF2B5EF4-FFF2-40B4-BE49-F238E27FC236}">
                <a16:creationId xmlns:a16="http://schemas.microsoft.com/office/drawing/2014/main" id="{20D7B979-A345-A4A9-9789-AC09CB3F4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766888"/>
            <a:ext cx="510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zh-CN" altLang="en-US" sz="2800" b="1">
                <a:latin typeface="宋体" panose="02010600030101010101" pitchFamily="2" charset="-122"/>
              </a:rPr>
              <a:t>频率特性</a:t>
            </a:r>
          </a:p>
        </p:txBody>
      </p:sp>
      <p:sp>
        <p:nvSpPr>
          <p:cNvPr id="64516" name="Text Box 5">
            <a:extLst>
              <a:ext uri="{FF2B5EF4-FFF2-40B4-BE49-F238E27FC236}">
                <a16:creationId xmlns:a16="http://schemas.microsoft.com/office/drawing/2014/main" id="{2C2F3406-34BE-5CA9-32C6-128B1F74C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349500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800">
                <a:latin typeface="宋体" panose="02010600030101010101" pitchFamily="2" charset="-122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频率响应与频率特性的概念</a:t>
            </a:r>
          </a:p>
        </p:txBody>
      </p:sp>
      <p:pic>
        <p:nvPicPr>
          <p:cNvPr id="64517" name="Picture 3">
            <a:extLst>
              <a:ext uri="{FF2B5EF4-FFF2-40B4-BE49-F238E27FC236}">
                <a16:creationId xmlns:a16="http://schemas.microsoft.com/office/drawing/2014/main" id="{A0D59109-D893-3E8D-3FE9-828EF710A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213100"/>
            <a:ext cx="2830512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4518" name="Object 4">
            <a:extLst>
              <a:ext uri="{FF2B5EF4-FFF2-40B4-BE49-F238E27FC236}">
                <a16:creationId xmlns:a16="http://schemas.microsoft.com/office/drawing/2014/main" id="{5D38D609-2E14-04A8-F3A9-7CE3A4E7B7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6788" y="4051300"/>
          <a:ext cx="2057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4" imgW="2432304" imgH="740664" progId="">
                  <p:embed/>
                </p:oleObj>
              </mc:Choice>
              <mc:Fallback>
                <p:oleObj name="SmartDraw" r:id="rId4" imgW="2432304" imgH="740664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788" y="4051300"/>
                        <a:ext cx="20574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519" name="Picture 5">
            <a:extLst>
              <a:ext uri="{FF2B5EF4-FFF2-40B4-BE49-F238E27FC236}">
                <a16:creationId xmlns:a16="http://schemas.microsoft.com/office/drawing/2014/main" id="{95464467-A78C-56B7-63B4-EB9017189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988" y="3213100"/>
            <a:ext cx="2895600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4520" name="Object 10">
            <a:extLst>
              <a:ext uri="{FF2B5EF4-FFF2-40B4-BE49-F238E27FC236}">
                <a16:creationId xmlns:a16="http://schemas.microsoft.com/office/drawing/2014/main" id="{62948A24-759A-8C6C-B72F-5E5E254AA9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8788" y="3746500"/>
          <a:ext cx="4699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057" imgH="203112" progId="Equation.3">
                  <p:embed/>
                </p:oleObj>
              </mc:Choice>
              <mc:Fallback>
                <p:oleObj name="Equation" r:id="rId7" imgW="330057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8788" y="3746500"/>
                        <a:ext cx="4699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>
            <a:extLst>
              <a:ext uri="{FF2B5EF4-FFF2-40B4-BE49-F238E27FC236}">
                <a16:creationId xmlns:a16="http://schemas.microsoft.com/office/drawing/2014/main" id="{F12ACE75-9F12-3028-6CC0-98BD60B1E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4813"/>
            <a:ext cx="78486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频率响应</a:t>
            </a:r>
            <a:r>
              <a:rPr kumimoji="1" lang="zh-CN" altLang="en-US" sz="2800">
                <a:latin typeface="宋体" panose="02010600030101010101" pitchFamily="2" charset="-122"/>
              </a:rPr>
              <a:t>：系统对正弦输入信号的稳态响应。</a:t>
            </a:r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A0259014-E48B-91D1-F7CD-33952851F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052513"/>
            <a:ext cx="8066087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频率特性</a:t>
            </a:r>
            <a:r>
              <a:rPr kumimoji="1" lang="zh-CN" altLang="en-US" sz="2800">
                <a:latin typeface="宋体" panose="02010600030101010101" pitchFamily="2" charset="-122"/>
              </a:rPr>
              <a:t>：系统在不同频率的正弦信号输入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                        </a:t>
            </a:r>
            <a:r>
              <a:rPr kumimoji="1" lang="zh-CN" altLang="en-US" sz="2800">
                <a:latin typeface="宋体" panose="02010600030101010101" pitchFamily="2" charset="-122"/>
              </a:rPr>
              <a:t>时，其稳态输出与输入信号幅值比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            和相位差随频率而变化</a:t>
            </a:r>
            <a:r>
              <a:rPr kumimoji="1" lang="en-US" altLang="zh-CN" sz="2800">
                <a:latin typeface="宋体" panose="02010600030101010101" pitchFamily="2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sz="2800">
                <a:latin typeface="宋体" panose="02010600030101010101" pitchFamily="2" charset="-122"/>
              </a:rPr>
              <a:t>由</a:t>
            </a:r>
            <a:r>
              <a:rPr kumimoji="1" lang="en-US" altLang="zh-CN" sz="2800">
                <a:latin typeface="Times New Roman" panose="02020603050405020304" pitchFamily="18" charset="0"/>
              </a:rPr>
              <a:t>0</a:t>
            </a:r>
            <a:r>
              <a:rPr kumimoji="1" lang="zh-CN" altLang="en-US" sz="2800">
                <a:latin typeface="宋体" panose="02010600030101010101" pitchFamily="2" charset="-122"/>
              </a:rPr>
              <a:t>变到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                        </a:t>
            </a:r>
            <a:r>
              <a:rPr kumimoji="1" lang="zh-CN" altLang="en-US" sz="2800">
                <a:latin typeface="宋体" panose="02010600030101010101" pitchFamily="2" charset="-122"/>
              </a:rPr>
              <a:t>的特性。</a:t>
            </a:r>
          </a:p>
        </p:txBody>
      </p:sp>
      <p:sp>
        <p:nvSpPr>
          <p:cNvPr id="65540" name="Rectangle 5">
            <a:extLst>
              <a:ext uri="{FF2B5EF4-FFF2-40B4-BE49-F238E27FC236}">
                <a16:creationId xmlns:a16="http://schemas.microsoft.com/office/drawing/2014/main" id="{15389538-2204-DA0A-46AB-0C2C45E33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157788"/>
            <a:ext cx="7848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幅频特性与相频特性一起构成系统的频率特性，可用指数形式表示：</a:t>
            </a:r>
            <a:r>
              <a:rPr kumimoji="1" lang="zh-CN" altLang="en-US" sz="2800" i="1">
                <a:solidFill>
                  <a:srgbClr val="CC33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5541" name="Rectangle 6">
            <a:extLst>
              <a:ext uri="{FF2B5EF4-FFF2-40B4-BE49-F238E27FC236}">
                <a16:creationId xmlns:a16="http://schemas.microsoft.com/office/drawing/2014/main" id="{DC3468D0-E223-2F22-FF92-0CC179BB7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141663"/>
            <a:ext cx="7543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幅频特性</a:t>
            </a:r>
            <a:r>
              <a:rPr kumimoji="1" lang="zh-CN" altLang="en-US" sz="2800">
                <a:latin typeface="宋体" panose="02010600030101010101" pitchFamily="2" charset="-122"/>
              </a:rPr>
              <a:t>：当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sz="2800">
                <a:latin typeface="宋体" panose="02010600030101010101" pitchFamily="2" charset="-122"/>
              </a:rPr>
              <a:t>由</a:t>
            </a:r>
            <a:r>
              <a:rPr kumimoji="1" lang="en-US" altLang="zh-CN" sz="2800">
                <a:latin typeface="Times New Roman" panose="02020603050405020304" pitchFamily="18" charset="0"/>
              </a:rPr>
              <a:t>0</a:t>
            </a:r>
            <a:r>
              <a:rPr kumimoji="1" lang="zh-CN" altLang="en-US" sz="2800">
                <a:latin typeface="宋体" panose="02010600030101010101" pitchFamily="2" charset="-122"/>
              </a:rPr>
              <a:t>到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zh-CN" altLang="en-US" sz="2800">
                <a:latin typeface="宋体" panose="02010600030101010101" pitchFamily="2" charset="-122"/>
              </a:rPr>
              <a:t>变化时，</a:t>
            </a:r>
            <a:r>
              <a:rPr kumimoji="1" lang="en-US" altLang="zh-CN" sz="2800" i="1">
                <a:latin typeface="Times New Roman" panose="02020603050405020304" pitchFamily="18" charset="0"/>
              </a:rPr>
              <a:t>|G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j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sz="2800">
                <a:latin typeface="Times New Roman" panose="02020603050405020304" pitchFamily="18" charset="0"/>
              </a:rPr>
              <a:t>)|</a:t>
            </a:r>
            <a:r>
              <a:rPr kumimoji="1" lang="zh-CN" altLang="en-US" sz="2800">
                <a:latin typeface="宋体" panose="02010600030101010101" pitchFamily="2" charset="-122"/>
              </a:rPr>
              <a:t>的变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            化特性，记为</a:t>
            </a:r>
            <a:r>
              <a:rPr kumimoji="1" lang="en-US" altLang="zh-CN" sz="2800" i="1">
                <a:solidFill>
                  <a:srgbClr val="CC33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65542" name="Rectangle 7">
            <a:extLst>
              <a:ext uri="{FF2B5EF4-FFF2-40B4-BE49-F238E27FC236}">
                <a16:creationId xmlns:a16="http://schemas.microsoft.com/office/drawing/2014/main" id="{3D4DE576-D8C1-91C3-3178-396E52042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078288"/>
            <a:ext cx="7993063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相频特性</a:t>
            </a:r>
            <a:r>
              <a:rPr kumimoji="1" lang="zh-CN" altLang="en-US" sz="2800">
                <a:latin typeface="宋体" panose="02010600030101010101" pitchFamily="2" charset="-122"/>
              </a:rPr>
              <a:t>：当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sz="2800">
                <a:latin typeface="宋体" panose="02010600030101010101" pitchFamily="2" charset="-122"/>
              </a:rPr>
              <a:t>由</a:t>
            </a:r>
            <a:r>
              <a:rPr kumimoji="1" lang="en-US" altLang="zh-CN" sz="2800">
                <a:latin typeface="Times New Roman" panose="02020603050405020304" pitchFamily="18" charset="0"/>
              </a:rPr>
              <a:t>0</a:t>
            </a:r>
            <a:r>
              <a:rPr kumimoji="1" lang="zh-CN" altLang="en-US" sz="2800">
                <a:latin typeface="宋体" panose="02010600030101010101" pitchFamily="2" charset="-122"/>
              </a:rPr>
              <a:t>到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zh-CN" altLang="en-US" sz="2800">
                <a:latin typeface="宋体" panose="02010600030101010101" pitchFamily="2" charset="-122"/>
              </a:rPr>
              <a:t>变化时，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</a:t>
            </a:r>
            <a:r>
              <a:rPr kumimoji="1" lang="en-US" altLang="zh-CN" sz="2800" i="1">
                <a:latin typeface="Times New Roman" panose="02020603050405020304" pitchFamily="18" charset="0"/>
              </a:rPr>
              <a:t>G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j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宋体" panose="02010600030101010101" pitchFamily="2" charset="-122"/>
              </a:rPr>
              <a:t>的变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宋体" panose="02010600030101010101" pitchFamily="2" charset="-122"/>
              </a:rPr>
              <a:t>            化特性称为相频特性，记为</a:t>
            </a:r>
            <a:r>
              <a:rPr kumimoji="1" lang="zh-CN" altLang="en-US" sz="2800" i="1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  <a:endParaRPr kumimoji="1" lang="zh-CN" altLang="en-US" sz="2800">
              <a:latin typeface="宋体" panose="02010600030101010101" pitchFamily="2" charset="-122"/>
            </a:endParaRPr>
          </a:p>
        </p:txBody>
      </p:sp>
      <p:graphicFrame>
        <p:nvGraphicFramePr>
          <p:cNvPr id="65543" name="Object 8">
            <a:extLst>
              <a:ext uri="{FF2B5EF4-FFF2-40B4-BE49-F238E27FC236}">
                <a16:creationId xmlns:a16="http://schemas.microsoft.com/office/drawing/2014/main" id="{590A2B7A-0039-3D24-365F-46D806261C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5805488"/>
          <a:ext cx="23764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31366" imgH="228501" progId="Equation.3">
                  <p:embed/>
                </p:oleObj>
              </mc:Choice>
              <mc:Fallback>
                <p:oleObj name="公式" r:id="rId3" imgW="1231366" imgH="22850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805488"/>
                        <a:ext cx="237648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4">
            <a:extLst>
              <a:ext uri="{FF2B5EF4-FFF2-40B4-BE49-F238E27FC236}">
                <a16:creationId xmlns:a16="http://schemas.microsoft.com/office/drawing/2014/main" id="{D3DB7120-9BB5-E31E-AF8D-CB856F4CB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4813"/>
            <a:ext cx="55626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幅相频率特性</a:t>
            </a:r>
          </a:p>
        </p:txBody>
      </p:sp>
      <p:sp>
        <p:nvSpPr>
          <p:cNvPr id="66563" name="Rectangle 13">
            <a:extLst>
              <a:ext uri="{FF2B5EF4-FFF2-40B4-BE49-F238E27FC236}">
                <a16:creationId xmlns:a16="http://schemas.microsoft.com/office/drawing/2014/main" id="{E4701889-E435-4629-589C-7427C7E71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981075"/>
            <a:ext cx="55626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 典型环节的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Nyquist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9B0B2C6-41B1-8FAB-8932-DF05774EF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159385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zh-CN" altLang="en-US" sz="2800" b="1">
                <a:latin typeface="Times New Roman" panose="02020603050405020304" pitchFamily="18" charset="0"/>
              </a:rPr>
              <a:t>开环系统</a:t>
            </a:r>
            <a:r>
              <a:rPr kumimoji="1" lang="en-US" altLang="zh-CN" sz="2800" b="1">
                <a:latin typeface="Times New Roman" panose="02020603050405020304" pitchFamily="18" charset="0"/>
              </a:rPr>
              <a:t>Nyquist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图的绘制</a:t>
            </a:r>
          </a:p>
        </p:txBody>
      </p:sp>
      <p:sp>
        <p:nvSpPr>
          <p:cNvPr id="66565" name="Rectangle 4">
            <a:extLst>
              <a:ext uri="{FF2B5EF4-FFF2-40B4-BE49-F238E27FC236}">
                <a16:creationId xmlns:a16="http://schemas.microsoft.com/office/drawing/2014/main" id="{33BC4B79-E282-4C57-BACA-C1495EDBE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286000"/>
            <a:ext cx="5883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基本步骤</a:t>
            </a:r>
          </a:p>
        </p:txBody>
      </p:sp>
      <p:sp>
        <p:nvSpPr>
          <p:cNvPr id="66566" name="Rectangle 5">
            <a:extLst>
              <a:ext uri="{FF2B5EF4-FFF2-40B4-BE49-F238E27FC236}">
                <a16:creationId xmlns:a16="http://schemas.microsoft.com/office/drawing/2014/main" id="{89F8AE9B-BD84-CB3D-DE32-0AD9469B9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888" y="2819400"/>
            <a:ext cx="71183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将开环传递函数表示成若干典型环节的串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     联形式：</a:t>
            </a:r>
          </a:p>
        </p:txBody>
      </p:sp>
      <p:graphicFrame>
        <p:nvGraphicFramePr>
          <p:cNvPr id="66567" name="Object 6">
            <a:extLst>
              <a:ext uri="{FF2B5EF4-FFF2-40B4-BE49-F238E27FC236}">
                <a16:creationId xmlns:a16="http://schemas.microsoft.com/office/drawing/2014/main" id="{16C10371-7610-AB70-77C6-9A91DF85D8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5288" y="3962400"/>
          <a:ext cx="3733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9100" imgH="228600" progId="Equation.3">
                  <p:embed/>
                </p:oleObj>
              </mc:Choice>
              <mc:Fallback>
                <p:oleObj name="Equation" r:id="rId3" imgW="16891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3962400"/>
                        <a:ext cx="37338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8" name="Object 7">
            <a:extLst>
              <a:ext uri="{FF2B5EF4-FFF2-40B4-BE49-F238E27FC236}">
                <a16:creationId xmlns:a16="http://schemas.microsoft.com/office/drawing/2014/main" id="{12B3B253-E0B9-E132-757A-BE2C8B444E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5076825"/>
          <a:ext cx="27368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57300" imgH="228600" progId="Equation.3">
                  <p:embed/>
                </p:oleObj>
              </mc:Choice>
              <mc:Fallback>
                <p:oleObj name="公式" r:id="rId5" imgW="12573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076825"/>
                        <a:ext cx="27368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9" name="Rectangle 8">
            <a:extLst>
              <a:ext uri="{FF2B5EF4-FFF2-40B4-BE49-F238E27FC236}">
                <a16:creationId xmlns:a16="http://schemas.microsoft.com/office/drawing/2014/main" id="{A5EB9D7B-6DF0-386E-F6EA-AF6A78A1B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888" y="4522788"/>
            <a:ext cx="711835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求系统的频率特性：</a:t>
            </a:r>
          </a:p>
        </p:txBody>
      </p:sp>
      <p:graphicFrame>
        <p:nvGraphicFramePr>
          <p:cNvPr id="66570" name="Object 9">
            <a:extLst>
              <a:ext uri="{FF2B5EF4-FFF2-40B4-BE49-F238E27FC236}">
                <a16:creationId xmlns:a16="http://schemas.microsoft.com/office/drawing/2014/main" id="{6D823902-E63C-9DB2-81FA-457DEF3836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5589588"/>
          <a:ext cx="62039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06700" imgH="254000" progId="Equation.3">
                  <p:embed/>
                </p:oleObj>
              </mc:Choice>
              <mc:Fallback>
                <p:oleObj name="Equation" r:id="rId7" imgW="2806700" imgH="254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589588"/>
                        <a:ext cx="62039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86" name="Group 3">
            <a:extLst>
              <a:ext uri="{FF2B5EF4-FFF2-40B4-BE49-F238E27FC236}">
                <a16:creationId xmlns:a16="http://schemas.microsoft.com/office/drawing/2014/main" id="{16621D14-55B8-7D3F-0380-C891FEC9F20A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789113"/>
            <a:ext cx="5334000" cy="1471612"/>
            <a:chOff x="864" y="1127"/>
            <a:chExt cx="3360" cy="927"/>
          </a:xfrm>
        </p:grpSpPr>
        <p:graphicFrame>
          <p:nvGraphicFramePr>
            <p:cNvPr id="67589" name="Object 4">
              <a:extLst>
                <a:ext uri="{FF2B5EF4-FFF2-40B4-BE49-F238E27FC236}">
                  <a16:creationId xmlns:a16="http://schemas.microsoft.com/office/drawing/2014/main" id="{1ED95115-8A95-52B2-F68D-A844DBDE83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53" y="1415"/>
            <a:ext cx="2971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33600" imgH="457200" progId="Equation.3">
                    <p:embed/>
                  </p:oleObj>
                </mc:Choice>
                <mc:Fallback>
                  <p:oleObj name="Equation" r:id="rId3" imgW="2133600" imgH="457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3" y="1415"/>
                          <a:ext cx="2971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590" name="Rectangle 5">
              <a:extLst>
                <a:ext uri="{FF2B5EF4-FFF2-40B4-BE49-F238E27FC236}">
                  <a16:creationId xmlns:a16="http://schemas.microsoft.com/office/drawing/2014/main" id="{0D79438D-2AFD-910F-4089-79BA3DA6B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27"/>
              <a:ext cx="564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即：</a:t>
              </a:r>
            </a:p>
          </p:txBody>
        </p:sp>
      </p:grpSp>
      <p:sp>
        <p:nvSpPr>
          <p:cNvPr id="67587" name="Rectangle 6">
            <a:extLst>
              <a:ext uri="{FF2B5EF4-FFF2-40B4-BE49-F238E27FC236}">
                <a16:creationId xmlns:a16="http://schemas.microsoft.com/office/drawing/2014/main" id="{C6830975-F7FB-6147-5C33-0EEEB100C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16300"/>
            <a:ext cx="711835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求</a:t>
            </a:r>
            <a:r>
              <a:rPr kumimoji="1" lang="en-US" altLang="zh-CN" sz="2800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>
                <a:latin typeface="Times New Roman" panose="02020603050405020304" pitchFamily="18" charset="0"/>
              </a:rPr>
              <a:t>(0)</a:t>
            </a:r>
            <a:r>
              <a:rPr kumimoji="1" lang="zh-CN" altLang="en-US" sz="2800">
                <a:latin typeface="Times New Roman" panose="02020603050405020304" pitchFamily="18" charset="0"/>
              </a:rPr>
              <a:t>、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800">
                <a:latin typeface="Times New Roman" panose="02020603050405020304" pitchFamily="18" charset="0"/>
              </a:rPr>
              <a:t>(0)</a:t>
            </a:r>
            <a:r>
              <a:rPr kumimoji="1" lang="zh-CN" altLang="en-US" sz="2800">
                <a:latin typeface="Times New Roman" panose="02020603050405020304" pitchFamily="18" charset="0"/>
              </a:rPr>
              <a:t>；</a:t>
            </a:r>
            <a:r>
              <a:rPr kumimoji="1" lang="en-US" altLang="zh-CN" sz="2800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、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7588" name="Rectangle 7">
            <a:extLst>
              <a:ext uri="{FF2B5EF4-FFF2-40B4-BE49-F238E27FC236}">
                <a16:creationId xmlns:a16="http://schemas.microsoft.com/office/drawing/2014/main" id="{360C80BD-7675-AD01-ADF3-068D2DF02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151313"/>
            <a:ext cx="73914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补充必要的特征点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</a:rPr>
              <a:t>如与坐标轴的交点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，根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     据</a:t>
            </a:r>
            <a:r>
              <a:rPr kumimoji="1" lang="en-US" altLang="zh-CN" sz="2800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、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sz="2800">
                <a:latin typeface="Times New Roman" panose="02020603050405020304" pitchFamily="18" charset="0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</a:rPr>
              <a:t>的变化趋势，画出</a:t>
            </a:r>
            <a:r>
              <a:rPr kumimoji="1" lang="en-US" altLang="zh-CN" sz="2800">
                <a:latin typeface="Times New Roman" panose="02020603050405020304" pitchFamily="18" charset="0"/>
              </a:rPr>
              <a:t>Nyquist </a:t>
            </a:r>
            <a:r>
              <a:rPr kumimoji="1" lang="zh-CN" altLang="en-US" sz="2800">
                <a:latin typeface="Times New Roman" panose="02020603050405020304" pitchFamily="18" charset="0"/>
              </a:rPr>
              <a:t>图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     的大致形状。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1">
            <a:extLst>
              <a:ext uri="{FF2B5EF4-FFF2-40B4-BE49-F238E27FC236}">
                <a16:creationId xmlns:a16="http://schemas.microsoft.com/office/drawing/2014/main" id="{E228BBEE-9BBD-B45B-798B-35D4FC136D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6E66CB-A1C5-4386-A5F6-B94B08C607EF}" type="datetime1">
              <a:rPr lang="zh-CN" altLang="en-US" smtClean="0"/>
              <a:pPr eaLnBrk="1" hangingPunct="1"/>
              <a:t>2025/10/28</a:t>
            </a:fld>
            <a:endParaRPr lang="en-US" altLang="zh-CN"/>
          </a:p>
        </p:txBody>
      </p:sp>
      <p:sp>
        <p:nvSpPr>
          <p:cNvPr id="68611" name="页脚占位符 2">
            <a:extLst>
              <a:ext uri="{FF2B5EF4-FFF2-40B4-BE49-F238E27FC236}">
                <a16:creationId xmlns:a16="http://schemas.microsoft.com/office/drawing/2014/main" id="{94C753CD-20A7-518A-6841-991E858C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Lujx</a:t>
            </a:r>
          </a:p>
        </p:txBody>
      </p:sp>
      <p:sp>
        <p:nvSpPr>
          <p:cNvPr id="68612" name="灯片编号占位符 3">
            <a:extLst>
              <a:ext uri="{FF2B5EF4-FFF2-40B4-BE49-F238E27FC236}">
                <a16:creationId xmlns:a16="http://schemas.microsoft.com/office/drawing/2014/main" id="{7F7CC0B0-D0F4-7C15-B0C4-EE149738E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C817C4-D3AF-4FD6-9B83-55DC0BE64E01}" type="slidenum">
              <a:rPr lang="en-US" altLang="zh-CN"/>
              <a:pPr eaLnBrk="1" hangingPunct="1"/>
              <a:t>61</a:t>
            </a:fld>
            <a:endParaRPr lang="en-US" altLang="zh-CN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7A8BAD01-3E94-A150-ADE9-5F016D33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838200"/>
            <a:ext cx="3549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例： 考虑下列二阶传递函数：</a:t>
            </a:r>
            <a:endParaRPr lang="zh-CN" altLang="en-US" sz="2000">
              <a:cs typeface="Times New Roman" panose="02020603050405020304" pitchFamily="18" charset="0"/>
            </a:endParaRPr>
          </a:p>
        </p:txBody>
      </p:sp>
      <p:graphicFrame>
        <p:nvGraphicFramePr>
          <p:cNvPr id="53251" name="Object 3">
            <a:extLst>
              <a:ext uri="{FF2B5EF4-FFF2-40B4-BE49-F238E27FC236}">
                <a16:creationId xmlns:a16="http://schemas.microsoft.com/office/drawing/2014/main" id="{A9226470-BC07-3D90-0926-388A5E65FF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685800"/>
          <a:ext cx="14922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16000" imgH="419100" progId="Equation.3">
                  <p:embed/>
                </p:oleObj>
              </mc:Choice>
              <mc:Fallback>
                <p:oleObj name="公式" r:id="rId2" imgW="10160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85800"/>
                        <a:ext cx="14922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Rectangle 4">
            <a:extLst>
              <a:ext uri="{FF2B5EF4-FFF2-40B4-BE49-F238E27FC236}">
                <a16:creationId xmlns:a16="http://schemas.microsoft.com/office/drawing/2014/main" id="{F09F697E-7A64-794B-5E1E-E619FDB31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325" y="1450975"/>
            <a:ext cx="399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试画出这个传递函数的极坐标图。</a:t>
            </a:r>
            <a:endParaRPr lang="zh-CN" altLang="en-GB" sz="2000">
              <a:cs typeface="Times New Roman" panose="02020603050405020304" pitchFamily="18" charset="0"/>
            </a:endParaRPr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EA12EA4-7FB9-BC02-6258-CE74F88E7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35163"/>
            <a:ext cx="692150" cy="39687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GB" sz="2000">
              <a:cs typeface="Times New Roman" panose="02020603050405020304" pitchFamily="18" charset="0"/>
            </a:endParaRPr>
          </a:p>
        </p:txBody>
      </p:sp>
      <p:graphicFrame>
        <p:nvGraphicFramePr>
          <p:cNvPr id="53254" name="Object 6">
            <a:extLst>
              <a:ext uri="{FF2B5EF4-FFF2-40B4-BE49-F238E27FC236}">
                <a16:creationId xmlns:a16="http://schemas.microsoft.com/office/drawing/2014/main" id="{4913C6A3-3CB4-BDDA-B837-A2BFBCA4B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1951038"/>
          <a:ext cx="236855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7000" imgH="419100" progId="Equation.3">
                  <p:embed/>
                </p:oleObj>
              </mc:Choice>
              <mc:Fallback>
                <p:oleObj name="公式" r:id="rId4" imgW="13970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51038"/>
                        <a:ext cx="2368550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7">
            <a:extLst>
              <a:ext uri="{FF2B5EF4-FFF2-40B4-BE49-F238E27FC236}">
                <a16:creationId xmlns:a16="http://schemas.microsoft.com/office/drawing/2014/main" id="{ECA9CED6-4BD2-3EAB-79E4-FAB415E861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743200"/>
          <a:ext cx="3538538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08200" imgH="469900" progId="Equation.3">
                  <p:embed/>
                </p:oleObj>
              </mc:Choice>
              <mc:Fallback>
                <p:oleObj name="Equation" r:id="rId6" imgW="21082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743200"/>
                        <a:ext cx="3538538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Rectangle 8">
            <a:extLst>
              <a:ext uri="{FF2B5EF4-FFF2-40B4-BE49-F238E27FC236}">
                <a16:creationId xmlns:a16="http://schemas.microsoft.com/office/drawing/2014/main" id="{36CC5F8D-F692-0B1A-AD80-E6C47A17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25" y="3611563"/>
            <a:ext cx="297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极坐标图的低频部分为：</a:t>
            </a:r>
            <a:endParaRPr lang="zh-CN" altLang="en-GB" sz="2000">
              <a:cs typeface="Times New Roman" panose="02020603050405020304" pitchFamily="18" charset="0"/>
            </a:endParaRPr>
          </a:p>
        </p:txBody>
      </p:sp>
      <p:graphicFrame>
        <p:nvGraphicFramePr>
          <p:cNvPr id="53257" name="Object 9">
            <a:extLst>
              <a:ext uri="{FF2B5EF4-FFF2-40B4-BE49-F238E27FC236}">
                <a16:creationId xmlns:a16="http://schemas.microsoft.com/office/drawing/2014/main" id="{8D6284EC-BEBB-4DC7-5B04-605766A433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4114800"/>
          <a:ext cx="167163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53643" imgH="215806" progId="Equation.3">
                  <p:embed/>
                </p:oleObj>
              </mc:Choice>
              <mc:Fallback>
                <p:oleObj name="公式" r:id="rId8" imgW="1053643" imgH="2158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114800"/>
                        <a:ext cx="167163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Rectangle 10">
            <a:extLst>
              <a:ext uri="{FF2B5EF4-FFF2-40B4-BE49-F238E27FC236}">
                <a16:creationId xmlns:a16="http://schemas.microsoft.com/office/drawing/2014/main" id="{D26FE5E4-FECA-5D24-6282-4E2F30A50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663" y="4691063"/>
            <a:ext cx="304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极坐标图的高频部分为：</a:t>
            </a:r>
            <a:endParaRPr lang="zh-CN" altLang="en-GB" sz="2000">
              <a:cs typeface="Times New Roman" panose="02020603050405020304" pitchFamily="18" charset="0"/>
            </a:endParaRPr>
          </a:p>
        </p:txBody>
      </p:sp>
      <p:graphicFrame>
        <p:nvGraphicFramePr>
          <p:cNvPr id="53259" name="Object 11">
            <a:extLst>
              <a:ext uri="{FF2B5EF4-FFF2-40B4-BE49-F238E27FC236}">
                <a16:creationId xmlns:a16="http://schemas.microsoft.com/office/drawing/2014/main" id="{737B4749-83CF-5B45-B45A-1F14995947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5334000"/>
          <a:ext cx="17716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17115" imgH="215806" progId="Equation.3">
                  <p:embed/>
                </p:oleObj>
              </mc:Choice>
              <mc:Fallback>
                <p:oleObj name="公式" r:id="rId10" imgW="1117115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34000"/>
                        <a:ext cx="17716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261" name="Picture 13">
            <a:extLst>
              <a:ext uri="{FF2B5EF4-FFF2-40B4-BE49-F238E27FC236}">
                <a16:creationId xmlns:a16="http://schemas.microsoft.com/office/drawing/2014/main" id="{1D191F2E-109E-AE10-C062-9FFBDED97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657600"/>
            <a:ext cx="327660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  <p:bldP spid="53252" grpId="0" autoUpdateAnimBg="0"/>
      <p:bldP spid="53253" grpId="0" animBg="1" autoUpdateAnimBg="0"/>
      <p:bldP spid="53256" grpId="0" autoUpdateAnimBg="0"/>
      <p:bldP spid="53258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4" name="Group 4">
            <a:extLst>
              <a:ext uri="{FF2B5EF4-FFF2-40B4-BE49-F238E27FC236}">
                <a16:creationId xmlns:a16="http://schemas.microsoft.com/office/drawing/2014/main" id="{251538F8-B95D-7C71-B726-C6253FCE7C61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844675"/>
            <a:ext cx="7118350" cy="615950"/>
            <a:chOff x="864" y="1536"/>
            <a:chExt cx="4484" cy="388"/>
          </a:xfrm>
        </p:grpSpPr>
        <p:sp>
          <p:nvSpPr>
            <p:cNvPr id="69642" name="Rectangle 5">
              <a:extLst>
                <a:ext uri="{FF2B5EF4-FFF2-40B4-BE49-F238E27FC236}">
                  <a16:creationId xmlns:a16="http://schemas.microsoft.com/office/drawing/2014/main" id="{38F8F62E-4CA9-B647-5464-F69679418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536"/>
              <a:ext cx="4484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考虑系统：</a:t>
              </a:r>
            </a:p>
          </p:txBody>
        </p:sp>
        <p:graphicFrame>
          <p:nvGraphicFramePr>
            <p:cNvPr id="69643" name="Object 6">
              <a:extLst>
                <a:ext uri="{FF2B5EF4-FFF2-40B4-BE49-F238E27FC236}">
                  <a16:creationId xmlns:a16="http://schemas.microsoft.com/office/drawing/2014/main" id="{13419A86-04B9-196B-7629-1F376F025F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2" y="1605"/>
            <a:ext cx="235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89100" imgH="228600" progId="Equation.3">
                    <p:embed/>
                  </p:oleObj>
                </mc:Choice>
                <mc:Fallback>
                  <p:oleObj name="Equation" r:id="rId3" imgW="16891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605"/>
                          <a:ext cx="235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635" name="Group 7">
            <a:extLst>
              <a:ext uri="{FF2B5EF4-FFF2-40B4-BE49-F238E27FC236}">
                <a16:creationId xmlns:a16="http://schemas.microsoft.com/office/drawing/2014/main" id="{F3B30002-580F-59DB-184C-EA2FB7DDF8FA}"/>
              </a:ext>
            </a:extLst>
          </p:cNvPr>
          <p:cNvGrpSpPr>
            <a:grpSpLocks/>
          </p:cNvGrpSpPr>
          <p:nvPr/>
        </p:nvGrpSpPr>
        <p:grpSpPr bwMode="auto">
          <a:xfrm>
            <a:off x="1398588" y="2576513"/>
            <a:ext cx="7162800" cy="1173162"/>
            <a:chOff x="906" y="1757"/>
            <a:chExt cx="4512" cy="739"/>
          </a:xfrm>
        </p:grpSpPr>
        <p:graphicFrame>
          <p:nvGraphicFramePr>
            <p:cNvPr id="69640" name="Object 8">
              <a:extLst>
                <a:ext uri="{FF2B5EF4-FFF2-40B4-BE49-F238E27FC236}">
                  <a16:creationId xmlns:a16="http://schemas.microsoft.com/office/drawing/2014/main" id="{8AC57BF4-6202-28AB-F3D9-5C22BE78FB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6" y="1757"/>
            <a:ext cx="1804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95400" imgH="241300" progId="Equation.3">
                    <p:embed/>
                  </p:oleObj>
                </mc:Choice>
                <mc:Fallback>
                  <p:oleObj name="Equation" r:id="rId5" imgW="1295400" imgH="241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6" y="1757"/>
                          <a:ext cx="1804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1" name="Object 9">
              <a:extLst>
                <a:ext uri="{FF2B5EF4-FFF2-40B4-BE49-F238E27FC236}">
                  <a16:creationId xmlns:a16="http://schemas.microsoft.com/office/drawing/2014/main" id="{6514FD6A-0905-C089-2E97-7A6C94C0A9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0" y="2141"/>
            <a:ext cx="3908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806700" imgH="254000" progId="Equation.3">
                    <p:embed/>
                  </p:oleObj>
                </mc:Choice>
                <mc:Fallback>
                  <p:oleObj name="Equation" r:id="rId7" imgW="2806700" imgH="2540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0" y="2141"/>
                          <a:ext cx="3908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636" name="Object 10">
            <a:extLst>
              <a:ext uri="{FF2B5EF4-FFF2-40B4-BE49-F238E27FC236}">
                <a16:creationId xmlns:a16="http://schemas.microsoft.com/office/drawing/2014/main" id="{D71DBE18-C896-634B-5B41-E3C2A32876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933825"/>
          <a:ext cx="68484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98800" imgH="673100" progId="Equation.3">
                  <p:embed/>
                </p:oleObj>
              </mc:Choice>
              <mc:Fallback>
                <p:oleObj name="Equation" r:id="rId9" imgW="3098800" imgH="673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933825"/>
                        <a:ext cx="68484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7" name="Object 11">
            <a:extLst>
              <a:ext uri="{FF2B5EF4-FFF2-40B4-BE49-F238E27FC236}">
                <a16:creationId xmlns:a16="http://schemas.microsoft.com/office/drawing/2014/main" id="{0E42BB74-A653-4673-5EC1-BEB59CAE8A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8588" y="5578475"/>
          <a:ext cx="471646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33600" imgH="228600" progId="Equation.3">
                  <p:embed/>
                </p:oleObj>
              </mc:Choice>
              <mc:Fallback>
                <p:oleObj name="Equation" r:id="rId11" imgW="21336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5578475"/>
                        <a:ext cx="471646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Rectangle 12">
            <a:extLst>
              <a:ext uri="{FF2B5EF4-FFF2-40B4-BE49-F238E27FC236}">
                <a16:creationId xmlns:a16="http://schemas.microsoft.com/office/drawing/2014/main" id="{A7F84C2A-15C4-EB2E-2BCD-E9CFF8109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 系统开环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Bode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</a:p>
        </p:txBody>
      </p:sp>
      <p:sp>
        <p:nvSpPr>
          <p:cNvPr id="69639" name="Rectangle 6">
            <a:extLst>
              <a:ext uri="{FF2B5EF4-FFF2-40B4-BE49-F238E27FC236}">
                <a16:creationId xmlns:a16="http://schemas.microsoft.com/office/drawing/2014/main" id="{E5963977-C248-DC72-8406-FF386952F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对数频率特性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8" name="Group 3">
            <a:extLst>
              <a:ext uri="{FF2B5EF4-FFF2-40B4-BE49-F238E27FC236}">
                <a16:creationId xmlns:a16="http://schemas.microsoft.com/office/drawing/2014/main" id="{8AECD7DA-1496-CCC3-601F-042AF175CA14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765175"/>
            <a:ext cx="7102475" cy="2654300"/>
            <a:chOff x="854" y="921"/>
            <a:chExt cx="4474" cy="1672"/>
          </a:xfrm>
        </p:grpSpPr>
        <p:sp>
          <p:nvSpPr>
            <p:cNvPr id="70661" name="Rectangle 4">
              <a:extLst>
                <a:ext uri="{FF2B5EF4-FFF2-40B4-BE49-F238E27FC236}">
                  <a16:creationId xmlns:a16="http://schemas.microsoft.com/office/drawing/2014/main" id="{3B0F45B4-964F-B91A-512B-43E60B61F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921"/>
              <a:ext cx="370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Char char="Ø"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例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70662" name="Rectangle 5">
              <a:extLst>
                <a:ext uri="{FF2B5EF4-FFF2-40B4-BE49-F238E27FC236}">
                  <a16:creationId xmlns:a16="http://schemas.microsoft.com/office/drawing/2014/main" id="{0602129C-A6AB-C371-C2F8-370368C2E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248"/>
              <a:ext cx="4272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已知系统的开环传递函数如下：</a:t>
              </a:r>
            </a:p>
          </p:txBody>
        </p:sp>
        <p:graphicFrame>
          <p:nvGraphicFramePr>
            <p:cNvPr id="70663" name="Object 6">
              <a:extLst>
                <a:ext uri="{FF2B5EF4-FFF2-40B4-BE49-F238E27FC236}">
                  <a16:creationId xmlns:a16="http://schemas.microsoft.com/office/drawing/2014/main" id="{1660F796-604B-D18F-88F1-B0F6C87C99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99" y="1659"/>
            <a:ext cx="3351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476500" imgH="419100" progId="Equation.3">
                    <p:embed/>
                  </p:oleObj>
                </mc:Choice>
                <mc:Fallback>
                  <p:oleObj name="Equation" r:id="rId3" imgW="2476500" imgH="4191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9" y="1659"/>
                          <a:ext cx="3351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664" name="Rectangle 7">
              <a:extLst>
                <a:ext uri="{FF2B5EF4-FFF2-40B4-BE49-F238E27FC236}">
                  <a16:creationId xmlns:a16="http://schemas.microsoft.com/office/drawing/2014/main" id="{B61247C2-F447-DE8D-B3DD-68B25D2F5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226"/>
              <a:ext cx="2828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试绘制系统的开环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Bode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图。</a:t>
              </a:r>
            </a:p>
          </p:txBody>
        </p:sp>
      </p:grpSp>
      <p:sp>
        <p:nvSpPr>
          <p:cNvPr id="70659" name="Rectangle 8">
            <a:extLst>
              <a:ext uri="{FF2B5EF4-FFF2-40B4-BE49-F238E27FC236}">
                <a16:creationId xmlns:a16="http://schemas.microsoft.com/office/drawing/2014/main" id="{7D171117-56C5-AE55-13D4-B46E3A031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573463"/>
            <a:ext cx="681355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 b="1">
                <a:latin typeface="Times New Roman" panose="02020603050405020304" pitchFamily="18" charset="0"/>
              </a:rPr>
              <a:t>解</a:t>
            </a:r>
            <a:r>
              <a:rPr kumimoji="1" lang="zh-CN" altLang="en-US" sz="2800">
                <a:latin typeface="Times New Roman" panose="02020603050405020304" pitchFamily="18" charset="0"/>
              </a:rPr>
              <a:t>：开环增益</a:t>
            </a: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  <a:r>
              <a:rPr kumimoji="1" lang="zh-CN" altLang="en-US" sz="2800">
                <a:latin typeface="Times New Roman" panose="02020603050405020304" pitchFamily="18" charset="0"/>
              </a:rPr>
              <a:t>＝</a:t>
            </a:r>
            <a:r>
              <a:rPr kumimoji="1" lang="en-US" altLang="zh-CN" sz="2800">
                <a:latin typeface="Times New Roman" panose="02020603050405020304" pitchFamily="18" charset="0"/>
              </a:rPr>
              <a:t>100</a:t>
            </a:r>
            <a:r>
              <a:rPr kumimoji="1" lang="zh-CN" altLang="en-US" sz="2800">
                <a:latin typeface="Times New Roman" panose="02020603050405020304" pitchFamily="18" charset="0"/>
              </a:rPr>
              <a:t>，</a:t>
            </a:r>
            <a:r>
              <a:rPr kumimoji="1" lang="en-US" altLang="zh-CN" sz="2800">
                <a:latin typeface="Times New Roman" panose="02020603050405020304" pitchFamily="18" charset="0"/>
              </a:rPr>
              <a:t>20lg</a:t>
            </a: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  <a:r>
              <a:rPr kumimoji="1" lang="zh-CN" altLang="en-US" sz="2800">
                <a:latin typeface="Times New Roman" panose="02020603050405020304" pitchFamily="18" charset="0"/>
              </a:rPr>
              <a:t>＝</a:t>
            </a:r>
            <a:r>
              <a:rPr kumimoji="1" lang="en-US" altLang="zh-CN" sz="2800">
                <a:latin typeface="Times New Roman" panose="02020603050405020304" pitchFamily="18" charset="0"/>
              </a:rPr>
              <a:t>40</a:t>
            </a:r>
          </a:p>
        </p:txBody>
      </p:sp>
      <p:graphicFrame>
        <p:nvGraphicFramePr>
          <p:cNvPr id="70660" name="Object 9">
            <a:extLst>
              <a:ext uri="{FF2B5EF4-FFF2-40B4-BE49-F238E27FC236}">
                <a16:creationId xmlns:a16="http://schemas.microsoft.com/office/drawing/2014/main" id="{55B8E0D1-6399-F269-7D39-DA3E3E852F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4292600"/>
          <a:ext cx="5545138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93900" imgH="508000" progId="Equation.DSMT4">
                  <p:embed/>
                </p:oleObj>
              </mc:Choice>
              <mc:Fallback>
                <p:oleObj name="Equation" r:id="rId5" imgW="1993900" imgH="508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292600"/>
                        <a:ext cx="5545138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2" name="Group 3">
            <a:extLst>
              <a:ext uri="{FF2B5EF4-FFF2-40B4-BE49-F238E27FC236}">
                <a16:creationId xmlns:a16="http://schemas.microsoft.com/office/drawing/2014/main" id="{741AEFBB-37CB-1875-BF43-6C0C52903149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676400"/>
            <a:ext cx="6858000" cy="4953000"/>
            <a:chOff x="624" y="1104"/>
            <a:chExt cx="4320" cy="3120"/>
          </a:xfrm>
        </p:grpSpPr>
        <p:sp>
          <p:nvSpPr>
            <p:cNvPr id="71694" name="Freeform 4">
              <a:extLst>
                <a:ext uri="{FF2B5EF4-FFF2-40B4-BE49-F238E27FC236}">
                  <a16:creationId xmlns:a16="http://schemas.microsoft.com/office/drawing/2014/main" id="{DA0C1270-5E39-1A93-6B5E-D3E659B34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517"/>
              <a:ext cx="3673" cy="592"/>
            </a:xfrm>
            <a:custGeom>
              <a:avLst/>
              <a:gdLst>
                <a:gd name="T0" fmla="*/ 0 w 3673"/>
                <a:gd name="T1" fmla="*/ 0 h 592"/>
                <a:gd name="T2" fmla="*/ 93 w 3673"/>
                <a:gd name="T3" fmla="*/ 0 h 592"/>
                <a:gd name="T4" fmla="*/ 186 w 3673"/>
                <a:gd name="T5" fmla="*/ 0 h 592"/>
                <a:gd name="T6" fmla="*/ 279 w 3673"/>
                <a:gd name="T7" fmla="*/ 0 h 592"/>
                <a:gd name="T8" fmla="*/ 372 w 3673"/>
                <a:gd name="T9" fmla="*/ 0 h 592"/>
                <a:gd name="T10" fmla="*/ 465 w 3673"/>
                <a:gd name="T11" fmla="*/ 0 h 592"/>
                <a:gd name="T12" fmla="*/ 558 w 3673"/>
                <a:gd name="T13" fmla="*/ 0 h 592"/>
                <a:gd name="T14" fmla="*/ 659 w 3673"/>
                <a:gd name="T15" fmla="*/ 8 h 592"/>
                <a:gd name="T16" fmla="*/ 752 w 3673"/>
                <a:gd name="T17" fmla="*/ 8 h 592"/>
                <a:gd name="T18" fmla="*/ 845 w 3673"/>
                <a:gd name="T19" fmla="*/ 15 h 592"/>
                <a:gd name="T20" fmla="*/ 938 w 3673"/>
                <a:gd name="T21" fmla="*/ 22 h 592"/>
                <a:gd name="T22" fmla="*/ 1031 w 3673"/>
                <a:gd name="T23" fmla="*/ 37 h 592"/>
                <a:gd name="T24" fmla="*/ 1124 w 3673"/>
                <a:gd name="T25" fmla="*/ 45 h 592"/>
                <a:gd name="T26" fmla="*/ 1224 w 3673"/>
                <a:gd name="T27" fmla="*/ 67 h 592"/>
                <a:gd name="T28" fmla="*/ 1317 w 3673"/>
                <a:gd name="T29" fmla="*/ 82 h 592"/>
                <a:gd name="T30" fmla="*/ 1346 w 3673"/>
                <a:gd name="T31" fmla="*/ 89 h 592"/>
                <a:gd name="T32" fmla="*/ 1410 w 3673"/>
                <a:gd name="T33" fmla="*/ 96 h 592"/>
                <a:gd name="T34" fmla="*/ 1503 w 3673"/>
                <a:gd name="T35" fmla="*/ 111 h 592"/>
                <a:gd name="T36" fmla="*/ 1597 w 3673"/>
                <a:gd name="T37" fmla="*/ 126 h 592"/>
                <a:gd name="T38" fmla="*/ 1690 w 3673"/>
                <a:gd name="T39" fmla="*/ 141 h 592"/>
                <a:gd name="T40" fmla="*/ 1783 w 3673"/>
                <a:gd name="T41" fmla="*/ 148 h 592"/>
                <a:gd name="T42" fmla="*/ 1883 w 3673"/>
                <a:gd name="T43" fmla="*/ 156 h 592"/>
                <a:gd name="T44" fmla="*/ 1976 w 3673"/>
                <a:gd name="T45" fmla="*/ 156 h 592"/>
                <a:gd name="T46" fmla="*/ 1990 w 3673"/>
                <a:gd name="T47" fmla="*/ 156 h 592"/>
                <a:gd name="T48" fmla="*/ 2069 w 3673"/>
                <a:gd name="T49" fmla="*/ 163 h 592"/>
                <a:gd name="T50" fmla="*/ 2162 w 3673"/>
                <a:gd name="T51" fmla="*/ 163 h 592"/>
                <a:gd name="T52" fmla="*/ 2255 w 3673"/>
                <a:gd name="T53" fmla="*/ 170 h 592"/>
                <a:gd name="T54" fmla="*/ 2348 w 3673"/>
                <a:gd name="T55" fmla="*/ 178 h 592"/>
                <a:gd name="T56" fmla="*/ 2449 w 3673"/>
                <a:gd name="T57" fmla="*/ 185 h 592"/>
                <a:gd name="T58" fmla="*/ 2542 w 3673"/>
                <a:gd name="T59" fmla="*/ 200 h 592"/>
                <a:gd name="T60" fmla="*/ 2635 w 3673"/>
                <a:gd name="T61" fmla="*/ 222 h 592"/>
                <a:gd name="T62" fmla="*/ 2728 w 3673"/>
                <a:gd name="T63" fmla="*/ 237 h 592"/>
                <a:gd name="T64" fmla="*/ 2821 w 3673"/>
                <a:gd name="T65" fmla="*/ 266 h 592"/>
                <a:gd name="T66" fmla="*/ 2914 w 3673"/>
                <a:gd name="T67" fmla="*/ 289 h 592"/>
                <a:gd name="T68" fmla="*/ 3007 w 3673"/>
                <a:gd name="T69" fmla="*/ 326 h 592"/>
                <a:gd name="T70" fmla="*/ 3107 w 3673"/>
                <a:gd name="T71" fmla="*/ 355 h 592"/>
                <a:gd name="T72" fmla="*/ 3200 w 3673"/>
                <a:gd name="T73" fmla="*/ 392 h 592"/>
                <a:gd name="T74" fmla="*/ 3293 w 3673"/>
                <a:gd name="T75" fmla="*/ 429 h 592"/>
                <a:gd name="T76" fmla="*/ 3386 w 3673"/>
                <a:gd name="T77" fmla="*/ 473 h 592"/>
                <a:gd name="T78" fmla="*/ 3479 w 3673"/>
                <a:gd name="T79" fmla="*/ 510 h 592"/>
                <a:gd name="T80" fmla="*/ 3573 w 3673"/>
                <a:gd name="T81" fmla="*/ 547 h 592"/>
                <a:gd name="T82" fmla="*/ 3673 w 3673"/>
                <a:gd name="T83" fmla="*/ 592 h 59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673"/>
                <a:gd name="T127" fmla="*/ 0 h 592"/>
                <a:gd name="T128" fmla="*/ 3673 w 3673"/>
                <a:gd name="T129" fmla="*/ 592 h 59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673" h="592">
                  <a:moveTo>
                    <a:pt x="0" y="0"/>
                  </a:moveTo>
                  <a:lnTo>
                    <a:pt x="93" y="0"/>
                  </a:lnTo>
                  <a:lnTo>
                    <a:pt x="186" y="0"/>
                  </a:lnTo>
                  <a:lnTo>
                    <a:pt x="279" y="0"/>
                  </a:lnTo>
                  <a:lnTo>
                    <a:pt x="372" y="0"/>
                  </a:lnTo>
                  <a:lnTo>
                    <a:pt x="465" y="0"/>
                  </a:lnTo>
                  <a:lnTo>
                    <a:pt x="558" y="0"/>
                  </a:lnTo>
                  <a:lnTo>
                    <a:pt x="659" y="8"/>
                  </a:lnTo>
                  <a:lnTo>
                    <a:pt x="752" y="8"/>
                  </a:lnTo>
                  <a:lnTo>
                    <a:pt x="845" y="15"/>
                  </a:lnTo>
                  <a:lnTo>
                    <a:pt x="938" y="22"/>
                  </a:lnTo>
                  <a:lnTo>
                    <a:pt x="1031" y="37"/>
                  </a:lnTo>
                  <a:lnTo>
                    <a:pt x="1124" y="45"/>
                  </a:lnTo>
                  <a:lnTo>
                    <a:pt x="1224" y="67"/>
                  </a:lnTo>
                  <a:lnTo>
                    <a:pt x="1317" y="82"/>
                  </a:lnTo>
                  <a:lnTo>
                    <a:pt x="1346" y="89"/>
                  </a:lnTo>
                  <a:lnTo>
                    <a:pt x="1410" y="96"/>
                  </a:lnTo>
                  <a:lnTo>
                    <a:pt x="1503" y="111"/>
                  </a:lnTo>
                  <a:lnTo>
                    <a:pt x="1597" y="126"/>
                  </a:lnTo>
                  <a:lnTo>
                    <a:pt x="1690" y="141"/>
                  </a:lnTo>
                  <a:lnTo>
                    <a:pt x="1783" y="148"/>
                  </a:lnTo>
                  <a:lnTo>
                    <a:pt x="1883" y="156"/>
                  </a:lnTo>
                  <a:lnTo>
                    <a:pt x="1976" y="156"/>
                  </a:lnTo>
                  <a:lnTo>
                    <a:pt x="1990" y="156"/>
                  </a:lnTo>
                  <a:lnTo>
                    <a:pt x="2069" y="163"/>
                  </a:lnTo>
                  <a:lnTo>
                    <a:pt x="2162" y="163"/>
                  </a:lnTo>
                  <a:lnTo>
                    <a:pt x="2255" y="170"/>
                  </a:lnTo>
                  <a:lnTo>
                    <a:pt x="2348" y="178"/>
                  </a:lnTo>
                  <a:lnTo>
                    <a:pt x="2449" y="185"/>
                  </a:lnTo>
                  <a:lnTo>
                    <a:pt x="2542" y="200"/>
                  </a:lnTo>
                  <a:lnTo>
                    <a:pt x="2635" y="222"/>
                  </a:lnTo>
                  <a:lnTo>
                    <a:pt x="2728" y="237"/>
                  </a:lnTo>
                  <a:lnTo>
                    <a:pt x="2821" y="266"/>
                  </a:lnTo>
                  <a:lnTo>
                    <a:pt x="2914" y="289"/>
                  </a:lnTo>
                  <a:lnTo>
                    <a:pt x="3007" y="326"/>
                  </a:lnTo>
                  <a:lnTo>
                    <a:pt x="3107" y="355"/>
                  </a:lnTo>
                  <a:lnTo>
                    <a:pt x="3200" y="392"/>
                  </a:lnTo>
                  <a:lnTo>
                    <a:pt x="3293" y="429"/>
                  </a:lnTo>
                  <a:lnTo>
                    <a:pt x="3386" y="473"/>
                  </a:lnTo>
                  <a:lnTo>
                    <a:pt x="3479" y="510"/>
                  </a:lnTo>
                  <a:lnTo>
                    <a:pt x="3573" y="547"/>
                  </a:lnTo>
                  <a:lnTo>
                    <a:pt x="3673" y="592"/>
                  </a:lnTo>
                </a:path>
              </a:pathLst>
            </a:cu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Rectangle 5">
              <a:extLst>
                <a:ext uri="{FF2B5EF4-FFF2-40B4-BE49-F238E27FC236}">
                  <a16:creationId xmlns:a16="http://schemas.microsoft.com/office/drawing/2014/main" id="{4F6E1340-2095-B517-E4AC-01442E896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1104"/>
              <a:ext cx="112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1696" name="Rectangle 6">
              <a:extLst>
                <a:ext uri="{FF2B5EF4-FFF2-40B4-BE49-F238E27FC236}">
                  <a16:creationId xmlns:a16="http://schemas.microsoft.com/office/drawing/2014/main" id="{DB4A4575-6662-FBDB-CAC5-61763CE3C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" y="1362"/>
              <a:ext cx="3673" cy="111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697" name="Freeform 7">
              <a:extLst>
                <a:ext uri="{FF2B5EF4-FFF2-40B4-BE49-F238E27FC236}">
                  <a16:creationId xmlns:a16="http://schemas.microsoft.com/office/drawing/2014/main" id="{EEF1C0C7-4CD4-5BC2-C2EC-92CDC16D8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8" name="Freeform 8">
              <a:extLst>
                <a:ext uri="{FF2B5EF4-FFF2-40B4-BE49-F238E27FC236}">
                  <a16:creationId xmlns:a16="http://schemas.microsoft.com/office/drawing/2014/main" id="{8A533DC2-E43C-C11C-F712-582DBB8BE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Freeform 9">
              <a:extLst>
                <a:ext uri="{FF2B5EF4-FFF2-40B4-BE49-F238E27FC236}">
                  <a16:creationId xmlns:a16="http://schemas.microsoft.com/office/drawing/2014/main" id="{1994293D-8AC7-15B8-1F16-E0D728C2E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0" name="Freeform 10">
              <a:extLst>
                <a:ext uri="{FF2B5EF4-FFF2-40B4-BE49-F238E27FC236}">
                  <a16:creationId xmlns:a16="http://schemas.microsoft.com/office/drawing/2014/main" id="{A4AF8CFE-0441-B0C8-2C9B-530B0124C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Freeform 11">
              <a:extLst>
                <a:ext uri="{FF2B5EF4-FFF2-40B4-BE49-F238E27FC236}">
                  <a16:creationId xmlns:a16="http://schemas.microsoft.com/office/drawing/2014/main" id="{A3B27D4C-60F2-CD94-E094-67274E933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2" name="Freeform 12">
              <a:extLst>
                <a:ext uri="{FF2B5EF4-FFF2-40B4-BE49-F238E27FC236}">
                  <a16:creationId xmlns:a16="http://schemas.microsoft.com/office/drawing/2014/main" id="{3E075BFA-3371-D38C-44EB-AF2125403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3" name="Freeform 13">
              <a:extLst>
                <a:ext uri="{FF2B5EF4-FFF2-40B4-BE49-F238E27FC236}">
                  <a16:creationId xmlns:a16="http://schemas.microsoft.com/office/drawing/2014/main" id="{FAC18582-3D6C-7FD9-5235-538A54407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478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4" name="Freeform 14">
              <a:extLst>
                <a:ext uri="{FF2B5EF4-FFF2-40B4-BE49-F238E27FC236}">
                  <a16:creationId xmlns:a16="http://schemas.microsoft.com/office/drawing/2014/main" id="{01356271-B287-CA24-E104-EEA0ABDF1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316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5" name="Freeform 15">
              <a:extLst>
                <a:ext uri="{FF2B5EF4-FFF2-40B4-BE49-F238E27FC236}">
                  <a16:creationId xmlns:a16="http://schemas.microsoft.com/office/drawing/2014/main" id="{E5769B6D-00E5-7DC3-524D-98A9AF052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153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6" name="Freeform 16">
              <a:extLst>
                <a:ext uri="{FF2B5EF4-FFF2-40B4-BE49-F238E27FC236}">
                  <a16:creationId xmlns:a16="http://schemas.microsoft.com/office/drawing/2014/main" id="{CC1A66EB-B6D7-B198-41E9-6607C4272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998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7" name="Freeform 17">
              <a:extLst>
                <a:ext uri="{FF2B5EF4-FFF2-40B4-BE49-F238E27FC236}">
                  <a16:creationId xmlns:a16="http://schemas.microsoft.com/office/drawing/2014/main" id="{B130A4C6-23BB-C428-8F37-8AFB263DB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835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8" name="Freeform 18">
              <a:extLst>
                <a:ext uri="{FF2B5EF4-FFF2-40B4-BE49-F238E27FC236}">
                  <a16:creationId xmlns:a16="http://schemas.microsoft.com/office/drawing/2014/main" id="{5F7E9328-27DA-D043-3937-44D7DD5B2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680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9" name="Freeform 19">
              <a:extLst>
                <a:ext uri="{FF2B5EF4-FFF2-40B4-BE49-F238E27FC236}">
                  <a16:creationId xmlns:a16="http://schemas.microsoft.com/office/drawing/2014/main" id="{27C05462-6183-928B-C198-EBA121602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517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0" name="Freeform 20">
              <a:extLst>
                <a:ext uri="{FF2B5EF4-FFF2-40B4-BE49-F238E27FC236}">
                  <a16:creationId xmlns:a16="http://schemas.microsoft.com/office/drawing/2014/main" id="{97EA2378-3892-A1DD-2FD3-53C3835D9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362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1" name="Line 21">
              <a:extLst>
                <a:ext uri="{FF2B5EF4-FFF2-40B4-BE49-F238E27FC236}">
                  <a16:creationId xmlns:a16="http://schemas.microsoft.com/office/drawing/2014/main" id="{05F29310-8903-F159-B19E-41306BFE7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362"/>
              <a:ext cx="367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2" name="Freeform 22">
              <a:extLst>
                <a:ext uri="{FF2B5EF4-FFF2-40B4-BE49-F238E27FC236}">
                  <a16:creationId xmlns:a16="http://schemas.microsoft.com/office/drawing/2014/main" id="{DC66B922-AA7E-C18D-1846-D5161D6FD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362"/>
              <a:ext cx="3673" cy="1116"/>
            </a:xfrm>
            <a:custGeom>
              <a:avLst/>
              <a:gdLst>
                <a:gd name="T0" fmla="*/ 0 w 513"/>
                <a:gd name="T1" fmla="*/ 2147483647 h 151"/>
                <a:gd name="T2" fmla="*/ 2147483647 w 513"/>
                <a:gd name="T3" fmla="*/ 2147483647 h 151"/>
                <a:gd name="T4" fmla="*/ 2147483647 w 513"/>
                <a:gd name="T5" fmla="*/ 0 h 151"/>
                <a:gd name="T6" fmla="*/ 0 60000 65536"/>
                <a:gd name="T7" fmla="*/ 0 60000 65536"/>
                <a:gd name="T8" fmla="*/ 0 60000 65536"/>
                <a:gd name="T9" fmla="*/ 0 w 513"/>
                <a:gd name="T10" fmla="*/ 0 h 151"/>
                <a:gd name="T11" fmla="*/ 513 w 513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51">
                  <a:moveTo>
                    <a:pt x="0" y="151"/>
                  </a:moveTo>
                  <a:lnTo>
                    <a:pt x="513" y="151"/>
                  </a:ln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3" name="Line 23">
              <a:extLst>
                <a:ext uri="{FF2B5EF4-FFF2-40B4-BE49-F238E27FC236}">
                  <a16:creationId xmlns:a16="http://schemas.microsoft.com/office/drawing/2014/main" id="{A68EE1B5-63E5-6077-C78E-0829B96E21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1362"/>
              <a:ext cx="1" cy="111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4" name="Line 24">
              <a:extLst>
                <a:ext uri="{FF2B5EF4-FFF2-40B4-BE49-F238E27FC236}">
                  <a16:creationId xmlns:a16="http://schemas.microsoft.com/office/drawing/2014/main" id="{2E40FA8C-EC7C-AE3C-516E-BCA9BBA1E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478"/>
              <a:ext cx="367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5" name="Line 25">
              <a:extLst>
                <a:ext uri="{FF2B5EF4-FFF2-40B4-BE49-F238E27FC236}">
                  <a16:creationId xmlns:a16="http://schemas.microsoft.com/office/drawing/2014/main" id="{19CCEFF8-F484-2659-CD91-18F8A02C49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1362"/>
              <a:ext cx="1" cy="111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6" name="Line 26">
              <a:extLst>
                <a:ext uri="{FF2B5EF4-FFF2-40B4-BE49-F238E27FC236}">
                  <a16:creationId xmlns:a16="http://schemas.microsoft.com/office/drawing/2014/main" id="{8535A957-4316-2258-2994-B72C070FE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7" name="Line 27">
              <a:extLst>
                <a:ext uri="{FF2B5EF4-FFF2-40B4-BE49-F238E27FC236}">
                  <a16:creationId xmlns:a16="http://schemas.microsoft.com/office/drawing/2014/main" id="{2E59AC3E-E774-A10D-47BF-D876EF7C0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8" name="Freeform 28">
              <a:extLst>
                <a:ext uri="{FF2B5EF4-FFF2-40B4-BE49-F238E27FC236}">
                  <a16:creationId xmlns:a16="http://schemas.microsoft.com/office/drawing/2014/main" id="{786D0649-C881-2DAF-B8F7-793E71127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9" name="Line 29">
              <a:extLst>
                <a:ext uri="{FF2B5EF4-FFF2-40B4-BE49-F238E27FC236}">
                  <a16:creationId xmlns:a16="http://schemas.microsoft.com/office/drawing/2014/main" id="{3F1FF075-A821-F2AB-82B4-7C4CA3412A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0" name="Line 30">
              <a:extLst>
                <a:ext uri="{FF2B5EF4-FFF2-40B4-BE49-F238E27FC236}">
                  <a16:creationId xmlns:a16="http://schemas.microsoft.com/office/drawing/2014/main" id="{C724FE79-D970-54A1-7BE3-B0A311BBCA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1" name="Line 31">
              <a:extLst>
                <a:ext uri="{FF2B5EF4-FFF2-40B4-BE49-F238E27FC236}">
                  <a16:creationId xmlns:a16="http://schemas.microsoft.com/office/drawing/2014/main" id="{38C2E478-7911-B1BA-AE9E-28A9E896E5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5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2" name="Line 32">
              <a:extLst>
                <a:ext uri="{FF2B5EF4-FFF2-40B4-BE49-F238E27FC236}">
                  <a16:creationId xmlns:a16="http://schemas.microsoft.com/office/drawing/2014/main" id="{CF636A67-12A1-8293-7FB2-FD983A239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5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3" name="Freeform 33">
              <a:extLst>
                <a:ext uri="{FF2B5EF4-FFF2-40B4-BE49-F238E27FC236}">
                  <a16:creationId xmlns:a16="http://schemas.microsoft.com/office/drawing/2014/main" id="{190A917C-E157-2686-3382-2E13B2695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4" name="Line 34">
              <a:extLst>
                <a:ext uri="{FF2B5EF4-FFF2-40B4-BE49-F238E27FC236}">
                  <a16:creationId xmlns:a16="http://schemas.microsoft.com/office/drawing/2014/main" id="{1E2FC5D7-DAD1-B99D-E9E1-E0C4625F84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4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5" name="Line 35">
              <a:extLst>
                <a:ext uri="{FF2B5EF4-FFF2-40B4-BE49-F238E27FC236}">
                  <a16:creationId xmlns:a16="http://schemas.microsoft.com/office/drawing/2014/main" id="{FA04E459-2C68-FE8E-9E0C-ED6ADB326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6" name="Freeform 36">
              <a:extLst>
                <a:ext uri="{FF2B5EF4-FFF2-40B4-BE49-F238E27FC236}">
                  <a16:creationId xmlns:a16="http://schemas.microsoft.com/office/drawing/2014/main" id="{1C53E91A-2F3A-62F0-3CC3-39CF5030B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7" name="Line 37">
              <a:extLst>
                <a:ext uri="{FF2B5EF4-FFF2-40B4-BE49-F238E27FC236}">
                  <a16:creationId xmlns:a16="http://schemas.microsoft.com/office/drawing/2014/main" id="{B6C61760-5360-C6CB-43F7-C94095AC4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7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8" name="Line 38">
              <a:extLst>
                <a:ext uri="{FF2B5EF4-FFF2-40B4-BE49-F238E27FC236}">
                  <a16:creationId xmlns:a16="http://schemas.microsoft.com/office/drawing/2014/main" id="{A43321A8-5F6D-2F53-129F-A89D22342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9" name="Freeform 39">
              <a:extLst>
                <a:ext uri="{FF2B5EF4-FFF2-40B4-BE49-F238E27FC236}">
                  <a16:creationId xmlns:a16="http://schemas.microsoft.com/office/drawing/2014/main" id="{F02A9C2E-DDA3-6FF4-C81D-34F6F028D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0" name="Line 40">
              <a:extLst>
                <a:ext uri="{FF2B5EF4-FFF2-40B4-BE49-F238E27FC236}">
                  <a16:creationId xmlns:a16="http://schemas.microsoft.com/office/drawing/2014/main" id="{8AE66C80-219B-0006-B9B6-A2C2B223E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1" name="Line 41">
              <a:extLst>
                <a:ext uri="{FF2B5EF4-FFF2-40B4-BE49-F238E27FC236}">
                  <a16:creationId xmlns:a16="http://schemas.microsoft.com/office/drawing/2014/main" id="{4B3AA876-DD3D-7412-3CE5-F0AC1E6DE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2" name="Freeform 42">
              <a:extLst>
                <a:ext uri="{FF2B5EF4-FFF2-40B4-BE49-F238E27FC236}">
                  <a16:creationId xmlns:a16="http://schemas.microsoft.com/office/drawing/2014/main" id="{1DDAE132-5281-738E-0E0D-7280446D3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3" name="Line 43">
              <a:extLst>
                <a:ext uri="{FF2B5EF4-FFF2-40B4-BE49-F238E27FC236}">
                  <a16:creationId xmlns:a16="http://schemas.microsoft.com/office/drawing/2014/main" id="{4B16D7CE-042D-13B0-E7A6-35EBBF9C4B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4" name="Line 44">
              <a:extLst>
                <a:ext uri="{FF2B5EF4-FFF2-40B4-BE49-F238E27FC236}">
                  <a16:creationId xmlns:a16="http://schemas.microsoft.com/office/drawing/2014/main" id="{245DAE37-352F-4A2E-8D17-9212D6BEC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5" name="Freeform 45">
              <a:extLst>
                <a:ext uri="{FF2B5EF4-FFF2-40B4-BE49-F238E27FC236}">
                  <a16:creationId xmlns:a16="http://schemas.microsoft.com/office/drawing/2014/main" id="{861C15D8-3F86-32EE-B957-97365AF15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6" name="Line 46">
              <a:extLst>
                <a:ext uri="{FF2B5EF4-FFF2-40B4-BE49-F238E27FC236}">
                  <a16:creationId xmlns:a16="http://schemas.microsoft.com/office/drawing/2014/main" id="{4D006BB1-F9BD-D86B-BD1C-D0ED70D678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7" name="Line 47">
              <a:extLst>
                <a:ext uri="{FF2B5EF4-FFF2-40B4-BE49-F238E27FC236}">
                  <a16:creationId xmlns:a16="http://schemas.microsoft.com/office/drawing/2014/main" id="{EE24C1E2-19A0-636A-71A5-E8BBDE492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8" name="Freeform 48">
              <a:extLst>
                <a:ext uri="{FF2B5EF4-FFF2-40B4-BE49-F238E27FC236}">
                  <a16:creationId xmlns:a16="http://schemas.microsoft.com/office/drawing/2014/main" id="{E9A0F574-44E3-33BC-BE9D-713B3423A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6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9" name="Line 49">
              <a:extLst>
                <a:ext uri="{FF2B5EF4-FFF2-40B4-BE49-F238E27FC236}">
                  <a16:creationId xmlns:a16="http://schemas.microsoft.com/office/drawing/2014/main" id="{500AE9B7-1A6B-9645-BB46-CF095C47A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9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0" name="Line 50">
              <a:extLst>
                <a:ext uri="{FF2B5EF4-FFF2-40B4-BE49-F238E27FC236}">
                  <a16:creationId xmlns:a16="http://schemas.microsoft.com/office/drawing/2014/main" id="{04D30A3E-EC5A-A96C-D6F5-CE0455D8A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9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1" name="Freeform 51">
              <a:extLst>
                <a:ext uri="{FF2B5EF4-FFF2-40B4-BE49-F238E27FC236}">
                  <a16:creationId xmlns:a16="http://schemas.microsoft.com/office/drawing/2014/main" id="{69FACC57-FC5B-DF4D-B033-EFCE2FE23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2" name="Line 52">
              <a:extLst>
                <a:ext uri="{FF2B5EF4-FFF2-40B4-BE49-F238E27FC236}">
                  <a16:creationId xmlns:a16="http://schemas.microsoft.com/office/drawing/2014/main" id="{4244DB84-8F85-3D39-EFC5-4788538F3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4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3" name="Line 53">
              <a:extLst>
                <a:ext uri="{FF2B5EF4-FFF2-40B4-BE49-F238E27FC236}">
                  <a16:creationId xmlns:a16="http://schemas.microsoft.com/office/drawing/2014/main" id="{DD9F80FD-90E9-3074-7D4D-55B0A1D2A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4" name="Freeform 54">
              <a:extLst>
                <a:ext uri="{FF2B5EF4-FFF2-40B4-BE49-F238E27FC236}">
                  <a16:creationId xmlns:a16="http://schemas.microsoft.com/office/drawing/2014/main" id="{50251EC9-4EEA-F8C6-9C1F-B1D3E285C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5" name="Line 55">
              <a:extLst>
                <a:ext uri="{FF2B5EF4-FFF2-40B4-BE49-F238E27FC236}">
                  <a16:creationId xmlns:a16="http://schemas.microsoft.com/office/drawing/2014/main" id="{9147BF35-F914-6FD2-B195-4D42CB83B8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6" name="Line 56">
              <a:extLst>
                <a:ext uri="{FF2B5EF4-FFF2-40B4-BE49-F238E27FC236}">
                  <a16:creationId xmlns:a16="http://schemas.microsoft.com/office/drawing/2014/main" id="{52051AE0-96A0-E06F-CB16-9A6C6BBF8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7" name="Freeform 57">
              <a:extLst>
                <a:ext uri="{FF2B5EF4-FFF2-40B4-BE49-F238E27FC236}">
                  <a16:creationId xmlns:a16="http://schemas.microsoft.com/office/drawing/2014/main" id="{DE019ABD-8578-F110-6000-853D7334C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8" name="Line 58">
              <a:extLst>
                <a:ext uri="{FF2B5EF4-FFF2-40B4-BE49-F238E27FC236}">
                  <a16:creationId xmlns:a16="http://schemas.microsoft.com/office/drawing/2014/main" id="{A5E65115-2C38-3603-3F64-C19B59C66F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0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9" name="Line 59">
              <a:extLst>
                <a:ext uri="{FF2B5EF4-FFF2-40B4-BE49-F238E27FC236}">
                  <a16:creationId xmlns:a16="http://schemas.microsoft.com/office/drawing/2014/main" id="{63DCD3BB-5D88-FA2C-8219-3D27058C5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0" name="Line 60">
              <a:extLst>
                <a:ext uri="{FF2B5EF4-FFF2-40B4-BE49-F238E27FC236}">
                  <a16:creationId xmlns:a16="http://schemas.microsoft.com/office/drawing/2014/main" id="{5DC3F913-7E77-65DC-D24C-9B43BB744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2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1" name="Line 61">
              <a:extLst>
                <a:ext uri="{FF2B5EF4-FFF2-40B4-BE49-F238E27FC236}">
                  <a16:creationId xmlns:a16="http://schemas.microsoft.com/office/drawing/2014/main" id="{FC3056E7-3696-A52F-2B28-4ACAF9477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2" name="Freeform 62">
              <a:extLst>
                <a:ext uri="{FF2B5EF4-FFF2-40B4-BE49-F238E27FC236}">
                  <a16:creationId xmlns:a16="http://schemas.microsoft.com/office/drawing/2014/main" id="{68A39B87-3810-8B58-6E6A-57370F731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3" name="Line 63">
              <a:extLst>
                <a:ext uri="{FF2B5EF4-FFF2-40B4-BE49-F238E27FC236}">
                  <a16:creationId xmlns:a16="http://schemas.microsoft.com/office/drawing/2014/main" id="{82CEC894-398E-5649-5F32-7B2E1FF10F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1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4" name="Line 64">
              <a:extLst>
                <a:ext uri="{FF2B5EF4-FFF2-40B4-BE49-F238E27FC236}">
                  <a16:creationId xmlns:a16="http://schemas.microsoft.com/office/drawing/2014/main" id="{0DB52C3F-C33C-2FF5-259D-DB9F669F20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1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5" name="Freeform 65">
              <a:extLst>
                <a:ext uri="{FF2B5EF4-FFF2-40B4-BE49-F238E27FC236}">
                  <a16:creationId xmlns:a16="http://schemas.microsoft.com/office/drawing/2014/main" id="{630E1E5B-337A-F9EF-B44B-BA1681E5A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1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6" name="Line 66">
              <a:extLst>
                <a:ext uri="{FF2B5EF4-FFF2-40B4-BE49-F238E27FC236}">
                  <a16:creationId xmlns:a16="http://schemas.microsoft.com/office/drawing/2014/main" id="{C81372C9-DBF7-B535-685A-73AB9A1BB5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4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7" name="Line 67">
              <a:extLst>
                <a:ext uri="{FF2B5EF4-FFF2-40B4-BE49-F238E27FC236}">
                  <a16:creationId xmlns:a16="http://schemas.microsoft.com/office/drawing/2014/main" id="{0005C968-54CF-3A38-C4F0-5A443E3B8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4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8" name="Freeform 68">
              <a:extLst>
                <a:ext uri="{FF2B5EF4-FFF2-40B4-BE49-F238E27FC236}">
                  <a16:creationId xmlns:a16="http://schemas.microsoft.com/office/drawing/2014/main" id="{1842EFE3-78F4-D1DD-5A15-C435E703B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9" name="Line 69">
              <a:extLst>
                <a:ext uri="{FF2B5EF4-FFF2-40B4-BE49-F238E27FC236}">
                  <a16:creationId xmlns:a16="http://schemas.microsoft.com/office/drawing/2014/main" id="{0BF02978-8D94-164A-5A4B-D2C25E18C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0" name="Line 70">
              <a:extLst>
                <a:ext uri="{FF2B5EF4-FFF2-40B4-BE49-F238E27FC236}">
                  <a16:creationId xmlns:a16="http://schemas.microsoft.com/office/drawing/2014/main" id="{2EC62C79-8DDB-EF1A-5ADC-753FD9597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1" name="Freeform 71">
              <a:extLst>
                <a:ext uri="{FF2B5EF4-FFF2-40B4-BE49-F238E27FC236}">
                  <a16:creationId xmlns:a16="http://schemas.microsoft.com/office/drawing/2014/main" id="{BEEA9C01-0AF9-A969-C61B-8E97EB54F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6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2" name="Line 72">
              <a:extLst>
                <a:ext uri="{FF2B5EF4-FFF2-40B4-BE49-F238E27FC236}">
                  <a16:creationId xmlns:a16="http://schemas.microsoft.com/office/drawing/2014/main" id="{008978A0-6468-D99C-1329-FEAD9DE96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73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3" name="Line 73">
              <a:extLst>
                <a:ext uri="{FF2B5EF4-FFF2-40B4-BE49-F238E27FC236}">
                  <a16:creationId xmlns:a16="http://schemas.microsoft.com/office/drawing/2014/main" id="{0E8717BB-7FB1-B813-1860-22575D364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3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4" name="Freeform 74">
              <a:extLst>
                <a:ext uri="{FF2B5EF4-FFF2-40B4-BE49-F238E27FC236}">
                  <a16:creationId xmlns:a16="http://schemas.microsoft.com/office/drawing/2014/main" id="{BDD07FD8-526B-991C-8855-74264194B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5" name="Line 75">
              <a:extLst>
                <a:ext uri="{FF2B5EF4-FFF2-40B4-BE49-F238E27FC236}">
                  <a16:creationId xmlns:a16="http://schemas.microsoft.com/office/drawing/2014/main" id="{E680129D-B925-7EB0-F53F-CE1FF1FB9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3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6" name="Line 76">
              <a:extLst>
                <a:ext uri="{FF2B5EF4-FFF2-40B4-BE49-F238E27FC236}">
                  <a16:creationId xmlns:a16="http://schemas.microsoft.com/office/drawing/2014/main" id="{E9A7F152-B42C-0B4D-F1FF-17179F427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7" name="Freeform 77">
              <a:extLst>
                <a:ext uri="{FF2B5EF4-FFF2-40B4-BE49-F238E27FC236}">
                  <a16:creationId xmlns:a16="http://schemas.microsoft.com/office/drawing/2014/main" id="{365C361E-BBBF-65DA-8574-606ADE6CD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8" name="Line 78">
              <a:extLst>
                <a:ext uri="{FF2B5EF4-FFF2-40B4-BE49-F238E27FC236}">
                  <a16:creationId xmlns:a16="http://schemas.microsoft.com/office/drawing/2014/main" id="{DE5F6D79-F81D-5A77-D129-D1DE8020F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9" name="Line 79">
              <a:extLst>
                <a:ext uri="{FF2B5EF4-FFF2-40B4-BE49-F238E27FC236}">
                  <a16:creationId xmlns:a16="http://schemas.microsoft.com/office/drawing/2014/main" id="{20DAEF79-1A33-C877-EA2D-1D4B432BE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0" name="Freeform 80">
              <a:extLst>
                <a:ext uri="{FF2B5EF4-FFF2-40B4-BE49-F238E27FC236}">
                  <a16:creationId xmlns:a16="http://schemas.microsoft.com/office/drawing/2014/main" id="{074C9D69-BEA5-CD5A-DF1B-7756CBA65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1" name="Line 81">
              <a:extLst>
                <a:ext uri="{FF2B5EF4-FFF2-40B4-BE49-F238E27FC236}">
                  <a16:creationId xmlns:a16="http://schemas.microsoft.com/office/drawing/2014/main" id="{9B1D9E35-16CA-47A7-86AD-7C9C20EFC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2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2" name="Line 82">
              <a:extLst>
                <a:ext uri="{FF2B5EF4-FFF2-40B4-BE49-F238E27FC236}">
                  <a16:creationId xmlns:a16="http://schemas.microsoft.com/office/drawing/2014/main" id="{0A3C5D32-4CE8-642D-89CF-D715C29D3E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2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3" name="Freeform 83">
              <a:extLst>
                <a:ext uri="{FF2B5EF4-FFF2-40B4-BE49-F238E27FC236}">
                  <a16:creationId xmlns:a16="http://schemas.microsoft.com/office/drawing/2014/main" id="{9C3F6E67-CEB4-EB53-2451-385BF725F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4" name="Line 84">
              <a:extLst>
                <a:ext uri="{FF2B5EF4-FFF2-40B4-BE49-F238E27FC236}">
                  <a16:creationId xmlns:a16="http://schemas.microsoft.com/office/drawing/2014/main" id="{47FFA989-78FE-7A0F-72FE-9086B40109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5" name="Line 85">
              <a:extLst>
                <a:ext uri="{FF2B5EF4-FFF2-40B4-BE49-F238E27FC236}">
                  <a16:creationId xmlns:a16="http://schemas.microsoft.com/office/drawing/2014/main" id="{F441D459-5E5F-7821-AF5D-E87018729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6" name="Freeform 86">
              <a:extLst>
                <a:ext uri="{FF2B5EF4-FFF2-40B4-BE49-F238E27FC236}">
                  <a16:creationId xmlns:a16="http://schemas.microsoft.com/office/drawing/2014/main" id="{F14142A8-49DE-CBD6-D708-642D490D6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7" name="Line 87">
              <a:extLst>
                <a:ext uri="{FF2B5EF4-FFF2-40B4-BE49-F238E27FC236}">
                  <a16:creationId xmlns:a16="http://schemas.microsoft.com/office/drawing/2014/main" id="{723120DD-599C-7608-CB21-6020627D19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8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8" name="Line 88">
              <a:extLst>
                <a:ext uri="{FF2B5EF4-FFF2-40B4-BE49-F238E27FC236}">
                  <a16:creationId xmlns:a16="http://schemas.microsoft.com/office/drawing/2014/main" id="{43C99390-E879-0F91-280F-002F155906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9" name="Line 89">
              <a:extLst>
                <a:ext uri="{FF2B5EF4-FFF2-40B4-BE49-F238E27FC236}">
                  <a16:creationId xmlns:a16="http://schemas.microsoft.com/office/drawing/2014/main" id="{85217F27-F1D3-837B-6300-E4CEDFAFFF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0" name="Line 90">
              <a:extLst>
                <a:ext uri="{FF2B5EF4-FFF2-40B4-BE49-F238E27FC236}">
                  <a16:creationId xmlns:a16="http://schemas.microsoft.com/office/drawing/2014/main" id="{68E004ED-6289-F396-1290-8C5758027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1" name="Freeform 91">
              <a:extLst>
                <a:ext uri="{FF2B5EF4-FFF2-40B4-BE49-F238E27FC236}">
                  <a16:creationId xmlns:a16="http://schemas.microsoft.com/office/drawing/2014/main" id="{D994659E-A12F-00A8-929C-B4C288223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2" name="Line 92">
              <a:extLst>
                <a:ext uri="{FF2B5EF4-FFF2-40B4-BE49-F238E27FC236}">
                  <a16:creationId xmlns:a16="http://schemas.microsoft.com/office/drawing/2014/main" id="{134F55BC-1E26-F039-3F8B-14C6775709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3" name="Line 93">
              <a:extLst>
                <a:ext uri="{FF2B5EF4-FFF2-40B4-BE49-F238E27FC236}">
                  <a16:creationId xmlns:a16="http://schemas.microsoft.com/office/drawing/2014/main" id="{C1454F80-D288-F5B5-E19D-643ECD6A4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4" name="Freeform 94">
              <a:extLst>
                <a:ext uri="{FF2B5EF4-FFF2-40B4-BE49-F238E27FC236}">
                  <a16:creationId xmlns:a16="http://schemas.microsoft.com/office/drawing/2014/main" id="{9AE48E97-394D-B536-11D6-3CF0C2EC0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5" name="Line 95">
              <a:extLst>
                <a:ext uri="{FF2B5EF4-FFF2-40B4-BE49-F238E27FC236}">
                  <a16:creationId xmlns:a16="http://schemas.microsoft.com/office/drawing/2014/main" id="{F45C8C21-F35F-FE9A-67D7-5A55DF8811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4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6" name="Line 96">
              <a:extLst>
                <a:ext uri="{FF2B5EF4-FFF2-40B4-BE49-F238E27FC236}">
                  <a16:creationId xmlns:a16="http://schemas.microsoft.com/office/drawing/2014/main" id="{FB1B7A1D-A2C6-8340-C633-7A756D4A3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7" name="Freeform 97">
              <a:extLst>
                <a:ext uri="{FF2B5EF4-FFF2-40B4-BE49-F238E27FC236}">
                  <a16:creationId xmlns:a16="http://schemas.microsoft.com/office/drawing/2014/main" id="{1E7C01FB-E95E-B5A1-55A7-663590707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8" name="Line 98">
              <a:extLst>
                <a:ext uri="{FF2B5EF4-FFF2-40B4-BE49-F238E27FC236}">
                  <a16:creationId xmlns:a16="http://schemas.microsoft.com/office/drawing/2014/main" id="{B0655F7B-D475-AB4B-F6B7-7F675F66E5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9" name="Line 99">
              <a:extLst>
                <a:ext uri="{FF2B5EF4-FFF2-40B4-BE49-F238E27FC236}">
                  <a16:creationId xmlns:a16="http://schemas.microsoft.com/office/drawing/2014/main" id="{06AA734F-0831-D8FD-E845-174063FE4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0" name="Freeform 100">
              <a:extLst>
                <a:ext uri="{FF2B5EF4-FFF2-40B4-BE49-F238E27FC236}">
                  <a16:creationId xmlns:a16="http://schemas.microsoft.com/office/drawing/2014/main" id="{17D25587-CADA-5A3B-9A1E-52583B3FC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1" name="Line 101">
              <a:extLst>
                <a:ext uri="{FF2B5EF4-FFF2-40B4-BE49-F238E27FC236}">
                  <a16:creationId xmlns:a16="http://schemas.microsoft.com/office/drawing/2014/main" id="{AE3E8BC2-BED6-0F8B-8582-F167D7B285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2" name="Line 102">
              <a:extLst>
                <a:ext uri="{FF2B5EF4-FFF2-40B4-BE49-F238E27FC236}">
                  <a16:creationId xmlns:a16="http://schemas.microsoft.com/office/drawing/2014/main" id="{CE5EF33D-E9DA-F2A5-85EE-3B1584BD9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3" name="Freeform 103">
              <a:extLst>
                <a:ext uri="{FF2B5EF4-FFF2-40B4-BE49-F238E27FC236}">
                  <a16:creationId xmlns:a16="http://schemas.microsoft.com/office/drawing/2014/main" id="{5E1FAC8A-40D3-1523-F00F-45386180F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4" name="Line 104">
              <a:extLst>
                <a:ext uri="{FF2B5EF4-FFF2-40B4-BE49-F238E27FC236}">
                  <a16:creationId xmlns:a16="http://schemas.microsoft.com/office/drawing/2014/main" id="{A049C3E7-8B1D-C6DF-CF4E-63B532B0F1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3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5" name="Line 105">
              <a:extLst>
                <a:ext uri="{FF2B5EF4-FFF2-40B4-BE49-F238E27FC236}">
                  <a16:creationId xmlns:a16="http://schemas.microsoft.com/office/drawing/2014/main" id="{A16CC2A2-A8B2-62D8-67E1-0D61A5EE2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3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6" name="Freeform 106">
              <a:extLst>
                <a:ext uri="{FF2B5EF4-FFF2-40B4-BE49-F238E27FC236}">
                  <a16:creationId xmlns:a16="http://schemas.microsoft.com/office/drawing/2014/main" id="{75B61D66-2B9D-EB30-68E1-D80566DB0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3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7" name="Line 107">
              <a:extLst>
                <a:ext uri="{FF2B5EF4-FFF2-40B4-BE49-F238E27FC236}">
                  <a16:creationId xmlns:a16="http://schemas.microsoft.com/office/drawing/2014/main" id="{D8527462-90E4-0F2C-74D9-CB5D609CD7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8" name="Line 108">
              <a:extLst>
                <a:ext uri="{FF2B5EF4-FFF2-40B4-BE49-F238E27FC236}">
                  <a16:creationId xmlns:a16="http://schemas.microsoft.com/office/drawing/2014/main" id="{B7FE5F8F-BCC7-3B43-E044-C01CA9F68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9" name="Freeform 109">
              <a:extLst>
                <a:ext uri="{FF2B5EF4-FFF2-40B4-BE49-F238E27FC236}">
                  <a16:creationId xmlns:a16="http://schemas.microsoft.com/office/drawing/2014/main" id="{12F0FE7F-DE8A-D489-84F1-054D67700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6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0" name="Line 110">
              <a:extLst>
                <a:ext uri="{FF2B5EF4-FFF2-40B4-BE49-F238E27FC236}">
                  <a16:creationId xmlns:a16="http://schemas.microsoft.com/office/drawing/2014/main" id="{9A62FF73-3A9E-23AD-5CD0-E7BEC3220B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9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1" name="Line 111">
              <a:extLst>
                <a:ext uri="{FF2B5EF4-FFF2-40B4-BE49-F238E27FC236}">
                  <a16:creationId xmlns:a16="http://schemas.microsoft.com/office/drawing/2014/main" id="{C765CC44-2122-C075-09DA-915386AB6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2" name="Freeform 112">
              <a:extLst>
                <a:ext uri="{FF2B5EF4-FFF2-40B4-BE49-F238E27FC236}">
                  <a16:creationId xmlns:a16="http://schemas.microsoft.com/office/drawing/2014/main" id="{B0D539BD-AD0B-D9C2-93D1-409026979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3" name="Line 113">
              <a:extLst>
                <a:ext uri="{FF2B5EF4-FFF2-40B4-BE49-F238E27FC236}">
                  <a16:creationId xmlns:a16="http://schemas.microsoft.com/office/drawing/2014/main" id="{8A24CE10-E07B-1A1A-317F-EC12131065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4" name="Line 114">
              <a:extLst>
                <a:ext uri="{FF2B5EF4-FFF2-40B4-BE49-F238E27FC236}">
                  <a16:creationId xmlns:a16="http://schemas.microsoft.com/office/drawing/2014/main" id="{0A44BB25-B23D-BC80-62C6-B0CE061D9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5" name="Freeform 115">
              <a:extLst>
                <a:ext uri="{FF2B5EF4-FFF2-40B4-BE49-F238E27FC236}">
                  <a16:creationId xmlns:a16="http://schemas.microsoft.com/office/drawing/2014/main" id="{6B9A46C2-7E66-5950-CC56-CB8160232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6" name="Line 116">
              <a:extLst>
                <a:ext uri="{FF2B5EF4-FFF2-40B4-BE49-F238E27FC236}">
                  <a16:creationId xmlns:a16="http://schemas.microsoft.com/office/drawing/2014/main" id="{A6E8319E-B672-DF9C-B1A1-CB38422B81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8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7" name="Line 117">
              <a:extLst>
                <a:ext uri="{FF2B5EF4-FFF2-40B4-BE49-F238E27FC236}">
                  <a16:creationId xmlns:a16="http://schemas.microsoft.com/office/drawing/2014/main" id="{B0B048BD-1339-C6BD-691B-12A04A06D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8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8" name="Line 118">
              <a:extLst>
                <a:ext uri="{FF2B5EF4-FFF2-40B4-BE49-F238E27FC236}">
                  <a16:creationId xmlns:a16="http://schemas.microsoft.com/office/drawing/2014/main" id="{F422AFDF-6868-3DED-E094-F870302E48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9" name="Line 119">
              <a:extLst>
                <a:ext uri="{FF2B5EF4-FFF2-40B4-BE49-F238E27FC236}">
                  <a16:creationId xmlns:a16="http://schemas.microsoft.com/office/drawing/2014/main" id="{92EABDD2-67F3-35E7-38BD-924A1E7D3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0" name="Freeform 120">
              <a:extLst>
                <a:ext uri="{FF2B5EF4-FFF2-40B4-BE49-F238E27FC236}">
                  <a16:creationId xmlns:a16="http://schemas.microsoft.com/office/drawing/2014/main" id="{B4888117-EDCB-B19F-617E-C917AA2CD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1" name="Line 121">
              <a:extLst>
                <a:ext uri="{FF2B5EF4-FFF2-40B4-BE49-F238E27FC236}">
                  <a16:creationId xmlns:a16="http://schemas.microsoft.com/office/drawing/2014/main" id="{B44022BA-6504-AE83-E5A9-1DA012EAB4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9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2" name="Line 122">
              <a:extLst>
                <a:ext uri="{FF2B5EF4-FFF2-40B4-BE49-F238E27FC236}">
                  <a16:creationId xmlns:a16="http://schemas.microsoft.com/office/drawing/2014/main" id="{9A92D3F6-CA25-A3B4-4CB0-B3E3E4C4D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9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3" name="Freeform 123">
              <a:extLst>
                <a:ext uri="{FF2B5EF4-FFF2-40B4-BE49-F238E27FC236}">
                  <a16:creationId xmlns:a16="http://schemas.microsoft.com/office/drawing/2014/main" id="{F83A7DD3-E594-D829-21E9-19E2351EB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4" name="Line 124">
              <a:extLst>
                <a:ext uri="{FF2B5EF4-FFF2-40B4-BE49-F238E27FC236}">
                  <a16:creationId xmlns:a16="http://schemas.microsoft.com/office/drawing/2014/main" id="{1ADFA283-F164-1F72-7CD5-C397519292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2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5" name="Line 125">
              <a:extLst>
                <a:ext uri="{FF2B5EF4-FFF2-40B4-BE49-F238E27FC236}">
                  <a16:creationId xmlns:a16="http://schemas.microsoft.com/office/drawing/2014/main" id="{67662154-5415-B469-59CB-0109F7E1D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6" name="Freeform 126">
              <a:extLst>
                <a:ext uri="{FF2B5EF4-FFF2-40B4-BE49-F238E27FC236}">
                  <a16:creationId xmlns:a16="http://schemas.microsoft.com/office/drawing/2014/main" id="{5591554D-3BE0-E5FB-7611-012FFFD71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7" name="Line 127">
              <a:extLst>
                <a:ext uri="{FF2B5EF4-FFF2-40B4-BE49-F238E27FC236}">
                  <a16:creationId xmlns:a16="http://schemas.microsoft.com/office/drawing/2014/main" id="{F3310AB6-E8CB-4E94-9ECE-EF122B0B4B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3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8" name="Line 128">
              <a:extLst>
                <a:ext uri="{FF2B5EF4-FFF2-40B4-BE49-F238E27FC236}">
                  <a16:creationId xmlns:a16="http://schemas.microsoft.com/office/drawing/2014/main" id="{83258019-D2A1-9110-7344-FFDFD02C8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3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9" name="Freeform 129">
              <a:extLst>
                <a:ext uri="{FF2B5EF4-FFF2-40B4-BE49-F238E27FC236}">
                  <a16:creationId xmlns:a16="http://schemas.microsoft.com/office/drawing/2014/main" id="{20DB81FD-5D9E-CCF1-355F-90A720103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0" name="Line 130">
              <a:extLst>
                <a:ext uri="{FF2B5EF4-FFF2-40B4-BE49-F238E27FC236}">
                  <a16:creationId xmlns:a16="http://schemas.microsoft.com/office/drawing/2014/main" id="{F0F3A178-5A33-4E04-9FB9-850EFBBF6B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1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1" name="Line 131">
              <a:extLst>
                <a:ext uri="{FF2B5EF4-FFF2-40B4-BE49-F238E27FC236}">
                  <a16:creationId xmlns:a16="http://schemas.microsoft.com/office/drawing/2014/main" id="{FA535BC8-CBB6-DAE6-68C7-C5AF9A19A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1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2" name="Freeform 132">
              <a:extLst>
                <a:ext uri="{FF2B5EF4-FFF2-40B4-BE49-F238E27FC236}">
                  <a16:creationId xmlns:a16="http://schemas.microsoft.com/office/drawing/2014/main" id="{298C3962-204C-82FB-3D86-0255C762C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3" name="Line 133">
              <a:extLst>
                <a:ext uri="{FF2B5EF4-FFF2-40B4-BE49-F238E27FC236}">
                  <a16:creationId xmlns:a16="http://schemas.microsoft.com/office/drawing/2014/main" id="{05FF82DE-5E3D-1653-EAC0-50375F6580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1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4" name="Line 134">
              <a:extLst>
                <a:ext uri="{FF2B5EF4-FFF2-40B4-BE49-F238E27FC236}">
                  <a16:creationId xmlns:a16="http://schemas.microsoft.com/office/drawing/2014/main" id="{AD53495C-C0EE-F33F-40B4-9450700B4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1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5" name="Freeform 135">
              <a:extLst>
                <a:ext uri="{FF2B5EF4-FFF2-40B4-BE49-F238E27FC236}">
                  <a16:creationId xmlns:a16="http://schemas.microsoft.com/office/drawing/2014/main" id="{7A55002A-72E7-DCF8-97DE-7CFFDAFFC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6" name="Line 136">
              <a:extLst>
                <a:ext uri="{FF2B5EF4-FFF2-40B4-BE49-F238E27FC236}">
                  <a16:creationId xmlns:a16="http://schemas.microsoft.com/office/drawing/2014/main" id="{9A74F3F4-4C04-B769-B9B0-1C85AABB12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4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7" name="Line 137">
              <a:extLst>
                <a:ext uri="{FF2B5EF4-FFF2-40B4-BE49-F238E27FC236}">
                  <a16:creationId xmlns:a16="http://schemas.microsoft.com/office/drawing/2014/main" id="{7DD6EF1D-ECCE-158A-FFD2-4E3C0F34A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8" name="Freeform 138">
              <a:extLst>
                <a:ext uri="{FF2B5EF4-FFF2-40B4-BE49-F238E27FC236}">
                  <a16:creationId xmlns:a16="http://schemas.microsoft.com/office/drawing/2014/main" id="{FA3F355B-B3A9-0055-067B-A13B65E3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9" name="Line 139">
              <a:extLst>
                <a:ext uri="{FF2B5EF4-FFF2-40B4-BE49-F238E27FC236}">
                  <a16:creationId xmlns:a16="http://schemas.microsoft.com/office/drawing/2014/main" id="{65EE5476-96EE-E21D-328C-E19AEE86DC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0" name="Line 140">
              <a:extLst>
                <a:ext uri="{FF2B5EF4-FFF2-40B4-BE49-F238E27FC236}">
                  <a16:creationId xmlns:a16="http://schemas.microsoft.com/office/drawing/2014/main" id="{3AB2B559-3EBF-865C-2B68-A247CB6FF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1" name="Freeform 141">
              <a:extLst>
                <a:ext uri="{FF2B5EF4-FFF2-40B4-BE49-F238E27FC236}">
                  <a16:creationId xmlns:a16="http://schemas.microsoft.com/office/drawing/2014/main" id="{9E8F7ED5-AEBE-7339-4F23-4FDB485DF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2" name="Line 142">
              <a:extLst>
                <a:ext uri="{FF2B5EF4-FFF2-40B4-BE49-F238E27FC236}">
                  <a16:creationId xmlns:a16="http://schemas.microsoft.com/office/drawing/2014/main" id="{C2A619B7-4CF9-8662-9D0F-76DB6E3C64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5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3" name="Line 143">
              <a:extLst>
                <a:ext uri="{FF2B5EF4-FFF2-40B4-BE49-F238E27FC236}">
                  <a16:creationId xmlns:a16="http://schemas.microsoft.com/office/drawing/2014/main" id="{432FCD39-6C30-0154-9330-64FE11C086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4" name="Freeform 144">
              <a:extLst>
                <a:ext uri="{FF2B5EF4-FFF2-40B4-BE49-F238E27FC236}">
                  <a16:creationId xmlns:a16="http://schemas.microsoft.com/office/drawing/2014/main" id="{F842ED1A-DFD5-387B-ECA1-19B8A53F6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5" name="Line 145">
              <a:extLst>
                <a:ext uri="{FF2B5EF4-FFF2-40B4-BE49-F238E27FC236}">
                  <a16:creationId xmlns:a16="http://schemas.microsoft.com/office/drawing/2014/main" id="{360BEE6A-C140-C5B6-205D-916D78356C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5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6" name="Line 146">
              <a:extLst>
                <a:ext uri="{FF2B5EF4-FFF2-40B4-BE49-F238E27FC236}">
                  <a16:creationId xmlns:a16="http://schemas.microsoft.com/office/drawing/2014/main" id="{ED7C3980-B96E-A9E8-A2F4-DA4E3C30AE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7" name="Line 147">
              <a:extLst>
                <a:ext uri="{FF2B5EF4-FFF2-40B4-BE49-F238E27FC236}">
                  <a16:creationId xmlns:a16="http://schemas.microsoft.com/office/drawing/2014/main" id="{44C1F9C8-29E3-05BB-AD29-A025709E3E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7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8" name="Line 148">
              <a:extLst>
                <a:ext uri="{FF2B5EF4-FFF2-40B4-BE49-F238E27FC236}">
                  <a16:creationId xmlns:a16="http://schemas.microsoft.com/office/drawing/2014/main" id="{80723723-4594-BF45-5669-8C5B6D91C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9" name="Freeform 149">
              <a:extLst>
                <a:ext uri="{FF2B5EF4-FFF2-40B4-BE49-F238E27FC236}">
                  <a16:creationId xmlns:a16="http://schemas.microsoft.com/office/drawing/2014/main" id="{2792F8BE-B985-7136-B53A-9D7BC4387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0" name="Line 150">
              <a:extLst>
                <a:ext uri="{FF2B5EF4-FFF2-40B4-BE49-F238E27FC236}">
                  <a16:creationId xmlns:a16="http://schemas.microsoft.com/office/drawing/2014/main" id="{24423043-BFBD-CC4D-A1CF-B896B46959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1" name="Line 151">
              <a:extLst>
                <a:ext uri="{FF2B5EF4-FFF2-40B4-BE49-F238E27FC236}">
                  <a16:creationId xmlns:a16="http://schemas.microsoft.com/office/drawing/2014/main" id="{FFDF91F1-CED6-8D17-0E40-8E12D7E32E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2" name="Freeform 152">
              <a:extLst>
                <a:ext uri="{FF2B5EF4-FFF2-40B4-BE49-F238E27FC236}">
                  <a16:creationId xmlns:a16="http://schemas.microsoft.com/office/drawing/2014/main" id="{D05F0AE1-A0C6-0795-1805-53BD25394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3" name="Line 153">
              <a:extLst>
                <a:ext uri="{FF2B5EF4-FFF2-40B4-BE49-F238E27FC236}">
                  <a16:creationId xmlns:a16="http://schemas.microsoft.com/office/drawing/2014/main" id="{863FF867-7AC9-A9FC-4A0F-54182D719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9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4" name="Line 154">
              <a:extLst>
                <a:ext uri="{FF2B5EF4-FFF2-40B4-BE49-F238E27FC236}">
                  <a16:creationId xmlns:a16="http://schemas.microsoft.com/office/drawing/2014/main" id="{E917BAB4-3550-F5E0-2AF7-7C999649D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5" name="Freeform 155">
              <a:extLst>
                <a:ext uri="{FF2B5EF4-FFF2-40B4-BE49-F238E27FC236}">
                  <a16:creationId xmlns:a16="http://schemas.microsoft.com/office/drawing/2014/main" id="{EA18868B-947E-0853-B624-D836F3250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6" name="Line 156">
              <a:extLst>
                <a:ext uri="{FF2B5EF4-FFF2-40B4-BE49-F238E27FC236}">
                  <a16:creationId xmlns:a16="http://schemas.microsoft.com/office/drawing/2014/main" id="{7B50040F-E1E1-4A4C-0DE5-939378E94A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1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7" name="Line 157">
              <a:extLst>
                <a:ext uri="{FF2B5EF4-FFF2-40B4-BE49-F238E27FC236}">
                  <a16:creationId xmlns:a16="http://schemas.microsoft.com/office/drawing/2014/main" id="{1DDE2137-C583-0034-9BE1-8D5B1C80B7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8" name="Freeform 158">
              <a:extLst>
                <a:ext uri="{FF2B5EF4-FFF2-40B4-BE49-F238E27FC236}">
                  <a16:creationId xmlns:a16="http://schemas.microsoft.com/office/drawing/2014/main" id="{60D555E9-C114-FEF4-7A21-022D638CD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9" name="Line 159">
              <a:extLst>
                <a:ext uri="{FF2B5EF4-FFF2-40B4-BE49-F238E27FC236}">
                  <a16:creationId xmlns:a16="http://schemas.microsoft.com/office/drawing/2014/main" id="{E5BE6B6F-95BC-0BA0-7B70-96632E665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0" name="Line 160">
              <a:extLst>
                <a:ext uri="{FF2B5EF4-FFF2-40B4-BE49-F238E27FC236}">
                  <a16:creationId xmlns:a16="http://schemas.microsoft.com/office/drawing/2014/main" id="{C83F8092-56CC-F74E-362D-8186CFED9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1" name="Freeform 161">
              <a:extLst>
                <a:ext uri="{FF2B5EF4-FFF2-40B4-BE49-F238E27FC236}">
                  <a16:creationId xmlns:a16="http://schemas.microsoft.com/office/drawing/2014/main" id="{D5869B51-ED69-36B2-85EB-CEAE61479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8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2" name="Line 162">
              <a:extLst>
                <a:ext uri="{FF2B5EF4-FFF2-40B4-BE49-F238E27FC236}">
                  <a16:creationId xmlns:a16="http://schemas.microsoft.com/office/drawing/2014/main" id="{12FB5B27-61CB-87E3-DD85-6278E2CF40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3" name="Line 163">
              <a:extLst>
                <a:ext uri="{FF2B5EF4-FFF2-40B4-BE49-F238E27FC236}">
                  <a16:creationId xmlns:a16="http://schemas.microsoft.com/office/drawing/2014/main" id="{154C9148-2A31-3580-CA6E-771A76CC4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4" name="Freeform 164">
              <a:extLst>
                <a:ext uri="{FF2B5EF4-FFF2-40B4-BE49-F238E27FC236}">
                  <a16:creationId xmlns:a16="http://schemas.microsoft.com/office/drawing/2014/main" id="{E09B6D05-F129-D584-9C45-680E2DE33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8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5" name="Line 165">
              <a:extLst>
                <a:ext uri="{FF2B5EF4-FFF2-40B4-BE49-F238E27FC236}">
                  <a16:creationId xmlns:a16="http://schemas.microsoft.com/office/drawing/2014/main" id="{AC904FD6-24BA-FE4A-15E0-5BAC8D81D6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1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6" name="Line 166">
              <a:extLst>
                <a:ext uri="{FF2B5EF4-FFF2-40B4-BE49-F238E27FC236}">
                  <a16:creationId xmlns:a16="http://schemas.microsoft.com/office/drawing/2014/main" id="{32D13BC1-1414-DE96-ADD1-F4ADE9053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1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7" name="Freeform 167">
              <a:extLst>
                <a:ext uri="{FF2B5EF4-FFF2-40B4-BE49-F238E27FC236}">
                  <a16:creationId xmlns:a16="http://schemas.microsoft.com/office/drawing/2014/main" id="{C0A0B143-5877-029D-329B-F9C081B0C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1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8" name="Line 168">
              <a:extLst>
                <a:ext uri="{FF2B5EF4-FFF2-40B4-BE49-F238E27FC236}">
                  <a16:creationId xmlns:a16="http://schemas.microsoft.com/office/drawing/2014/main" id="{E9BDD9AC-911F-D259-C515-4AF9C99407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7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9" name="Line 169">
              <a:extLst>
                <a:ext uri="{FF2B5EF4-FFF2-40B4-BE49-F238E27FC236}">
                  <a16:creationId xmlns:a16="http://schemas.microsoft.com/office/drawing/2014/main" id="{1960844C-D226-6820-6D85-AE14A9E8F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7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0" name="Freeform 170">
              <a:extLst>
                <a:ext uri="{FF2B5EF4-FFF2-40B4-BE49-F238E27FC236}">
                  <a16:creationId xmlns:a16="http://schemas.microsoft.com/office/drawing/2014/main" id="{77C0B229-DBB5-1EDC-56FD-B243787FE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7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1" name="Line 171">
              <a:extLst>
                <a:ext uri="{FF2B5EF4-FFF2-40B4-BE49-F238E27FC236}">
                  <a16:creationId xmlns:a16="http://schemas.microsoft.com/office/drawing/2014/main" id="{9E72C949-6BAA-72B2-50E4-D3B742DD9D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3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2" name="Line 172">
              <a:extLst>
                <a:ext uri="{FF2B5EF4-FFF2-40B4-BE49-F238E27FC236}">
                  <a16:creationId xmlns:a16="http://schemas.microsoft.com/office/drawing/2014/main" id="{83508883-96E2-78C4-D335-BCACEA610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3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3" name="Freeform 173">
              <a:extLst>
                <a:ext uri="{FF2B5EF4-FFF2-40B4-BE49-F238E27FC236}">
                  <a16:creationId xmlns:a16="http://schemas.microsoft.com/office/drawing/2014/main" id="{94BC4714-E026-489E-7963-759C0BA7A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1362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4" name="Line 174">
              <a:extLst>
                <a:ext uri="{FF2B5EF4-FFF2-40B4-BE49-F238E27FC236}">
                  <a16:creationId xmlns:a16="http://schemas.microsoft.com/office/drawing/2014/main" id="{5B04E769-DB6A-9280-9867-7C5E180DED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3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5" name="Line 175">
              <a:extLst>
                <a:ext uri="{FF2B5EF4-FFF2-40B4-BE49-F238E27FC236}">
                  <a16:creationId xmlns:a16="http://schemas.microsoft.com/office/drawing/2014/main" id="{10482212-08E0-BC85-8864-A447068B64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3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6" name="Line 176">
              <a:extLst>
                <a:ext uri="{FF2B5EF4-FFF2-40B4-BE49-F238E27FC236}">
                  <a16:creationId xmlns:a16="http://schemas.microsoft.com/office/drawing/2014/main" id="{334B0521-B8D7-E628-8898-CA9D84193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478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7" name="Line 177">
              <a:extLst>
                <a:ext uri="{FF2B5EF4-FFF2-40B4-BE49-F238E27FC236}">
                  <a16:creationId xmlns:a16="http://schemas.microsoft.com/office/drawing/2014/main" id="{B8243340-06B2-15BC-48E6-E890538981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2478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8" name="Rectangle 178">
              <a:extLst>
                <a:ext uri="{FF2B5EF4-FFF2-40B4-BE49-F238E27FC236}">
                  <a16:creationId xmlns:a16="http://schemas.microsoft.com/office/drawing/2014/main" id="{D7FE3C54-661B-B7DB-FCF4-8D9539D79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355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-80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1869" name="Line 179">
              <a:extLst>
                <a:ext uri="{FF2B5EF4-FFF2-40B4-BE49-F238E27FC236}">
                  <a16:creationId xmlns:a16="http://schemas.microsoft.com/office/drawing/2014/main" id="{23B41897-6A1F-C6DA-F542-0E37C36BC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31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0" name="Line 180">
              <a:extLst>
                <a:ext uri="{FF2B5EF4-FFF2-40B4-BE49-F238E27FC236}">
                  <a16:creationId xmlns:a16="http://schemas.microsoft.com/office/drawing/2014/main" id="{8EB9C173-2126-FD58-47AA-973DC579C1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2316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1" name="Rectangle 181">
              <a:extLst>
                <a:ext uri="{FF2B5EF4-FFF2-40B4-BE49-F238E27FC236}">
                  <a16:creationId xmlns:a16="http://schemas.microsoft.com/office/drawing/2014/main" id="{DCF02023-78E3-34AF-10D4-7F4DF1DA2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192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-60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1872" name="Line 182">
              <a:extLst>
                <a:ext uri="{FF2B5EF4-FFF2-40B4-BE49-F238E27FC236}">
                  <a16:creationId xmlns:a16="http://schemas.microsoft.com/office/drawing/2014/main" id="{F6077329-EA63-4399-F595-46EA0910AB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153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3" name="Line 183">
              <a:extLst>
                <a:ext uri="{FF2B5EF4-FFF2-40B4-BE49-F238E27FC236}">
                  <a16:creationId xmlns:a16="http://schemas.microsoft.com/office/drawing/2014/main" id="{238835E4-BFBA-C330-2CFF-8B4EF7626F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2153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4" name="Rectangle 184">
              <a:extLst>
                <a:ext uri="{FF2B5EF4-FFF2-40B4-BE49-F238E27FC236}">
                  <a16:creationId xmlns:a16="http://schemas.microsoft.com/office/drawing/2014/main" id="{4AE2443C-8FD6-E6D2-1630-0F2B92E2B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029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-40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1875" name="Line 185">
              <a:extLst>
                <a:ext uri="{FF2B5EF4-FFF2-40B4-BE49-F238E27FC236}">
                  <a16:creationId xmlns:a16="http://schemas.microsoft.com/office/drawing/2014/main" id="{549DED83-0544-DE7C-02B3-28213C7FB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998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6" name="Line 186">
              <a:extLst>
                <a:ext uri="{FF2B5EF4-FFF2-40B4-BE49-F238E27FC236}">
                  <a16:creationId xmlns:a16="http://schemas.microsoft.com/office/drawing/2014/main" id="{81E1A5E2-2271-85D4-E558-8F566D651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1998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7" name="Rectangle 187">
              <a:extLst>
                <a:ext uri="{FF2B5EF4-FFF2-40B4-BE49-F238E27FC236}">
                  <a16:creationId xmlns:a16="http://schemas.microsoft.com/office/drawing/2014/main" id="{1311D154-1A88-D5E1-D716-E573EE6EF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1874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-20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1878" name="Line 188">
              <a:extLst>
                <a:ext uri="{FF2B5EF4-FFF2-40B4-BE49-F238E27FC236}">
                  <a16:creationId xmlns:a16="http://schemas.microsoft.com/office/drawing/2014/main" id="{A217B7A7-E2E1-8FCB-BCBE-EBD66131F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835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9" name="Line 189">
              <a:extLst>
                <a:ext uri="{FF2B5EF4-FFF2-40B4-BE49-F238E27FC236}">
                  <a16:creationId xmlns:a16="http://schemas.microsoft.com/office/drawing/2014/main" id="{C3F4D4E0-A092-B291-63C6-B638D873E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1835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0" name="Rectangle 190">
              <a:extLst>
                <a:ext uri="{FF2B5EF4-FFF2-40B4-BE49-F238E27FC236}">
                  <a16:creationId xmlns:a16="http://schemas.microsoft.com/office/drawing/2014/main" id="{330B867A-94BD-B6F8-5F58-134F75E75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" y="171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1881" name="Line 191">
              <a:extLst>
                <a:ext uri="{FF2B5EF4-FFF2-40B4-BE49-F238E27FC236}">
                  <a16:creationId xmlns:a16="http://schemas.microsoft.com/office/drawing/2014/main" id="{6FE87DC0-4391-72EF-C453-BC4285E40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680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2" name="Line 192">
              <a:extLst>
                <a:ext uri="{FF2B5EF4-FFF2-40B4-BE49-F238E27FC236}">
                  <a16:creationId xmlns:a16="http://schemas.microsoft.com/office/drawing/2014/main" id="{200B1DDE-F29C-3393-65F1-7C247F6452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1680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3" name="Rectangle 193">
              <a:extLst>
                <a:ext uri="{FF2B5EF4-FFF2-40B4-BE49-F238E27FC236}">
                  <a16:creationId xmlns:a16="http://schemas.microsoft.com/office/drawing/2014/main" id="{92BAC87C-DDA6-BD1C-445E-D2C37E892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" y="1556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20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1884" name="Line 194">
              <a:extLst>
                <a:ext uri="{FF2B5EF4-FFF2-40B4-BE49-F238E27FC236}">
                  <a16:creationId xmlns:a16="http://schemas.microsoft.com/office/drawing/2014/main" id="{D7DFC759-A315-3802-AA7F-9B7D03F72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517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5" name="Line 195">
              <a:extLst>
                <a:ext uri="{FF2B5EF4-FFF2-40B4-BE49-F238E27FC236}">
                  <a16:creationId xmlns:a16="http://schemas.microsoft.com/office/drawing/2014/main" id="{5B7FC27F-D189-F0A5-EAB3-77CF11FAF7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1517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6" name="Rectangle 196">
              <a:extLst>
                <a:ext uri="{FF2B5EF4-FFF2-40B4-BE49-F238E27FC236}">
                  <a16:creationId xmlns:a16="http://schemas.microsoft.com/office/drawing/2014/main" id="{F012A879-9619-EA22-4908-BA5534BE0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" y="139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40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1887" name="Line 197">
              <a:extLst>
                <a:ext uri="{FF2B5EF4-FFF2-40B4-BE49-F238E27FC236}">
                  <a16:creationId xmlns:a16="http://schemas.microsoft.com/office/drawing/2014/main" id="{10F9C6BA-C62E-E905-BBBC-276AF0FB9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362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8" name="Line 198">
              <a:extLst>
                <a:ext uri="{FF2B5EF4-FFF2-40B4-BE49-F238E27FC236}">
                  <a16:creationId xmlns:a16="http://schemas.microsoft.com/office/drawing/2014/main" id="{3CC3DCAF-C6B2-68F0-F7D1-D40FDD0E8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1362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9" name="Rectangle 199">
              <a:extLst>
                <a:ext uri="{FF2B5EF4-FFF2-40B4-BE49-F238E27FC236}">
                  <a16:creationId xmlns:a16="http://schemas.microsoft.com/office/drawing/2014/main" id="{D035E183-B4B4-5D29-95A9-6600A5C25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" y="1238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60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1890" name="Line 200">
              <a:extLst>
                <a:ext uri="{FF2B5EF4-FFF2-40B4-BE49-F238E27FC236}">
                  <a16:creationId xmlns:a16="http://schemas.microsoft.com/office/drawing/2014/main" id="{7F128110-0234-0F6D-544D-E04B4001F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362"/>
              <a:ext cx="3673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91" name="Freeform 201">
              <a:extLst>
                <a:ext uri="{FF2B5EF4-FFF2-40B4-BE49-F238E27FC236}">
                  <a16:creationId xmlns:a16="http://schemas.microsoft.com/office/drawing/2014/main" id="{524F5282-4110-EA4C-EF9C-CCCE89448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362"/>
              <a:ext cx="3673" cy="1116"/>
            </a:xfrm>
            <a:custGeom>
              <a:avLst/>
              <a:gdLst>
                <a:gd name="T0" fmla="*/ 0 w 513"/>
                <a:gd name="T1" fmla="*/ 2147483647 h 151"/>
                <a:gd name="T2" fmla="*/ 2147483647 w 513"/>
                <a:gd name="T3" fmla="*/ 2147483647 h 151"/>
                <a:gd name="T4" fmla="*/ 2147483647 w 513"/>
                <a:gd name="T5" fmla="*/ 0 h 151"/>
                <a:gd name="T6" fmla="*/ 0 60000 65536"/>
                <a:gd name="T7" fmla="*/ 0 60000 65536"/>
                <a:gd name="T8" fmla="*/ 0 60000 65536"/>
                <a:gd name="T9" fmla="*/ 0 w 513"/>
                <a:gd name="T10" fmla="*/ 0 h 151"/>
                <a:gd name="T11" fmla="*/ 513 w 513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51">
                  <a:moveTo>
                    <a:pt x="0" y="151"/>
                  </a:moveTo>
                  <a:lnTo>
                    <a:pt x="513" y="151"/>
                  </a:lnTo>
                  <a:lnTo>
                    <a:pt x="513" y="0"/>
                  </a:ln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92" name="Line 202">
              <a:extLst>
                <a:ext uri="{FF2B5EF4-FFF2-40B4-BE49-F238E27FC236}">
                  <a16:creationId xmlns:a16="http://schemas.microsoft.com/office/drawing/2014/main" id="{D97DE2D0-C362-DDCF-F721-B98F19AB2D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1362"/>
              <a:ext cx="1" cy="111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93" name="Rectangle 203">
              <a:extLst>
                <a:ext uri="{FF2B5EF4-FFF2-40B4-BE49-F238E27FC236}">
                  <a16:creationId xmlns:a16="http://schemas.microsoft.com/office/drawing/2014/main" id="{B007E7F9-29DD-6A6D-AA3F-E8907E89D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" y="2645"/>
              <a:ext cx="3673" cy="111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94" name="Freeform 204">
              <a:extLst>
                <a:ext uri="{FF2B5EF4-FFF2-40B4-BE49-F238E27FC236}">
                  <a16:creationId xmlns:a16="http://schemas.microsoft.com/office/drawing/2014/main" id="{EA5CF79E-6169-23E0-C447-A5465ED55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95" name="Freeform 205">
              <a:extLst>
                <a:ext uri="{FF2B5EF4-FFF2-40B4-BE49-F238E27FC236}">
                  <a16:creationId xmlns:a16="http://schemas.microsoft.com/office/drawing/2014/main" id="{7E63FBD5-84F7-CC85-4F6B-63F389D8E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96" name="Freeform 206">
              <a:extLst>
                <a:ext uri="{FF2B5EF4-FFF2-40B4-BE49-F238E27FC236}">
                  <a16:creationId xmlns:a16="http://schemas.microsoft.com/office/drawing/2014/main" id="{2097F5EF-2B0A-1FF6-5935-3AD006035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97" name="Freeform 207">
              <a:extLst>
                <a:ext uri="{FF2B5EF4-FFF2-40B4-BE49-F238E27FC236}">
                  <a16:creationId xmlns:a16="http://schemas.microsoft.com/office/drawing/2014/main" id="{10B252E8-7006-043B-7EDD-F9B0ECE82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98" name="Freeform 208">
              <a:extLst>
                <a:ext uri="{FF2B5EF4-FFF2-40B4-BE49-F238E27FC236}">
                  <a16:creationId xmlns:a16="http://schemas.microsoft.com/office/drawing/2014/main" id="{14A3BF1E-755D-5109-365C-E7EB0190B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99" name="Freeform 209">
              <a:extLst>
                <a:ext uri="{FF2B5EF4-FFF2-40B4-BE49-F238E27FC236}">
                  <a16:creationId xmlns:a16="http://schemas.microsoft.com/office/drawing/2014/main" id="{EB42B992-00E6-D33F-152E-C8D1C8717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0" name="Freeform 210">
              <a:extLst>
                <a:ext uri="{FF2B5EF4-FFF2-40B4-BE49-F238E27FC236}">
                  <a16:creationId xmlns:a16="http://schemas.microsoft.com/office/drawing/2014/main" id="{4353894B-40F1-601D-D424-48E15352F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761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1" name="Freeform 211">
              <a:extLst>
                <a:ext uri="{FF2B5EF4-FFF2-40B4-BE49-F238E27FC236}">
                  <a16:creationId xmlns:a16="http://schemas.microsoft.com/office/drawing/2014/main" id="{BA3D50DF-2136-9BCA-6DAB-D57949F38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569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2" name="Freeform 212">
              <a:extLst>
                <a:ext uri="{FF2B5EF4-FFF2-40B4-BE49-F238E27FC236}">
                  <a16:creationId xmlns:a16="http://schemas.microsoft.com/office/drawing/2014/main" id="{3A3D411C-0684-1A0F-1218-89F3AFB64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384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3" name="Freeform 213">
              <a:extLst>
                <a:ext uri="{FF2B5EF4-FFF2-40B4-BE49-F238E27FC236}">
                  <a16:creationId xmlns:a16="http://schemas.microsoft.com/office/drawing/2014/main" id="{54935B19-B9BA-D397-900F-2B8F6C98F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199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4" name="Freeform 214">
              <a:extLst>
                <a:ext uri="{FF2B5EF4-FFF2-40B4-BE49-F238E27FC236}">
                  <a16:creationId xmlns:a16="http://schemas.microsoft.com/office/drawing/2014/main" id="{D4C10B33-0F5D-9AFC-DEA8-A36F2F930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014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5" name="Freeform 215">
              <a:extLst>
                <a:ext uri="{FF2B5EF4-FFF2-40B4-BE49-F238E27FC236}">
                  <a16:creationId xmlns:a16="http://schemas.microsoft.com/office/drawing/2014/main" id="{7BFB00EF-43A2-8721-F14B-7824EFC60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29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6" name="Freeform 216">
              <a:extLst>
                <a:ext uri="{FF2B5EF4-FFF2-40B4-BE49-F238E27FC236}">
                  <a16:creationId xmlns:a16="http://schemas.microsoft.com/office/drawing/2014/main" id="{D8F238F6-4049-206F-F3B5-8031EB482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645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7 w 513"/>
                <a:gd name="T3" fmla="*/ 0 h 1"/>
                <a:gd name="T4" fmla="*/ 2147483647 w 513"/>
                <a:gd name="T5" fmla="*/ 0 h 1"/>
                <a:gd name="T6" fmla="*/ 0 60000 65536"/>
                <a:gd name="T7" fmla="*/ 0 60000 65536"/>
                <a:gd name="T8" fmla="*/ 0 60000 65536"/>
                <a:gd name="T9" fmla="*/ 0 w 513"/>
                <a:gd name="T10" fmla="*/ 0 h 1"/>
                <a:gd name="T11" fmla="*/ 513 w 51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7" name="Line 217">
              <a:extLst>
                <a:ext uri="{FF2B5EF4-FFF2-40B4-BE49-F238E27FC236}">
                  <a16:creationId xmlns:a16="http://schemas.microsoft.com/office/drawing/2014/main" id="{AE7289F0-5AE4-DC8E-A9C5-02CACC306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645"/>
              <a:ext cx="367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8" name="Freeform 218">
              <a:extLst>
                <a:ext uri="{FF2B5EF4-FFF2-40B4-BE49-F238E27FC236}">
                  <a16:creationId xmlns:a16="http://schemas.microsoft.com/office/drawing/2014/main" id="{D54656E1-891D-8929-DADE-85686D5D3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645"/>
              <a:ext cx="3673" cy="1116"/>
            </a:xfrm>
            <a:custGeom>
              <a:avLst/>
              <a:gdLst>
                <a:gd name="T0" fmla="*/ 0 w 513"/>
                <a:gd name="T1" fmla="*/ 2147483647 h 151"/>
                <a:gd name="T2" fmla="*/ 2147483647 w 513"/>
                <a:gd name="T3" fmla="*/ 2147483647 h 151"/>
                <a:gd name="T4" fmla="*/ 2147483647 w 513"/>
                <a:gd name="T5" fmla="*/ 0 h 151"/>
                <a:gd name="T6" fmla="*/ 0 60000 65536"/>
                <a:gd name="T7" fmla="*/ 0 60000 65536"/>
                <a:gd name="T8" fmla="*/ 0 60000 65536"/>
                <a:gd name="T9" fmla="*/ 0 w 513"/>
                <a:gd name="T10" fmla="*/ 0 h 151"/>
                <a:gd name="T11" fmla="*/ 513 w 513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51">
                  <a:moveTo>
                    <a:pt x="0" y="151"/>
                  </a:moveTo>
                  <a:lnTo>
                    <a:pt x="513" y="151"/>
                  </a:ln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09" name="Line 219">
              <a:extLst>
                <a:ext uri="{FF2B5EF4-FFF2-40B4-BE49-F238E27FC236}">
                  <a16:creationId xmlns:a16="http://schemas.microsoft.com/office/drawing/2014/main" id="{9F382548-8ECB-66D9-B014-0CE31AEFA8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2645"/>
              <a:ext cx="1" cy="111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0" name="Line 220">
              <a:extLst>
                <a:ext uri="{FF2B5EF4-FFF2-40B4-BE49-F238E27FC236}">
                  <a16:creationId xmlns:a16="http://schemas.microsoft.com/office/drawing/2014/main" id="{95A8D1DF-F6B0-4180-6837-18A3565FF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3761"/>
              <a:ext cx="367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1" name="Line 221">
              <a:extLst>
                <a:ext uri="{FF2B5EF4-FFF2-40B4-BE49-F238E27FC236}">
                  <a16:creationId xmlns:a16="http://schemas.microsoft.com/office/drawing/2014/main" id="{2B8FD141-D6DB-E650-DC01-6A2D85956F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2645"/>
              <a:ext cx="1" cy="111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2" name="Line 222">
              <a:extLst>
                <a:ext uri="{FF2B5EF4-FFF2-40B4-BE49-F238E27FC236}">
                  <a16:creationId xmlns:a16="http://schemas.microsoft.com/office/drawing/2014/main" id="{A9B3660C-7368-5615-82A3-CDEFBB307E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3" name="Line 223">
              <a:extLst>
                <a:ext uri="{FF2B5EF4-FFF2-40B4-BE49-F238E27FC236}">
                  <a16:creationId xmlns:a16="http://schemas.microsoft.com/office/drawing/2014/main" id="{745BC8AE-4CAE-EA26-13C6-449CB8A71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4" name="Freeform 224">
              <a:extLst>
                <a:ext uri="{FF2B5EF4-FFF2-40B4-BE49-F238E27FC236}">
                  <a16:creationId xmlns:a16="http://schemas.microsoft.com/office/drawing/2014/main" id="{76B7515F-9D8A-B427-CCA5-EA4A112F0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5" name="Line 225">
              <a:extLst>
                <a:ext uri="{FF2B5EF4-FFF2-40B4-BE49-F238E27FC236}">
                  <a16:creationId xmlns:a16="http://schemas.microsoft.com/office/drawing/2014/main" id="{8F7FCA4C-1495-E3C3-CF40-37F28CA333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6" name="Line 226">
              <a:extLst>
                <a:ext uri="{FF2B5EF4-FFF2-40B4-BE49-F238E27FC236}">
                  <a16:creationId xmlns:a16="http://schemas.microsoft.com/office/drawing/2014/main" id="{429DEC9E-FC3E-A05D-5687-0B6C13652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7" name="Line 227">
              <a:extLst>
                <a:ext uri="{FF2B5EF4-FFF2-40B4-BE49-F238E27FC236}">
                  <a16:creationId xmlns:a16="http://schemas.microsoft.com/office/drawing/2014/main" id="{0BAC96B1-E09E-0C37-3A77-F73D9731DA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5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8" name="Line 228">
              <a:extLst>
                <a:ext uri="{FF2B5EF4-FFF2-40B4-BE49-F238E27FC236}">
                  <a16:creationId xmlns:a16="http://schemas.microsoft.com/office/drawing/2014/main" id="{EE010F68-62DF-9271-E5F4-22FF5BA82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5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9" name="Freeform 229">
              <a:extLst>
                <a:ext uri="{FF2B5EF4-FFF2-40B4-BE49-F238E27FC236}">
                  <a16:creationId xmlns:a16="http://schemas.microsoft.com/office/drawing/2014/main" id="{9384D4A8-6012-8649-8528-C034B4F03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0" name="Line 230">
              <a:extLst>
                <a:ext uri="{FF2B5EF4-FFF2-40B4-BE49-F238E27FC236}">
                  <a16:creationId xmlns:a16="http://schemas.microsoft.com/office/drawing/2014/main" id="{6404B4A5-C4AE-4626-69CE-E2D433F2E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4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1" name="Line 231">
              <a:extLst>
                <a:ext uri="{FF2B5EF4-FFF2-40B4-BE49-F238E27FC236}">
                  <a16:creationId xmlns:a16="http://schemas.microsoft.com/office/drawing/2014/main" id="{41E099CF-9F4A-05AF-8AE9-50CB2575C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2" name="Freeform 232">
              <a:extLst>
                <a:ext uri="{FF2B5EF4-FFF2-40B4-BE49-F238E27FC236}">
                  <a16:creationId xmlns:a16="http://schemas.microsoft.com/office/drawing/2014/main" id="{305C8C77-9B86-D0FB-EF60-6CAB76F99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3" name="Line 233">
              <a:extLst>
                <a:ext uri="{FF2B5EF4-FFF2-40B4-BE49-F238E27FC236}">
                  <a16:creationId xmlns:a16="http://schemas.microsoft.com/office/drawing/2014/main" id="{2455D0D2-AB40-7A17-2372-AC408B4E8C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7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4" name="Line 234">
              <a:extLst>
                <a:ext uri="{FF2B5EF4-FFF2-40B4-BE49-F238E27FC236}">
                  <a16:creationId xmlns:a16="http://schemas.microsoft.com/office/drawing/2014/main" id="{65DB2A26-2078-038A-531C-2793B9297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5" name="Freeform 235">
              <a:extLst>
                <a:ext uri="{FF2B5EF4-FFF2-40B4-BE49-F238E27FC236}">
                  <a16:creationId xmlns:a16="http://schemas.microsoft.com/office/drawing/2014/main" id="{3BC007E7-4A33-D7F7-2ACA-37EC535D4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6" name="Line 236">
              <a:extLst>
                <a:ext uri="{FF2B5EF4-FFF2-40B4-BE49-F238E27FC236}">
                  <a16:creationId xmlns:a16="http://schemas.microsoft.com/office/drawing/2014/main" id="{1D5AD9C1-033B-F178-BD16-22D0C5E6E3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7" name="Line 237">
              <a:extLst>
                <a:ext uri="{FF2B5EF4-FFF2-40B4-BE49-F238E27FC236}">
                  <a16:creationId xmlns:a16="http://schemas.microsoft.com/office/drawing/2014/main" id="{E1D19E2F-5D25-F06E-5ECF-E8DA06752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8" name="Freeform 238">
              <a:extLst>
                <a:ext uri="{FF2B5EF4-FFF2-40B4-BE49-F238E27FC236}">
                  <a16:creationId xmlns:a16="http://schemas.microsoft.com/office/drawing/2014/main" id="{1160F3AB-BBB5-9A7B-2ED0-F57832C46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9" name="Line 239">
              <a:extLst>
                <a:ext uri="{FF2B5EF4-FFF2-40B4-BE49-F238E27FC236}">
                  <a16:creationId xmlns:a16="http://schemas.microsoft.com/office/drawing/2014/main" id="{C7F029C9-E8D0-F355-F85E-AD6932BBAB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0" name="Line 240">
              <a:extLst>
                <a:ext uri="{FF2B5EF4-FFF2-40B4-BE49-F238E27FC236}">
                  <a16:creationId xmlns:a16="http://schemas.microsoft.com/office/drawing/2014/main" id="{0FB7C7FE-DC0B-AD08-16ED-747A9D51E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1" name="Freeform 241">
              <a:extLst>
                <a:ext uri="{FF2B5EF4-FFF2-40B4-BE49-F238E27FC236}">
                  <a16:creationId xmlns:a16="http://schemas.microsoft.com/office/drawing/2014/main" id="{D0E52634-BFB6-82EE-18F1-30766E78C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2" name="Line 242">
              <a:extLst>
                <a:ext uri="{FF2B5EF4-FFF2-40B4-BE49-F238E27FC236}">
                  <a16:creationId xmlns:a16="http://schemas.microsoft.com/office/drawing/2014/main" id="{5411B803-C4F8-4798-966E-B3B9D8C6B3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3" name="Line 243">
              <a:extLst>
                <a:ext uri="{FF2B5EF4-FFF2-40B4-BE49-F238E27FC236}">
                  <a16:creationId xmlns:a16="http://schemas.microsoft.com/office/drawing/2014/main" id="{0976235A-A89D-6D17-E5B0-E6B47E112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4" name="Freeform 244">
              <a:extLst>
                <a:ext uri="{FF2B5EF4-FFF2-40B4-BE49-F238E27FC236}">
                  <a16:creationId xmlns:a16="http://schemas.microsoft.com/office/drawing/2014/main" id="{2D4319B2-9EE0-0717-E718-F1A7CE227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6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5" name="Line 245">
              <a:extLst>
                <a:ext uri="{FF2B5EF4-FFF2-40B4-BE49-F238E27FC236}">
                  <a16:creationId xmlns:a16="http://schemas.microsoft.com/office/drawing/2014/main" id="{5A814428-811F-52C9-CBFE-5FDB76BAE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9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6" name="Line 246">
              <a:extLst>
                <a:ext uri="{FF2B5EF4-FFF2-40B4-BE49-F238E27FC236}">
                  <a16:creationId xmlns:a16="http://schemas.microsoft.com/office/drawing/2014/main" id="{616D0038-74DC-7BEE-2CA4-B2D0A9A70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9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7" name="Freeform 247">
              <a:extLst>
                <a:ext uri="{FF2B5EF4-FFF2-40B4-BE49-F238E27FC236}">
                  <a16:creationId xmlns:a16="http://schemas.microsoft.com/office/drawing/2014/main" id="{B3480F9C-0BC5-87AF-9F14-43D1BDEA7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8" name="Line 248">
              <a:extLst>
                <a:ext uri="{FF2B5EF4-FFF2-40B4-BE49-F238E27FC236}">
                  <a16:creationId xmlns:a16="http://schemas.microsoft.com/office/drawing/2014/main" id="{9BCD97DD-6293-C23B-48B9-C0B45B7B46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4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9" name="Line 249">
              <a:extLst>
                <a:ext uri="{FF2B5EF4-FFF2-40B4-BE49-F238E27FC236}">
                  <a16:creationId xmlns:a16="http://schemas.microsoft.com/office/drawing/2014/main" id="{391D2CC3-288A-355E-2B08-6DDDA43D5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0" name="Freeform 250">
              <a:extLst>
                <a:ext uri="{FF2B5EF4-FFF2-40B4-BE49-F238E27FC236}">
                  <a16:creationId xmlns:a16="http://schemas.microsoft.com/office/drawing/2014/main" id="{27C895A9-FC25-DA6A-E1A5-87FEFF795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1" name="Line 251">
              <a:extLst>
                <a:ext uri="{FF2B5EF4-FFF2-40B4-BE49-F238E27FC236}">
                  <a16:creationId xmlns:a16="http://schemas.microsoft.com/office/drawing/2014/main" id="{701D483E-1168-5997-CF85-54B1552BED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2" name="Line 252">
              <a:extLst>
                <a:ext uri="{FF2B5EF4-FFF2-40B4-BE49-F238E27FC236}">
                  <a16:creationId xmlns:a16="http://schemas.microsoft.com/office/drawing/2014/main" id="{A9D14804-D304-C74E-7A09-27A3F03D4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3" name="Freeform 253">
              <a:extLst>
                <a:ext uri="{FF2B5EF4-FFF2-40B4-BE49-F238E27FC236}">
                  <a16:creationId xmlns:a16="http://schemas.microsoft.com/office/drawing/2014/main" id="{605F06E0-0886-2F11-8DC2-38832892A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4" name="Line 254">
              <a:extLst>
                <a:ext uri="{FF2B5EF4-FFF2-40B4-BE49-F238E27FC236}">
                  <a16:creationId xmlns:a16="http://schemas.microsoft.com/office/drawing/2014/main" id="{8FA3E8A2-F163-1C32-55E7-1232C01E16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0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5" name="Line 255">
              <a:extLst>
                <a:ext uri="{FF2B5EF4-FFF2-40B4-BE49-F238E27FC236}">
                  <a16:creationId xmlns:a16="http://schemas.microsoft.com/office/drawing/2014/main" id="{749A093E-B84A-C157-DA44-1BE2143EC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6" name="Line 256">
              <a:extLst>
                <a:ext uri="{FF2B5EF4-FFF2-40B4-BE49-F238E27FC236}">
                  <a16:creationId xmlns:a16="http://schemas.microsoft.com/office/drawing/2014/main" id="{EE52633D-DE1D-BFBF-55CA-10360BDF9F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2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7" name="Line 257">
              <a:extLst>
                <a:ext uri="{FF2B5EF4-FFF2-40B4-BE49-F238E27FC236}">
                  <a16:creationId xmlns:a16="http://schemas.microsoft.com/office/drawing/2014/main" id="{C546C21E-4B03-C2D8-4053-73F6AD89C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8" name="Freeform 258">
              <a:extLst>
                <a:ext uri="{FF2B5EF4-FFF2-40B4-BE49-F238E27FC236}">
                  <a16:creationId xmlns:a16="http://schemas.microsoft.com/office/drawing/2014/main" id="{039313B2-91E6-84C0-C7F3-EBDEC6E02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9" name="Line 259">
              <a:extLst>
                <a:ext uri="{FF2B5EF4-FFF2-40B4-BE49-F238E27FC236}">
                  <a16:creationId xmlns:a16="http://schemas.microsoft.com/office/drawing/2014/main" id="{72FE514E-D211-3275-0D16-3299660527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1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0" name="Line 260">
              <a:extLst>
                <a:ext uri="{FF2B5EF4-FFF2-40B4-BE49-F238E27FC236}">
                  <a16:creationId xmlns:a16="http://schemas.microsoft.com/office/drawing/2014/main" id="{3CDDCD46-4DF9-EF6E-6F80-ED032F5DA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1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1" name="Freeform 261">
              <a:extLst>
                <a:ext uri="{FF2B5EF4-FFF2-40B4-BE49-F238E27FC236}">
                  <a16:creationId xmlns:a16="http://schemas.microsoft.com/office/drawing/2014/main" id="{C6D5C6D9-CC9B-0D45-27C7-2A5BCB900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1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2" name="Line 262">
              <a:extLst>
                <a:ext uri="{FF2B5EF4-FFF2-40B4-BE49-F238E27FC236}">
                  <a16:creationId xmlns:a16="http://schemas.microsoft.com/office/drawing/2014/main" id="{D1221D6D-8D0A-5652-97B9-80B00B891A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4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3" name="Line 263">
              <a:extLst>
                <a:ext uri="{FF2B5EF4-FFF2-40B4-BE49-F238E27FC236}">
                  <a16:creationId xmlns:a16="http://schemas.microsoft.com/office/drawing/2014/main" id="{B348A186-B828-FDEE-E2C9-A31E3C62E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4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4" name="Freeform 264">
              <a:extLst>
                <a:ext uri="{FF2B5EF4-FFF2-40B4-BE49-F238E27FC236}">
                  <a16:creationId xmlns:a16="http://schemas.microsoft.com/office/drawing/2014/main" id="{DF68A6C4-174F-072C-9041-6063BF49F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5" name="Line 265">
              <a:extLst>
                <a:ext uri="{FF2B5EF4-FFF2-40B4-BE49-F238E27FC236}">
                  <a16:creationId xmlns:a16="http://schemas.microsoft.com/office/drawing/2014/main" id="{C3C052B7-5951-732B-76F2-6B291B39A2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6" name="Line 266">
              <a:extLst>
                <a:ext uri="{FF2B5EF4-FFF2-40B4-BE49-F238E27FC236}">
                  <a16:creationId xmlns:a16="http://schemas.microsoft.com/office/drawing/2014/main" id="{C570632F-E736-933B-35EA-A86E67197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7" name="Freeform 267">
              <a:extLst>
                <a:ext uri="{FF2B5EF4-FFF2-40B4-BE49-F238E27FC236}">
                  <a16:creationId xmlns:a16="http://schemas.microsoft.com/office/drawing/2014/main" id="{9C27E2F7-9949-4783-CF18-586A34653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6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8" name="Line 268">
              <a:extLst>
                <a:ext uri="{FF2B5EF4-FFF2-40B4-BE49-F238E27FC236}">
                  <a16:creationId xmlns:a16="http://schemas.microsoft.com/office/drawing/2014/main" id="{0431B8C6-3D38-6CE4-3E3F-E9287FCB6B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73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9" name="Line 269">
              <a:extLst>
                <a:ext uri="{FF2B5EF4-FFF2-40B4-BE49-F238E27FC236}">
                  <a16:creationId xmlns:a16="http://schemas.microsoft.com/office/drawing/2014/main" id="{F4936C8D-B95D-26E6-4A56-4BEBEA9BE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3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0" name="Freeform 270">
              <a:extLst>
                <a:ext uri="{FF2B5EF4-FFF2-40B4-BE49-F238E27FC236}">
                  <a16:creationId xmlns:a16="http://schemas.microsoft.com/office/drawing/2014/main" id="{8E6CDF37-B8E1-DA1A-AB89-1F3F87889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1" name="Line 271">
              <a:extLst>
                <a:ext uri="{FF2B5EF4-FFF2-40B4-BE49-F238E27FC236}">
                  <a16:creationId xmlns:a16="http://schemas.microsoft.com/office/drawing/2014/main" id="{C5D45D1C-89E7-3298-30BB-B8085FC150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3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2" name="Line 272">
              <a:extLst>
                <a:ext uri="{FF2B5EF4-FFF2-40B4-BE49-F238E27FC236}">
                  <a16:creationId xmlns:a16="http://schemas.microsoft.com/office/drawing/2014/main" id="{7EC5D688-7F75-D167-F553-86C1C39EE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3" name="Freeform 273">
              <a:extLst>
                <a:ext uri="{FF2B5EF4-FFF2-40B4-BE49-F238E27FC236}">
                  <a16:creationId xmlns:a16="http://schemas.microsoft.com/office/drawing/2014/main" id="{5EE1F157-EDCA-3EFE-3A9E-31CD67C7B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4" name="Line 274">
              <a:extLst>
                <a:ext uri="{FF2B5EF4-FFF2-40B4-BE49-F238E27FC236}">
                  <a16:creationId xmlns:a16="http://schemas.microsoft.com/office/drawing/2014/main" id="{70770C0A-2F3D-BF25-E210-2012472B8F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5" name="Line 275">
              <a:extLst>
                <a:ext uri="{FF2B5EF4-FFF2-40B4-BE49-F238E27FC236}">
                  <a16:creationId xmlns:a16="http://schemas.microsoft.com/office/drawing/2014/main" id="{39EFD43A-4191-9FA1-F3BB-00ACF4466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6" name="Freeform 276">
              <a:extLst>
                <a:ext uri="{FF2B5EF4-FFF2-40B4-BE49-F238E27FC236}">
                  <a16:creationId xmlns:a16="http://schemas.microsoft.com/office/drawing/2014/main" id="{DAFEBB14-47DE-4E51-4E0B-08C1BEB3F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7" name="Line 277">
              <a:extLst>
                <a:ext uri="{FF2B5EF4-FFF2-40B4-BE49-F238E27FC236}">
                  <a16:creationId xmlns:a16="http://schemas.microsoft.com/office/drawing/2014/main" id="{3758249C-EB78-E3BC-7F5B-78F1C1E34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2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8" name="Line 278">
              <a:extLst>
                <a:ext uri="{FF2B5EF4-FFF2-40B4-BE49-F238E27FC236}">
                  <a16:creationId xmlns:a16="http://schemas.microsoft.com/office/drawing/2014/main" id="{4CD99ED1-7559-22A2-5A07-7D82F7F06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2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9" name="Freeform 279">
              <a:extLst>
                <a:ext uri="{FF2B5EF4-FFF2-40B4-BE49-F238E27FC236}">
                  <a16:creationId xmlns:a16="http://schemas.microsoft.com/office/drawing/2014/main" id="{3B5DE206-2CBA-4240-E631-3A678528D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0" name="Line 280">
              <a:extLst>
                <a:ext uri="{FF2B5EF4-FFF2-40B4-BE49-F238E27FC236}">
                  <a16:creationId xmlns:a16="http://schemas.microsoft.com/office/drawing/2014/main" id="{A2F1FF3F-0E7F-EE10-86E7-A42E31145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1" name="Line 281">
              <a:extLst>
                <a:ext uri="{FF2B5EF4-FFF2-40B4-BE49-F238E27FC236}">
                  <a16:creationId xmlns:a16="http://schemas.microsoft.com/office/drawing/2014/main" id="{01E5E02C-DFF5-D981-ACD2-94F336BEF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2" name="Freeform 282">
              <a:extLst>
                <a:ext uri="{FF2B5EF4-FFF2-40B4-BE49-F238E27FC236}">
                  <a16:creationId xmlns:a16="http://schemas.microsoft.com/office/drawing/2014/main" id="{1CCB1FE8-32AD-E38F-EF48-8B9D5314E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3" name="Line 283">
              <a:extLst>
                <a:ext uri="{FF2B5EF4-FFF2-40B4-BE49-F238E27FC236}">
                  <a16:creationId xmlns:a16="http://schemas.microsoft.com/office/drawing/2014/main" id="{76D4F2E0-F954-4AEE-E29E-E4E5DD3F36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8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4" name="Line 284">
              <a:extLst>
                <a:ext uri="{FF2B5EF4-FFF2-40B4-BE49-F238E27FC236}">
                  <a16:creationId xmlns:a16="http://schemas.microsoft.com/office/drawing/2014/main" id="{7D194378-9D0E-0923-7F84-141B3DD70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5" name="Line 285">
              <a:extLst>
                <a:ext uri="{FF2B5EF4-FFF2-40B4-BE49-F238E27FC236}">
                  <a16:creationId xmlns:a16="http://schemas.microsoft.com/office/drawing/2014/main" id="{33F760EE-74D2-D60C-E1E4-7455AB4A17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6" name="Line 286">
              <a:extLst>
                <a:ext uri="{FF2B5EF4-FFF2-40B4-BE49-F238E27FC236}">
                  <a16:creationId xmlns:a16="http://schemas.microsoft.com/office/drawing/2014/main" id="{0F3B7AF3-0843-5AC6-1E97-513103209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7" name="Freeform 287">
              <a:extLst>
                <a:ext uri="{FF2B5EF4-FFF2-40B4-BE49-F238E27FC236}">
                  <a16:creationId xmlns:a16="http://schemas.microsoft.com/office/drawing/2014/main" id="{D135DCA5-4E9A-C2B2-47FE-A7F0F357A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8" name="Line 288">
              <a:extLst>
                <a:ext uri="{FF2B5EF4-FFF2-40B4-BE49-F238E27FC236}">
                  <a16:creationId xmlns:a16="http://schemas.microsoft.com/office/drawing/2014/main" id="{0915193D-7E55-6DF7-0BBC-FCB68BD9A6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9" name="Line 289">
              <a:extLst>
                <a:ext uri="{FF2B5EF4-FFF2-40B4-BE49-F238E27FC236}">
                  <a16:creationId xmlns:a16="http://schemas.microsoft.com/office/drawing/2014/main" id="{D510B53D-34AE-F1F0-E8F6-1C52433F8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0" name="Freeform 290">
              <a:extLst>
                <a:ext uri="{FF2B5EF4-FFF2-40B4-BE49-F238E27FC236}">
                  <a16:creationId xmlns:a16="http://schemas.microsoft.com/office/drawing/2014/main" id="{7F8AF0CC-2C30-3836-F4FC-1F299458B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1" name="Line 291">
              <a:extLst>
                <a:ext uri="{FF2B5EF4-FFF2-40B4-BE49-F238E27FC236}">
                  <a16:creationId xmlns:a16="http://schemas.microsoft.com/office/drawing/2014/main" id="{F7367BDE-AC7C-0FE8-6693-AE510B82B5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4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2" name="Line 292">
              <a:extLst>
                <a:ext uri="{FF2B5EF4-FFF2-40B4-BE49-F238E27FC236}">
                  <a16:creationId xmlns:a16="http://schemas.microsoft.com/office/drawing/2014/main" id="{FB293CB6-69AF-EFDD-6F22-10682FADE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3" name="Freeform 293">
              <a:extLst>
                <a:ext uri="{FF2B5EF4-FFF2-40B4-BE49-F238E27FC236}">
                  <a16:creationId xmlns:a16="http://schemas.microsoft.com/office/drawing/2014/main" id="{D6AFADAD-37C7-3036-5FC6-D59DC914B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4" name="Line 294">
              <a:extLst>
                <a:ext uri="{FF2B5EF4-FFF2-40B4-BE49-F238E27FC236}">
                  <a16:creationId xmlns:a16="http://schemas.microsoft.com/office/drawing/2014/main" id="{E10FC52A-D0E5-8828-B326-06B88F23C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5" name="Line 295">
              <a:extLst>
                <a:ext uri="{FF2B5EF4-FFF2-40B4-BE49-F238E27FC236}">
                  <a16:creationId xmlns:a16="http://schemas.microsoft.com/office/drawing/2014/main" id="{1DA87987-A7D9-CC51-BE96-7B0D6C08B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6" name="Freeform 296">
              <a:extLst>
                <a:ext uri="{FF2B5EF4-FFF2-40B4-BE49-F238E27FC236}">
                  <a16:creationId xmlns:a16="http://schemas.microsoft.com/office/drawing/2014/main" id="{20A8D58F-D597-F6D2-54EE-B8BF8B58C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7" name="Line 297">
              <a:extLst>
                <a:ext uri="{FF2B5EF4-FFF2-40B4-BE49-F238E27FC236}">
                  <a16:creationId xmlns:a16="http://schemas.microsoft.com/office/drawing/2014/main" id="{B1581505-A2C9-2562-C64E-21733711FD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8" name="Line 298">
              <a:extLst>
                <a:ext uri="{FF2B5EF4-FFF2-40B4-BE49-F238E27FC236}">
                  <a16:creationId xmlns:a16="http://schemas.microsoft.com/office/drawing/2014/main" id="{5C561F1D-0BDF-4B57-D961-703F4A6C8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9" name="Freeform 299">
              <a:extLst>
                <a:ext uri="{FF2B5EF4-FFF2-40B4-BE49-F238E27FC236}">
                  <a16:creationId xmlns:a16="http://schemas.microsoft.com/office/drawing/2014/main" id="{DD773720-3527-73DC-86B4-F140B5B48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0" name="Line 300">
              <a:extLst>
                <a:ext uri="{FF2B5EF4-FFF2-40B4-BE49-F238E27FC236}">
                  <a16:creationId xmlns:a16="http://schemas.microsoft.com/office/drawing/2014/main" id="{AE28C0E3-AE42-120F-9239-A01C4E4CDD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3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1" name="Line 301">
              <a:extLst>
                <a:ext uri="{FF2B5EF4-FFF2-40B4-BE49-F238E27FC236}">
                  <a16:creationId xmlns:a16="http://schemas.microsoft.com/office/drawing/2014/main" id="{78C30A39-55CC-C94E-239D-A0E299AEE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3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2" name="Freeform 302">
              <a:extLst>
                <a:ext uri="{FF2B5EF4-FFF2-40B4-BE49-F238E27FC236}">
                  <a16:creationId xmlns:a16="http://schemas.microsoft.com/office/drawing/2014/main" id="{D93A14C8-DF74-89A0-9342-513AF2829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3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3" name="Line 303">
              <a:extLst>
                <a:ext uri="{FF2B5EF4-FFF2-40B4-BE49-F238E27FC236}">
                  <a16:creationId xmlns:a16="http://schemas.microsoft.com/office/drawing/2014/main" id="{48BBFC15-D9EE-EBBF-11FF-D7D401C8E8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4" name="Line 304">
              <a:extLst>
                <a:ext uri="{FF2B5EF4-FFF2-40B4-BE49-F238E27FC236}">
                  <a16:creationId xmlns:a16="http://schemas.microsoft.com/office/drawing/2014/main" id="{5082281C-6F72-860B-6107-DE099D734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5" name="Freeform 305">
              <a:extLst>
                <a:ext uri="{FF2B5EF4-FFF2-40B4-BE49-F238E27FC236}">
                  <a16:creationId xmlns:a16="http://schemas.microsoft.com/office/drawing/2014/main" id="{B2F2BBDC-C72A-267E-F40F-254E99EF5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6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6" name="Line 306">
              <a:extLst>
                <a:ext uri="{FF2B5EF4-FFF2-40B4-BE49-F238E27FC236}">
                  <a16:creationId xmlns:a16="http://schemas.microsoft.com/office/drawing/2014/main" id="{CA945E79-D3A5-FE43-87BD-508962E064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9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7" name="Line 307">
              <a:extLst>
                <a:ext uri="{FF2B5EF4-FFF2-40B4-BE49-F238E27FC236}">
                  <a16:creationId xmlns:a16="http://schemas.microsoft.com/office/drawing/2014/main" id="{BA4DDB50-C99C-4432-1A13-145342811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8" name="Freeform 308">
              <a:extLst>
                <a:ext uri="{FF2B5EF4-FFF2-40B4-BE49-F238E27FC236}">
                  <a16:creationId xmlns:a16="http://schemas.microsoft.com/office/drawing/2014/main" id="{B439597A-375D-BDFD-3307-D4287A344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9" name="Line 309">
              <a:extLst>
                <a:ext uri="{FF2B5EF4-FFF2-40B4-BE49-F238E27FC236}">
                  <a16:creationId xmlns:a16="http://schemas.microsoft.com/office/drawing/2014/main" id="{44BA6700-EBB9-FA0A-FD81-25C423386F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0" name="Line 310">
              <a:extLst>
                <a:ext uri="{FF2B5EF4-FFF2-40B4-BE49-F238E27FC236}">
                  <a16:creationId xmlns:a16="http://schemas.microsoft.com/office/drawing/2014/main" id="{E4B1168A-4462-66EC-03FF-D18C344B9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1" name="Freeform 311">
              <a:extLst>
                <a:ext uri="{FF2B5EF4-FFF2-40B4-BE49-F238E27FC236}">
                  <a16:creationId xmlns:a16="http://schemas.microsoft.com/office/drawing/2014/main" id="{4B6C8617-23EE-CECA-3242-B7AD863C6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2" name="Line 312">
              <a:extLst>
                <a:ext uri="{FF2B5EF4-FFF2-40B4-BE49-F238E27FC236}">
                  <a16:creationId xmlns:a16="http://schemas.microsoft.com/office/drawing/2014/main" id="{8D61524B-776A-7B27-FA14-627B6156B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8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3" name="Line 313">
              <a:extLst>
                <a:ext uri="{FF2B5EF4-FFF2-40B4-BE49-F238E27FC236}">
                  <a16:creationId xmlns:a16="http://schemas.microsoft.com/office/drawing/2014/main" id="{D2DCF38B-366E-B419-2761-B70206AAF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8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4" name="Line 314">
              <a:extLst>
                <a:ext uri="{FF2B5EF4-FFF2-40B4-BE49-F238E27FC236}">
                  <a16:creationId xmlns:a16="http://schemas.microsoft.com/office/drawing/2014/main" id="{78EA5560-231F-3B2A-6E95-C2CA3897A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5" name="Line 315">
              <a:extLst>
                <a:ext uri="{FF2B5EF4-FFF2-40B4-BE49-F238E27FC236}">
                  <a16:creationId xmlns:a16="http://schemas.microsoft.com/office/drawing/2014/main" id="{8F9475F9-7DC6-31CD-482C-37071786D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6" name="Freeform 316">
              <a:extLst>
                <a:ext uri="{FF2B5EF4-FFF2-40B4-BE49-F238E27FC236}">
                  <a16:creationId xmlns:a16="http://schemas.microsoft.com/office/drawing/2014/main" id="{0255E536-AC9A-3ABE-9167-1A803174A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7" name="Line 317">
              <a:extLst>
                <a:ext uri="{FF2B5EF4-FFF2-40B4-BE49-F238E27FC236}">
                  <a16:creationId xmlns:a16="http://schemas.microsoft.com/office/drawing/2014/main" id="{B971A0AB-1891-2792-D3DF-E5CF469386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9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8" name="Line 318">
              <a:extLst>
                <a:ext uri="{FF2B5EF4-FFF2-40B4-BE49-F238E27FC236}">
                  <a16:creationId xmlns:a16="http://schemas.microsoft.com/office/drawing/2014/main" id="{B5BC652F-6A51-69C8-ECBE-66F957EB4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9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9" name="Freeform 319">
              <a:extLst>
                <a:ext uri="{FF2B5EF4-FFF2-40B4-BE49-F238E27FC236}">
                  <a16:creationId xmlns:a16="http://schemas.microsoft.com/office/drawing/2014/main" id="{D55481AB-BD30-7E5D-8F39-6028144E4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10" name="Line 320">
              <a:extLst>
                <a:ext uri="{FF2B5EF4-FFF2-40B4-BE49-F238E27FC236}">
                  <a16:creationId xmlns:a16="http://schemas.microsoft.com/office/drawing/2014/main" id="{FE4F94E3-F2B3-C1ED-4E23-4F2A5F72A5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2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11" name="Line 321">
              <a:extLst>
                <a:ext uri="{FF2B5EF4-FFF2-40B4-BE49-F238E27FC236}">
                  <a16:creationId xmlns:a16="http://schemas.microsoft.com/office/drawing/2014/main" id="{DF3F7B5C-E436-0372-8FD3-E6A043854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12" name="Freeform 322">
              <a:extLst>
                <a:ext uri="{FF2B5EF4-FFF2-40B4-BE49-F238E27FC236}">
                  <a16:creationId xmlns:a16="http://schemas.microsoft.com/office/drawing/2014/main" id="{6A60C7C5-6FE9-7604-DDA6-6FE6B7334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13" name="Line 323">
              <a:extLst>
                <a:ext uri="{FF2B5EF4-FFF2-40B4-BE49-F238E27FC236}">
                  <a16:creationId xmlns:a16="http://schemas.microsoft.com/office/drawing/2014/main" id="{DE9C9471-E7C3-A1DD-1767-C1090C59C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3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14" name="Line 324">
              <a:extLst>
                <a:ext uri="{FF2B5EF4-FFF2-40B4-BE49-F238E27FC236}">
                  <a16:creationId xmlns:a16="http://schemas.microsoft.com/office/drawing/2014/main" id="{3C5CB378-54BD-2DEE-7268-308D38174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3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15" name="Freeform 325">
              <a:extLst>
                <a:ext uri="{FF2B5EF4-FFF2-40B4-BE49-F238E27FC236}">
                  <a16:creationId xmlns:a16="http://schemas.microsoft.com/office/drawing/2014/main" id="{0A3E9D13-2EDD-3B13-32C4-51DCA308D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16" name="Line 326">
              <a:extLst>
                <a:ext uri="{FF2B5EF4-FFF2-40B4-BE49-F238E27FC236}">
                  <a16:creationId xmlns:a16="http://schemas.microsoft.com/office/drawing/2014/main" id="{BFA581BB-2453-2AED-8A25-983A70B9AF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1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17" name="Line 327">
              <a:extLst>
                <a:ext uri="{FF2B5EF4-FFF2-40B4-BE49-F238E27FC236}">
                  <a16:creationId xmlns:a16="http://schemas.microsoft.com/office/drawing/2014/main" id="{5179FBFB-2CFB-C1B4-BC24-A99F3BD25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1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18" name="Freeform 328">
              <a:extLst>
                <a:ext uri="{FF2B5EF4-FFF2-40B4-BE49-F238E27FC236}">
                  <a16:creationId xmlns:a16="http://schemas.microsoft.com/office/drawing/2014/main" id="{3ACD9E60-E808-0F1C-1AB2-EEE23FCC8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19" name="Line 329">
              <a:extLst>
                <a:ext uri="{FF2B5EF4-FFF2-40B4-BE49-F238E27FC236}">
                  <a16:creationId xmlns:a16="http://schemas.microsoft.com/office/drawing/2014/main" id="{E026C67C-50CD-7E9E-659E-5EE5AA9051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1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0" name="Line 330">
              <a:extLst>
                <a:ext uri="{FF2B5EF4-FFF2-40B4-BE49-F238E27FC236}">
                  <a16:creationId xmlns:a16="http://schemas.microsoft.com/office/drawing/2014/main" id="{E7765B1F-9735-DF08-A57D-6D8221BCC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1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1" name="Freeform 331">
              <a:extLst>
                <a:ext uri="{FF2B5EF4-FFF2-40B4-BE49-F238E27FC236}">
                  <a16:creationId xmlns:a16="http://schemas.microsoft.com/office/drawing/2014/main" id="{B714B093-4312-E049-1B8B-391C5FEBC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2" name="Line 332">
              <a:extLst>
                <a:ext uri="{FF2B5EF4-FFF2-40B4-BE49-F238E27FC236}">
                  <a16:creationId xmlns:a16="http://schemas.microsoft.com/office/drawing/2014/main" id="{0AF6FCAA-899B-364D-B45F-A50AD6CFA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4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3" name="Line 333">
              <a:extLst>
                <a:ext uri="{FF2B5EF4-FFF2-40B4-BE49-F238E27FC236}">
                  <a16:creationId xmlns:a16="http://schemas.microsoft.com/office/drawing/2014/main" id="{890616A1-8A4D-8F38-CBB5-0DE314865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4" name="Freeform 334">
              <a:extLst>
                <a:ext uri="{FF2B5EF4-FFF2-40B4-BE49-F238E27FC236}">
                  <a16:creationId xmlns:a16="http://schemas.microsoft.com/office/drawing/2014/main" id="{DCF5F8A9-B8C1-2FEE-0507-481CAB084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5" name="Line 335">
              <a:extLst>
                <a:ext uri="{FF2B5EF4-FFF2-40B4-BE49-F238E27FC236}">
                  <a16:creationId xmlns:a16="http://schemas.microsoft.com/office/drawing/2014/main" id="{EC710929-00D8-C885-A6B4-0DD668E6C0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6" name="Line 336">
              <a:extLst>
                <a:ext uri="{FF2B5EF4-FFF2-40B4-BE49-F238E27FC236}">
                  <a16:creationId xmlns:a16="http://schemas.microsoft.com/office/drawing/2014/main" id="{4F635852-84EB-A761-C3BA-50BC6AD1D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7" name="Freeform 337">
              <a:extLst>
                <a:ext uri="{FF2B5EF4-FFF2-40B4-BE49-F238E27FC236}">
                  <a16:creationId xmlns:a16="http://schemas.microsoft.com/office/drawing/2014/main" id="{D692AF89-668C-1FC1-5CC4-9B0F06A26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8" name="Line 338">
              <a:extLst>
                <a:ext uri="{FF2B5EF4-FFF2-40B4-BE49-F238E27FC236}">
                  <a16:creationId xmlns:a16="http://schemas.microsoft.com/office/drawing/2014/main" id="{14F2A471-E688-AFC5-2F59-4D4BF335FA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5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9" name="Line 339">
              <a:extLst>
                <a:ext uri="{FF2B5EF4-FFF2-40B4-BE49-F238E27FC236}">
                  <a16:creationId xmlns:a16="http://schemas.microsoft.com/office/drawing/2014/main" id="{93E7080B-DD90-41BB-4C23-7E79DB309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0" name="Freeform 340">
              <a:extLst>
                <a:ext uri="{FF2B5EF4-FFF2-40B4-BE49-F238E27FC236}">
                  <a16:creationId xmlns:a16="http://schemas.microsoft.com/office/drawing/2014/main" id="{3BBC0C59-37FE-4B5C-D046-B04048773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1" name="Line 341">
              <a:extLst>
                <a:ext uri="{FF2B5EF4-FFF2-40B4-BE49-F238E27FC236}">
                  <a16:creationId xmlns:a16="http://schemas.microsoft.com/office/drawing/2014/main" id="{BAFCF47A-C3A6-E7BC-5B2D-8B31D118FF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5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2" name="Line 342">
              <a:extLst>
                <a:ext uri="{FF2B5EF4-FFF2-40B4-BE49-F238E27FC236}">
                  <a16:creationId xmlns:a16="http://schemas.microsoft.com/office/drawing/2014/main" id="{F4D8B218-4ACC-1D5B-3076-F59F70087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3" name="Line 343">
              <a:extLst>
                <a:ext uri="{FF2B5EF4-FFF2-40B4-BE49-F238E27FC236}">
                  <a16:creationId xmlns:a16="http://schemas.microsoft.com/office/drawing/2014/main" id="{C86BA3DE-6BF7-442E-CC9F-4497E1B3A6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7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4" name="Line 344">
              <a:extLst>
                <a:ext uri="{FF2B5EF4-FFF2-40B4-BE49-F238E27FC236}">
                  <a16:creationId xmlns:a16="http://schemas.microsoft.com/office/drawing/2014/main" id="{576D4908-5D4F-66DD-68B9-73B2D8B1F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5" name="Freeform 345">
              <a:extLst>
                <a:ext uri="{FF2B5EF4-FFF2-40B4-BE49-F238E27FC236}">
                  <a16:creationId xmlns:a16="http://schemas.microsoft.com/office/drawing/2014/main" id="{2677AA99-A44F-1EBE-8837-C030B7ACA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6" name="Line 346">
              <a:extLst>
                <a:ext uri="{FF2B5EF4-FFF2-40B4-BE49-F238E27FC236}">
                  <a16:creationId xmlns:a16="http://schemas.microsoft.com/office/drawing/2014/main" id="{A4B34475-1FB3-2C88-0CF6-C9DEC50DB9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7" name="Line 347">
              <a:extLst>
                <a:ext uri="{FF2B5EF4-FFF2-40B4-BE49-F238E27FC236}">
                  <a16:creationId xmlns:a16="http://schemas.microsoft.com/office/drawing/2014/main" id="{AF030DA0-5831-E030-9B4E-B80F93B89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8" name="Freeform 348">
              <a:extLst>
                <a:ext uri="{FF2B5EF4-FFF2-40B4-BE49-F238E27FC236}">
                  <a16:creationId xmlns:a16="http://schemas.microsoft.com/office/drawing/2014/main" id="{31253F75-6C5A-8A15-0900-7771E6028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9" name="Line 349">
              <a:extLst>
                <a:ext uri="{FF2B5EF4-FFF2-40B4-BE49-F238E27FC236}">
                  <a16:creationId xmlns:a16="http://schemas.microsoft.com/office/drawing/2014/main" id="{D6D5A017-F389-C966-40E0-AFF3832F1B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9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0" name="Line 350">
              <a:extLst>
                <a:ext uri="{FF2B5EF4-FFF2-40B4-BE49-F238E27FC236}">
                  <a16:creationId xmlns:a16="http://schemas.microsoft.com/office/drawing/2014/main" id="{036E5A25-AFCC-94E7-CB74-347C5C567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1" name="Freeform 351">
              <a:extLst>
                <a:ext uri="{FF2B5EF4-FFF2-40B4-BE49-F238E27FC236}">
                  <a16:creationId xmlns:a16="http://schemas.microsoft.com/office/drawing/2014/main" id="{4C23AB87-A3E6-1489-9D87-59DAE036E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2" name="Line 352">
              <a:extLst>
                <a:ext uri="{FF2B5EF4-FFF2-40B4-BE49-F238E27FC236}">
                  <a16:creationId xmlns:a16="http://schemas.microsoft.com/office/drawing/2014/main" id="{56AB7A7E-955A-E342-CB16-C241703AF9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1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3" name="Line 353">
              <a:extLst>
                <a:ext uri="{FF2B5EF4-FFF2-40B4-BE49-F238E27FC236}">
                  <a16:creationId xmlns:a16="http://schemas.microsoft.com/office/drawing/2014/main" id="{D591CFDE-F7C0-1126-31EA-3E2D92C6B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4" name="Freeform 354">
              <a:extLst>
                <a:ext uri="{FF2B5EF4-FFF2-40B4-BE49-F238E27FC236}">
                  <a16:creationId xmlns:a16="http://schemas.microsoft.com/office/drawing/2014/main" id="{6560AE6E-4DEB-4477-2A33-BE5B62D1F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5" name="Line 355">
              <a:extLst>
                <a:ext uri="{FF2B5EF4-FFF2-40B4-BE49-F238E27FC236}">
                  <a16:creationId xmlns:a16="http://schemas.microsoft.com/office/drawing/2014/main" id="{FF65EF1C-B80F-49E9-3174-5090C7A48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6" name="Line 356">
              <a:extLst>
                <a:ext uri="{FF2B5EF4-FFF2-40B4-BE49-F238E27FC236}">
                  <a16:creationId xmlns:a16="http://schemas.microsoft.com/office/drawing/2014/main" id="{DB1D9B53-8C22-F47A-D8C0-48A2A7C47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7" name="Freeform 357">
              <a:extLst>
                <a:ext uri="{FF2B5EF4-FFF2-40B4-BE49-F238E27FC236}">
                  <a16:creationId xmlns:a16="http://schemas.microsoft.com/office/drawing/2014/main" id="{C40F2B3B-A705-5FA8-B4E4-14F57081B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8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8" name="Line 358">
              <a:extLst>
                <a:ext uri="{FF2B5EF4-FFF2-40B4-BE49-F238E27FC236}">
                  <a16:creationId xmlns:a16="http://schemas.microsoft.com/office/drawing/2014/main" id="{9E4A3890-79AD-5959-8E3E-D3837FED6D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9" name="Line 359">
              <a:extLst>
                <a:ext uri="{FF2B5EF4-FFF2-40B4-BE49-F238E27FC236}">
                  <a16:creationId xmlns:a16="http://schemas.microsoft.com/office/drawing/2014/main" id="{A1FD61FF-4DF5-6536-26A6-9E124CE08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0" name="Freeform 360">
              <a:extLst>
                <a:ext uri="{FF2B5EF4-FFF2-40B4-BE49-F238E27FC236}">
                  <a16:creationId xmlns:a16="http://schemas.microsoft.com/office/drawing/2014/main" id="{836C5266-5D8D-70F4-B2E0-0F5CA5ED9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8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1" name="Line 361">
              <a:extLst>
                <a:ext uri="{FF2B5EF4-FFF2-40B4-BE49-F238E27FC236}">
                  <a16:creationId xmlns:a16="http://schemas.microsoft.com/office/drawing/2014/main" id="{D3559F5D-54B5-2242-CF6D-82D30DEBE1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1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2" name="Line 362">
              <a:extLst>
                <a:ext uri="{FF2B5EF4-FFF2-40B4-BE49-F238E27FC236}">
                  <a16:creationId xmlns:a16="http://schemas.microsoft.com/office/drawing/2014/main" id="{A9B7FB8C-DE73-25CB-76BC-D7C4FBD09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1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3" name="Freeform 363">
              <a:extLst>
                <a:ext uri="{FF2B5EF4-FFF2-40B4-BE49-F238E27FC236}">
                  <a16:creationId xmlns:a16="http://schemas.microsoft.com/office/drawing/2014/main" id="{0AF2463A-B2E1-6B62-689F-8180CEEB1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1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4" name="Line 364">
              <a:extLst>
                <a:ext uri="{FF2B5EF4-FFF2-40B4-BE49-F238E27FC236}">
                  <a16:creationId xmlns:a16="http://schemas.microsoft.com/office/drawing/2014/main" id="{AF68A243-CC41-284E-9E1D-C5D141FC76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7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5" name="Line 365">
              <a:extLst>
                <a:ext uri="{FF2B5EF4-FFF2-40B4-BE49-F238E27FC236}">
                  <a16:creationId xmlns:a16="http://schemas.microsoft.com/office/drawing/2014/main" id="{2B1DC36B-16A4-38CE-1840-89DA1E351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7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6" name="Freeform 366">
              <a:extLst>
                <a:ext uri="{FF2B5EF4-FFF2-40B4-BE49-F238E27FC236}">
                  <a16:creationId xmlns:a16="http://schemas.microsoft.com/office/drawing/2014/main" id="{CB2A7FB9-13D6-E34D-733E-D457C34BF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7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7" name="Line 367">
              <a:extLst>
                <a:ext uri="{FF2B5EF4-FFF2-40B4-BE49-F238E27FC236}">
                  <a16:creationId xmlns:a16="http://schemas.microsoft.com/office/drawing/2014/main" id="{6B2954F3-9785-188B-F894-CEF01FF7F6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3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8" name="Line 368">
              <a:extLst>
                <a:ext uri="{FF2B5EF4-FFF2-40B4-BE49-F238E27FC236}">
                  <a16:creationId xmlns:a16="http://schemas.microsoft.com/office/drawing/2014/main" id="{86E6E52A-0492-F895-0443-A39D1DD0A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3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9" name="Freeform 369">
              <a:extLst>
                <a:ext uri="{FF2B5EF4-FFF2-40B4-BE49-F238E27FC236}">
                  <a16:creationId xmlns:a16="http://schemas.microsoft.com/office/drawing/2014/main" id="{B6E6CBBD-1C4D-256E-B32D-AF7DC48C3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2645"/>
              <a:ext cx="1" cy="1116"/>
            </a:xfrm>
            <a:custGeom>
              <a:avLst/>
              <a:gdLst>
                <a:gd name="T0" fmla="*/ 0 w 1"/>
                <a:gd name="T1" fmla="*/ 2147483647 h 151"/>
                <a:gd name="T2" fmla="*/ 0 w 1"/>
                <a:gd name="T3" fmla="*/ 0 h 151"/>
                <a:gd name="T4" fmla="*/ 0 w 1"/>
                <a:gd name="T5" fmla="*/ 0 h 151"/>
                <a:gd name="T6" fmla="*/ 0 60000 65536"/>
                <a:gd name="T7" fmla="*/ 0 60000 65536"/>
                <a:gd name="T8" fmla="*/ 0 60000 65536"/>
                <a:gd name="T9" fmla="*/ 0 w 1"/>
                <a:gd name="T10" fmla="*/ 0 h 151"/>
                <a:gd name="T11" fmla="*/ 1 w 1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60" name="Line 370">
              <a:extLst>
                <a:ext uri="{FF2B5EF4-FFF2-40B4-BE49-F238E27FC236}">
                  <a16:creationId xmlns:a16="http://schemas.microsoft.com/office/drawing/2014/main" id="{C11E5012-0F62-FDD3-578C-F8DE3E055A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3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61" name="Line 371">
              <a:extLst>
                <a:ext uri="{FF2B5EF4-FFF2-40B4-BE49-F238E27FC236}">
                  <a16:creationId xmlns:a16="http://schemas.microsoft.com/office/drawing/2014/main" id="{C10B7EE4-509F-DE88-E2FD-EC5529B77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3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62" name="Line 372">
              <a:extLst>
                <a:ext uri="{FF2B5EF4-FFF2-40B4-BE49-F238E27FC236}">
                  <a16:creationId xmlns:a16="http://schemas.microsoft.com/office/drawing/2014/main" id="{6BC2DA18-D3DC-642C-621E-AF0548A4E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3761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63" name="Line 373">
              <a:extLst>
                <a:ext uri="{FF2B5EF4-FFF2-40B4-BE49-F238E27FC236}">
                  <a16:creationId xmlns:a16="http://schemas.microsoft.com/office/drawing/2014/main" id="{2C064E6A-F187-1557-EC77-458E07B45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3761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64" name="Rectangle 374">
              <a:extLst>
                <a:ext uri="{FF2B5EF4-FFF2-40B4-BE49-F238E27FC236}">
                  <a16:creationId xmlns:a16="http://schemas.microsoft.com/office/drawing/2014/main" id="{DF08D897-71D8-209B-9992-0A4DF1A36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3650"/>
              <a:ext cx="29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-180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2065" name="Line 375">
              <a:extLst>
                <a:ext uri="{FF2B5EF4-FFF2-40B4-BE49-F238E27FC236}">
                  <a16:creationId xmlns:a16="http://schemas.microsoft.com/office/drawing/2014/main" id="{2F41DFFB-EE88-0ABB-0992-A1F57D00C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3569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66" name="Line 376">
              <a:extLst>
                <a:ext uri="{FF2B5EF4-FFF2-40B4-BE49-F238E27FC236}">
                  <a16:creationId xmlns:a16="http://schemas.microsoft.com/office/drawing/2014/main" id="{CACADD4E-E8A3-2F36-134B-68566F2180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3569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67" name="Rectangle 377">
              <a:extLst>
                <a:ext uri="{FF2B5EF4-FFF2-40B4-BE49-F238E27FC236}">
                  <a16:creationId xmlns:a16="http://schemas.microsoft.com/office/drawing/2014/main" id="{4B2B8F57-3F66-2FC8-1588-849A30469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3458"/>
              <a:ext cx="29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-135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2068" name="Line 378">
              <a:extLst>
                <a:ext uri="{FF2B5EF4-FFF2-40B4-BE49-F238E27FC236}">
                  <a16:creationId xmlns:a16="http://schemas.microsoft.com/office/drawing/2014/main" id="{A7D61AB7-8C3C-7068-EFF5-F0D43E2BF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3384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69" name="Line 379">
              <a:extLst>
                <a:ext uri="{FF2B5EF4-FFF2-40B4-BE49-F238E27FC236}">
                  <a16:creationId xmlns:a16="http://schemas.microsoft.com/office/drawing/2014/main" id="{8696FFAE-17C8-077C-2053-AE84A651DD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3384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70" name="Rectangle 380">
              <a:extLst>
                <a:ext uri="{FF2B5EF4-FFF2-40B4-BE49-F238E27FC236}">
                  <a16:creationId xmlns:a16="http://schemas.microsoft.com/office/drawing/2014/main" id="{C627BA67-4869-1572-B089-9FC859791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" y="3273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-90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2071" name="Line 381">
              <a:extLst>
                <a:ext uri="{FF2B5EF4-FFF2-40B4-BE49-F238E27FC236}">
                  <a16:creationId xmlns:a16="http://schemas.microsoft.com/office/drawing/2014/main" id="{D52CDD1B-B539-DC5C-D07F-68572E628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3199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72" name="Line 382">
              <a:extLst>
                <a:ext uri="{FF2B5EF4-FFF2-40B4-BE49-F238E27FC236}">
                  <a16:creationId xmlns:a16="http://schemas.microsoft.com/office/drawing/2014/main" id="{35580E95-683B-4725-62AC-BE8FA26419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3199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73" name="Rectangle 383">
              <a:extLst>
                <a:ext uri="{FF2B5EF4-FFF2-40B4-BE49-F238E27FC236}">
                  <a16:creationId xmlns:a16="http://schemas.microsoft.com/office/drawing/2014/main" id="{F161D058-D388-30C5-88BB-53607798F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" y="3088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-45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2074" name="Line 384">
              <a:extLst>
                <a:ext uri="{FF2B5EF4-FFF2-40B4-BE49-F238E27FC236}">
                  <a16:creationId xmlns:a16="http://schemas.microsoft.com/office/drawing/2014/main" id="{17E325F6-876C-6118-1CE0-21C845112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3014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75" name="Line 385">
              <a:extLst>
                <a:ext uri="{FF2B5EF4-FFF2-40B4-BE49-F238E27FC236}">
                  <a16:creationId xmlns:a16="http://schemas.microsoft.com/office/drawing/2014/main" id="{F1E64F64-6B7A-3101-6ED7-0207783389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3014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76" name="Rectangle 386">
              <a:extLst>
                <a:ext uri="{FF2B5EF4-FFF2-40B4-BE49-F238E27FC236}">
                  <a16:creationId xmlns:a16="http://schemas.microsoft.com/office/drawing/2014/main" id="{42CB0E0F-3B76-AB80-F784-716262EEC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290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2077" name="Line 387">
              <a:extLst>
                <a:ext uri="{FF2B5EF4-FFF2-40B4-BE49-F238E27FC236}">
                  <a16:creationId xmlns:a16="http://schemas.microsoft.com/office/drawing/2014/main" id="{F7764C51-24E2-3C8A-12E6-F54A9C28F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829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78" name="Line 388">
              <a:extLst>
                <a:ext uri="{FF2B5EF4-FFF2-40B4-BE49-F238E27FC236}">
                  <a16:creationId xmlns:a16="http://schemas.microsoft.com/office/drawing/2014/main" id="{E29E967A-0610-B751-0010-F00874307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2829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79" name="Rectangle 389">
              <a:extLst>
                <a:ext uri="{FF2B5EF4-FFF2-40B4-BE49-F238E27FC236}">
                  <a16:creationId xmlns:a16="http://schemas.microsoft.com/office/drawing/2014/main" id="{6C1AFABA-453A-403C-E4C5-3A0A3743D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719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45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2080" name="Line 390">
              <a:extLst>
                <a:ext uri="{FF2B5EF4-FFF2-40B4-BE49-F238E27FC236}">
                  <a16:creationId xmlns:a16="http://schemas.microsoft.com/office/drawing/2014/main" id="{6923D5F5-A8AC-B30E-2A82-D5BAD4714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645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1" name="Line 391">
              <a:extLst>
                <a:ext uri="{FF2B5EF4-FFF2-40B4-BE49-F238E27FC236}">
                  <a16:creationId xmlns:a16="http://schemas.microsoft.com/office/drawing/2014/main" id="{4117525A-912A-2C89-6A5C-AD5F72897C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" y="2645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2" name="Rectangle 392">
              <a:extLst>
                <a:ext uri="{FF2B5EF4-FFF2-40B4-BE49-F238E27FC236}">
                  <a16:creationId xmlns:a16="http://schemas.microsoft.com/office/drawing/2014/main" id="{5A36A8BB-A940-6434-41A2-E16DBCE09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53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90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2083" name="Line 393">
              <a:extLst>
                <a:ext uri="{FF2B5EF4-FFF2-40B4-BE49-F238E27FC236}">
                  <a16:creationId xmlns:a16="http://schemas.microsoft.com/office/drawing/2014/main" id="{4CB2C63B-3F3F-2FD1-E93A-4C0BFD4F4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645"/>
              <a:ext cx="3673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4" name="Freeform 394">
              <a:extLst>
                <a:ext uri="{FF2B5EF4-FFF2-40B4-BE49-F238E27FC236}">
                  <a16:creationId xmlns:a16="http://schemas.microsoft.com/office/drawing/2014/main" id="{6F7BC9B4-3F2E-E16B-D729-3D0D18032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645"/>
              <a:ext cx="3673" cy="1116"/>
            </a:xfrm>
            <a:custGeom>
              <a:avLst/>
              <a:gdLst>
                <a:gd name="T0" fmla="*/ 0 w 513"/>
                <a:gd name="T1" fmla="*/ 2147483647 h 151"/>
                <a:gd name="T2" fmla="*/ 2147483647 w 513"/>
                <a:gd name="T3" fmla="*/ 2147483647 h 151"/>
                <a:gd name="T4" fmla="*/ 2147483647 w 513"/>
                <a:gd name="T5" fmla="*/ 0 h 151"/>
                <a:gd name="T6" fmla="*/ 0 60000 65536"/>
                <a:gd name="T7" fmla="*/ 0 60000 65536"/>
                <a:gd name="T8" fmla="*/ 0 60000 65536"/>
                <a:gd name="T9" fmla="*/ 0 w 513"/>
                <a:gd name="T10" fmla="*/ 0 h 151"/>
                <a:gd name="T11" fmla="*/ 513 w 513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3" h="151">
                  <a:moveTo>
                    <a:pt x="0" y="151"/>
                  </a:moveTo>
                  <a:lnTo>
                    <a:pt x="513" y="151"/>
                  </a:lnTo>
                  <a:lnTo>
                    <a:pt x="513" y="0"/>
                  </a:ln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5" name="Line 395">
              <a:extLst>
                <a:ext uri="{FF2B5EF4-FFF2-40B4-BE49-F238E27FC236}">
                  <a16:creationId xmlns:a16="http://schemas.microsoft.com/office/drawing/2014/main" id="{B22B0BA1-A50C-7DEF-6D02-F71293F32F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2645"/>
              <a:ext cx="1" cy="111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6" name="Freeform 396">
              <a:extLst>
                <a:ext uri="{FF2B5EF4-FFF2-40B4-BE49-F238E27FC236}">
                  <a16:creationId xmlns:a16="http://schemas.microsoft.com/office/drawing/2014/main" id="{A6F31500-88DD-2C70-E59C-0039AC299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645"/>
              <a:ext cx="3673" cy="369"/>
            </a:xfrm>
            <a:custGeom>
              <a:avLst/>
              <a:gdLst>
                <a:gd name="T0" fmla="*/ 0 w 3673"/>
                <a:gd name="T1" fmla="*/ 369 h 369"/>
                <a:gd name="T2" fmla="*/ 93 w 3673"/>
                <a:gd name="T3" fmla="*/ 369 h 369"/>
                <a:gd name="T4" fmla="*/ 186 w 3673"/>
                <a:gd name="T5" fmla="*/ 369 h 369"/>
                <a:gd name="T6" fmla="*/ 279 w 3673"/>
                <a:gd name="T7" fmla="*/ 362 h 369"/>
                <a:gd name="T8" fmla="*/ 372 w 3673"/>
                <a:gd name="T9" fmla="*/ 362 h 369"/>
                <a:gd name="T10" fmla="*/ 465 w 3673"/>
                <a:gd name="T11" fmla="*/ 362 h 369"/>
                <a:gd name="T12" fmla="*/ 558 w 3673"/>
                <a:gd name="T13" fmla="*/ 362 h 369"/>
                <a:gd name="T14" fmla="*/ 659 w 3673"/>
                <a:gd name="T15" fmla="*/ 362 h 369"/>
                <a:gd name="T16" fmla="*/ 752 w 3673"/>
                <a:gd name="T17" fmla="*/ 354 h 369"/>
                <a:gd name="T18" fmla="*/ 845 w 3673"/>
                <a:gd name="T19" fmla="*/ 354 h 369"/>
                <a:gd name="T20" fmla="*/ 938 w 3673"/>
                <a:gd name="T21" fmla="*/ 347 h 369"/>
                <a:gd name="T22" fmla="*/ 1031 w 3673"/>
                <a:gd name="T23" fmla="*/ 340 h 369"/>
                <a:gd name="T24" fmla="*/ 1124 w 3673"/>
                <a:gd name="T25" fmla="*/ 325 h 369"/>
                <a:gd name="T26" fmla="*/ 1224 w 3673"/>
                <a:gd name="T27" fmla="*/ 318 h 369"/>
                <a:gd name="T28" fmla="*/ 1317 w 3673"/>
                <a:gd name="T29" fmla="*/ 295 h 369"/>
                <a:gd name="T30" fmla="*/ 1410 w 3673"/>
                <a:gd name="T31" fmla="*/ 273 h 369"/>
                <a:gd name="T32" fmla="*/ 1503 w 3673"/>
                <a:gd name="T33" fmla="*/ 244 h 369"/>
                <a:gd name="T34" fmla="*/ 1597 w 3673"/>
                <a:gd name="T35" fmla="*/ 214 h 369"/>
                <a:gd name="T36" fmla="*/ 1690 w 3673"/>
                <a:gd name="T37" fmla="*/ 177 h 369"/>
                <a:gd name="T38" fmla="*/ 1783 w 3673"/>
                <a:gd name="T39" fmla="*/ 147 h 369"/>
                <a:gd name="T40" fmla="*/ 1883 w 3673"/>
                <a:gd name="T41" fmla="*/ 118 h 369"/>
                <a:gd name="T42" fmla="*/ 1976 w 3673"/>
                <a:gd name="T43" fmla="*/ 88 h 369"/>
                <a:gd name="T44" fmla="*/ 2069 w 3673"/>
                <a:gd name="T45" fmla="*/ 66 h 369"/>
                <a:gd name="T46" fmla="*/ 2162 w 3673"/>
                <a:gd name="T47" fmla="*/ 51 h 369"/>
                <a:gd name="T48" fmla="*/ 2255 w 3673"/>
                <a:gd name="T49" fmla="*/ 37 h 369"/>
                <a:gd name="T50" fmla="*/ 2348 w 3673"/>
                <a:gd name="T51" fmla="*/ 22 h 369"/>
                <a:gd name="T52" fmla="*/ 2449 w 3673"/>
                <a:gd name="T53" fmla="*/ 14 h 369"/>
                <a:gd name="T54" fmla="*/ 2542 w 3673"/>
                <a:gd name="T55" fmla="*/ 14 h 369"/>
                <a:gd name="T56" fmla="*/ 2635 w 3673"/>
                <a:gd name="T57" fmla="*/ 7 h 369"/>
                <a:gd name="T58" fmla="*/ 2728 w 3673"/>
                <a:gd name="T59" fmla="*/ 7 h 369"/>
                <a:gd name="T60" fmla="*/ 2821 w 3673"/>
                <a:gd name="T61" fmla="*/ 0 h 369"/>
                <a:gd name="T62" fmla="*/ 2914 w 3673"/>
                <a:gd name="T63" fmla="*/ 0 h 369"/>
                <a:gd name="T64" fmla="*/ 3007 w 3673"/>
                <a:gd name="T65" fmla="*/ 0 h 369"/>
                <a:gd name="T66" fmla="*/ 3107 w 3673"/>
                <a:gd name="T67" fmla="*/ 0 h 369"/>
                <a:gd name="T68" fmla="*/ 3200 w 3673"/>
                <a:gd name="T69" fmla="*/ 0 h 369"/>
                <a:gd name="T70" fmla="*/ 3293 w 3673"/>
                <a:gd name="T71" fmla="*/ 0 h 369"/>
                <a:gd name="T72" fmla="*/ 3386 w 3673"/>
                <a:gd name="T73" fmla="*/ 0 h 369"/>
                <a:gd name="T74" fmla="*/ 3479 w 3673"/>
                <a:gd name="T75" fmla="*/ 0 h 369"/>
                <a:gd name="T76" fmla="*/ 3573 w 3673"/>
                <a:gd name="T77" fmla="*/ 0 h 369"/>
                <a:gd name="T78" fmla="*/ 3673 w 3673"/>
                <a:gd name="T79" fmla="*/ 0 h 3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673"/>
                <a:gd name="T121" fmla="*/ 0 h 369"/>
                <a:gd name="T122" fmla="*/ 3673 w 3673"/>
                <a:gd name="T123" fmla="*/ 369 h 3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673" h="369">
                  <a:moveTo>
                    <a:pt x="0" y="369"/>
                  </a:moveTo>
                  <a:lnTo>
                    <a:pt x="93" y="369"/>
                  </a:lnTo>
                  <a:lnTo>
                    <a:pt x="186" y="369"/>
                  </a:lnTo>
                  <a:lnTo>
                    <a:pt x="279" y="362"/>
                  </a:lnTo>
                  <a:lnTo>
                    <a:pt x="372" y="362"/>
                  </a:lnTo>
                  <a:lnTo>
                    <a:pt x="465" y="362"/>
                  </a:lnTo>
                  <a:lnTo>
                    <a:pt x="558" y="362"/>
                  </a:lnTo>
                  <a:lnTo>
                    <a:pt x="659" y="362"/>
                  </a:lnTo>
                  <a:lnTo>
                    <a:pt x="752" y="354"/>
                  </a:lnTo>
                  <a:lnTo>
                    <a:pt x="845" y="354"/>
                  </a:lnTo>
                  <a:lnTo>
                    <a:pt x="938" y="347"/>
                  </a:lnTo>
                  <a:lnTo>
                    <a:pt x="1031" y="340"/>
                  </a:lnTo>
                  <a:lnTo>
                    <a:pt x="1124" y="325"/>
                  </a:lnTo>
                  <a:lnTo>
                    <a:pt x="1224" y="318"/>
                  </a:lnTo>
                  <a:lnTo>
                    <a:pt x="1317" y="295"/>
                  </a:lnTo>
                  <a:lnTo>
                    <a:pt x="1410" y="273"/>
                  </a:lnTo>
                  <a:lnTo>
                    <a:pt x="1503" y="244"/>
                  </a:lnTo>
                  <a:lnTo>
                    <a:pt x="1597" y="214"/>
                  </a:lnTo>
                  <a:lnTo>
                    <a:pt x="1690" y="177"/>
                  </a:lnTo>
                  <a:lnTo>
                    <a:pt x="1783" y="147"/>
                  </a:lnTo>
                  <a:lnTo>
                    <a:pt x="1883" y="118"/>
                  </a:lnTo>
                  <a:lnTo>
                    <a:pt x="1976" y="88"/>
                  </a:lnTo>
                  <a:lnTo>
                    <a:pt x="2069" y="66"/>
                  </a:lnTo>
                  <a:lnTo>
                    <a:pt x="2162" y="51"/>
                  </a:lnTo>
                  <a:lnTo>
                    <a:pt x="2255" y="37"/>
                  </a:lnTo>
                  <a:lnTo>
                    <a:pt x="2348" y="22"/>
                  </a:lnTo>
                  <a:lnTo>
                    <a:pt x="2449" y="14"/>
                  </a:lnTo>
                  <a:lnTo>
                    <a:pt x="2542" y="14"/>
                  </a:lnTo>
                  <a:lnTo>
                    <a:pt x="2635" y="7"/>
                  </a:lnTo>
                  <a:lnTo>
                    <a:pt x="2728" y="7"/>
                  </a:lnTo>
                  <a:lnTo>
                    <a:pt x="2821" y="0"/>
                  </a:lnTo>
                  <a:lnTo>
                    <a:pt x="2914" y="0"/>
                  </a:lnTo>
                  <a:lnTo>
                    <a:pt x="3007" y="0"/>
                  </a:lnTo>
                  <a:lnTo>
                    <a:pt x="3107" y="0"/>
                  </a:lnTo>
                  <a:lnTo>
                    <a:pt x="3200" y="0"/>
                  </a:lnTo>
                  <a:lnTo>
                    <a:pt x="3293" y="0"/>
                  </a:lnTo>
                  <a:lnTo>
                    <a:pt x="3386" y="0"/>
                  </a:lnTo>
                  <a:lnTo>
                    <a:pt x="3479" y="0"/>
                  </a:lnTo>
                  <a:lnTo>
                    <a:pt x="3573" y="0"/>
                  </a:lnTo>
                  <a:lnTo>
                    <a:pt x="3673" y="0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7" name="Freeform 397">
              <a:extLst>
                <a:ext uri="{FF2B5EF4-FFF2-40B4-BE49-F238E27FC236}">
                  <a16:creationId xmlns:a16="http://schemas.microsoft.com/office/drawing/2014/main" id="{5406305C-30B4-F070-C860-FD30DE249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022"/>
              <a:ext cx="3673" cy="362"/>
            </a:xfrm>
            <a:custGeom>
              <a:avLst/>
              <a:gdLst>
                <a:gd name="T0" fmla="*/ 0 w 3673"/>
                <a:gd name="T1" fmla="*/ 0 h 362"/>
                <a:gd name="T2" fmla="*/ 93 w 3673"/>
                <a:gd name="T3" fmla="*/ 7 h 362"/>
                <a:gd name="T4" fmla="*/ 186 w 3673"/>
                <a:gd name="T5" fmla="*/ 14 h 362"/>
                <a:gd name="T6" fmla="*/ 279 w 3673"/>
                <a:gd name="T7" fmla="*/ 22 h 362"/>
                <a:gd name="T8" fmla="*/ 372 w 3673"/>
                <a:gd name="T9" fmla="*/ 29 h 362"/>
                <a:gd name="T10" fmla="*/ 465 w 3673"/>
                <a:gd name="T11" fmla="*/ 44 h 362"/>
                <a:gd name="T12" fmla="*/ 558 w 3673"/>
                <a:gd name="T13" fmla="*/ 59 h 362"/>
                <a:gd name="T14" fmla="*/ 659 w 3673"/>
                <a:gd name="T15" fmla="*/ 81 h 362"/>
                <a:gd name="T16" fmla="*/ 752 w 3673"/>
                <a:gd name="T17" fmla="*/ 103 h 362"/>
                <a:gd name="T18" fmla="*/ 845 w 3673"/>
                <a:gd name="T19" fmla="*/ 140 h 362"/>
                <a:gd name="T20" fmla="*/ 938 w 3673"/>
                <a:gd name="T21" fmla="*/ 170 h 362"/>
                <a:gd name="T22" fmla="*/ 1031 w 3673"/>
                <a:gd name="T23" fmla="*/ 207 h 362"/>
                <a:gd name="T24" fmla="*/ 1124 w 3673"/>
                <a:gd name="T25" fmla="*/ 236 h 362"/>
                <a:gd name="T26" fmla="*/ 1224 w 3673"/>
                <a:gd name="T27" fmla="*/ 266 h 362"/>
                <a:gd name="T28" fmla="*/ 1317 w 3673"/>
                <a:gd name="T29" fmla="*/ 288 h 362"/>
                <a:gd name="T30" fmla="*/ 1410 w 3673"/>
                <a:gd name="T31" fmla="*/ 310 h 362"/>
                <a:gd name="T32" fmla="*/ 1503 w 3673"/>
                <a:gd name="T33" fmla="*/ 325 h 362"/>
                <a:gd name="T34" fmla="*/ 1597 w 3673"/>
                <a:gd name="T35" fmla="*/ 332 h 362"/>
                <a:gd name="T36" fmla="*/ 1690 w 3673"/>
                <a:gd name="T37" fmla="*/ 340 h 362"/>
                <a:gd name="T38" fmla="*/ 1783 w 3673"/>
                <a:gd name="T39" fmla="*/ 347 h 362"/>
                <a:gd name="T40" fmla="*/ 1883 w 3673"/>
                <a:gd name="T41" fmla="*/ 347 h 362"/>
                <a:gd name="T42" fmla="*/ 1976 w 3673"/>
                <a:gd name="T43" fmla="*/ 355 h 362"/>
                <a:gd name="T44" fmla="*/ 2069 w 3673"/>
                <a:gd name="T45" fmla="*/ 355 h 362"/>
                <a:gd name="T46" fmla="*/ 2162 w 3673"/>
                <a:gd name="T47" fmla="*/ 355 h 362"/>
                <a:gd name="T48" fmla="*/ 2255 w 3673"/>
                <a:gd name="T49" fmla="*/ 362 h 362"/>
                <a:gd name="T50" fmla="*/ 2348 w 3673"/>
                <a:gd name="T51" fmla="*/ 362 h 362"/>
                <a:gd name="T52" fmla="*/ 2449 w 3673"/>
                <a:gd name="T53" fmla="*/ 362 h 362"/>
                <a:gd name="T54" fmla="*/ 2542 w 3673"/>
                <a:gd name="T55" fmla="*/ 362 h 362"/>
                <a:gd name="T56" fmla="*/ 2635 w 3673"/>
                <a:gd name="T57" fmla="*/ 362 h 362"/>
                <a:gd name="T58" fmla="*/ 2728 w 3673"/>
                <a:gd name="T59" fmla="*/ 362 h 362"/>
                <a:gd name="T60" fmla="*/ 2821 w 3673"/>
                <a:gd name="T61" fmla="*/ 362 h 362"/>
                <a:gd name="T62" fmla="*/ 2914 w 3673"/>
                <a:gd name="T63" fmla="*/ 362 h 362"/>
                <a:gd name="T64" fmla="*/ 3007 w 3673"/>
                <a:gd name="T65" fmla="*/ 362 h 362"/>
                <a:gd name="T66" fmla="*/ 3107 w 3673"/>
                <a:gd name="T67" fmla="*/ 362 h 362"/>
                <a:gd name="T68" fmla="*/ 3200 w 3673"/>
                <a:gd name="T69" fmla="*/ 362 h 362"/>
                <a:gd name="T70" fmla="*/ 3293 w 3673"/>
                <a:gd name="T71" fmla="*/ 362 h 362"/>
                <a:gd name="T72" fmla="*/ 3386 w 3673"/>
                <a:gd name="T73" fmla="*/ 362 h 362"/>
                <a:gd name="T74" fmla="*/ 3479 w 3673"/>
                <a:gd name="T75" fmla="*/ 362 h 362"/>
                <a:gd name="T76" fmla="*/ 3573 w 3673"/>
                <a:gd name="T77" fmla="*/ 362 h 362"/>
                <a:gd name="T78" fmla="*/ 3673 w 3673"/>
                <a:gd name="T79" fmla="*/ 362 h 36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673"/>
                <a:gd name="T121" fmla="*/ 0 h 362"/>
                <a:gd name="T122" fmla="*/ 3673 w 3673"/>
                <a:gd name="T123" fmla="*/ 362 h 36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673" h="362">
                  <a:moveTo>
                    <a:pt x="0" y="0"/>
                  </a:moveTo>
                  <a:lnTo>
                    <a:pt x="93" y="7"/>
                  </a:lnTo>
                  <a:lnTo>
                    <a:pt x="186" y="14"/>
                  </a:lnTo>
                  <a:lnTo>
                    <a:pt x="279" y="22"/>
                  </a:lnTo>
                  <a:lnTo>
                    <a:pt x="372" y="29"/>
                  </a:lnTo>
                  <a:lnTo>
                    <a:pt x="465" y="44"/>
                  </a:lnTo>
                  <a:lnTo>
                    <a:pt x="558" y="59"/>
                  </a:lnTo>
                  <a:lnTo>
                    <a:pt x="659" y="81"/>
                  </a:lnTo>
                  <a:lnTo>
                    <a:pt x="752" y="103"/>
                  </a:lnTo>
                  <a:lnTo>
                    <a:pt x="845" y="140"/>
                  </a:lnTo>
                  <a:lnTo>
                    <a:pt x="938" y="170"/>
                  </a:lnTo>
                  <a:lnTo>
                    <a:pt x="1031" y="207"/>
                  </a:lnTo>
                  <a:lnTo>
                    <a:pt x="1124" y="236"/>
                  </a:lnTo>
                  <a:lnTo>
                    <a:pt x="1224" y="266"/>
                  </a:lnTo>
                  <a:lnTo>
                    <a:pt x="1317" y="288"/>
                  </a:lnTo>
                  <a:lnTo>
                    <a:pt x="1410" y="310"/>
                  </a:lnTo>
                  <a:lnTo>
                    <a:pt x="1503" y="325"/>
                  </a:lnTo>
                  <a:lnTo>
                    <a:pt x="1597" y="332"/>
                  </a:lnTo>
                  <a:lnTo>
                    <a:pt x="1690" y="340"/>
                  </a:lnTo>
                  <a:lnTo>
                    <a:pt x="1783" y="347"/>
                  </a:lnTo>
                  <a:lnTo>
                    <a:pt x="1883" y="347"/>
                  </a:lnTo>
                  <a:lnTo>
                    <a:pt x="1976" y="355"/>
                  </a:lnTo>
                  <a:lnTo>
                    <a:pt x="2069" y="355"/>
                  </a:lnTo>
                  <a:lnTo>
                    <a:pt x="2162" y="355"/>
                  </a:lnTo>
                  <a:lnTo>
                    <a:pt x="2255" y="362"/>
                  </a:lnTo>
                  <a:lnTo>
                    <a:pt x="2348" y="362"/>
                  </a:lnTo>
                  <a:lnTo>
                    <a:pt x="2449" y="362"/>
                  </a:lnTo>
                  <a:lnTo>
                    <a:pt x="2542" y="362"/>
                  </a:lnTo>
                  <a:lnTo>
                    <a:pt x="2635" y="362"/>
                  </a:lnTo>
                  <a:lnTo>
                    <a:pt x="2728" y="362"/>
                  </a:lnTo>
                  <a:lnTo>
                    <a:pt x="2821" y="362"/>
                  </a:lnTo>
                  <a:lnTo>
                    <a:pt x="2914" y="362"/>
                  </a:lnTo>
                  <a:lnTo>
                    <a:pt x="3007" y="362"/>
                  </a:lnTo>
                  <a:lnTo>
                    <a:pt x="3107" y="362"/>
                  </a:lnTo>
                  <a:lnTo>
                    <a:pt x="3200" y="362"/>
                  </a:lnTo>
                  <a:lnTo>
                    <a:pt x="3293" y="362"/>
                  </a:lnTo>
                  <a:lnTo>
                    <a:pt x="3386" y="362"/>
                  </a:lnTo>
                  <a:lnTo>
                    <a:pt x="3479" y="362"/>
                  </a:lnTo>
                  <a:lnTo>
                    <a:pt x="3573" y="362"/>
                  </a:lnTo>
                  <a:lnTo>
                    <a:pt x="3673" y="362"/>
                  </a:lnTo>
                </a:path>
              </a:pathLst>
            </a:custGeom>
            <a:noFill/>
            <a:ln w="22225">
              <a:solidFill>
                <a:srgbClr val="00A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8" name="Freeform 398">
              <a:extLst>
                <a:ext uri="{FF2B5EF4-FFF2-40B4-BE49-F238E27FC236}">
                  <a16:creationId xmlns:a16="http://schemas.microsoft.com/office/drawing/2014/main" id="{61CE751E-03CA-A306-9A32-89FA298B7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014"/>
              <a:ext cx="3673" cy="370"/>
            </a:xfrm>
            <a:custGeom>
              <a:avLst/>
              <a:gdLst>
                <a:gd name="T0" fmla="*/ 0 w 3673"/>
                <a:gd name="T1" fmla="*/ 0 h 370"/>
                <a:gd name="T2" fmla="*/ 93 w 3673"/>
                <a:gd name="T3" fmla="*/ 0 h 370"/>
                <a:gd name="T4" fmla="*/ 186 w 3673"/>
                <a:gd name="T5" fmla="*/ 0 h 370"/>
                <a:gd name="T6" fmla="*/ 279 w 3673"/>
                <a:gd name="T7" fmla="*/ 0 h 370"/>
                <a:gd name="T8" fmla="*/ 372 w 3673"/>
                <a:gd name="T9" fmla="*/ 0 h 370"/>
                <a:gd name="T10" fmla="*/ 465 w 3673"/>
                <a:gd name="T11" fmla="*/ 0 h 370"/>
                <a:gd name="T12" fmla="*/ 558 w 3673"/>
                <a:gd name="T13" fmla="*/ 0 h 370"/>
                <a:gd name="T14" fmla="*/ 659 w 3673"/>
                <a:gd name="T15" fmla="*/ 0 h 370"/>
                <a:gd name="T16" fmla="*/ 752 w 3673"/>
                <a:gd name="T17" fmla="*/ 0 h 370"/>
                <a:gd name="T18" fmla="*/ 845 w 3673"/>
                <a:gd name="T19" fmla="*/ 0 h 370"/>
                <a:gd name="T20" fmla="*/ 938 w 3673"/>
                <a:gd name="T21" fmla="*/ 0 h 370"/>
                <a:gd name="T22" fmla="*/ 1031 w 3673"/>
                <a:gd name="T23" fmla="*/ 0 h 370"/>
                <a:gd name="T24" fmla="*/ 1124 w 3673"/>
                <a:gd name="T25" fmla="*/ 0 h 370"/>
                <a:gd name="T26" fmla="*/ 1224 w 3673"/>
                <a:gd name="T27" fmla="*/ 8 h 370"/>
                <a:gd name="T28" fmla="*/ 1317 w 3673"/>
                <a:gd name="T29" fmla="*/ 8 h 370"/>
                <a:gd name="T30" fmla="*/ 1410 w 3673"/>
                <a:gd name="T31" fmla="*/ 8 h 370"/>
                <a:gd name="T32" fmla="*/ 1503 w 3673"/>
                <a:gd name="T33" fmla="*/ 15 h 370"/>
                <a:gd name="T34" fmla="*/ 1597 w 3673"/>
                <a:gd name="T35" fmla="*/ 15 h 370"/>
                <a:gd name="T36" fmla="*/ 1690 w 3673"/>
                <a:gd name="T37" fmla="*/ 22 h 370"/>
                <a:gd name="T38" fmla="*/ 1783 w 3673"/>
                <a:gd name="T39" fmla="*/ 30 h 370"/>
                <a:gd name="T40" fmla="*/ 1883 w 3673"/>
                <a:gd name="T41" fmla="*/ 45 h 370"/>
                <a:gd name="T42" fmla="*/ 1976 w 3673"/>
                <a:gd name="T43" fmla="*/ 59 h 370"/>
                <a:gd name="T44" fmla="*/ 2069 w 3673"/>
                <a:gd name="T45" fmla="*/ 74 h 370"/>
                <a:gd name="T46" fmla="*/ 2162 w 3673"/>
                <a:gd name="T47" fmla="*/ 96 h 370"/>
                <a:gd name="T48" fmla="*/ 2255 w 3673"/>
                <a:gd name="T49" fmla="*/ 126 h 370"/>
                <a:gd name="T50" fmla="*/ 2348 w 3673"/>
                <a:gd name="T51" fmla="*/ 156 h 370"/>
                <a:gd name="T52" fmla="*/ 2449 w 3673"/>
                <a:gd name="T53" fmla="*/ 192 h 370"/>
                <a:gd name="T54" fmla="*/ 2542 w 3673"/>
                <a:gd name="T55" fmla="*/ 229 h 370"/>
                <a:gd name="T56" fmla="*/ 2635 w 3673"/>
                <a:gd name="T57" fmla="*/ 259 h 370"/>
                <a:gd name="T58" fmla="*/ 2728 w 3673"/>
                <a:gd name="T59" fmla="*/ 281 h 370"/>
                <a:gd name="T60" fmla="*/ 2821 w 3673"/>
                <a:gd name="T61" fmla="*/ 303 h 370"/>
                <a:gd name="T62" fmla="*/ 2914 w 3673"/>
                <a:gd name="T63" fmla="*/ 318 h 370"/>
                <a:gd name="T64" fmla="*/ 3007 w 3673"/>
                <a:gd name="T65" fmla="*/ 333 h 370"/>
                <a:gd name="T66" fmla="*/ 3107 w 3673"/>
                <a:gd name="T67" fmla="*/ 340 h 370"/>
                <a:gd name="T68" fmla="*/ 3200 w 3673"/>
                <a:gd name="T69" fmla="*/ 348 h 370"/>
                <a:gd name="T70" fmla="*/ 3293 w 3673"/>
                <a:gd name="T71" fmla="*/ 355 h 370"/>
                <a:gd name="T72" fmla="*/ 3386 w 3673"/>
                <a:gd name="T73" fmla="*/ 363 h 370"/>
                <a:gd name="T74" fmla="*/ 3479 w 3673"/>
                <a:gd name="T75" fmla="*/ 363 h 370"/>
                <a:gd name="T76" fmla="*/ 3573 w 3673"/>
                <a:gd name="T77" fmla="*/ 363 h 370"/>
                <a:gd name="T78" fmla="*/ 3673 w 3673"/>
                <a:gd name="T79" fmla="*/ 370 h 37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673"/>
                <a:gd name="T121" fmla="*/ 0 h 370"/>
                <a:gd name="T122" fmla="*/ 3673 w 3673"/>
                <a:gd name="T123" fmla="*/ 370 h 37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673" h="370">
                  <a:moveTo>
                    <a:pt x="0" y="0"/>
                  </a:moveTo>
                  <a:lnTo>
                    <a:pt x="93" y="0"/>
                  </a:lnTo>
                  <a:lnTo>
                    <a:pt x="186" y="0"/>
                  </a:lnTo>
                  <a:lnTo>
                    <a:pt x="279" y="0"/>
                  </a:lnTo>
                  <a:lnTo>
                    <a:pt x="372" y="0"/>
                  </a:lnTo>
                  <a:lnTo>
                    <a:pt x="465" y="0"/>
                  </a:lnTo>
                  <a:lnTo>
                    <a:pt x="558" y="0"/>
                  </a:lnTo>
                  <a:lnTo>
                    <a:pt x="659" y="0"/>
                  </a:lnTo>
                  <a:lnTo>
                    <a:pt x="752" y="0"/>
                  </a:lnTo>
                  <a:lnTo>
                    <a:pt x="845" y="0"/>
                  </a:lnTo>
                  <a:lnTo>
                    <a:pt x="938" y="0"/>
                  </a:lnTo>
                  <a:lnTo>
                    <a:pt x="1031" y="0"/>
                  </a:lnTo>
                  <a:lnTo>
                    <a:pt x="1124" y="0"/>
                  </a:lnTo>
                  <a:lnTo>
                    <a:pt x="1224" y="8"/>
                  </a:lnTo>
                  <a:lnTo>
                    <a:pt x="1317" y="8"/>
                  </a:lnTo>
                  <a:lnTo>
                    <a:pt x="1410" y="8"/>
                  </a:lnTo>
                  <a:lnTo>
                    <a:pt x="1503" y="15"/>
                  </a:lnTo>
                  <a:lnTo>
                    <a:pt x="1597" y="15"/>
                  </a:lnTo>
                  <a:lnTo>
                    <a:pt x="1690" y="22"/>
                  </a:lnTo>
                  <a:lnTo>
                    <a:pt x="1783" y="30"/>
                  </a:lnTo>
                  <a:lnTo>
                    <a:pt x="1883" y="45"/>
                  </a:lnTo>
                  <a:lnTo>
                    <a:pt x="1976" y="59"/>
                  </a:lnTo>
                  <a:lnTo>
                    <a:pt x="2069" y="74"/>
                  </a:lnTo>
                  <a:lnTo>
                    <a:pt x="2162" y="96"/>
                  </a:lnTo>
                  <a:lnTo>
                    <a:pt x="2255" y="126"/>
                  </a:lnTo>
                  <a:lnTo>
                    <a:pt x="2348" y="156"/>
                  </a:lnTo>
                  <a:lnTo>
                    <a:pt x="2449" y="192"/>
                  </a:lnTo>
                  <a:lnTo>
                    <a:pt x="2542" y="229"/>
                  </a:lnTo>
                  <a:lnTo>
                    <a:pt x="2635" y="259"/>
                  </a:lnTo>
                  <a:lnTo>
                    <a:pt x="2728" y="281"/>
                  </a:lnTo>
                  <a:lnTo>
                    <a:pt x="2821" y="303"/>
                  </a:lnTo>
                  <a:lnTo>
                    <a:pt x="2914" y="318"/>
                  </a:lnTo>
                  <a:lnTo>
                    <a:pt x="3007" y="333"/>
                  </a:lnTo>
                  <a:lnTo>
                    <a:pt x="3107" y="340"/>
                  </a:lnTo>
                  <a:lnTo>
                    <a:pt x="3200" y="348"/>
                  </a:lnTo>
                  <a:lnTo>
                    <a:pt x="3293" y="355"/>
                  </a:lnTo>
                  <a:lnTo>
                    <a:pt x="3386" y="363"/>
                  </a:lnTo>
                  <a:lnTo>
                    <a:pt x="3479" y="363"/>
                  </a:lnTo>
                  <a:lnTo>
                    <a:pt x="3573" y="363"/>
                  </a:lnTo>
                  <a:lnTo>
                    <a:pt x="3673" y="370"/>
                  </a:lnTo>
                </a:path>
              </a:pathLst>
            </a:custGeom>
            <a:noFill/>
            <a:ln w="22225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9" name="Freeform 399">
              <a:extLst>
                <a:ext uri="{FF2B5EF4-FFF2-40B4-BE49-F238E27FC236}">
                  <a16:creationId xmlns:a16="http://schemas.microsoft.com/office/drawing/2014/main" id="{1FF615CB-18E6-1924-24BF-13DDAD4AE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014"/>
              <a:ext cx="3673" cy="348"/>
            </a:xfrm>
            <a:custGeom>
              <a:avLst/>
              <a:gdLst>
                <a:gd name="T0" fmla="*/ 0 w 3673"/>
                <a:gd name="T1" fmla="*/ 0 h 348"/>
                <a:gd name="T2" fmla="*/ 93 w 3673"/>
                <a:gd name="T3" fmla="*/ 0 h 348"/>
                <a:gd name="T4" fmla="*/ 186 w 3673"/>
                <a:gd name="T5" fmla="*/ 0 h 348"/>
                <a:gd name="T6" fmla="*/ 279 w 3673"/>
                <a:gd name="T7" fmla="*/ 0 h 348"/>
                <a:gd name="T8" fmla="*/ 372 w 3673"/>
                <a:gd name="T9" fmla="*/ 0 h 348"/>
                <a:gd name="T10" fmla="*/ 465 w 3673"/>
                <a:gd name="T11" fmla="*/ 0 h 348"/>
                <a:gd name="T12" fmla="*/ 558 w 3673"/>
                <a:gd name="T13" fmla="*/ 0 h 348"/>
                <a:gd name="T14" fmla="*/ 659 w 3673"/>
                <a:gd name="T15" fmla="*/ 0 h 348"/>
                <a:gd name="T16" fmla="*/ 752 w 3673"/>
                <a:gd name="T17" fmla="*/ 0 h 348"/>
                <a:gd name="T18" fmla="*/ 845 w 3673"/>
                <a:gd name="T19" fmla="*/ 0 h 348"/>
                <a:gd name="T20" fmla="*/ 938 w 3673"/>
                <a:gd name="T21" fmla="*/ 0 h 348"/>
                <a:gd name="T22" fmla="*/ 1031 w 3673"/>
                <a:gd name="T23" fmla="*/ 0 h 348"/>
                <a:gd name="T24" fmla="*/ 1124 w 3673"/>
                <a:gd name="T25" fmla="*/ 0 h 348"/>
                <a:gd name="T26" fmla="*/ 1224 w 3673"/>
                <a:gd name="T27" fmla="*/ 0 h 348"/>
                <a:gd name="T28" fmla="*/ 1317 w 3673"/>
                <a:gd name="T29" fmla="*/ 0 h 348"/>
                <a:gd name="T30" fmla="*/ 1410 w 3673"/>
                <a:gd name="T31" fmla="*/ 0 h 348"/>
                <a:gd name="T32" fmla="*/ 1503 w 3673"/>
                <a:gd name="T33" fmla="*/ 0 h 348"/>
                <a:gd name="T34" fmla="*/ 1597 w 3673"/>
                <a:gd name="T35" fmla="*/ 0 h 348"/>
                <a:gd name="T36" fmla="*/ 1690 w 3673"/>
                <a:gd name="T37" fmla="*/ 0 h 348"/>
                <a:gd name="T38" fmla="*/ 1783 w 3673"/>
                <a:gd name="T39" fmla="*/ 8 h 348"/>
                <a:gd name="T40" fmla="*/ 1883 w 3673"/>
                <a:gd name="T41" fmla="*/ 8 h 348"/>
                <a:gd name="T42" fmla="*/ 1976 w 3673"/>
                <a:gd name="T43" fmla="*/ 8 h 348"/>
                <a:gd name="T44" fmla="*/ 2069 w 3673"/>
                <a:gd name="T45" fmla="*/ 15 h 348"/>
                <a:gd name="T46" fmla="*/ 2162 w 3673"/>
                <a:gd name="T47" fmla="*/ 22 h 348"/>
                <a:gd name="T48" fmla="*/ 2255 w 3673"/>
                <a:gd name="T49" fmla="*/ 30 h 348"/>
                <a:gd name="T50" fmla="*/ 2348 w 3673"/>
                <a:gd name="T51" fmla="*/ 37 h 348"/>
                <a:gd name="T52" fmla="*/ 2449 w 3673"/>
                <a:gd name="T53" fmla="*/ 52 h 348"/>
                <a:gd name="T54" fmla="*/ 2542 w 3673"/>
                <a:gd name="T55" fmla="*/ 67 h 348"/>
                <a:gd name="T56" fmla="*/ 2635 w 3673"/>
                <a:gd name="T57" fmla="*/ 89 h 348"/>
                <a:gd name="T58" fmla="*/ 2728 w 3673"/>
                <a:gd name="T59" fmla="*/ 111 h 348"/>
                <a:gd name="T60" fmla="*/ 2821 w 3673"/>
                <a:gd name="T61" fmla="*/ 141 h 348"/>
                <a:gd name="T62" fmla="*/ 2914 w 3673"/>
                <a:gd name="T63" fmla="*/ 178 h 348"/>
                <a:gd name="T64" fmla="*/ 3007 w 3673"/>
                <a:gd name="T65" fmla="*/ 215 h 348"/>
                <a:gd name="T66" fmla="*/ 3107 w 3673"/>
                <a:gd name="T67" fmla="*/ 244 h 348"/>
                <a:gd name="T68" fmla="*/ 3200 w 3673"/>
                <a:gd name="T69" fmla="*/ 274 h 348"/>
                <a:gd name="T70" fmla="*/ 3293 w 3673"/>
                <a:gd name="T71" fmla="*/ 296 h 348"/>
                <a:gd name="T72" fmla="*/ 3386 w 3673"/>
                <a:gd name="T73" fmla="*/ 318 h 348"/>
                <a:gd name="T74" fmla="*/ 3479 w 3673"/>
                <a:gd name="T75" fmla="*/ 326 h 348"/>
                <a:gd name="T76" fmla="*/ 3573 w 3673"/>
                <a:gd name="T77" fmla="*/ 340 h 348"/>
                <a:gd name="T78" fmla="*/ 3673 w 3673"/>
                <a:gd name="T79" fmla="*/ 348 h 34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673"/>
                <a:gd name="T121" fmla="*/ 0 h 348"/>
                <a:gd name="T122" fmla="*/ 3673 w 3673"/>
                <a:gd name="T123" fmla="*/ 348 h 34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673" h="348">
                  <a:moveTo>
                    <a:pt x="0" y="0"/>
                  </a:moveTo>
                  <a:lnTo>
                    <a:pt x="93" y="0"/>
                  </a:lnTo>
                  <a:lnTo>
                    <a:pt x="186" y="0"/>
                  </a:lnTo>
                  <a:lnTo>
                    <a:pt x="279" y="0"/>
                  </a:lnTo>
                  <a:lnTo>
                    <a:pt x="372" y="0"/>
                  </a:lnTo>
                  <a:lnTo>
                    <a:pt x="465" y="0"/>
                  </a:lnTo>
                  <a:lnTo>
                    <a:pt x="558" y="0"/>
                  </a:lnTo>
                  <a:lnTo>
                    <a:pt x="659" y="0"/>
                  </a:lnTo>
                  <a:lnTo>
                    <a:pt x="752" y="0"/>
                  </a:lnTo>
                  <a:lnTo>
                    <a:pt x="845" y="0"/>
                  </a:lnTo>
                  <a:lnTo>
                    <a:pt x="938" y="0"/>
                  </a:lnTo>
                  <a:lnTo>
                    <a:pt x="1031" y="0"/>
                  </a:lnTo>
                  <a:lnTo>
                    <a:pt x="1124" y="0"/>
                  </a:lnTo>
                  <a:lnTo>
                    <a:pt x="1224" y="0"/>
                  </a:lnTo>
                  <a:lnTo>
                    <a:pt x="1317" y="0"/>
                  </a:lnTo>
                  <a:lnTo>
                    <a:pt x="1410" y="0"/>
                  </a:lnTo>
                  <a:lnTo>
                    <a:pt x="1503" y="0"/>
                  </a:lnTo>
                  <a:lnTo>
                    <a:pt x="1597" y="0"/>
                  </a:lnTo>
                  <a:lnTo>
                    <a:pt x="1690" y="0"/>
                  </a:lnTo>
                  <a:lnTo>
                    <a:pt x="1783" y="8"/>
                  </a:lnTo>
                  <a:lnTo>
                    <a:pt x="1883" y="8"/>
                  </a:lnTo>
                  <a:lnTo>
                    <a:pt x="1976" y="8"/>
                  </a:lnTo>
                  <a:lnTo>
                    <a:pt x="2069" y="15"/>
                  </a:lnTo>
                  <a:lnTo>
                    <a:pt x="2162" y="22"/>
                  </a:lnTo>
                  <a:lnTo>
                    <a:pt x="2255" y="30"/>
                  </a:lnTo>
                  <a:lnTo>
                    <a:pt x="2348" y="37"/>
                  </a:lnTo>
                  <a:lnTo>
                    <a:pt x="2449" y="52"/>
                  </a:lnTo>
                  <a:lnTo>
                    <a:pt x="2542" y="67"/>
                  </a:lnTo>
                  <a:lnTo>
                    <a:pt x="2635" y="89"/>
                  </a:lnTo>
                  <a:lnTo>
                    <a:pt x="2728" y="111"/>
                  </a:lnTo>
                  <a:lnTo>
                    <a:pt x="2821" y="141"/>
                  </a:lnTo>
                  <a:lnTo>
                    <a:pt x="2914" y="178"/>
                  </a:lnTo>
                  <a:lnTo>
                    <a:pt x="3007" y="215"/>
                  </a:lnTo>
                  <a:lnTo>
                    <a:pt x="3107" y="244"/>
                  </a:lnTo>
                  <a:lnTo>
                    <a:pt x="3200" y="274"/>
                  </a:lnTo>
                  <a:lnTo>
                    <a:pt x="3293" y="296"/>
                  </a:lnTo>
                  <a:lnTo>
                    <a:pt x="3386" y="318"/>
                  </a:lnTo>
                  <a:lnTo>
                    <a:pt x="3479" y="326"/>
                  </a:lnTo>
                  <a:lnTo>
                    <a:pt x="3573" y="340"/>
                  </a:lnTo>
                  <a:lnTo>
                    <a:pt x="3673" y="348"/>
                  </a:lnTo>
                </a:path>
              </a:pathLst>
            </a:custGeom>
            <a:noFill/>
            <a:ln w="22225">
              <a:solidFill>
                <a:srgbClr val="00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90" name="Freeform 400">
              <a:extLst>
                <a:ext uri="{FF2B5EF4-FFF2-40B4-BE49-F238E27FC236}">
                  <a16:creationId xmlns:a16="http://schemas.microsoft.com/office/drawing/2014/main" id="{6B4E8285-B901-2D77-1CB8-5042F6188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022"/>
              <a:ext cx="3673" cy="709"/>
            </a:xfrm>
            <a:custGeom>
              <a:avLst/>
              <a:gdLst>
                <a:gd name="T0" fmla="*/ 0 w 3673"/>
                <a:gd name="T1" fmla="*/ 0 h 709"/>
                <a:gd name="T2" fmla="*/ 93 w 3673"/>
                <a:gd name="T3" fmla="*/ 7 h 709"/>
                <a:gd name="T4" fmla="*/ 186 w 3673"/>
                <a:gd name="T5" fmla="*/ 7 h 709"/>
                <a:gd name="T6" fmla="*/ 279 w 3673"/>
                <a:gd name="T7" fmla="*/ 14 h 709"/>
                <a:gd name="T8" fmla="*/ 372 w 3673"/>
                <a:gd name="T9" fmla="*/ 29 h 709"/>
                <a:gd name="T10" fmla="*/ 465 w 3673"/>
                <a:gd name="T11" fmla="*/ 37 h 709"/>
                <a:gd name="T12" fmla="*/ 558 w 3673"/>
                <a:gd name="T13" fmla="*/ 51 h 709"/>
                <a:gd name="T14" fmla="*/ 659 w 3673"/>
                <a:gd name="T15" fmla="*/ 74 h 709"/>
                <a:gd name="T16" fmla="*/ 752 w 3673"/>
                <a:gd name="T17" fmla="*/ 96 h 709"/>
                <a:gd name="T18" fmla="*/ 845 w 3673"/>
                <a:gd name="T19" fmla="*/ 125 h 709"/>
                <a:gd name="T20" fmla="*/ 938 w 3673"/>
                <a:gd name="T21" fmla="*/ 155 h 709"/>
                <a:gd name="T22" fmla="*/ 1031 w 3673"/>
                <a:gd name="T23" fmla="*/ 177 h 709"/>
                <a:gd name="T24" fmla="*/ 1124 w 3673"/>
                <a:gd name="T25" fmla="*/ 207 h 709"/>
                <a:gd name="T26" fmla="*/ 1224 w 3673"/>
                <a:gd name="T27" fmla="*/ 221 h 709"/>
                <a:gd name="T28" fmla="*/ 1317 w 3673"/>
                <a:gd name="T29" fmla="*/ 229 h 709"/>
                <a:gd name="T30" fmla="*/ 1346 w 3673"/>
                <a:gd name="T31" fmla="*/ 229 h 709"/>
                <a:gd name="T32" fmla="*/ 1410 w 3673"/>
                <a:gd name="T33" fmla="*/ 229 h 709"/>
                <a:gd name="T34" fmla="*/ 1503 w 3673"/>
                <a:gd name="T35" fmla="*/ 214 h 709"/>
                <a:gd name="T36" fmla="*/ 1597 w 3673"/>
                <a:gd name="T37" fmla="*/ 199 h 709"/>
                <a:gd name="T38" fmla="*/ 1690 w 3673"/>
                <a:gd name="T39" fmla="*/ 184 h 709"/>
                <a:gd name="T40" fmla="*/ 1783 w 3673"/>
                <a:gd name="T41" fmla="*/ 162 h 709"/>
                <a:gd name="T42" fmla="*/ 1883 w 3673"/>
                <a:gd name="T43" fmla="*/ 148 h 709"/>
                <a:gd name="T44" fmla="*/ 1976 w 3673"/>
                <a:gd name="T45" fmla="*/ 140 h 709"/>
                <a:gd name="T46" fmla="*/ 1990 w 3673"/>
                <a:gd name="T47" fmla="*/ 140 h 709"/>
                <a:gd name="T48" fmla="*/ 2069 w 3673"/>
                <a:gd name="T49" fmla="*/ 148 h 709"/>
                <a:gd name="T50" fmla="*/ 2162 w 3673"/>
                <a:gd name="T51" fmla="*/ 155 h 709"/>
                <a:gd name="T52" fmla="*/ 2255 w 3673"/>
                <a:gd name="T53" fmla="*/ 184 h 709"/>
                <a:gd name="T54" fmla="*/ 2348 w 3673"/>
                <a:gd name="T55" fmla="*/ 214 h 709"/>
                <a:gd name="T56" fmla="*/ 2449 w 3673"/>
                <a:gd name="T57" fmla="*/ 258 h 709"/>
                <a:gd name="T58" fmla="*/ 2542 w 3673"/>
                <a:gd name="T59" fmla="*/ 303 h 709"/>
                <a:gd name="T60" fmla="*/ 2635 w 3673"/>
                <a:gd name="T61" fmla="*/ 347 h 709"/>
                <a:gd name="T62" fmla="*/ 2728 w 3673"/>
                <a:gd name="T63" fmla="*/ 399 h 709"/>
                <a:gd name="T64" fmla="*/ 2821 w 3673"/>
                <a:gd name="T65" fmla="*/ 451 h 709"/>
                <a:gd name="T66" fmla="*/ 2914 w 3673"/>
                <a:gd name="T67" fmla="*/ 495 h 709"/>
                <a:gd name="T68" fmla="*/ 3007 w 3673"/>
                <a:gd name="T69" fmla="*/ 547 h 709"/>
                <a:gd name="T70" fmla="*/ 3107 w 3673"/>
                <a:gd name="T71" fmla="*/ 584 h 709"/>
                <a:gd name="T72" fmla="*/ 3200 w 3673"/>
                <a:gd name="T73" fmla="*/ 621 h 709"/>
                <a:gd name="T74" fmla="*/ 3293 w 3673"/>
                <a:gd name="T75" fmla="*/ 650 h 709"/>
                <a:gd name="T76" fmla="*/ 3386 w 3673"/>
                <a:gd name="T77" fmla="*/ 665 h 709"/>
                <a:gd name="T78" fmla="*/ 3479 w 3673"/>
                <a:gd name="T79" fmla="*/ 687 h 709"/>
                <a:gd name="T80" fmla="*/ 3573 w 3673"/>
                <a:gd name="T81" fmla="*/ 695 h 709"/>
                <a:gd name="T82" fmla="*/ 3673 w 3673"/>
                <a:gd name="T83" fmla="*/ 709 h 70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673"/>
                <a:gd name="T127" fmla="*/ 0 h 709"/>
                <a:gd name="T128" fmla="*/ 3673 w 3673"/>
                <a:gd name="T129" fmla="*/ 709 h 70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673" h="709">
                  <a:moveTo>
                    <a:pt x="0" y="0"/>
                  </a:moveTo>
                  <a:lnTo>
                    <a:pt x="93" y="7"/>
                  </a:lnTo>
                  <a:lnTo>
                    <a:pt x="186" y="7"/>
                  </a:lnTo>
                  <a:lnTo>
                    <a:pt x="279" y="14"/>
                  </a:lnTo>
                  <a:lnTo>
                    <a:pt x="372" y="29"/>
                  </a:lnTo>
                  <a:lnTo>
                    <a:pt x="465" y="37"/>
                  </a:lnTo>
                  <a:lnTo>
                    <a:pt x="558" y="51"/>
                  </a:lnTo>
                  <a:lnTo>
                    <a:pt x="659" y="74"/>
                  </a:lnTo>
                  <a:lnTo>
                    <a:pt x="752" y="96"/>
                  </a:lnTo>
                  <a:lnTo>
                    <a:pt x="845" y="125"/>
                  </a:lnTo>
                  <a:lnTo>
                    <a:pt x="938" y="155"/>
                  </a:lnTo>
                  <a:lnTo>
                    <a:pt x="1031" y="177"/>
                  </a:lnTo>
                  <a:lnTo>
                    <a:pt x="1124" y="207"/>
                  </a:lnTo>
                  <a:lnTo>
                    <a:pt x="1224" y="221"/>
                  </a:lnTo>
                  <a:lnTo>
                    <a:pt x="1317" y="229"/>
                  </a:lnTo>
                  <a:lnTo>
                    <a:pt x="1346" y="229"/>
                  </a:lnTo>
                  <a:lnTo>
                    <a:pt x="1410" y="229"/>
                  </a:lnTo>
                  <a:lnTo>
                    <a:pt x="1503" y="214"/>
                  </a:lnTo>
                  <a:lnTo>
                    <a:pt x="1597" y="199"/>
                  </a:lnTo>
                  <a:lnTo>
                    <a:pt x="1690" y="184"/>
                  </a:lnTo>
                  <a:lnTo>
                    <a:pt x="1783" y="162"/>
                  </a:lnTo>
                  <a:lnTo>
                    <a:pt x="1883" y="148"/>
                  </a:lnTo>
                  <a:lnTo>
                    <a:pt x="1976" y="140"/>
                  </a:lnTo>
                  <a:lnTo>
                    <a:pt x="1990" y="140"/>
                  </a:lnTo>
                  <a:lnTo>
                    <a:pt x="2069" y="148"/>
                  </a:lnTo>
                  <a:lnTo>
                    <a:pt x="2162" y="155"/>
                  </a:lnTo>
                  <a:lnTo>
                    <a:pt x="2255" y="184"/>
                  </a:lnTo>
                  <a:lnTo>
                    <a:pt x="2348" y="214"/>
                  </a:lnTo>
                  <a:lnTo>
                    <a:pt x="2449" y="258"/>
                  </a:lnTo>
                  <a:lnTo>
                    <a:pt x="2542" y="303"/>
                  </a:lnTo>
                  <a:lnTo>
                    <a:pt x="2635" y="347"/>
                  </a:lnTo>
                  <a:lnTo>
                    <a:pt x="2728" y="399"/>
                  </a:lnTo>
                  <a:lnTo>
                    <a:pt x="2821" y="451"/>
                  </a:lnTo>
                  <a:lnTo>
                    <a:pt x="2914" y="495"/>
                  </a:lnTo>
                  <a:lnTo>
                    <a:pt x="3007" y="547"/>
                  </a:lnTo>
                  <a:lnTo>
                    <a:pt x="3107" y="584"/>
                  </a:lnTo>
                  <a:lnTo>
                    <a:pt x="3200" y="621"/>
                  </a:lnTo>
                  <a:lnTo>
                    <a:pt x="3293" y="650"/>
                  </a:lnTo>
                  <a:lnTo>
                    <a:pt x="3386" y="665"/>
                  </a:lnTo>
                  <a:lnTo>
                    <a:pt x="3479" y="687"/>
                  </a:lnTo>
                  <a:lnTo>
                    <a:pt x="3573" y="695"/>
                  </a:lnTo>
                  <a:lnTo>
                    <a:pt x="3673" y="709"/>
                  </a:lnTo>
                </a:path>
              </a:pathLst>
            </a:cu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091" name="Group 401">
              <a:extLst>
                <a:ext uri="{FF2B5EF4-FFF2-40B4-BE49-F238E27FC236}">
                  <a16:creationId xmlns:a16="http://schemas.microsoft.com/office/drawing/2014/main" id="{20CBE6CC-4124-52E2-6CFF-367AB1C51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9" y="1518"/>
              <a:ext cx="3672" cy="588"/>
              <a:chOff x="1196" y="1528"/>
              <a:chExt cx="3672" cy="588"/>
            </a:xfrm>
          </p:grpSpPr>
          <p:sp>
            <p:nvSpPr>
              <p:cNvPr id="72104" name="Line 402">
                <a:extLst>
                  <a:ext uri="{FF2B5EF4-FFF2-40B4-BE49-F238E27FC236}">
                    <a16:creationId xmlns:a16="http://schemas.microsoft.com/office/drawing/2014/main" id="{EE61A5CF-5700-9B14-9233-CE7455023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6" y="1528"/>
                <a:ext cx="95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2105" name="Line 403">
                <a:extLst>
                  <a:ext uri="{FF2B5EF4-FFF2-40B4-BE49-F238E27FC236}">
                    <a16:creationId xmlns:a16="http://schemas.microsoft.com/office/drawing/2014/main" id="{CC103FA4-5486-4FDE-1FE4-CEE89678338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44" y="1528"/>
                <a:ext cx="746" cy="165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2106" name="Line 404">
                <a:extLst>
                  <a:ext uri="{FF2B5EF4-FFF2-40B4-BE49-F238E27FC236}">
                    <a16:creationId xmlns:a16="http://schemas.microsoft.com/office/drawing/2014/main" id="{0F135E1E-97A1-CB01-95C6-A40565BAA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8" y="1692"/>
                <a:ext cx="73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2107" name="Line 405">
                <a:extLst>
                  <a:ext uri="{FF2B5EF4-FFF2-40B4-BE49-F238E27FC236}">
                    <a16:creationId xmlns:a16="http://schemas.microsoft.com/office/drawing/2014/main" id="{D60B645B-9CC8-A4FD-A6CF-623475065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4" y="1692"/>
                <a:ext cx="521" cy="10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2108" name="Line 406">
                <a:extLst>
                  <a:ext uri="{FF2B5EF4-FFF2-40B4-BE49-F238E27FC236}">
                    <a16:creationId xmlns:a16="http://schemas.microsoft.com/office/drawing/2014/main" id="{964744DA-3E78-E032-ABC6-2F34189BE8C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33" y="1796"/>
                <a:ext cx="735" cy="32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2092" name="Rectangle 407">
              <a:extLst>
                <a:ext uri="{FF2B5EF4-FFF2-40B4-BE49-F238E27FC236}">
                  <a16:creationId xmlns:a16="http://schemas.microsoft.com/office/drawing/2014/main" id="{02DACD56-D030-ED8E-0484-A3E12BB77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936"/>
              <a:ext cx="10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kumimoji="1"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kumimoji="1"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kumimoji="1"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kumimoji="1"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72093" name="Rectangle 408">
              <a:extLst>
                <a:ext uri="{FF2B5EF4-FFF2-40B4-BE49-F238E27FC236}">
                  <a16:creationId xmlns:a16="http://schemas.microsoft.com/office/drawing/2014/main" id="{430C2A8C-5CC2-088E-6418-2B295013F4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45" y="3067"/>
              <a:ext cx="10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kumimoji="1"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kumimoji="1"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 / (deg)</a:t>
              </a:r>
            </a:p>
          </p:txBody>
        </p:sp>
        <p:sp>
          <p:nvSpPr>
            <p:cNvPr id="72094" name="Rectangle 409">
              <a:extLst>
                <a:ext uri="{FF2B5EF4-FFF2-40B4-BE49-F238E27FC236}">
                  <a16:creationId xmlns:a16="http://schemas.microsoft.com/office/drawing/2014/main" id="{07B0D517-21F1-D6C3-47CC-8F3754518C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00" y="1788"/>
              <a:ext cx="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L</a:t>
              </a:r>
              <a:r>
                <a:rPr kumimoji="1"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kumimoji="1"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)/ (dB)</a:t>
              </a:r>
            </a:p>
          </p:txBody>
        </p:sp>
        <p:sp>
          <p:nvSpPr>
            <p:cNvPr id="72095" name="Rectangle 410">
              <a:extLst>
                <a:ext uri="{FF2B5EF4-FFF2-40B4-BE49-F238E27FC236}">
                  <a16:creationId xmlns:a16="http://schemas.microsoft.com/office/drawing/2014/main" id="{F1BE3899-D208-D1A0-604A-49BC2A48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734"/>
              <a:ext cx="3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0.2</a:t>
              </a:r>
            </a:p>
          </p:txBody>
        </p:sp>
        <p:sp>
          <p:nvSpPr>
            <p:cNvPr id="72096" name="Rectangle 411">
              <a:extLst>
                <a:ext uri="{FF2B5EF4-FFF2-40B4-BE49-F238E27FC236}">
                  <a16:creationId xmlns:a16="http://schemas.microsoft.com/office/drawing/2014/main" id="{8642B906-D579-63E4-9A42-88B7BEAB4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374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72097" name="Rectangle 412">
              <a:extLst>
                <a:ext uri="{FF2B5EF4-FFF2-40B4-BE49-F238E27FC236}">
                  <a16:creationId xmlns:a16="http://schemas.microsoft.com/office/drawing/2014/main" id="{F3C7D99B-05B7-5F16-5CD3-260788A4E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744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20</a:t>
              </a:r>
            </a:p>
          </p:txBody>
        </p:sp>
        <p:sp>
          <p:nvSpPr>
            <p:cNvPr id="72098" name="Rectangle 413">
              <a:extLst>
                <a:ext uri="{FF2B5EF4-FFF2-40B4-BE49-F238E27FC236}">
                  <a16:creationId xmlns:a16="http://schemas.microsoft.com/office/drawing/2014/main" id="{D7C86CBE-FFFA-AB0C-905D-2DDFA4691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744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Helvetica" panose="020B0604020202020204" pitchFamily="34" charset="0"/>
                </a:rPr>
                <a:t>100</a:t>
              </a:r>
            </a:p>
          </p:txBody>
        </p:sp>
        <p:sp>
          <p:nvSpPr>
            <p:cNvPr id="72099" name="Text Box 414">
              <a:extLst>
                <a:ext uri="{FF2B5EF4-FFF2-40B4-BE49-F238E27FC236}">
                  <a16:creationId xmlns:a16="http://schemas.microsoft.com/office/drawing/2014/main" id="{AE76449F-D766-67A2-185B-4F2740E05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7" y="13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2100" name="Text Box 415">
              <a:extLst>
                <a:ext uri="{FF2B5EF4-FFF2-40B4-BE49-F238E27FC236}">
                  <a16:creationId xmlns:a16="http://schemas.microsoft.com/office/drawing/2014/main" id="{45508B3A-C779-94F2-56F0-BC508CA92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392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72101" name="Text Box 416">
              <a:extLst>
                <a:ext uri="{FF2B5EF4-FFF2-40B4-BE49-F238E27FC236}">
                  <a16:creationId xmlns:a16="http://schemas.microsoft.com/office/drawing/2014/main" id="{802D2FC5-55F1-C3FB-3372-6573C7134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0" y="147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2102" name="Text Box 417">
              <a:extLst>
                <a:ext uri="{FF2B5EF4-FFF2-40B4-BE49-F238E27FC236}">
                  <a16:creationId xmlns:a16="http://schemas.microsoft.com/office/drawing/2014/main" id="{9A224E35-E633-19D6-4F0A-26227EA93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4" y="1536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72103" name="Text Box 418">
              <a:extLst>
                <a:ext uri="{FF2B5EF4-FFF2-40B4-BE49-F238E27FC236}">
                  <a16:creationId xmlns:a16="http://schemas.microsoft.com/office/drawing/2014/main" id="{3ED20BC0-653F-BF92-9EF8-2A197D418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1" y="1728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-40</a:t>
              </a:r>
            </a:p>
          </p:txBody>
        </p:sp>
      </p:grpSp>
      <p:sp>
        <p:nvSpPr>
          <p:cNvPr id="71683" name="Oval 419">
            <a:extLst>
              <a:ext uri="{FF2B5EF4-FFF2-40B4-BE49-F238E27FC236}">
                <a16:creationId xmlns:a16="http://schemas.microsoft.com/office/drawing/2014/main" id="{C73B6588-BD34-2B0B-CB96-41563D27B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94188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4" name="Oval 420">
            <a:extLst>
              <a:ext uri="{FF2B5EF4-FFF2-40B4-BE49-F238E27FC236}">
                <a16:creationId xmlns:a16="http://schemas.microsoft.com/office/drawing/2014/main" id="{9BBD89FC-7979-2B91-C66A-4BC28CD2F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941888"/>
            <a:ext cx="73025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5" name="Oval 421">
            <a:extLst>
              <a:ext uri="{FF2B5EF4-FFF2-40B4-BE49-F238E27FC236}">
                <a16:creationId xmlns:a16="http://schemas.microsoft.com/office/drawing/2014/main" id="{CA88148F-1CE2-1A00-7B69-A8139E993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084763"/>
            <a:ext cx="71437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6" name="Oval 422">
            <a:extLst>
              <a:ext uri="{FF2B5EF4-FFF2-40B4-BE49-F238E27FC236}">
                <a16:creationId xmlns:a16="http://schemas.microsoft.com/office/drawing/2014/main" id="{F0412649-F9A8-4EF8-FFC2-27E44815A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516563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7" name="TextBox 421">
            <a:extLst>
              <a:ext uri="{FF2B5EF4-FFF2-40B4-BE49-F238E27FC236}">
                <a16:creationId xmlns:a16="http://schemas.microsoft.com/office/drawing/2014/main" id="{66D16AEF-67E6-6C5E-AFDB-AB4B93CFB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6021388"/>
            <a:ext cx="757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0.01</a:t>
            </a:r>
            <a:endParaRPr lang="zh-CN" altLang="en-US" b="1"/>
          </a:p>
        </p:txBody>
      </p:sp>
      <p:sp>
        <p:nvSpPr>
          <p:cNvPr id="71688" name="TextBox 422">
            <a:extLst>
              <a:ext uri="{FF2B5EF4-FFF2-40B4-BE49-F238E27FC236}">
                <a16:creationId xmlns:a16="http://schemas.microsoft.com/office/drawing/2014/main" id="{964DF038-B4D8-4A5E-2341-E66621F3F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5876925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1000</a:t>
            </a:r>
            <a:endParaRPr lang="zh-CN" altLang="en-US" b="1"/>
          </a:p>
        </p:txBody>
      </p:sp>
      <p:sp>
        <p:nvSpPr>
          <p:cNvPr id="71689" name="TextBox 423">
            <a:extLst>
              <a:ext uri="{FF2B5EF4-FFF2-40B4-BE49-F238E27FC236}">
                <a16:creationId xmlns:a16="http://schemas.microsoft.com/office/drawing/2014/main" id="{80D252B0-360B-8D8C-8BC9-4E1F0728A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789363"/>
            <a:ext cx="4397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90" name="TextBox 424">
            <a:extLst>
              <a:ext uri="{FF2B5EF4-FFF2-40B4-BE49-F238E27FC236}">
                <a16:creationId xmlns:a16="http://schemas.microsoft.com/office/drawing/2014/main" id="{1F67D5B9-A131-C95A-15FC-5EF26D5DD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789363"/>
            <a:ext cx="2873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91" name="TextBox 425">
            <a:extLst>
              <a:ext uri="{FF2B5EF4-FFF2-40B4-BE49-F238E27FC236}">
                <a16:creationId xmlns:a16="http://schemas.microsoft.com/office/drawing/2014/main" id="{321999A0-270A-1697-84EE-93F9D78D9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789363"/>
            <a:ext cx="3889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92" name="TextBox 426">
            <a:extLst>
              <a:ext uri="{FF2B5EF4-FFF2-40B4-BE49-F238E27FC236}">
                <a16:creationId xmlns:a16="http://schemas.microsoft.com/office/drawing/2014/main" id="{F1909DA0-31BE-5837-2F43-88A36318C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789363"/>
            <a:ext cx="4921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1693" name="Object 6">
            <a:extLst>
              <a:ext uri="{FF2B5EF4-FFF2-40B4-BE49-F238E27FC236}">
                <a16:creationId xmlns:a16="http://schemas.microsoft.com/office/drawing/2014/main" id="{A00EF72C-2D0C-23D5-C961-F995F3D6A4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549275"/>
          <a:ext cx="5319713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76500" imgH="419100" progId="Equation.3">
                  <p:embed/>
                </p:oleObj>
              </mc:Choice>
              <mc:Fallback>
                <p:oleObj name="Equation" r:id="rId3" imgW="24765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49275"/>
                        <a:ext cx="5319713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6" name="Group 3">
            <a:extLst>
              <a:ext uri="{FF2B5EF4-FFF2-40B4-BE49-F238E27FC236}">
                <a16:creationId xmlns:a16="http://schemas.microsoft.com/office/drawing/2014/main" id="{27448107-4202-B06C-D89E-27609FED4F03}"/>
              </a:ext>
            </a:extLst>
          </p:cNvPr>
          <p:cNvGrpSpPr>
            <a:grpSpLocks/>
          </p:cNvGrpSpPr>
          <p:nvPr/>
        </p:nvGrpSpPr>
        <p:grpSpPr bwMode="auto">
          <a:xfrm>
            <a:off x="1449388" y="2463800"/>
            <a:ext cx="6176962" cy="2667000"/>
            <a:chOff x="1152" y="576"/>
            <a:chExt cx="3891" cy="1680"/>
          </a:xfrm>
        </p:grpSpPr>
        <p:sp>
          <p:nvSpPr>
            <p:cNvPr id="72713" name="Line 4">
              <a:extLst>
                <a:ext uri="{FF2B5EF4-FFF2-40B4-BE49-F238E27FC236}">
                  <a16:creationId xmlns:a16="http://schemas.microsoft.com/office/drawing/2014/main" id="{83C6DC5E-9B45-AD3C-28BC-0FB6B8EF9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632"/>
              <a:ext cx="326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14" name="Line 5">
              <a:extLst>
                <a:ext uri="{FF2B5EF4-FFF2-40B4-BE49-F238E27FC236}">
                  <a16:creationId xmlns:a16="http://schemas.microsoft.com/office/drawing/2014/main" id="{8C7C1A23-0279-6BA8-4AF0-DB37425EA2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2" y="672"/>
              <a:ext cx="0" cy="15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15" name="Line 6">
              <a:extLst>
                <a:ext uri="{FF2B5EF4-FFF2-40B4-BE49-F238E27FC236}">
                  <a16:creationId xmlns:a16="http://schemas.microsoft.com/office/drawing/2014/main" id="{83B1ECC2-BCF0-E637-F22B-54B07BB41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008"/>
              <a:ext cx="768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16" name="Line 7">
              <a:extLst>
                <a:ext uri="{FF2B5EF4-FFF2-40B4-BE49-F238E27FC236}">
                  <a16:creationId xmlns:a16="http://schemas.microsoft.com/office/drawing/2014/main" id="{AC38B8CD-E48E-8FC5-BC18-906001F41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92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17" name="Line 8">
              <a:extLst>
                <a:ext uri="{FF2B5EF4-FFF2-40B4-BE49-F238E27FC236}">
                  <a16:creationId xmlns:a16="http://schemas.microsoft.com/office/drawing/2014/main" id="{617A5566-CD71-441B-702D-68CC5088B6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92"/>
              <a:ext cx="672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18" name="Line 9">
              <a:extLst>
                <a:ext uri="{FF2B5EF4-FFF2-40B4-BE49-F238E27FC236}">
                  <a16:creationId xmlns:a16="http://schemas.microsoft.com/office/drawing/2014/main" id="{12A52A83-265B-B863-F04F-30BDE775C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1776"/>
              <a:ext cx="480" cy="43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19" name="Text Box 10">
              <a:extLst>
                <a:ext uri="{FF2B5EF4-FFF2-40B4-BE49-F238E27FC236}">
                  <a16:creationId xmlns:a16="http://schemas.microsoft.com/office/drawing/2014/main" id="{B574599A-90BC-FC77-7150-135886335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2" y="960"/>
              <a:ext cx="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72720" name="Text Box 11">
              <a:extLst>
                <a:ext uri="{FF2B5EF4-FFF2-40B4-BE49-F238E27FC236}">
                  <a16:creationId xmlns:a16="http://schemas.microsoft.com/office/drawing/2014/main" id="{95AD9BDB-A509-52F8-7B69-9983CD5F8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4" y="115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2721" name="Text Box 12">
              <a:extLst>
                <a:ext uri="{FF2B5EF4-FFF2-40B4-BE49-F238E27FC236}">
                  <a16:creationId xmlns:a16="http://schemas.microsoft.com/office/drawing/2014/main" id="{4E7B080E-8048-4680-A616-1B30FB08C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296"/>
              <a:ext cx="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72722" name="Text Box 13">
              <a:extLst>
                <a:ext uri="{FF2B5EF4-FFF2-40B4-BE49-F238E27FC236}">
                  <a16:creationId xmlns:a16="http://schemas.microsoft.com/office/drawing/2014/main" id="{C6C8E68E-5B47-B962-4362-E03ED9A57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776"/>
              <a:ext cx="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-40</a:t>
              </a:r>
            </a:p>
          </p:txBody>
        </p:sp>
        <p:sp>
          <p:nvSpPr>
            <p:cNvPr id="72723" name="Line 14">
              <a:extLst>
                <a:ext uri="{FF2B5EF4-FFF2-40B4-BE49-F238E27FC236}">
                  <a16:creationId xmlns:a16="http://schemas.microsoft.com/office/drawing/2014/main" id="{2F81EA54-8B9D-64E1-F6C0-5A59DF5BB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92"/>
              <a:ext cx="0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4" name="Line 15">
              <a:extLst>
                <a:ext uri="{FF2B5EF4-FFF2-40B4-BE49-F238E27FC236}">
                  <a16:creationId xmlns:a16="http://schemas.microsoft.com/office/drawing/2014/main" id="{8BE20C8C-068D-F5D8-C977-72810749B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92"/>
              <a:ext cx="0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5" name="Line 16">
              <a:extLst>
                <a:ext uri="{FF2B5EF4-FFF2-40B4-BE49-F238E27FC236}">
                  <a16:creationId xmlns:a16="http://schemas.microsoft.com/office/drawing/2014/main" id="{57FBAA04-4EB6-DE28-9A48-D48DB034AE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32"/>
              <a:ext cx="0" cy="14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6" name="Line 17">
              <a:extLst>
                <a:ext uri="{FF2B5EF4-FFF2-40B4-BE49-F238E27FC236}">
                  <a16:creationId xmlns:a16="http://schemas.microsoft.com/office/drawing/2014/main" id="{ED384C32-81D5-D741-84E5-34711452A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1392"/>
              <a:ext cx="76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7" name="Text Box 18">
              <a:extLst>
                <a:ext uri="{FF2B5EF4-FFF2-40B4-BE49-F238E27FC236}">
                  <a16:creationId xmlns:a16="http://schemas.microsoft.com/office/drawing/2014/main" id="{FC012D4D-0BCB-55E9-0427-E5409864B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4" y="124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72728" name="Text Box 19">
              <a:extLst>
                <a:ext uri="{FF2B5EF4-FFF2-40B4-BE49-F238E27FC236}">
                  <a16:creationId xmlns:a16="http://schemas.microsoft.com/office/drawing/2014/main" id="{D4621A60-7586-A942-959C-E5795BF8A7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6" y="1584"/>
              <a:ext cx="3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0.1</a:t>
              </a:r>
            </a:p>
          </p:txBody>
        </p:sp>
        <p:sp>
          <p:nvSpPr>
            <p:cNvPr id="72729" name="Text Box 20">
              <a:extLst>
                <a:ext uri="{FF2B5EF4-FFF2-40B4-BE49-F238E27FC236}">
                  <a16:creationId xmlns:a16="http://schemas.microsoft.com/office/drawing/2014/main" id="{F3E73356-917E-367F-C3CF-7E57B0B34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4" y="158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2730" name="Text Box 21">
              <a:extLst>
                <a:ext uri="{FF2B5EF4-FFF2-40B4-BE49-F238E27FC236}">
                  <a16:creationId xmlns:a16="http://schemas.microsoft.com/office/drawing/2014/main" id="{4D5D7452-BB43-16E9-2093-577F06CF9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39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72731" name="Text Box 22">
              <a:extLst>
                <a:ext uri="{FF2B5EF4-FFF2-40B4-BE49-F238E27FC236}">
                  <a16:creationId xmlns:a16="http://schemas.microsoft.com/office/drawing/2014/main" id="{9AA4DE63-B274-C11B-1686-91B26446D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606"/>
              <a:ext cx="8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rad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/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2732" name="Text Box 23">
              <a:extLst>
                <a:ext uri="{FF2B5EF4-FFF2-40B4-BE49-F238E27FC236}">
                  <a16:creationId xmlns:a16="http://schemas.microsoft.com/office/drawing/2014/main" id="{D24F0CE2-548A-3F85-ADC1-B5CF11E8F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576"/>
              <a:ext cx="4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L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2707" name="Rectangle 24">
            <a:extLst>
              <a:ext uri="{FF2B5EF4-FFF2-40B4-BE49-F238E27FC236}">
                <a16:creationId xmlns:a16="http://schemas.microsoft.com/office/drawing/2014/main" id="{8E8B3198-8A5E-B05B-79B8-BF3B9C342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5251450"/>
            <a:ext cx="6873875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 b="1">
                <a:latin typeface="Times New Roman" panose="02020603050405020304" pitchFamily="18" charset="0"/>
              </a:rPr>
              <a:t>解</a:t>
            </a:r>
            <a:r>
              <a:rPr kumimoji="1" lang="zh-CN" altLang="en-US" sz="2800">
                <a:latin typeface="Times New Roman" panose="02020603050405020304" pitchFamily="18" charset="0"/>
              </a:rPr>
              <a:t>：系统低频段斜率为－</a:t>
            </a:r>
            <a:r>
              <a:rPr kumimoji="1" lang="en-US" altLang="zh-CN" sz="2800">
                <a:latin typeface="Times New Roman" panose="02020603050405020304" pitchFamily="18" charset="0"/>
              </a:rPr>
              <a:t>20dB/dec</a:t>
            </a:r>
            <a:r>
              <a:rPr kumimoji="1" lang="zh-CN" altLang="en-US" sz="2800">
                <a:latin typeface="Times New Roman" panose="02020603050405020304" pitchFamily="18" charset="0"/>
              </a:rPr>
              <a:t>，</a:t>
            </a:r>
            <a:r>
              <a:rPr kumimoji="1" lang="en-US" altLang="zh-CN" sz="2800" i="1">
                <a:latin typeface="Times New Roman" panose="02020603050405020304" pitchFamily="18" charset="0"/>
              </a:rPr>
              <a:t>v</a:t>
            </a:r>
            <a:r>
              <a:rPr kumimoji="1" lang="en-US" altLang="zh-CN" sz="2800">
                <a:latin typeface="Times New Roman" panose="02020603050405020304" pitchFamily="18" charset="0"/>
              </a:rPr>
              <a:t>=1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72708" name="Rectangle 25">
            <a:extLst>
              <a:ext uri="{FF2B5EF4-FFF2-40B4-BE49-F238E27FC236}">
                <a16:creationId xmlns:a16="http://schemas.microsoft.com/office/drawing/2014/main" id="{0B11F01D-4227-0D7F-1570-845DE2EE9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5784850"/>
            <a:ext cx="64928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注意到，</a:t>
            </a:r>
            <a:r>
              <a:rPr kumimoji="1" lang="en-US" altLang="zh-CN" sz="2800">
                <a:latin typeface="Times New Roman" panose="02020603050405020304" pitchFamily="18" charset="0"/>
              </a:rPr>
              <a:t>(lg0.1</a:t>
            </a:r>
            <a:r>
              <a:rPr kumimoji="1" lang="zh-CN" altLang="en-US" sz="2800">
                <a:latin typeface="Times New Roman" panose="02020603050405020304" pitchFamily="18" charset="0"/>
              </a:rPr>
              <a:t>，</a:t>
            </a:r>
            <a:r>
              <a:rPr kumimoji="1" lang="en-US" altLang="zh-CN" sz="2800">
                <a:latin typeface="Times New Roman" panose="02020603050405020304" pitchFamily="18" charset="0"/>
              </a:rPr>
              <a:t>20)</a:t>
            </a:r>
            <a:r>
              <a:rPr kumimoji="1" lang="zh-CN" altLang="en-US" sz="2800">
                <a:latin typeface="Times New Roman" panose="02020603050405020304" pitchFamily="18" charset="0"/>
              </a:rPr>
              <a:t>和</a:t>
            </a:r>
            <a:r>
              <a:rPr kumimoji="1" lang="en-US" altLang="zh-CN" sz="2800">
                <a:latin typeface="Times New Roman" panose="02020603050405020304" pitchFamily="18" charset="0"/>
              </a:rPr>
              <a:t>(lg1</a:t>
            </a:r>
            <a:r>
              <a:rPr kumimoji="1" lang="zh-CN" altLang="en-US" sz="2800">
                <a:latin typeface="Times New Roman" panose="02020603050405020304" pitchFamily="18" charset="0"/>
              </a:rPr>
              <a:t>，</a:t>
            </a:r>
            <a:r>
              <a:rPr kumimoji="1" lang="en-US" altLang="zh-CN" sz="2800">
                <a:latin typeface="Times New Roman" panose="02020603050405020304" pitchFamily="18" charset="0"/>
              </a:rPr>
              <a:t>20lg</a:t>
            </a: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两点位于斜率为－</a:t>
            </a:r>
            <a:r>
              <a:rPr kumimoji="1" lang="en-US" altLang="zh-CN" sz="2800">
                <a:latin typeface="Times New Roman" panose="02020603050405020304" pitchFamily="18" charset="0"/>
              </a:rPr>
              <a:t>20dB/dec</a:t>
            </a:r>
            <a:r>
              <a:rPr kumimoji="1" lang="zh-CN" altLang="en-US" sz="2800">
                <a:latin typeface="Times New Roman" panose="02020603050405020304" pitchFamily="18" charset="0"/>
              </a:rPr>
              <a:t>的直线上。由：</a:t>
            </a:r>
          </a:p>
        </p:txBody>
      </p:sp>
      <p:grpSp>
        <p:nvGrpSpPr>
          <p:cNvPr id="72709" name="Group 3">
            <a:extLst>
              <a:ext uri="{FF2B5EF4-FFF2-40B4-BE49-F238E27FC236}">
                <a16:creationId xmlns:a16="http://schemas.microsoft.com/office/drawing/2014/main" id="{A5287E25-D5B1-291D-7E53-EA6590A3F07B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196975"/>
            <a:ext cx="7737475" cy="1073150"/>
            <a:chOff x="854" y="2565"/>
            <a:chExt cx="4874" cy="676"/>
          </a:xfrm>
        </p:grpSpPr>
        <p:sp>
          <p:nvSpPr>
            <p:cNvPr id="72711" name="Rectangle 4">
              <a:extLst>
                <a:ext uri="{FF2B5EF4-FFF2-40B4-BE49-F238E27FC236}">
                  <a16:creationId xmlns:a16="http://schemas.microsoft.com/office/drawing/2014/main" id="{EFFF9C00-2BEB-C61A-85B3-D86423E36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2565"/>
              <a:ext cx="590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buFont typeface="Wingdings" panose="05000000000000000000" pitchFamily="2" charset="2"/>
                <a:buChar char="Ø"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例</a:t>
              </a:r>
            </a:p>
          </p:txBody>
        </p:sp>
        <p:sp>
          <p:nvSpPr>
            <p:cNvPr id="72712" name="Rectangle 5">
              <a:extLst>
                <a:ext uri="{FF2B5EF4-FFF2-40B4-BE49-F238E27FC236}">
                  <a16:creationId xmlns:a16="http://schemas.microsoft.com/office/drawing/2014/main" id="{FA4B9721-CEB1-2E6E-15F0-080E9FFE8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" y="2565"/>
              <a:ext cx="4330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已知最小相位系统的近似对数幅频特性曲线如图所示。求系统的传递函数。</a:t>
              </a:r>
            </a:p>
          </p:txBody>
        </p:sp>
      </p:grpSp>
      <p:sp>
        <p:nvSpPr>
          <p:cNvPr id="72710" name="Rectangle 3">
            <a:extLst>
              <a:ext uri="{FF2B5EF4-FFF2-40B4-BE49-F238E27FC236}">
                <a16:creationId xmlns:a16="http://schemas.microsoft.com/office/drawing/2014/main" id="{4B2DF97A-D092-9520-8CA3-0F5475453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9275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数学模型的实验确定法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>
            <a:extLst>
              <a:ext uri="{FF2B5EF4-FFF2-40B4-BE49-F238E27FC236}">
                <a16:creationId xmlns:a16="http://schemas.microsoft.com/office/drawing/2014/main" id="{8484E0F8-3F6C-5710-1604-9A4F59B4A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811338"/>
            <a:ext cx="68738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系统存在三个转折频率：</a:t>
            </a:r>
            <a:r>
              <a:rPr kumimoji="1" lang="en-US" altLang="zh-CN" sz="2800">
                <a:latin typeface="Times New Roman" panose="02020603050405020304" pitchFamily="18" charset="0"/>
              </a:rPr>
              <a:t>0.1</a:t>
            </a:r>
            <a:r>
              <a:rPr kumimoji="1" lang="zh-CN" altLang="en-US" sz="2800">
                <a:latin typeface="Times New Roman" panose="02020603050405020304" pitchFamily="18" charset="0"/>
              </a:rPr>
              <a:t>、</a:t>
            </a: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latin typeface="Times New Roman" panose="02020603050405020304" pitchFamily="18" charset="0"/>
              </a:rPr>
              <a:t>和</a:t>
            </a:r>
            <a:r>
              <a:rPr kumimoji="1" lang="en-US" altLang="zh-CN" sz="2800">
                <a:latin typeface="Times New Roman" panose="02020603050405020304" pitchFamily="18" charset="0"/>
              </a:rPr>
              <a:t>20</a:t>
            </a:r>
            <a:r>
              <a:rPr kumimoji="1" lang="en-US" altLang="zh-CN" sz="2800" i="1">
                <a:latin typeface="Times New Roman" panose="02020603050405020304" pitchFamily="18" charset="0"/>
              </a:rPr>
              <a:t>rad</a:t>
            </a:r>
            <a:r>
              <a:rPr kumimoji="1" lang="en-US" altLang="zh-CN" sz="2800">
                <a:latin typeface="Times New Roman" panose="02020603050405020304" pitchFamily="18" charset="0"/>
              </a:rPr>
              <a:t>/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zh-CN" altLang="en-US" sz="2800">
                <a:latin typeface="Times New Roman" panose="02020603050405020304" pitchFamily="18" charset="0"/>
              </a:rPr>
              <a:t>。对应的典型环节分别为：</a:t>
            </a:r>
          </a:p>
        </p:txBody>
      </p:sp>
      <p:graphicFrame>
        <p:nvGraphicFramePr>
          <p:cNvPr id="73731" name="Object 4">
            <a:extLst>
              <a:ext uri="{FF2B5EF4-FFF2-40B4-BE49-F238E27FC236}">
                <a16:creationId xmlns:a16="http://schemas.microsoft.com/office/drawing/2014/main" id="{0E2FCB42-38D5-FC34-F7D3-EBAC9824E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7263" y="2874963"/>
          <a:ext cx="3306762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00200" imgH="393700" progId="Equation.3">
                  <p:embed/>
                </p:oleObj>
              </mc:Choice>
              <mc:Fallback>
                <p:oleObj name="Equation" r:id="rId3" imgW="16002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2874963"/>
                        <a:ext cx="3306762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Rectangle 5">
            <a:extLst>
              <a:ext uri="{FF2B5EF4-FFF2-40B4-BE49-F238E27FC236}">
                <a16:creationId xmlns:a16="http://schemas.microsoft.com/office/drawing/2014/main" id="{CC7539BC-21D6-000B-7F19-885D61F9F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716338"/>
            <a:ext cx="6873875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综上所述，系统传递函数为：</a:t>
            </a:r>
          </a:p>
        </p:txBody>
      </p:sp>
      <p:graphicFrame>
        <p:nvGraphicFramePr>
          <p:cNvPr id="73733" name="Object 6">
            <a:extLst>
              <a:ext uri="{FF2B5EF4-FFF2-40B4-BE49-F238E27FC236}">
                <a16:creationId xmlns:a16="http://schemas.microsoft.com/office/drawing/2014/main" id="{C7CF65D7-6D79-DE77-D189-E89F748C0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1550" y="4391025"/>
          <a:ext cx="4803775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24100" imgH="889000" progId="Equation.3">
                  <p:embed/>
                </p:oleObj>
              </mc:Choice>
              <mc:Fallback>
                <p:oleObj name="Equation" r:id="rId5" imgW="2324100" imgH="889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4391025"/>
                        <a:ext cx="4803775" cy="183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26">
            <a:extLst>
              <a:ext uri="{FF2B5EF4-FFF2-40B4-BE49-F238E27FC236}">
                <a16:creationId xmlns:a16="http://schemas.microsoft.com/office/drawing/2014/main" id="{6F28DDC7-F838-66F9-8B60-C7A72E6EF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692150"/>
          <a:ext cx="42672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3100" imgH="419100" progId="Equation.3">
                  <p:embed/>
                </p:oleObj>
              </mc:Choice>
              <mc:Fallback>
                <p:oleObj name="Equation" r:id="rId7" imgW="1943100" imgH="4191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692150"/>
                        <a:ext cx="42672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" t="8490" r="2676" b="3781"/>
          <a:stretch>
            <a:fillRect/>
          </a:stretch>
        </p:blipFill>
        <p:spPr bwMode="auto">
          <a:xfrm>
            <a:off x="611188" y="1773238"/>
            <a:ext cx="792162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文本框 2"/>
          <p:cNvSpPr txBox="1">
            <a:spLocks noChangeArrowheads="1"/>
          </p:cNvSpPr>
          <p:nvPr/>
        </p:nvSpPr>
        <p:spPr bwMode="auto">
          <a:xfrm>
            <a:off x="250825" y="552450"/>
            <a:ext cx="921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补充：求（</a:t>
            </a:r>
            <a:r>
              <a:rPr lang="en-US" altLang="zh-CN" sz="2800"/>
              <a:t>c</a:t>
            </a:r>
            <a:r>
              <a:rPr lang="zh-CN" altLang="en-US" sz="2800"/>
              <a:t>）（</a:t>
            </a:r>
            <a:r>
              <a:rPr lang="en-US" altLang="zh-CN" sz="2800"/>
              <a:t>d</a:t>
            </a:r>
            <a:r>
              <a:rPr lang="zh-CN" altLang="en-US" sz="2800"/>
              <a:t>）两图所示最小相位系统的传递函数。</a:t>
            </a:r>
          </a:p>
        </p:txBody>
      </p:sp>
      <p:sp>
        <p:nvSpPr>
          <p:cNvPr id="3" name="矩形 2"/>
          <p:cNvSpPr/>
          <p:nvPr/>
        </p:nvSpPr>
        <p:spPr>
          <a:xfrm>
            <a:off x="5508625" y="1557338"/>
            <a:ext cx="3311525" cy="2519362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noProof="1"/>
          </a:p>
        </p:txBody>
      </p:sp>
      <p:sp>
        <p:nvSpPr>
          <p:cNvPr id="4" name="矩形 3"/>
          <p:cNvSpPr/>
          <p:nvPr/>
        </p:nvSpPr>
        <p:spPr>
          <a:xfrm>
            <a:off x="612775" y="3717925"/>
            <a:ext cx="2486025" cy="2519363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noProof="1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占位符 1">
            <a:extLst>
              <a:ext uri="{FF2B5EF4-FFF2-40B4-BE49-F238E27FC236}">
                <a16:creationId xmlns:a16="http://schemas.microsoft.com/office/drawing/2014/main" id="{BFDC2FF2-D0B1-B3CB-4073-99E72363E6D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56D4AB-63DB-4783-8A99-70826DAF1530}" type="datetime1">
              <a:rPr lang="en-US" altLang="zh-CN" smtClean="0"/>
              <a:pPr eaLnBrk="1" hangingPunct="1"/>
              <a:t>10/28/2025</a:t>
            </a:fld>
            <a:endParaRPr lang="en-US" altLang="zh-CN"/>
          </a:p>
        </p:txBody>
      </p:sp>
      <p:sp>
        <p:nvSpPr>
          <p:cNvPr id="74755" name="灯片编号占位符 3">
            <a:extLst>
              <a:ext uri="{FF2B5EF4-FFF2-40B4-BE49-F238E27FC236}">
                <a16:creationId xmlns:a16="http://schemas.microsoft.com/office/drawing/2014/main" id="{3B791849-C6FC-F281-15A4-CCBF36C0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6E1F0F5-117E-422F-AA22-CC2CFFE0A2E1}" type="slidenum">
              <a:rPr lang="en-US" altLang="zh-CN"/>
              <a:pPr eaLnBrk="1" hangingPunct="1"/>
              <a:t>68</a:t>
            </a:fld>
            <a:endParaRPr lang="en-US" altLang="zh-CN"/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D5970363-617A-BDE7-E05D-7C2C9DDD5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133600"/>
            <a:ext cx="6934200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闭环系统稳定的充要条件为：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从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到变化时，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系统开环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Nyquist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曲线逆时针包围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(-1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0)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点圈数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等于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/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，其中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为位于右半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s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平面的开环特征根个数。此即为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Nyquist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稳定判据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74757" name="Rectangle 7">
            <a:extLst>
              <a:ext uri="{FF2B5EF4-FFF2-40B4-BE49-F238E27FC236}">
                <a16:creationId xmlns:a16="http://schemas.microsoft.com/office/drawing/2014/main" id="{B72E7FA5-1644-D766-BFC5-6D06A825E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908050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奈奎斯特稳定性判据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1">
            <a:extLst>
              <a:ext uri="{FF2B5EF4-FFF2-40B4-BE49-F238E27FC236}">
                <a16:creationId xmlns:a16="http://schemas.microsoft.com/office/drawing/2014/main" id="{C45EEC54-626D-9491-612D-7C190796DCA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F65CF12-CE6A-4986-84CA-8285F6848B25}" type="datetime1">
              <a:rPr lang="en-US" altLang="zh-CN" smtClean="0"/>
              <a:pPr eaLnBrk="1" hangingPunct="1"/>
              <a:t>10/28/2025</a:t>
            </a:fld>
            <a:endParaRPr lang="en-US" altLang="zh-CN"/>
          </a:p>
        </p:txBody>
      </p:sp>
      <p:sp>
        <p:nvSpPr>
          <p:cNvPr id="75779" name="灯片编号占位符 3">
            <a:extLst>
              <a:ext uri="{FF2B5EF4-FFF2-40B4-BE49-F238E27FC236}">
                <a16:creationId xmlns:a16="http://schemas.microsoft.com/office/drawing/2014/main" id="{831C7029-0EDD-280C-F8B6-28AC7F69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2ED4779-5705-44EF-969A-4F4598D9E8E3}" type="slidenum">
              <a:rPr lang="en-US" altLang="zh-CN"/>
              <a:pPr eaLnBrk="1" hangingPunct="1"/>
              <a:t>69</a:t>
            </a:fld>
            <a:endParaRPr lang="en-US" altLang="zh-CN"/>
          </a:p>
        </p:txBody>
      </p:sp>
      <p:sp>
        <p:nvSpPr>
          <p:cNvPr id="75780" name="Text Box 3">
            <a:extLst>
              <a:ext uri="{FF2B5EF4-FFF2-40B4-BE49-F238E27FC236}">
                <a16:creationId xmlns:a16="http://schemas.microsoft.com/office/drawing/2014/main" id="{962093E6-CC44-9E6A-1CDE-4A055B86E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620713"/>
            <a:ext cx="7178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8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开环含有积分环节时</a:t>
            </a:r>
            <a:r>
              <a:rPr kumimoji="1" lang="en-US" altLang="zh-CN" sz="2800">
                <a:latin typeface="Times New Roman" panose="02020603050405020304" pitchFamily="18" charset="0"/>
              </a:rPr>
              <a:t>Nyquist</a:t>
            </a:r>
            <a:r>
              <a:rPr kumimoji="1" lang="zh-CN" altLang="en-US" sz="2800">
                <a:latin typeface="Times New Roman" panose="02020603050405020304" pitchFamily="18" charset="0"/>
              </a:rPr>
              <a:t>判据的处理</a:t>
            </a:r>
          </a:p>
        </p:txBody>
      </p:sp>
      <p:sp>
        <p:nvSpPr>
          <p:cNvPr id="75781" name="Rectangle 6">
            <a:extLst>
              <a:ext uri="{FF2B5EF4-FFF2-40B4-BE49-F238E27FC236}">
                <a16:creationId xmlns:a16="http://schemas.microsoft.com/office/drawing/2014/main" id="{B578B811-DE2D-90E8-3685-6ABEA0850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581525"/>
            <a:ext cx="69342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对于包含积分环节的开环系统，对虚轴作上述处理后，绘制</a:t>
            </a:r>
            <a:r>
              <a:rPr kumimoji="1" lang="en-US" altLang="zh-CN" sz="2800">
                <a:latin typeface="Times New Roman" panose="02020603050405020304" pitchFamily="18" charset="0"/>
              </a:rPr>
              <a:t>Nyquist</a:t>
            </a:r>
            <a:r>
              <a:rPr kumimoji="1" lang="zh-CN" altLang="en-US" sz="2800">
                <a:latin typeface="Times New Roman" panose="02020603050405020304" pitchFamily="18" charset="0"/>
              </a:rPr>
              <a:t>图时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需考虑</a:t>
            </a:r>
            <a:r>
              <a:rPr kumimoji="1"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由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900" baseline="4000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变化时的轨迹。</a:t>
            </a:r>
          </a:p>
        </p:txBody>
      </p:sp>
      <p:grpSp>
        <p:nvGrpSpPr>
          <p:cNvPr id="75782" name="Group 4">
            <a:extLst>
              <a:ext uri="{FF2B5EF4-FFF2-40B4-BE49-F238E27FC236}">
                <a16:creationId xmlns:a16="http://schemas.microsoft.com/office/drawing/2014/main" id="{8BA79D92-11C9-E8D5-16F6-357F9C4ED257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1268413"/>
            <a:ext cx="2895600" cy="3124200"/>
            <a:chOff x="1008" y="1920"/>
            <a:chExt cx="1824" cy="1968"/>
          </a:xfrm>
        </p:grpSpPr>
        <p:sp>
          <p:nvSpPr>
            <p:cNvPr id="75783" name="Line 5">
              <a:extLst>
                <a:ext uri="{FF2B5EF4-FFF2-40B4-BE49-F238E27FC236}">
                  <a16:creationId xmlns:a16="http://schemas.microsoft.com/office/drawing/2014/main" id="{FFF2D9B6-80F7-1390-2860-B083591E4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024"/>
              <a:ext cx="172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784" name="Arc 6">
              <a:extLst>
                <a:ext uri="{FF2B5EF4-FFF2-40B4-BE49-F238E27FC236}">
                  <a16:creationId xmlns:a16="http://schemas.microsoft.com/office/drawing/2014/main" id="{24451586-4FAD-4B10-731E-42005EB42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2689"/>
              <a:ext cx="391" cy="671"/>
            </a:xfrm>
            <a:custGeom>
              <a:avLst/>
              <a:gdLst>
                <a:gd name="T0" fmla="*/ 0 w 22417"/>
                <a:gd name="T1" fmla="*/ 0 h 43200"/>
                <a:gd name="T2" fmla="*/ 0 w 22417"/>
                <a:gd name="T3" fmla="*/ 0 h 43200"/>
                <a:gd name="T4" fmla="*/ 0 w 22417"/>
                <a:gd name="T5" fmla="*/ 0 h 43200"/>
                <a:gd name="T6" fmla="*/ 0 60000 65536"/>
                <a:gd name="T7" fmla="*/ 0 60000 65536"/>
                <a:gd name="T8" fmla="*/ 0 60000 65536"/>
                <a:gd name="T9" fmla="*/ 0 w 22417"/>
                <a:gd name="T10" fmla="*/ 0 h 43200"/>
                <a:gd name="T11" fmla="*/ 22417 w 2241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417" h="43200" fill="none" extrusionOk="0">
                  <a:moveTo>
                    <a:pt x="816" y="0"/>
                  </a:moveTo>
                  <a:cubicBezTo>
                    <a:pt x="12746" y="0"/>
                    <a:pt x="22417" y="9670"/>
                    <a:pt x="22417" y="21600"/>
                  </a:cubicBezTo>
                  <a:cubicBezTo>
                    <a:pt x="22417" y="33529"/>
                    <a:pt x="12746" y="43200"/>
                    <a:pt x="817" y="43200"/>
                  </a:cubicBezTo>
                  <a:cubicBezTo>
                    <a:pt x="544" y="43200"/>
                    <a:pt x="272" y="43194"/>
                    <a:pt x="0" y="43184"/>
                  </a:cubicBezTo>
                </a:path>
                <a:path w="22417" h="43200" stroke="0" extrusionOk="0">
                  <a:moveTo>
                    <a:pt x="816" y="0"/>
                  </a:moveTo>
                  <a:cubicBezTo>
                    <a:pt x="12746" y="0"/>
                    <a:pt x="22417" y="9670"/>
                    <a:pt x="22417" y="21600"/>
                  </a:cubicBezTo>
                  <a:cubicBezTo>
                    <a:pt x="22417" y="33529"/>
                    <a:pt x="12746" y="43200"/>
                    <a:pt x="817" y="43200"/>
                  </a:cubicBezTo>
                  <a:cubicBezTo>
                    <a:pt x="544" y="43200"/>
                    <a:pt x="272" y="43194"/>
                    <a:pt x="0" y="43184"/>
                  </a:cubicBezTo>
                  <a:lnTo>
                    <a:pt x="817" y="21600"/>
                  </a:lnTo>
                  <a:lnTo>
                    <a:pt x="816" y="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85" name="Line 7">
              <a:extLst>
                <a:ext uri="{FF2B5EF4-FFF2-40B4-BE49-F238E27FC236}">
                  <a16:creationId xmlns:a16="http://schemas.microsoft.com/office/drawing/2014/main" id="{E8F43F6A-D49C-6C9C-BFF9-4B950E3137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312"/>
              <a:ext cx="0" cy="57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786" name="Line 8">
              <a:extLst>
                <a:ext uri="{FF2B5EF4-FFF2-40B4-BE49-F238E27FC236}">
                  <a16:creationId xmlns:a16="http://schemas.microsoft.com/office/drawing/2014/main" id="{3D581639-0703-4FE0-820C-04F5307F41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016"/>
              <a:ext cx="0" cy="6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787" name="Line 9">
              <a:extLst>
                <a:ext uri="{FF2B5EF4-FFF2-40B4-BE49-F238E27FC236}">
                  <a16:creationId xmlns:a16="http://schemas.microsoft.com/office/drawing/2014/main" id="{C67957F7-B18C-5D0E-F436-533696B2D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688"/>
              <a:ext cx="0" cy="6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788" name="Line 10">
              <a:extLst>
                <a:ext uri="{FF2B5EF4-FFF2-40B4-BE49-F238E27FC236}">
                  <a16:creationId xmlns:a16="http://schemas.microsoft.com/office/drawing/2014/main" id="{7F0CCBE6-B92B-1742-F182-FB4AC7AC7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024"/>
              <a:ext cx="288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789" name="Text Box 11">
              <a:extLst>
                <a:ext uri="{FF2B5EF4-FFF2-40B4-BE49-F238E27FC236}">
                  <a16:creationId xmlns:a16="http://schemas.microsoft.com/office/drawing/2014/main" id="{3D68AFBC-8589-E139-C655-ACD44017B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8" y="3054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75790" name="Text Box 12">
              <a:extLst>
                <a:ext uri="{FF2B5EF4-FFF2-40B4-BE49-F238E27FC236}">
                  <a16:creationId xmlns:a16="http://schemas.microsoft.com/office/drawing/2014/main" id="{FAE1A488-AF45-D0F7-42F4-7D7181528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4" y="3312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aseline="4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endParaRPr kumimoji="1" lang="en-US" altLang="zh-CN" sz="2400" baseline="40000">
                <a:latin typeface="Times New Roman" panose="02020603050405020304" pitchFamily="18" charset="0"/>
              </a:endParaRPr>
            </a:p>
          </p:txBody>
        </p:sp>
        <p:sp>
          <p:nvSpPr>
            <p:cNvPr id="75791" name="Text Box 13">
              <a:extLst>
                <a:ext uri="{FF2B5EF4-FFF2-40B4-BE49-F238E27FC236}">
                  <a16:creationId xmlns:a16="http://schemas.microsoft.com/office/drawing/2014/main" id="{C5CFE00D-E3FA-7776-4E06-B21519DD6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48"/>
              <a:ext cx="2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aseline="400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5792" name="Text Box 14">
              <a:extLst>
                <a:ext uri="{FF2B5EF4-FFF2-40B4-BE49-F238E27FC236}">
                  <a16:creationId xmlns:a16="http://schemas.microsoft.com/office/drawing/2014/main" id="{BA2586DE-D001-AE7B-D648-5745B56E3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297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5793" name="Text Box 15">
              <a:extLst>
                <a:ext uri="{FF2B5EF4-FFF2-40B4-BE49-F238E27FC236}">
                  <a16:creationId xmlns:a16="http://schemas.microsoft.com/office/drawing/2014/main" id="{7303A99F-9C26-F17F-98BC-8163BBCC3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" y="3024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75794" name="Text Box 16">
              <a:extLst>
                <a:ext uri="{FF2B5EF4-FFF2-40B4-BE49-F238E27FC236}">
                  <a16:creationId xmlns:a16="http://schemas.microsoft.com/office/drawing/2014/main" id="{22769AB0-07B0-AD4F-3059-82E4C146D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92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1">
            <a:extLst>
              <a:ext uri="{FF2B5EF4-FFF2-40B4-BE49-F238E27FC236}">
                <a16:creationId xmlns:a16="http://schemas.microsoft.com/office/drawing/2014/main" id="{A921B026-948A-0F45-4E05-7BF12E7989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17C932-B5D7-474B-9544-BB1C7079D0D4}" type="datetime1">
              <a:rPr lang="en-US" altLang="zh-CN" smtClean="0"/>
              <a:pPr eaLnBrk="1" hangingPunct="1"/>
              <a:t>10/28/2025</a:t>
            </a:fld>
            <a:endParaRPr lang="en-US" altLang="zh-CN"/>
          </a:p>
        </p:txBody>
      </p:sp>
      <p:sp>
        <p:nvSpPr>
          <p:cNvPr id="76803" name="灯片编号占位符 3">
            <a:extLst>
              <a:ext uri="{FF2B5EF4-FFF2-40B4-BE49-F238E27FC236}">
                <a16:creationId xmlns:a16="http://schemas.microsoft.com/office/drawing/2014/main" id="{00F92923-AFE6-A894-2166-E5C164D7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4E3C36-2C63-4BF1-8B08-C82BADC7BB84}" type="slidenum">
              <a:rPr lang="en-US" altLang="zh-CN"/>
              <a:pPr eaLnBrk="1" hangingPunct="1"/>
              <a:t>70</a:t>
            </a:fld>
            <a:endParaRPr lang="en-US" altLang="zh-CN"/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18082EBE-9957-506C-AA02-FED5025A8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941513"/>
            <a:ext cx="73914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即按常规方法作出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sz="2800">
                <a:latin typeface="Times New Roman" panose="02020603050405020304" pitchFamily="18" charset="0"/>
              </a:rPr>
              <a:t>由 </a:t>
            </a:r>
            <a:r>
              <a:rPr kumimoji="1" lang="en-US" altLang="zh-CN" sz="2800">
                <a:latin typeface="Times New Roman" panose="02020603050405020304" pitchFamily="18" charset="0"/>
              </a:rPr>
              <a:t>0</a:t>
            </a:r>
            <a:r>
              <a:rPr kumimoji="1" lang="en-US" altLang="zh-CN" sz="2900" baseline="40000">
                <a:latin typeface="Times New Roman" panose="02020603050405020304" pitchFamily="18" charset="0"/>
              </a:rPr>
              <a:t>+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900" baseline="40000"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zh-CN" altLang="en-US" sz="2800">
                <a:latin typeface="Times New Roman" panose="02020603050405020304" pitchFamily="18" charset="0"/>
              </a:rPr>
              <a:t>变化时的</a:t>
            </a:r>
            <a:r>
              <a:rPr kumimoji="1" lang="en-US" altLang="zh-CN" sz="2800">
                <a:latin typeface="Times New Roman" panose="02020603050405020304" pitchFamily="18" charset="0"/>
              </a:rPr>
              <a:t>Nyquist</a:t>
            </a:r>
            <a:r>
              <a:rPr kumimoji="1" lang="zh-CN" altLang="en-US" sz="2800">
                <a:latin typeface="Times New Roman" panose="02020603050405020304" pitchFamily="18" charset="0"/>
              </a:rPr>
              <a:t>曲线后，从</a:t>
            </a:r>
            <a:r>
              <a:rPr kumimoji="1" lang="en-US" altLang="zh-CN" sz="2800" i="1">
                <a:latin typeface="Times New Roman" panose="02020603050405020304" pitchFamily="18" charset="0"/>
              </a:rPr>
              <a:t>G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</a:rPr>
              <a:t>j</a:t>
            </a:r>
            <a:r>
              <a:rPr kumimoji="1" lang="en-US" altLang="zh-CN" sz="2800">
                <a:latin typeface="Times New Roman" panose="02020603050405020304" pitchFamily="18" charset="0"/>
              </a:rPr>
              <a:t>0)</a:t>
            </a:r>
            <a:r>
              <a:rPr kumimoji="1" lang="zh-CN" altLang="en-US" sz="2800">
                <a:latin typeface="Times New Roman" panose="02020603050405020304" pitchFamily="18" charset="0"/>
              </a:rPr>
              <a:t>开始，以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zh-CN" altLang="en-US" sz="2800">
                <a:latin typeface="Times New Roman" panose="02020603050405020304" pitchFamily="18" charset="0"/>
              </a:rPr>
              <a:t>的半径顺时针补画</a:t>
            </a:r>
            <a:r>
              <a:rPr kumimoji="1" lang="en-US" altLang="zh-CN" sz="2800" i="1">
                <a:latin typeface="Times New Roman" panose="02020603050405020304" pitchFamily="18" charset="0"/>
              </a:rPr>
              <a:t>v</a:t>
            </a:r>
            <a:r>
              <a:rPr kumimoji="1" lang="en-US" altLang="zh-CN" sz="2800">
                <a:latin typeface="Times New Roman" panose="02020603050405020304" pitchFamily="18" charset="0"/>
              </a:rPr>
              <a:t>90 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kumimoji="1" lang="zh-CN" altLang="en-US" sz="2800">
                <a:latin typeface="Times New Roman" panose="02020603050405020304" pitchFamily="18" charset="0"/>
              </a:rPr>
              <a:t>的圆弧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</a:rPr>
              <a:t>辅助线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得到完整的</a:t>
            </a:r>
            <a:r>
              <a:rPr kumimoji="1" lang="en-US" altLang="zh-CN" sz="2800">
                <a:latin typeface="Times New Roman" panose="02020603050405020304" pitchFamily="18" charset="0"/>
              </a:rPr>
              <a:t>Nyquist</a:t>
            </a:r>
            <a:r>
              <a:rPr kumimoji="1" lang="zh-CN" altLang="en-US" sz="2800">
                <a:latin typeface="Times New Roman" panose="02020603050405020304" pitchFamily="18" charset="0"/>
              </a:rPr>
              <a:t>曲线。</a:t>
            </a:r>
          </a:p>
        </p:txBody>
      </p:sp>
      <p:sp>
        <p:nvSpPr>
          <p:cNvPr id="76805" name="Rectangle 4">
            <a:extLst>
              <a:ext uri="{FF2B5EF4-FFF2-40B4-BE49-F238E27FC236}">
                <a16:creationId xmlns:a16="http://schemas.microsoft.com/office/drawing/2014/main" id="{5BA79E7C-8CF8-5724-0BAD-BD183FD2B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584575"/>
            <a:ext cx="7391400" cy="54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显然，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对于最小相位系统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，由于：</a:t>
            </a:r>
          </a:p>
        </p:txBody>
      </p:sp>
      <p:graphicFrame>
        <p:nvGraphicFramePr>
          <p:cNvPr id="76806" name="Object 2">
            <a:extLst>
              <a:ext uri="{FF2B5EF4-FFF2-40B4-BE49-F238E27FC236}">
                <a16:creationId xmlns:a16="http://schemas.microsoft.com/office/drawing/2014/main" id="{AE482A74-FC26-8944-D4A3-DD63A119E5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0288" y="4340225"/>
          <a:ext cx="34909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7950" imgH="393529" progId="Equation.3">
                  <p:embed/>
                </p:oleObj>
              </mc:Choice>
              <mc:Fallback>
                <p:oleObj name="Equation" r:id="rId2" imgW="1497950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4340225"/>
                        <a:ext cx="349091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7" name="Rectangle 6">
            <a:extLst>
              <a:ext uri="{FF2B5EF4-FFF2-40B4-BE49-F238E27FC236}">
                <a16:creationId xmlns:a16="http://schemas.microsoft.com/office/drawing/2014/main" id="{144AEE2A-61DE-4621-32F8-5C830BB5D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360988"/>
            <a:ext cx="7391400" cy="54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其辅助线的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起始点始终在无穷远的正实轴上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占位符 1">
            <a:extLst>
              <a:ext uri="{FF2B5EF4-FFF2-40B4-BE49-F238E27FC236}">
                <a16:creationId xmlns:a16="http://schemas.microsoft.com/office/drawing/2014/main" id="{371842BE-DD55-EA20-01F0-4733E98B62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2AAE61-8673-45DD-AE81-DEB38338F986}" type="datetime1">
              <a:rPr lang="en-US" altLang="zh-CN" smtClean="0"/>
              <a:pPr eaLnBrk="1" hangingPunct="1"/>
              <a:t>10/28/2025</a:t>
            </a:fld>
            <a:endParaRPr lang="en-US" altLang="zh-CN"/>
          </a:p>
        </p:txBody>
      </p:sp>
      <p:sp>
        <p:nvSpPr>
          <p:cNvPr id="77827" name="灯片编号占位符 3">
            <a:extLst>
              <a:ext uri="{FF2B5EF4-FFF2-40B4-BE49-F238E27FC236}">
                <a16:creationId xmlns:a16="http://schemas.microsoft.com/office/drawing/2014/main" id="{1F1565C4-DDFD-83F2-96C2-A9930E3A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7426C8-3477-4266-ACD4-56DE31169483}" type="slidenum">
              <a:rPr lang="en-US" altLang="zh-CN"/>
              <a:pPr eaLnBrk="1" hangingPunct="1"/>
              <a:t>71</a:t>
            </a:fld>
            <a:endParaRPr lang="en-US" altLang="zh-CN"/>
          </a:p>
        </p:txBody>
      </p:sp>
      <p:grpSp>
        <p:nvGrpSpPr>
          <p:cNvPr id="77828" name="Group 3">
            <a:extLst>
              <a:ext uri="{FF2B5EF4-FFF2-40B4-BE49-F238E27FC236}">
                <a16:creationId xmlns:a16="http://schemas.microsoft.com/office/drawing/2014/main" id="{7A187458-A66E-E797-E809-624BB9C8F6C8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125538"/>
            <a:ext cx="2736850" cy="2941637"/>
            <a:chOff x="528" y="2256"/>
            <a:chExt cx="1724" cy="1853"/>
          </a:xfrm>
        </p:grpSpPr>
        <p:sp>
          <p:nvSpPr>
            <p:cNvPr id="77857" name="Line 4">
              <a:extLst>
                <a:ext uri="{FF2B5EF4-FFF2-40B4-BE49-F238E27FC236}">
                  <a16:creationId xmlns:a16="http://schemas.microsoft.com/office/drawing/2014/main" id="{4301B616-6E8C-2CD6-252F-94141D579B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" y="2976"/>
              <a:ext cx="14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58" name="Line 5">
              <a:extLst>
                <a:ext uri="{FF2B5EF4-FFF2-40B4-BE49-F238E27FC236}">
                  <a16:creationId xmlns:a16="http://schemas.microsoft.com/office/drawing/2014/main" id="{7EBF2EB4-D39F-3A96-A7A0-E0DF1B6F9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352"/>
              <a:ext cx="0" cy="13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59" name="Freeform 6">
              <a:extLst>
                <a:ext uri="{FF2B5EF4-FFF2-40B4-BE49-F238E27FC236}">
                  <a16:creationId xmlns:a16="http://schemas.microsoft.com/office/drawing/2014/main" id="{29B2BBF0-F957-8C23-5889-24274E218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2792"/>
              <a:ext cx="432" cy="760"/>
            </a:xfrm>
            <a:custGeom>
              <a:avLst/>
              <a:gdLst>
                <a:gd name="T0" fmla="*/ 0 w 384"/>
                <a:gd name="T1" fmla="*/ 1280 h 712"/>
                <a:gd name="T2" fmla="*/ 694 w 384"/>
                <a:gd name="T3" fmla="*/ 158 h 712"/>
                <a:gd name="T4" fmla="*/ 1108 w 384"/>
                <a:gd name="T5" fmla="*/ 329 h 712"/>
                <a:gd name="T6" fmla="*/ 0 60000 65536"/>
                <a:gd name="T7" fmla="*/ 0 60000 65536"/>
                <a:gd name="T8" fmla="*/ 0 60000 65536"/>
                <a:gd name="T9" fmla="*/ 0 w 384"/>
                <a:gd name="T10" fmla="*/ 0 h 712"/>
                <a:gd name="T11" fmla="*/ 384 w 384"/>
                <a:gd name="T12" fmla="*/ 712 h 7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712">
                  <a:moveTo>
                    <a:pt x="0" y="712"/>
                  </a:moveTo>
                  <a:cubicBezTo>
                    <a:pt x="88" y="444"/>
                    <a:pt x="176" y="176"/>
                    <a:pt x="240" y="88"/>
                  </a:cubicBezTo>
                  <a:cubicBezTo>
                    <a:pt x="304" y="0"/>
                    <a:pt x="344" y="92"/>
                    <a:pt x="384" y="184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60" name="Rectangle 7">
              <a:extLst>
                <a:ext uri="{FF2B5EF4-FFF2-40B4-BE49-F238E27FC236}">
                  <a16:creationId xmlns:a16="http://schemas.microsoft.com/office/drawing/2014/main" id="{EAC2A47F-02DF-0AE1-4F69-C2A0E3B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271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77861" name="Rectangle 8">
              <a:extLst>
                <a:ext uri="{FF2B5EF4-FFF2-40B4-BE49-F238E27FC236}">
                  <a16:creationId xmlns:a16="http://schemas.microsoft.com/office/drawing/2014/main" id="{D2482400-7701-248B-8C1D-C13B4D324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" y="2880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=</a:t>
              </a:r>
              <a:r>
                <a:rPr kumimoji="1"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7862" name="Text Box 9">
              <a:extLst>
                <a:ext uri="{FF2B5EF4-FFF2-40B4-BE49-F238E27FC236}">
                  <a16:creationId xmlns:a16="http://schemas.microsoft.com/office/drawing/2014/main" id="{4FA97207-04C5-9E9B-541C-87F728D17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0" y="29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7863" name="Rectangle 10">
              <a:extLst>
                <a:ext uri="{FF2B5EF4-FFF2-40B4-BE49-F238E27FC236}">
                  <a16:creationId xmlns:a16="http://schemas.microsoft.com/office/drawing/2014/main" id="{00D8B1B7-E421-B198-2864-0BFC5B1D8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552"/>
              <a:ext cx="5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=0</a:t>
              </a:r>
              <a:r>
                <a:rPr kumimoji="1" lang="en-US" altLang="zh-CN" sz="2400" baseline="400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7864" name="Freeform 11">
              <a:extLst>
                <a:ext uri="{FF2B5EF4-FFF2-40B4-BE49-F238E27FC236}">
                  <a16:creationId xmlns:a16="http://schemas.microsoft.com/office/drawing/2014/main" id="{B9E5DE8A-CDA8-A4FA-707B-54F6CA3F3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2976"/>
              <a:ext cx="1056" cy="640"/>
            </a:xfrm>
            <a:custGeom>
              <a:avLst/>
              <a:gdLst>
                <a:gd name="T0" fmla="*/ 1056 w 1056"/>
                <a:gd name="T1" fmla="*/ 0 h 640"/>
                <a:gd name="T2" fmla="*/ 1008 w 1056"/>
                <a:gd name="T3" fmla="*/ 240 h 640"/>
                <a:gd name="T4" fmla="*/ 816 w 1056"/>
                <a:gd name="T5" fmla="*/ 480 h 640"/>
                <a:gd name="T6" fmla="*/ 432 w 1056"/>
                <a:gd name="T7" fmla="*/ 624 h 640"/>
                <a:gd name="T8" fmla="*/ 0 w 1056"/>
                <a:gd name="T9" fmla="*/ 576 h 6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56"/>
                <a:gd name="T16" fmla="*/ 0 h 640"/>
                <a:gd name="T17" fmla="*/ 1056 w 1056"/>
                <a:gd name="T18" fmla="*/ 640 h 6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56" h="640">
                  <a:moveTo>
                    <a:pt x="1056" y="0"/>
                  </a:moveTo>
                  <a:cubicBezTo>
                    <a:pt x="1052" y="80"/>
                    <a:pt x="1048" y="160"/>
                    <a:pt x="1008" y="240"/>
                  </a:cubicBezTo>
                  <a:cubicBezTo>
                    <a:pt x="968" y="320"/>
                    <a:pt x="912" y="416"/>
                    <a:pt x="816" y="480"/>
                  </a:cubicBezTo>
                  <a:cubicBezTo>
                    <a:pt x="720" y="544"/>
                    <a:pt x="568" y="608"/>
                    <a:pt x="432" y="624"/>
                  </a:cubicBezTo>
                  <a:cubicBezTo>
                    <a:pt x="296" y="640"/>
                    <a:pt x="148" y="608"/>
                    <a:pt x="0" y="576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65" name="Rectangle 12">
              <a:extLst>
                <a:ext uri="{FF2B5EF4-FFF2-40B4-BE49-F238E27FC236}">
                  <a16:creationId xmlns:a16="http://schemas.microsoft.com/office/drawing/2014/main" id="{43C30F7F-AEF1-BF5F-A8D8-D49BBA9BB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4" y="297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77866" name="Rectangle 13">
              <a:extLst>
                <a:ext uri="{FF2B5EF4-FFF2-40B4-BE49-F238E27FC236}">
                  <a16:creationId xmlns:a16="http://schemas.microsoft.com/office/drawing/2014/main" id="{A017687B-BDA9-34AE-EF95-D90199663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" y="225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77867" name="Text Box 14">
              <a:extLst>
                <a:ext uri="{FF2B5EF4-FFF2-40B4-BE49-F238E27FC236}">
                  <a16:creationId xmlns:a16="http://schemas.microsoft.com/office/drawing/2014/main" id="{B964AB38-C8F1-6F94-9BE1-D1D54CB65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818"/>
              <a:ext cx="41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v=1</a:t>
              </a: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7868" name="Line 15">
              <a:extLst>
                <a:ext uri="{FF2B5EF4-FFF2-40B4-BE49-F238E27FC236}">
                  <a16:creationId xmlns:a16="http://schemas.microsoft.com/office/drawing/2014/main" id="{B7B2A504-13CA-1787-0B3E-D3F5BB2D8F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3120"/>
              <a:ext cx="96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7829" name="Group 16">
            <a:extLst>
              <a:ext uri="{FF2B5EF4-FFF2-40B4-BE49-F238E27FC236}">
                <a16:creationId xmlns:a16="http://schemas.microsoft.com/office/drawing/2014/main" id="{BBA8628F-75A4-6358-73D8-EA8B91A37DCE}"/>
              </a:ext>
            </a:extLst>
          </p:cNvPr>
          <p:cNvGrpSpPr>
            <a:grpSpLocks/>
          </p:cNvGrpSpPr>
          <p:nvPr/>
        </p:nvGrpSpPr>
        <p:grpSpPr bwMode="auto">
          <a:xfrm>
            <a:off x="3135313" y="1125538"/>
            <a:ext cx="2819400" cy="2976562"/>
            <a:chOff x="2112" y="2256"/>
            <a:chExt cx="1776" cy="1875"/>
          </a:xfrm>
        </p:grpSpPr>
        <p:sp>
          <p:nvSpPr>
            <p:cNvPr id="77845" name="Line 17">
              <a:extLst>
                <a:ext uri="{FF2B5EF4-FFF2-40B4-BE49-F238E27FC236}">
                  <a16:creationId xmlns:a16="http://schemas.microsoft.com/office/drawing/2014/main" id="{800EA1F4-9EEA-B837-58A0-B873982A4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976"/>
              <a:ext cx="153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46" name="Line 18">
              <a:extLst>
                <a:ext uri="{FF2B5EF4-FFF2-40B4-BE49-F238E27FC236}">
                  <a16:creationId xmlns:a16="http://schemas.microsoft.com/office/drawing/2014/main" id="{4C4D6460-4D2A-3F2E-AC73-0D17523953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352"/>
              <a:ext cx="0" cy="13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47" name="Freeform 19">
              <a:extLst>
                <a:ext uri="{FF2B5EF4-FFF2-40B4-BE49-F238E27FC236}">
                  <a16:creationId xmlns:a16="http://schemas.microsoft.com/office/drawing/2014/main" id="{9D31D395-7F50-1D58-D35D-3D3B99526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2" y="2776"/>
              <a:ext cx="720" cy="200"/>
            </a:xfrm>
            <a:custGeom>
              <a:avLst/>
              <a:gdLst>
                <a:gd name="T0" fmla="*/ 0 w 720"/>
                <a:gd name="T1" fmla="*/ 104 h 200"/>
                <a:gd name="T2" fmla="*/ 288 w 720"/>
                <a:gd name="T3" fmla="*/ 56 h 200"/>
                <a:gd name="T4" fmla="*/ 528 w 720"/>
                <a:gd name="T5" fmla="*/ 8 h 200"/>
                <a:gd name="T6" fmla="*/ 672 w 720"/>
                <a:gd name="T7" fmla="*/ 104 h 200"/>
                <a:gd name="T8" fmla="*/ 720 w 720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0"/>
                <a:gd name="T16" fmla="*/ 0 h 200"/>
                <a:gd name="T17" fmla="*/ 720 w 720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0" h="200">
                  <a:moveTo>
                    <a:pt x="0" y="104"/>
                  </a:moveTo>
                  <a:cubicBezTo>
                    <a:pt x="100" y="88"/>
                    <a:pt x="200" y="72"/>
                    <a:pt x="288" y="56"/>
                  </a:cubicBezTo>
                  <a:cubicBezTo>
                    <a:pt x="376" y="40"/>
                    <a:pt x="464" y="0"/>
                    <a:pt x="528" y="8"/>
                  </a:cubicBezTo>
                  <a:cubicBezTo>
                    <a:pt x="592" y="16"/>
                    <a:pt x="640" y="72"/>
                    <a:pt x="672" y="104"/>
                  </a:cubicBezTo>
                  <a:cubicBezTo>
                    <a:pt x="704" y="136"/>
                    <a:pt x="712" y="168"/>
                    <a:pt x="720" y="20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48" name="Freeform 20">
              <a:extLst>
                <a:ext uri="{FF2B5EF4-FFF2-40B4-BE49-F238E27FC236}">
                  <a16:creationId xmlns:a16="http://schemas.microsoft.com/office/drawing/2014/main" id="{30E0D10F-3A0A-4DD8-6FD1-5C38BBC52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2" y="2880"/>
              <a:ext cx="1248" cy="768"/>
            </a:xfrm>
            <a:custGeom>
              <a:avLst/>
              <a:gdLst>
                <a:gd name="T0" fmla="*/ 690 w 1344"/>
                <a:gd name="T1" fmla="*/ 47 h 832"/>
                <a:gd name="T2" fmla="*/ 665 w 1344"/>
                <a:gd name="T3" fmla="*/ 163 h 832"/>
                <a:gd name="T4" fmla="*/ 566 w 1344"/>
                <a:gd name="T5" fmla="*/ 327 h 832"/>
                <a:gd name="T6" fmla="*/ 319 w 1344"/>
                <a:gd name="T7" fmla="*/ 397 h 832"/>
                <a:gd name="T8" fmla="*/ 73 w 1344"/>
                <a:gd name="T9" fmla="*/ 281 h 832"/>
                <a:gd name="T10" fmla="*/ 0 w 1344"/>
                <a:gd name="T11" fmla="*/ 0 h 8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44"/>
                <a:gd name="T19" fmla="*/ 0 h 832"/>
                <a:gd name="T20" fmla="*/ 1344 w 1344"/>
                <a:gd name="T21" fmla="*/ 832 h 8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44" h="832">
                  <a:moveTo>
                    <a:pt x="1344" y="96"/>
                  </a:moveTo>
                  <a:cubicBezTo>
                    <a:pt x="1340" y="168"/>
                    <a:pt x="1336" y="240"/>
                    <a:pt x="1296" y="336"/>
                  </a:cubicBezTo>
                  <a:cubicBezTo>
                    <a:pt x="1256" y="432"/>
                    <a:pt x="1216" y="592"/>
                    <a:pt x="1104" y="672"/>
                  </a:cubicBezTo>
                  <a:cubicBezTo>
                    <a:pt x="992" y="752"/>
                    <a:pt x="784" y="832"/>
                    <a:pt x="624" y="816"/>
                  </a:cubicBezTo>
                  <a:cubicBezTo>
                    <a:pt x="464" y="800"/>
                    <a:pt x="248" y="712"/>
                    <a:pt x="144" y="576"/>
                  </a:cubicBezTo>
                  <a:cubicBezTo>
                    <a:pt x="40" y="440"/>
                    <a:pt x="20" y="220"/>
                    <a:pt x="0" y="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49" name="Rectangle 21">
              <a:extLst>
                <a:ext uri="{FF2B5EF4-FFF2-40B4-BE49-F238E27FC236}">
                  <a16:creationId xmlns:a16="http://schemas.microsoft.com/office/drawing/2014/main" id="{7117D459-D34C-2378-0A1C-286858833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268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77850" name="Rectangle 22">
              <a:extLst>
                <a:ext uri="{FF2B5EF4-FFF2-40B4-BE49-F238E27FC236}">
                  <a16:creationId xmlns:a16="http://schemas.microsoft.com/office/drawing/2014/main" id="{0778C0C4-25A0-4F51-6326-E22A02670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880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=</a:t>
              </a:r>
              <a:r>
                <a:rPr kumimoji="1"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7851" name="Rectangle 23">
              <a:extLst>
                <a:ext uri="{FF2B5EF4-FFF2-40B4-BE49-F238E27FC236}">
                  <a16:creationId xmlns:a16="http://schemas.microsoft.com/office/drawing/2014/main" id="{527455C8-A279-D229-AD33-AECE90338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297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77852" name="Text Box 24">
              <a:extLst>
                <a:ext uri="{FF2B5EF4-FFF2-40B4-BE49-F238E27FC236}">
                  <a16:creationId xmlns:a16="http://schemas.microsoft.com/office/drawing/2014/main" id="{3A8B2D28-A355-59D4-BC6D-972C03DF2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0" y="29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7853" name="Rectangle 25">
              <a:extLst>
                <a:ext uri="{FF2B5EF4-FFF2-40B4-BE49-F238E27FC236}">
                  <a16:creationId xmlns:a16="http://schemas.microsoft.com/office/drawing/2014/main" id="{B65A695F-4750-3D5F-D4DA-8C6FE1F58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592"/>
              <a:ext cx="5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=0</a:t>
              </a:r>
              <a:r>
                <a:rPr kumimoji="1" lang="en-US" altLang="zh-CN" sz="2400" baseline="400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7854" name="Rectangle 26">
              <a:extLst>
                <a:ext uri="{FF2B5EF4-FFF2-40B4-BE49-F238E27FC236}">
                  <a16:creationId xmlns:a16="http://schemas.microsoft.com/office/drawing/2014/main" id="{069647C6-3DCE-7AEF-FC96-DE4CFDA55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3" y="225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77855" name="Text Box 27">
              <a:extLst>
                <a:ext uri="{FF2B5EF4-FFF2-40B4-BE49-F238E27FC236}">
                  <a16:creationId xmlns:a16="http://schemas.microsoft.com/office/drawing/2014/main" id="{B010D731-B5A6-26C5-5E0F-F7F8EC85C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6" y="3840"/>
              <a:ext cx="41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v=2</a:t>
              </a: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7856" name="Line 28">
              <a:extLst>
                <a:ext uri="{FF2B5EF4-FFF2-40B4-BE49-F238E27FC236}">
                  <a16:creationId xmlns:a16="http://schemas.microsoft.com/office/drawing/2014/main" id="{0ACD0A67-0E66-8198-4C2E-07C56F0CA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736"/>
              <a:ext cx="192" cy="4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7830" name="Group 29">
            <a:extLst>
              <a:ext uri="{FF2B5EF4-FFF2-40B4-BE49-F238E27FC236}">
                <a16:creationId xmlns:a16="http://schemas.microsoft.com/office/drawing/2014/main" id="{7FFB5CAD-39AF-CF5B-9171-D51A14A792A2}"/>
              </a:ext>
            </a:extLst>
          </p:cNvPr>
          <p:cNvGrpSpPr>
            <a:grpSpLocks/>
          </p:cNvGrpSpPr>
          <p:nvPr/>
        </p:nvGrpSpPr>
        <p:grpSpPr bwMode="auto">
          <a:xfrm>
            <a:off x="6183313" y="973138"/>
            <a:ext cx="2638425" cy="3128962"/>
            <a:chOff x="3936" y="2160"/>
            <a:chExt cx="1662" cy="1971"/>
          </a:xfrm>
        </p:grpSpPr>
        <p:sp>
          <p:nvSpPr>
            <p:cNvPr id="77833" name="Line 30">
              <a:extLst>
                <a:ext uri="{FF2B5EF4-FFF2-40B4-BE49-F238E27FC236}">
                  <a16:creationId xmlns:a16="http://schemas.microsoft.com/office/drawing/2014/main" id="{DCA88761-6248-EF0A-C946-0C7FA2E6A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976"/>
              <a:ext cx="153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34" name="Line 31">
              <a:extLst>
                <a:ext uri="{FF2B5EF4-FFF2-40B4-BE49-F238E27FC236}">
                  <a16:creationId xmlns:a16="http://schemas.microsoft.com/office/drawing/2014/main" id="{4EDBC3CF-BE8D-0E1C-7F39-27EB094808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2352"/>
              <a:ext cx="0" cy="13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35" name="Freeform 32">
              <a:extLst>
                <a:ext uri="{FF2B5EF4-FFF2-40B4-BE49-F238E27FC236}">
                  <a16:creationId xmlns:a16="http://schemas.microsoft.com/office/drawing/2014/main" id="{2B369DAF-7BD9-3073-2C25-B36D72057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400"/>
              <a:ext cx="256" cy="576"/>
            </a:xfrm>
            <a:custGeom>
              <a:avLst/>
              <a:gdLst>
                <a:gd name="T0" fmla="*/ 0 w 256"/>
                <a:gd name="T1" fmla="*/ 0 h 576"/>
                <a:gd name="T2" fmla="*/ 48 w 256"/>
                <a:gd name="T3" fmla="*/ 240 h 576"/>
                <a:gd name="T4" fmla="*/ 240 w 256"/>
                <a:gd name="T5" fmla="*/ 480 h 576"/>
                <a:gd name="T6" fmla="*/ 144 w 256"/>
                <a:gd name="T7" fmla="*/ 576 h 5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6"/>
                <a:gd name="T13" fmla="*/ 0 h 576"/>
                <a:gd name="T14" fmla="*/ 256 w 256"/>
                <a:gd name="T15" fmla="*/ 576 h 5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6" h="576">
                  <a:moveTo>
                    <a:pt x="0" y="0"/>
                  </a:moveTo>
                  <a:cubicBezTo>
                    <a:pt x="4" y="80"/>
                    <a:pt x="8" y="160"/>
                    <a:pt x="48" y="240"/>
                  </a:cubicBezTo>
                  <a:cubicBezTo>
                    <a:pt x="88" y="320"/>
                    <a:pt x="224" y="424"/>
                    <a:pt x="240" y="480"/>
                  </a:cubicBezTo>
                  <a:cubicBezTo>
                    <a:pt x="256" y="536"/>
                    <a:pt x="200" y="556"/>
                    <a:pt x="144" y="576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836" name="Arc 33">
              <a:extLst>
                <a:ext uri="{FF2B5EF4-FFF2-40B4-BE49-F238E27FC236}">
                  <a16:creationId xmlns:a16="http://schemas.microsoft.com/office/drawing/2014/main" id="{B97BDE66-3423-9C95-F180-F40B08DE06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100" y="2381"/>
              <a:ext cx="1161" cy="1199"/>
            </a:xfrm>
            <a:custGeom>
              <a:avLst/>
              <a:gdLst>
                <a:gd name="T0" fmla="*/ 0 w 42228"/>
                <a:gd name="T1" fmla="*/ 0 h 43200"/>
                <a:gd name="T2" fmla="*/ 0 w 42228"/>
                <a:gd name="T3" fmla="*/ 0 h 43200"/>
                <a:gd name="T4" fmla="*/ 0 w 42228"/>
                <a:gd name="T5" fmla="*/ 0 h 43200"/>
                <a:gd name="T6" fmla="*/ 0 60000 65536"/>
                <a:gd name="T7" fmla="*/ 0 60000 65536"/>
                <a:gd name="T8" fmla="*/ 0 60000 65536"/>
                <a:gd name="T9" fmla="*/ 0 w 42228"/>
                <a:gd name="T10" fmla="*/ 0 h 43200"/>
                <a:gd name="T11" fmla="*/ 42228 w 42228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228" h="43200" fill="none" extrusionOk="0">
                  <a:moveTo>
                    <a:pt x="20627" y="0"/>
                  </a:moveTo>
                  <a:cubicBezTo>
                    <a:pt x="32557" y="0"/>
                    <a:pt x="42228" y="9670"/>
                    <a:pt x="42228" y="21600"/>
                  </a:cubicBezTo>
                  <a:cubicBezTo>
                    <a:pt x="42228" y="33529"/>
                    <a:pt x="32557" y="43200"/>
                    <a:pt x="20628" y="43200"/>
                  </a:cubicBezTo>
                  <a:cubicBezTo>
                    <a:pt x="11166" y="43200"/>
                    <a:pt x="2806" y="37042"/>
                    <a:pt x="0" y="28006"/>
                  </a:cubicBezTo>
                </a:path>
                <a:path w="42228" h="43200" stroke="0" extrusionOk="0">
                  <a:moveTo>
                    <a:pt x="20627" y="0"/>
                  </a:moveTo>
                  <a:cubicBezTo>
                    <a:pt x="32557" y="0"/>
                    <a:pt x="42228" y="9670"/>
                    <a:pt x="42228" y="21600"/>
                  </a:cubicBezTo>
                  <a:cubicBezTo>
                    <a:pt x="42228" y="33529"/>
                    <a:pt x="32557" y="43200"/>
                    <a:pt x="20628" y="43200"/>
                  </a:cubicBezTo>
                  <a:cubicBezTo>
                    <a:pt x="11166" y="43200"/>
                    <a:pt x="2806" y="37042"/>
                    <a:pt x="0" y="28006"/>
                  </a:cubicBezTo>
                  <a:lnTo>
                    <a:pt x="20628" y="21600"/>
                  </a:lnTo>
                  <a:lnTo>
                    <a:pt x="20627" y="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37" name="Rectangle 34">
              <a:extLst>
                <a:ext uri="{FF2B5EF4-FFF2-40B4-BE49-F238E27FC236}">
                  <a16:creationId xmlns:a16="http://schemas.microsoft.com/office/drawing/2014/main" id="{518AF545-0DF6-9381-34FD-17E490730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0" y="268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77838" name="Rectangle 35">
              <a:extLst>
                <a:ext uri="{FF2B5EF4-FFF2-40B4-BE49-F238E27FC236}">
                  <a16:creationId xmlns:a16="http://schemas.microsoft.com/office/drawing/2014/main" id="{59D77817-DC6F-438D-E7AB-03DC3D3E6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880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=</a:t>
              </a:r>
              <a:r>
                <a:rPr kumimoji="1"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7839" name="Rectangle 36">
              <a:extLst>
                <a:ext uri="{FF2B5EF4-FFF2-40B4-BE49-F238E27FC236}">
                  <a16:creationId xmlns:a16="http://schemas.microsoft.com/office/drawing/2014/main" id="{16BACC97-FD4F-9E35-FFBF-D74E8CCDB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297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77840" name="Text Box 37">
              <a:extLst>
                <a:ext uri="{FF2B5EF4-FFF2-40B4-BE49-F238E27FC236}">
                  <a16:creationId xmlns:a16="http://schemas.microsoft.com/office/drawing/2014/main" id="{AF8EAEF2-64FF-4312-2E4C-5227998C7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9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7841" name="Rectangle 38">
              <a:extLst>
                <a:ext uri="{FF2B5EF4-FFF2-40B4-BE49-F238E27FC236}">
                  <a16:creationId xmlns:a16="http://schemas.microsoft.com/office/drawing/2014/main" id="{BDD296B5-5AB3-7398-4830-682ABB425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" y="2160"/>
              <a:ext cx="5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 =0</a:t>
              </a:r>
              <a:r>
                <a:rPr kumimoji="1" lang="en-US" altLang="zh-CN" sz="2400" baseline="400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7842" name="Rectangle 39">
              <a:extLst>
                <a:ext uri="{FF2B5EF4-FFF2-40B4-BE49-F238E27FC236}">
                  <a16:creationId xmlns:a16="http://schemas.microsoft.com/office/drawing/2014/main" id="{D16AD037-91C1-5F0A-2E40-03E142D60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3" y="225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77843" name="Text Box 40">
              <a:extLst>
                <a:ext uri="{FF2B5EF4-FFF2-40B4-BE49-F238E27FC236}">
                  <a16:creationId xmlns:a16="http://schemas.microsoft.com/office/drawing/2014/main" id="{BB8EF2C3-9B46-C3E0-E265-6125EE681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840"/>
              <a:ext cx="41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v=3</a:t>
              </a: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7844" name="Freeform 41">
              <a:extLst>
                <a:ext uri="{FF2B5EF4-FFF2-40B4-BE49-F238E27FC236}">
                  <a16:creationId xmlns:a16="http://schemas.microsoft.com/office/drawing/2014/main" id="{90A5AD34-9130-0EAE-D3DE-20E67789F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" y="2523"/>
              <a:ext cx="112" cy="240"/>
            </a:xfrm>
            <a:custGeom>
              <a:avLst/>
              <a:gdLst>
                <a:gd name="T0" fmla="*/ 16 w 112"/>
                <a:gd name="T1" fmla="*/ 0 h 240"/>
                <a:gd name="T2" fmla="*/ 16 w 112"/>
                <a:gd name="T3" fmla="*/ 96 h 240"/>
                <a:gd name="T4" fmla="*/ 112 w 112"/>
                <a:gd name="T5" fmla="*/ 240 h 240"/>
                <a:gd name="T6" fmla="*/ 0 60000 65536"/>
                <a:gd name="T7" fmla="*/ 0 60000 65536"/>
                <a:gd name="T8" fmla="*/ 0 60000 65536"/>
                <a:gd name="T9" fmla="*/ 0 w 112"/>
                <a:gd name="T10" fmla="*/ 0 h 240"/>
                <a:gd name="T11" fmla="*/ 112 w 112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" h="240">
                  <a:moveTo>
                    <a:pt x="16" y="0"/>
                  </a:moveTo>
                  <a:cubicBezTo>
                    <a:pt x="8" y="28"/>
                    <a:pt x="0" y="56"/>
                    <a:pt x="16" y="96"/>
                  </a:cubicBezTo>
                  <a:cubicBezTo>
                    <a:pt x="32" y="136"/>
                    <a:pt x="96" y="216"/>
                    <a:pt x="112" y="24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7831" name="Rectangle 5">
            <a:extLst>
              <a:ext uri="{FF2B5EF4-FFF2-40B4-BE49-F238E27FC236}">
                <a16:creationId xmlns:a16="http://schemas.microsoft.com/office/drawing/2014/main" id="{77E943C7-6E18-7226-884D-BE36F7210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724400"/>
            <a:ext cx="7391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作出辅助线后，即可应用</a:t>
            </a:r>
            <a:r>
              <a:rPr kumimoji="1" lang="en-US" altLang="zh-CN" sz="2800">
                <a:latin typeface="Times New Roman" panose="02020603050405020304" pitchFamily="18" charset="0"/>
              </a:rPr>
              <a:t>Nyquist</a:t>
            </a:r>
            <a:r>
              <a:rPr kumimoji="1" lang="zh-CN" altLang="en-US" sz="2800">
                <a:latin typeface="Times New Roman" panose="02020603050405020304" pitchFamily="18" charset="0"/>
              </a:rPr>
              <a:t>判据判别系统的稳定性。</a:t>
            </a:r>
          </a:p>
        </p:txBody>
      </p:sp>
      <p:sp>
        <p:nvSpPr>
          <p:cNvPr id="77832" name="矩形 1">
            <a:extLst>
              <a:ext uri="{FF2B5EF4-FFF2-40B4-BE49-F238E27FC236}">
                <a16:creationId xmlns:a16="http://schemas.microsoft.com/office/drawing/2014/main" id="{0F9857F3-71FE-A78F-DF0C-0A9AD28E3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395288"/>
            <a:ext cx="34163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对于最小相位系统：</a:t>
            </a:r>
            <a:endParaRPr lang="zh-CN" altLang="en-US" sz="2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7DE5FA2-4D7A-3A0A-1B0D-8A760AB7B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8366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GB" sz="2400" b="1">
                <a:latin typeface="楷体_GB2312" pitchFamily="49" charset="-122"/>
                <a:ea typeface="楷体_GB2312" pitchFamily="49" charset="-122"/>
              </a:rPr>
              <a:t>相位裕量、相角裕度</a:t>
            </a:r>
            <a:endParaRPr lang="en-GB" altLang="zh-CN" sz="2400" b="1">
              <a:latin typeface="楷体_GB2312" pitchFamily="49" charset="-122"/>
              <a:ea typeface="楷体_GB2312" pitchFamily="49" charset="-122"/>
              <a:sym typeface="Wingdings 2" panose="05020102010507070707" pitchFamily="18" charset="2"/>
            </a:endParaRPr>
          </a:p>
        </p:txBody>
      </p:sp>
      <p:graphicFrame>
        <p:nvGraphicFramePr>
          <p:cNvPr id="78851" name="Object 3">
            <a:extLst>
              <a:ext uri="{FF2B5EF4-FFF2-40B4-BE49-F238E27FC236}">
                <a16:creationId xmlns:a16="http://schemas.microsoft.com/office/drawing/2014/main" id="{AC6A3969-2F61-E90F-7B9C-CD4F4343E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908050"/>
          <a:ext cx="2397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780" imgH="164814" progId="Equation.3">
                  <p:embed/>
                </p:oleObj>
              </mc:Choice>
              <mc:Fallback>
                <p:oleObj name="公式" r:id="rId3" imgW="126780" imgH="16481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908050"/>
                        <a:ext cx="239712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Rectangle 4">
            <a:extLst>
              <a:ext uri="{FF2B5EF4-FFF2-40B4-BE49-F238E27FC236}">
                <a16:creationId xmlns:a16="http://schemas.microsoft.com/office/drawing/2014/main" id="{E8476A9A-4172-AD49-0A2B-9802821F7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741488"/>
            <a:ext cx="3587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设系统的</a:t>
            </a:r>
            <a:r>
              <a:rPr lang="zh-CN" altLang="en-US" sz="2400" b="1">
                <a:latin typeface="Times New Roman" panose="02020603050405020304" pitchFamily="18" charset="0"/>
              </a:rPr>
              <a:t>增益交界频率</a:t>
            </a:r>
            <a:r>
              <a:rPr lang="zh-CN" altLang="en-GB" sz="2400" b="1">
                <a:latin typeface="Times New Roman" panose="02020603050405020304" pitchFamily="18" charset="0"/>
              </a:rPr>
              <a:t>为</a:t>
            </a:r>
            <a:endParaRPr lang="zh-CN" altLang="en-GB" sz="2400" b="1"/>
          </a:p>
        </p:txBody>
      </p:sp>
      <p:graphicFrame>
        <p:nvGraphicFramePr>
          <p:cNvPr id="78853" name="Object 5">
            <a:extLst>
              <a:ext uri="{FF2B5EF4-FFF2-40B4-BE49-F238E27FC236}">
                <a16:creationId xmlns:a16="http://schemas.microsoft.com/office/drawing/2014/main" id="{2C75B503-2D19-4C59-58F5-59DF7DBCBD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1773238"/>
          <a:ext cx="3413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3112" imgH="228501" progId="Equation.3">
                  <p:embed/>
                </p:oleObj>
              </mc:Choice>
              <mc:Fallback>
                <p:oleObj name="公式" r:id="rId5" imgW="203112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773238"/>
                        <a:ext cx="3413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6">
            <a:extLst>
              <a:ext uri="{FF2B5EF4-FFF2-40B4-BE49-F238E27FC236}">
                <a16:creationId xmlns:a16="http://schemas.microsoft.com/office/drawing/2014/main" id="{E77E2DDC-0505-2032-9F5D-9D94233729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349500"/>
          <a:ext cx="3024188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39900" imgH="254000" progId="Equation.DSMT4">
                  <p:embed/>
                </p:oleObj>
              </mc:Choice>
              <mc:Fallback>
                <p:oleObj name="Equation" r:id="rId7" imgW="17399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349500"/>
                        <a:ext cx="3024188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Rectangle 7">
            <a:extLst>
              <a:ext uri="{FF2B5EF4-FFF2-40B4-BE49-F238E27FC236}">
                <a16:creationId xmlns:a16="http://schemas.microsoft.com/office/drawing/2014/main" id="{A59CF5B5-49BE-16A6-790F-001E3886C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97200"/>
            <a:ext cx="2808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定义相位裕量为：</a:t>
            </a:r>
            <a:endParaRPr lang="zh-CN" altLang="en-US" sz="2400" b="1"/>
          </a:p>
        </p:txBody>
      </p:sp>
      <p:graphicFrame>
        <p:nvGraphicFramePr>
          <p:cNvPr id="78856" name="Object 8">
            <a:extLst>
              <a:ext uri="{FF2B5EF4-FFF2-40B4-BE49-F238E27FC236}">
                <a16:creationId xmlns:a16="http://schemas.microsoft.com/office/drawing/2014/main" id="{1338D4C5-F33B-7462-934B-FEEAD676CD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581400"/>
          <a:ext cx="28543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63700" imgH="508000" progId="Equation.3">
                  <p:embed/>
                </p:oleObj>
              </mc:Choice>
              <mc:Fallback>
                <p:oleObj name="Equation" r:id="rId9" imgW="1663700" imgH="508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81400"/>
                        <a:ext cx="285432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7" name="Rectangle 9">
            <a:extLst>
              <a:ext uri="{FF2B5EF4-FFF2-40B4-BE49-F238E27FC236}">
                <a16:creationId xmlns:a16="http://schemas.microsoft.com/office/drawing/2014/main" id="{01320C0C-9B71-0C8B-9552-3C7A8A79E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797425"/>
            <a:ext cx="7010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     相角裕度的含义是，对于闭环稳定系统，如果开环相频特性再滞后</a:t>
            </a:r>
            <a:r>
              <a:rPr lang="en-GB" altLang="zh-CN" sz="2400" b="1">
                <a:latin typeface="Times New Roman" panose="02020603050405020304" pitchFamily="18" charset="0"/>
              </a:rPr>
              <a:t>γ</a:t>
            </a:r>
            <a:r>
              <a:rPr lang="zh-CN" altLang="en-GB" sz="2400" b="1">
                <a:latin typeface="Times New Roman" panose="02020603050405020304" pitchFamily="18" charset="0"/>
              </a:rPr>
              <a:t>度，则系统将变为临界稳定。</a:t>
            </a:r>
          </a:p>
        </p:txBody>
      </p:sp>
      <p:sp>
        <p:nvSpPr>
          <p:cNvPr id="78858" name="Line 27">
            <a:extLst>
              <a:ext uri="{FF2B5EF4-FFF2-40B4-BE49-F238E27FC236}">
                <a16:creationId xmlns:a16="http://schemas.microsoft.com/office/drawing/2014/main" id="{4B89BD76-E604-9E02-070B-F0C47E795C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3581400"/>
            <a:ext cx="3810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9" name="Text Box 28">
            <a:extLst>
              <a:ext uri="{FF2B5EF4-FFF2-40B4-BE49-F238E27FC236}">
                <a16:creationId xmlns:a16="http://schemas.microsoft.com/office/drawing/2014/main" id="{BC0E545E-4935-7193-A85A-D5DDBDDBB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217988"/>
            <a:ext cx="7175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临界稳</a:t>
            </a:r>
          </a:p>
          <a:p>
            <a:pPr eaLnBrk="1" hangingPunct="1"/>
            <a:r>
              <a:rPr kumimoji="1"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定系统</a:t>
            </a:r>
          </a:p>
        </p:txBody>
      </p:sp>
      <p:grpSp>
        <p:nvGrpSpPr>
          <p:cNvPr id="78860" name="Group 34">
            <a:extLst>
              <a:ext uri="{FF2B5EF4-FFF2-40B4-BE49-F238E27FC236}">
                <a16:creationId xmlns:a16="http://schemas.microsoft.com/office/drawing/2014/main" id="{0C6EE272-EED6-4A0C-019A-31DB8DF8EF5C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509713"/>
            <a:ext cx="3429000" cy="2806700"/>
            <a:chOff x="3264" y="951"/>
            <a:chExt cx="2160" cy="1768"/>
          </a:xfrm>
        </p:grpSpPr>
        <p:sp>
          <p:nvSpPr>
            <p:cNvPr id="78865" name="AutoShape 10">
              <a:extLst>
                <a:ext uri="{FF2B5EF4-FFF2-40B4-BE49-F238E27FC236}">
                  <a16:creationId xmlns:a16="http://schemas.microsoft.com/office/drawing/2014/main" id="{87AB85CE-FE26-E54B-CBA2-2BF3C710E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248"/>
              <a:ext cx="1180" cy="1134"/>
            </a:xfrm>
            <a:prstGeom prst="flowChartConnector">
              <a:avLst/>
            </a:prstGeom>
            <a:solidFill>
              <a:schemeClr val="accent1"/>
            </a:solidFill>
            <a:ln w="28575" algn="ctr">
              <a:solidFill>
                <a:srgbClr val="003366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6" name="Line 11">
              <a:extLst>
                <a:ext uri="{FF2B5EF4-FFF2-40B4-BE49-F238E27FC236}">
                  <a16:creationId xmlns:a16="http://schemas.microsoft.com/office/drawing/2014/main" id="{867A4211-B57B-A1C5-1D29-C708803E6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" y="1813"/>
              <a:ext cx="1769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67" name="Line 12">
              <a:extLst>
                <a:ext uri="{FF2B5EF4-FFF2-40B4-BE49-F238E27FC236}">
                  <a16:creationId xmlns:a16="http://schemas.microsoft.com/office/drawing/2014/main" id="{044B8DB9-80F1-207C-673B-9C92BB404B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" y="951"/>
              <a:ext cx="0" cy="158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68" name="Freeform 13">
              <a:extLst>
                <a:ext uri="{FF2B5EF4-FFF2-40B4-BE49-F238E27FC236}">
                  <a16:creationId xmlns:a16="http://schemas.microsoft.com/office/drawing/2014/main" id="{AB6A1F45-77EA-1053-6752-9EB51D468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1632"/>
              <a:ext cx="726" cy="952"/>
            </a:xfrm>
            <a:custGeom>
              <a:avLst/>
              <a:gdLst>
                <a:gd name="T0" fmla="*/ 726 w 726"/>
                <a:gd name="T1" fmla="*/ 181 h 952"/>
                <a:gd name="T2" fmla="*/ 454 w 726"/>
                <a:gd name="T3" fmla="*/ 45 h 952"/>
                <a:gd name="T4" fmla="*/ 136 w 726"/>
                <a:gd name="T5" fmla="*/ 453 h 952"/>
                <a:gd name="T6" fmla="*/ 0 w 726"/>
                <a:gd name="T7" fmla="*/ 952 h 9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6"/>
                <a:gd name="T13" fmla="*/ 0 h 952"/>
                <a:gd name="T14" fmla="*/ 726 w 726"/>
                <a:gd name="T15" fmla="*/ 952 h 9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6" h="952">
                  <a:moveTo>
                    <a:pt x="726" y="181"/>
                  </a:moveTo>
                  <a:cubicBezTo>
                    <a:pt x="639" y="90"/>
                    <a:pt x="552" y="0"/>
                    <a:pt x="454" y="45"/>
                  </a:cubicBezTo>
                  <a:cubicBezTo>
                    <a:pt x="356" y="90"/>
                    <a:pt x="212" y="302"/>
                    <a:pt x="136" y="453"/>
                  </a:cubicBezTo>
                  <a:cubicBezTo>
                    <a:pt x="60" y="604"/>
                    <a:pt x="23" y="861"/>
                    <a:pt x="0" y="952"/>
                  </a:cubicBezTo>
                </a:path>
              </a:pathLst>
            </a:custGeom>
            <a:noFill/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8869" name="Object 14">
              <a:extLst>
                <a:ext uri="{FF2B5EF4-FFF2-40B4-BE49-F238E27FC236}">
                  <a16:creationId xmlns:a16="http://schemas.microsoft.com/office/drawing/2014/main" id="{34A747F1-50F0-DC64-286A-E6FC246BC6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2" y="1776"/>
            <a:ext cx="192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15619" imgH="177569" progId="Equation.3">
                    <p:embed/>
                  </p:oleObj>
                </mc:Choice>
                <mc:Fallback>
                  <p:oleObj name="公式" r:id="rId11" imgW="215619" imgH="177569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776"/>
                          <a:ext cx="192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70" name="Object 15">
              <a:extLst>
                <a:ext uri="{FF2B5EF4-FFF2-40B4-BE49-F238E27FC236}">
                  <a16:creationId xmlns:a16="http://schemas.microsoft.com/office/drawing/2014/main" id="{38BFA34D-03AC-D2A5-7161-BE08EDF4C6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008"/>
            <a:ext cx="19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15619" imgH="164885" progId="Equation.3">
                    <p:embed/>
                  </p:oleObj>
                </mc:Choice>
                <mc:Fallback>
                  <p:oleObj name="公式" r:id="rId13" imgW="215619" imgH="16488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008"/>
                          <a:ext cx="19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71" name="Line 16">
              <a:extLst>
                <a:ext uri="{FF2B5EF4-FFF2-40B4-BE49-F238E27FC236}">
                  <a16:creationId xmlns:a16="http://schemas.microsoft.com/office/drawing/2014/main" id="{C132EC6B-43CE-24AE-D42D-570434D2BC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4" y="1813"/>
              <a:ext cx="544" cy="181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72" name="Arc 17">
              <a:extLst>
                <a:ext uri="{FF2B5EF4-FFF2-40B4-BE49-F238E27FC236}">
                  <a16:creationId xmlns:a16="http://schemas.microsoft.com/office/drawing/2014/main" id="{81CA5E11-CB6E-DAE8-A920-5F9273F9B74F}"/>
                </a:ext>
              </a:extLst>
            </p:cNvPr>
            <p:cNvSpPr>
              <a:spLocks/>
            </p:cNvSpPr>
            <p:nvPr/>
          </p:nvSpPr>
          <p:spPr bwMode="auto">
            <a:xfrm rot="6765167">
              <a:off x="3943" y="1260"/>
              <a:ext cx="633" cy="755"/>
            </a:xfrm>
            <a:custGeom>
              <a:avLst/>
              <a:gdLst>
                <a:gd name="T0" fmla="*/ 0 w 20152"/>
                <a:gd name="T1" fmla="*/ 0 h 18968"/>
                <a:gd name="T2" fmla="*/ 0 w 20152"/>
                <a:gd name="T3" fmla="*/ 0 h 18968"/>
                <a:gd name="T4" fmla="*/ 0 w 20152"/>
                <a:gd name="T5" fmla="*/ 0 h 18968"/>
                <a:gd name="T6" fmla="*/ 0 60000 65536"/>
                <a:gd name="T7" fmla="*/ 0 60000 65536"/>
                <a:gd name="T8" fmla="*/ 0 60000 65536"/>
                <a:gd name="T9" fmla="*/ 0 w 20152"/>
                <a:gd name="T10" fmla="*/ 0 h 18968"/>
                <a:gd name="T11" fmla="*/ 20152 w 20152"/>
                <a:gd name="T12" fmla="*/ 18968 h 189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52" h="18968" fill="none" extrusionOk="0">
                  <a:moveTo>
                    <a:pt x="10333" y="-1"/>
                  </a:moveTo>
                  <a:cubicBezTo>
                    <a:pt x="14829" y="2449"/>
                    <a:pt x="18309" y="6416"/>
                    <a:pt x="20152" y="11192"/>
                  </a:cubicBezTo>
                </a:path>
                <a:path w="20152" h="18968" stroke="0" extrusionOk="0">
                  <a:moveTo>
                    <a:pt x="10333" y="-1"/>
                  </a:moveTo>
                  <a:cubicBezTo>
                    <a:pt x="14829" y="2449"/>
                    <a:pt x="18309" y="6416"/>
                    <a:pt x="20152" y="11192"/>
                  </a:cubicBezTo>
                  <a:lnTo>
                    <a:pt x="0" y="18968"/>
                  </a:lnTo>
                  <a:lnTo>
                    <a:pt x="10333" y="-1"/>
                  </a:lnTo>
                  <a:close/>
                </a:path>
              </a:pathLst>
            </a:custGeom>
            <a:noFill/>
            <a:ln w="25400">
              <a:solidFill>
                <a:srgbClr val="003366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8873" name="Object 18">
              <a:extLst>
                <a:ext uri="{FF2B5EF4-FFF2-40B4-BE49-F238E27FC236}">
                  <a16:creationId xmlns:a16="http://schemas.microsoft.com/office/drawing/2014/main" id="{5C084796-0C55-B5AC-F013-41DAED9B8C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1895"/>
            <a:ext cx="336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06224" imgH="228501" progId="Equation.3">
                    <p:embed/>
                  </p:oleObj>
                </mc:Choice>
                <mc:Fallback>
                  <p:oleObj name="Equation" r:id="rId15" imgW="406224" imgH="228501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895"/>
                          <a:ext cx="336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74" name="Object 19">
              <a:extLst>
                <a:ext uri="{FF2B5EF4-FFF2-40B4-BE49-F238E27FC236}">
                  <a16:creationId xmlns:a16="http://schemas.microsoft.com/office/drawing/2014/main" id="{AE56E790-22D6-ACF7-89BB-96470EB0E4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4" y="1813"/>
            <a:ext cx="17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26780" imgH="164814" progId="Equation.3">
                    <p:embed/>
                  </p:oleObj>
                </mc:Choice>
                <mc:Fallback>
                  <p:oleObj name="公式" r:id="rId17" imgW="126780" imgH="164814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4" y="1813"/>
                          <a:ext cx="17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75" name="Rectangle 20">
              <a:extLst>
                <a:ext uri="{FF2B5EF4-FFF2-40B4-BE49-F238E27FC236}">
                  <a16:creationId xmlns:a16="http://schemas.microsoft.com/office/drawing/2014/main" id="{512AF333-3416-B6F3-0EE4-1CFB818ED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632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1600" b="1">
                  <a:solidFill>
                    <a:srgbClr val="FF0000"/>
                  </a:solidFill>
                </a:rPr>
                <a:t>-1</a:t>
              </a:r>
              <a:endParaRPr lang="en-US" altLang="zh-CN" sz="1600" b="1">
                <a:solidFill>
                  <a:srgbClr val="FF0000"/>
                </a:solidFill>
              </a:endParaRPr>
            </a:p>
          </p:txBody>
        </p:sp>
        <p:sp>
          <p:nvSpPr>
            <p:cNvPr id="78876" name="Line 21">
              <a:extLst>
                <a:ext uri="{FF2B5EF4-FFF2-40B4-BE49-F238E27FC236}">
                  <a16:creationId xmlns:a16="http://schemas.microsoft.com/office/drawing/2014/main" id="{7A42821D-38A2-07CD-BC1F-071AA3BAD7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" y="1405"/>
              <a:ext cx="454" cy="40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77" name="Rectangle 22">
              <a:extLst>
                <a:ext uri="{FF2B5EF4-FFF2-40B4-BE49-F238E27FC236}">
                  <a16:creationId xmlns:a16="http://schemas.microsoft.com/office/drawing/2014/main" id="{B9F42398-FC3C-1A43-8317-E7DCDB14D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145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2400">
                  <a:solidFill>
                    <a:schemeClr val="tx2"/>
                  </a:solidFill>
                </a:rPr>
                <a:t>1</a:t>
              </a:r>
              <a:endParaRPr lang="en-US" altLang="zh-CN" sz="2400">
                <a:solidFill>
                  <a:schemeClr val="tx2"/>
                </a:solidFill>
              </a:endParaRPr>
            </a:p>
          </p:txBody>
        </p:sp>
        <p:graphicFrame>
          <p:nvGraphicFramePr>
            <p:cNvPr id="78878" name="Object 23">
              <a:extLst>
                <a:ext uri="{FF2B5EF4-FFF2-40B4-BE49-F238E27FC236}">
                  <a16:creationId xmlns:a16="http://schemas.microsoft.com/office/drawing/2014/main" id="{086EC1ED-FD5E-F257-D10D-2752E89D20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2544"/>
            <a:ext cx="768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888614" imgH="203112" progId="Equation.3">
                    <p:embed/>
                  </p:oleObj>
                </mc:Choice>
                <mc:Fallback>
                  <p:oleObj name="Equation" r:id="rId19" imgW="888614" imgH="203112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544"/>
                          <a:ext cx="768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79" name="Line 24">
              <a:extLst>
                <a:ext uri="{FF2B5EF4-FFF2-40B4-BE49-F238E27FC236}">
                  <a16:creationId xmlns:a16="http://schemas.microsoft.com/office/drawing/2014/main" id="{9F4D08F4-C998-7DEA-4243-93428A173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18" y="2403"/>
              <a:ext cx="90" cy="136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8880" name="Object 25">
              <a:extLst>
                <a:ext uri="{FF2B5EF4-FFF2-40B4-BE49-F238E27FC236}">
                  <a16:creationId xmlns:a16="http://schemas.microsoft.com/office/drawing/2014/main" id="{07A48A3A-FCDE-AAE4-D1CE-261AC7F9DF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2016"/>
            <a:ext cx="21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03112" imgH="228501" progId="Equation.3">
                    <p:embed/>
                  </p:oleObj>
                </mc:Choice>
                <mc:Fallback>
                  <p:oleObj name="公式" r:id="rId21" imgW="203112" imgH="228501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016"/>
                          <a:ext cx="21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81" name="Freeform 26">
              <a:extLst>
                <a:ext uri="{FF2B5EF4-FFF2-40B4-BE49-F238E27FC236}">
                  <a16:creationId xmlns:a16="http://schemas.microsoft.com/office/drawing/2014/main" id="{A854F765-0B4F-E9D7-61CA-BEA99902E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1586"/>
              <a:ext cx="720" cy="1054"/>
            </a:xfrm>
            <a:custGeom>
              <a:avLst/>
              <a:gdLst>
                <a:gd name="T0" fmla="*/ 0 w 720"/>
                <a:gd name="T1" fmla="*/ 1054 h 1054"/>
                <a:gd name="T2" fmla="*/ 46 w 720"/>
                <a:gd name="T3" fmla="*/ 628 h 1054"/>
                <a:gd name="T4" fmla="*/ 192 w 720"/>
                <a:gd name="T5" fmla="*/ 190 h 1054"/>
                <a:gd name="T6" fmla="*/ 480 w 720"/>
                <a:gd name="T7" fmla="*/ 0 h 1054"/>
                <a:gd name="T8" fmla="*/ 720 w 720"/>
                <a:gd name="T9" fmla="*/ 190 h 10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0"/>
                <a:gd name="T16" fmla="*/ 0 h 1054"/>
                <a:gd name="T17" fmla="*/ 720 w 720"/>
                <a:gd name="T18" fmla="*/ 1054 h 10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0" h="1054">
                  <a:moveTo>
                    <a:pt x="0" y="1054"/>
                  </a:moveTo>
                  <a:cubicBezTo>
                    <a:pt x="8" y="983"/>
                    <a:pt x="14" y="772"/>
                    <a:pt x="46" y="628"/>
                  </a:cubicBezTo>
                  <a:cubicBezTo>
                    <a:pt x="78" y="484"/>
                    <a:pt x="120" y="295"/>
                    <a:pt x="192" y="190"/>
                  </a:cubicBezTo>
                  <a:cubicBezTo>
                    <a:pt x="264" y="85"/>
                    <a:pt x="392" y="0"/>
                    <a:pt x="480" y="0"/>
                  </a:cubicBezTo>
                  <a:cubicBezTo>
                    <a:pt x="568" y="0"/>
                    <a:pt x="670" y="151"/>
                    <a:pt x="720" y="19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8882" name="Freeform 29">
              <a:extLst>
                <a:ext uri="{FF2B5EF4-FFF2-40B4-BE49-F238E27FC236}">
                  <a16:creationId xmlns:a16="http://schemas.microsoft.com/office/drawing/2014/main" id="{C444B382-97B1-86E8-30AB-5FA39E9E5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456"/>
              <a:ext cx="1008" cy="1136"/>
            </a:xfrm>
            <a:custGeom>
              <a:avLst/>
              <a:gdLst>
                <a:gd name="T0" fmla="*/ 0 w 1008"/>
                <a:gd name="T1" fmla="*/ 1136 h 1136"/>
                <a:gd name="T2" fmla="*/ 192 w 1008"/>
                <a:gd name="T3" fmla="*/ 512 h 1136"/>
                <a:gd name="T4" fmla="*/ 432 w 1008"/>
                <a:gd name="T5" fmla="*/ 128 h 1136"/>
                <a:gd name="T6" fmla="*/ 720 w 1008"/>
                <a:gd name="T7" fmla="*/ 32 h 1136"/>
                <a:gd name="T8" fmla="*/ 1008 w 1008"/>
                <a:gd name="T9" fmla="*/ 320 h 1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8"/>
                <a:gd name="T16" fmla="*/ 0 h 1136"/>
                <a:gd name="T17" fmla="*/ 1008 w 1008"/>
                <a:gd name="T18" fmla="*/ 1136 h 11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8" h="1136">
                  <a:moveTo>
                    <a:pt x="0" y="1136"/>
                  </a:moveTo>
                  <a:cubicBezTo>
                    <a:pt x="60" y="908"/>
                    <a:pt x="120" y="680"/>
                    <a:pt x="192" y="512"/>
                  </a:cubicBezTo>
                  <a:cubicBezTo>
                    <a:pt x="264" y="344"/>
                    <a:pt x="344" y="208"/>
                    <a:pt x="432" y="128"/>
                  </a:cubicBezTo>
                  <a:cubicBezTo>
                    <a:pt x="520" y="48"/>
                    <a:pt x="624" y="0"/>
                    <a:pt x="720" y="32"/>
                  </a:cubicBezTo>
                  <a:cubicBezTo>
                    <a:pt x="816" y="64"/>
                    <a:pt x="960" y="272"/>
                    <a:pt x="1008" y="320"/>
                  </a:cubicBezTo>
                </a:path>
              </a:pathLst>
            </a:custGeom>
            <a:noFill/>
            <a:ln w="19050" cmpd="sng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8861" name="Line 30">
            <a:extLst>
              <a:ext uri="{FF2B5EF4-FFF2-40B4-BE49-F238E27FC236}">
                <a16:creationId xmlns:a16="http://schemas.microsoft.com/office/drawing/2014/main" id="{48290F0F-98AF-3CA4-C973-E579E05E09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3352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862" name="Text Box 31">
            <a:extLst>
              <a:ext uri="{FF2B5EF4-FFF2-40B4-BE49-F238E27FC236}">
                <a16:creationId xmlns:a16="http://schemas.microsoft.com/office/drawing/2014/main" id="{C9792D39-10E3-5271-BA66-36C1FE1BD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048000"/>
            <a:ext cx="838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600">
                <a:latin typeface="Times New Roman" panose="02020603050405020304" pitchFamily="18" charset="0"/>
              </a:rPr>
              <a:t>不稳定系统</a:t>
            </a:r>
          </a:p>
        </p:txBody>
      </p:sp>
      <p:sp>
        <p:nvSpPr>
          <p:cNvPr id="78863" name="Text Box 32">
            <a:extLst>
              <a:ext uri="{FF2B5EF4-FFF2-40B4-BE49-F238E27FC236}">
                <a16:creationId xmlns:a16="http://schemas.microsoft.com/office/drawing/2014/main" id="{DF72F721-F34B-1715-4143-3CC2DBAFC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661025"/>
            <a:ext cx="5137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γ&gt;0</a:t>
            </a:r>
            <a:r>
              <a:rPr kumimoji="1" lang="zh-CN" altLang="en-US" sz="24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，闭环系统稳定，否则不稳定。</a:t>
            </a:r>
          </a:p>
        </p:txBody>
      </p:sp>
      <p:sp>
        <p:nvSpPr>
          <p:cNvPr id="78864" name="Rectangle 8">
            <a:extLst>
              <a:ext uri="{FF2B5EF4-FFF2-40B4-BE49-F238E27FC236}">
                <a16:creationId xmlns:a16="http://schemas.microsoft.com/office/drawing/2014/main" id="{541C0DBE-C9C6-F943-997A-C1853D9B8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53340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稳定性裕量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>
            <a:extLst>
              <a:ext uri="{FF2B5EF4-FFF2-40B4-BE49-F238E27FC236}">
                <a16:creationId xmlns:a16="http://schemas.microsoft.com/office/drawing/2014/main" id="{E180AEAA-7BCA-C62B-5785-69472A43C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341438"/>
            <a:ext cx="4692650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Oval 3">
            <a:extLst>
              <a:ext uri="{FF2B5EF4-FFF2-40B4-BE49-F238E27FC236}">
                <a16:creationId xmlns:a16="http://schemas.microsoft.com/office/drawing/2014/main" id="{515501DB-0652-3A29-48BD-CE4CE5F63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2565400"/>
            <a:ext cx="73025" cy="7143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9876" name="Object 4">
            <a:extLst>
              <a:ext uri="{FF2B5EF4-FFF2-40B4-BE49-F238E27FC236}">
                <a16:creationId xmlns:a16="http://schemas.microsoft.com/office/drawing/2014/main" id="{55AB3CCE-7937-F074-48A3-EC89D1C6A8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133600"/>
          <a:ext cx="352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4957" imgH="190335" progId="Equation.3">
                  <p:embed/>
                </p:oleObj>
              </mc:Choice>
              <mc:Fallback>
                <p:oleObj name="公式" r:id="rId4" imgW="164957" imgH="1903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133600"/>
                        <a:ext cx="352425" cy="40640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7" name="Line 5">
            <a:extLst>
              <a:ext uri="{FF2B5EF4-FFF2-40B4-BE49-F238E27FC236}">
                <a16:creationId xmlns:a16="http://schemas.microsoft.com/office/drawing/2014/main" id="{13DA6D29-5C29-3530-33CA-DA5AC68FC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0550" y="2638425"/>
            <a:ext cx="0" cy="194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8" name="Line 6">
            <a:extLst>
              <a:ext uri="{FF2B5EF4-FFF2-40B4-BE49-F238E27FC236}">
                <a16:creationId xmlns:a16="http://schemas.microsoft.com/office/drawing/2014/main" id="{2BCD29B8-F8DF-3C15-A2CC-CAEC5ED5D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0550" y="4583113"/>
            <a:ext cx="4318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9" name="Line 7">
            <a:extLst>
              <a:ext uri="{FF2B5EF4-FFF2-40B4-BE49-F238E27FC236}">
                <a16:creationId xmlns:a16="http://schemas.microsoft.com/office/drawing/2014/main" id="{68E4138A-B43A-7A7A-B735-FC177FC41D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450" y="4149725"/>
            <a:ext cx="0" cy="4333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9880" name="Object 8">
            <a:extLst>
              <a:ext uri="{FF2B5EF4-FFF2-40B4-BE49-F238E27FC236}">
                <a16:creationId xmlns:a16="http://schemas.microsoft.com/office/drawing/2014/main" id="{8238734A-D8AD-29E8-06F4-F14D64029B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4149725"/>
          <a:ext cx="2317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4102" imgH="177492" progId="Equation.3">
                  <p:embed/>
                </p:oleObj>
              </mc:Choice>
              <mc:Fallback>
                <p:oleObj name="公式" r:id="rId6" imgW="114102" imgH="17749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149725"/>
                        <a:ext cx="231775" cy="360363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1" name="Line 9">
            <a:extLst>
              <a:ext uri="{FF2B5EF4-FFF2-40B4-BE49-F238E27FC236}">
                <a16:creationId xmlns:a16="http://schemas.microsoft.com/office/drawing/2014/main" id="{097757D5-4161-CF2F-923A-82FE4E98D5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8750" y="4583113"/>
            <a:ext cx="504825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2" name="Line 10">
            <a:extLst>
              <a:ext uri="{FF2B5EF4-FFF2-40B4-BE49-F238E27FC236}">
                <a16:creationId xmlns:a16="http://schemas.microsoft.com/office/drawing/2014/main" id="{17DE8319-4F47-4EA6-AB47-FA6B5CAAC5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213" y="4583113"/>
            <a:ext cx="0" cy="287337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3" name="Text Box 11">
            <a:extLst>
              <a:ext uri="{FF2B5EF4-FFF2-40B4-BE49-F238E27FC236}">
                <a16:creationId xmlns:a16="http://schemas.microsoft.com/office/drawing/2014/main" id="{8C294A76-E455-6B1B-F38C-736233071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532313"/>
            <a:ext cx="431800" cy="366712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79884" name="Line 12">
            <a:extLst>
              <a:ext uri="{FF2B5EF4-FFF2-40B4-BE49-F238E27FC236}">
                <a16:creationId xmlns:a16="http://schemas.microsoft.com/office/drawing/2014/main" id="{F46AA12C-C56E-C885-C665-D97729EB4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7313" y="4870450"/>
            <a:ext cx="576262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5" name="Text Box 13">
            <a:extLst>
              <a:ext uri="{FF2B5EF4-FFF2-40B4-BE49-F238E27FC236}">
                <a16:creationId xmlns:a16="http://schemas.microsoft.com/office/drawing/2014/main" id="{3AD49B2F-D5F1-FE18-1641-7370A191B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2492375"/>
            <a:ext cx="2808288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/>
              <a:t>先找到和</a:t>
            </a:r>
            <a:r>
              <a:rPr lang="en-US" altLang="zh-CN" sz="2400" b="1"/>
              <a:t>0dB</a:t>
            </a:r>
            <a:r>
              <a:rPr lang="zh-CN" altLang="en-US" sz="2400" b="1"/>
              <a:t>线相交处的幅值穿越频率 ；相位裕量为该频率处的相位与 </a:t>
            </a:r>
            <a:r>
              <a:rPr lang="en-US" altLang="zh-CN" sz="2400" b="1"/>
              <a:t>-180</a:t>
            </a:r>
            <a:r>
              <a:rPr lang="en-US" altLang="zh-CN" sz="2400" b="1">
                <a:sym typeface="Symbol" panose="05050102010706020507" pitchFamily="18" charset="2"/>
              </a:rPr>
              <a:t> </a:t>
            </a:r>
            <a:r>
              <a:rPr lang="zh-CN" altLang="en-US" sz="2400" b="1">
                <a:sym typeface="Symbol" panose="05050102010706020507" pitchFamily="18" charset="2"/>
              </a:rPr>
              <a:t>相位之差</a:t>
            </a:r>
            <a:r>
              <a:rPr lang="zh-CN" altLang="en-US" sz="2400" b="1"/>
              <a:t>。</a:t>
            </a:r>
          </a:p>
        </p:txBody>
      </p:sp>
      <p:sp>
        <p:nvSpPr>
          <p:cNvPr id="79886" name="Text Box 15">
            <a:extLst>
              <a:ext uri="{FF2B5EF4-FFF2-40B4-BE49-F238E27FC236}">
                <a16:creationId xmlns:a16="http://schemas.microsoft.com/office/drawing/2014/main" id="{E1E7849A-EC5C-E257-50F7-569BF383C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916113"/>
            <a:ext cx="1568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增益交界频率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81366672-6B00-B8C4-185D-38EC981D2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906463"/>
            <a:ext cx="32115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GB" sz="2400" b="1">
                <a:latin typeface="楷体_GB2312" pitchFamily="49" charset="-122"/>
                <a:ea typeface="楷体_GB2312" pitchFamily="49" charset="-122"/>
              </a:rPr>
              <a:t>增益裕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量</a:t>
            </a:r>
            <a:r>
              <a:rPr lang="zh-CN" altLang="en-GB" sz="2400" b="1">
                <a:latin typeface="楷体_GB2312" pitchFamily="49" charset="-122"/>
                <a:ea typeface="楷体_GB2312" pitchFamily="49" charset="-122"/>
              </a:rPr>
              <a:t>、幅值裕量</a:t>
            </a:r>
            <a:endParaRPr lang="en-GB" altLang="zh-CN" sz="2400" b="1">
              <a:latin typeface="楷体_GB2312" pitchFamily="49" charset="-122"/>
              <a:ea typeface="楷体_GB2312" pitchFamily="49" charset="-122"/>
              <a:sym typeface="Wingdings 2" panose="05020102010507070707" pitchFamily="18" charset="2"/>
            </a:endParaRPr>
          </a:p>
        </p:txBody>
      </p:sp>
      <p:graphicFrame>
        <p:nvGraphicFramePr>
          <p:cNvPr id="80899" name="Object 3">
            <a:extLst>
              <a:ext uri="{FF2B5EF4-FFF2-40B4-BE49-F238E27FC236}">
                <a16:creationId xmlns:a16="http://schemas.microsoft.com/office/drawing/2014/main" id="{173E648A-5786-CE4A-430B-6731DCC44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981075"/>
          <a:ext cx="3587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" imgH="241300" progId="Equation.3">
                  <p:embed/>
                </p:oleObj>
              </mc:Choice>
              <mc:Fallback>
                <p:oleObj name="Equation" r:id="rId3" imgW="2286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981075"/>
                        <a:ext cx="3587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0" name="Rectangle 6">
            <a:extLst>
              <a:ext uri="{FF2B5EF4-FFF2-40B4-BE49-F238E27FC236}">
                <a16:creationId xmlns:a16="http://schemas.microsoft.com/office/drawing/2014/main" id="{941A5859-4B66-44F4-A0DA-D42F0D3D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252788"/>
            <a:ext cx="2349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定义幅值裕量为</a:t>
            </a:r>
            <a:endParaRPr lang="zh-CN" altLang="en-US" sz="2400" b="1"/>
          </a:p>
        </p:txBody>
      </p:sp>
      <p:graphicFrame>
        <p:nvGraphicFramePr>
          <p:cNvPr id="80901" name="Object 7">
            <a:extLst>
              <a:ext uri="{FF2B5EF4-FFF2-40B4-BE49-F238E27FC236}">
                <a16:creationId xmlns:a16="http://schemas.microsoft.com/office/drawing/2014/main" id="{E35FFD91-5D72-BB16-2404-9B653E2301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3213100"/>
          <a:ext cx="22860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5100" imgH="469900" progId="Equation.3">
                  <p:embed/>
                </p:oleObj>
              </mc:Choice>
              <mc:Fallback>
                <p:oleObj name="Equation" r:id="rId5" imgW="14351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213100"/>
                        <a:ext cx="22860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2" name="Rectangle 8">
            <a:extLst>
              <a:ext uri="{FF2B5EF4-FFF2-40B4-BE49-F238E27FC236}">
                <a16:creationId xmlns:a16="http://schemas.microsoft.com/office/drawing/2014/main" id="{3EBFAD06-4E0D-DF8D-9D88-D6B4DCF0C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933825"/>
            <a:ext cx="29702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幅值裕量的含义是：</a:t>
            </a:r>
          </a:p>
        </p:txBody>
      </p:sp>
      <p:sp>
        <p:nvSpPr>
          <p:cNvPr id="80903" name="Rectangle 9">
            <a:extLst>
              <a:ext uri="{FF2B5EF4-FFF2-40B4-BE49-F238E27FC236}">
                <a16:creationId xmlns:a16="http://schemas.microsoft.com/office/drawing/2014/main" id="{898731DA-98F2-4A37-A585-E786ECFDC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259263"/>
            <a:ext cx="7239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      对于闭环稳定系统，如果系统开环幅频特性再增大</a:t>
            </a:r>
            <a:r>
              <a:rPr lang="en-GB" altLang="zh-CN" sz="2400" b="1">
                <a:latin typeface="Times New Roman" panose="02020603050405020304" pitchFamily="18" charset="0"/>
              </a:rPr>
              <a:t>Kg</a:t>
            </a:r>
            <a:r>
              <a:rPr lang="zh-CN" altLang="en-GB" sz="2400" b="1">
                <a:latin typeface="Times New Roman" panose="02020603050405020304" pitchFamily="18" charset="0"/>
              </a:rPr>
              <a:t>倍，则系统将变为临界稳定状态。</a:t>
            </a:r>
            <a:endParaRPr lang="zh-CN" altLang="en-GB" sz="2400" b="1"/>
          </a:p>
        </p:txBody>
      </p:sp>
      <p:graphicFrame>
        <p:nvGraphicFramePr>
          <p:cNvPr id="80904" name="Object 10">
            <a:extLst>
              <a:ext uri="{FF2B5EF4-FFF2-40B4-BE49-F238E27FC236}">
                <a16:creationId xmlns:a16="http://schemas.microsoft.com/office/drawing/2014/main" id="{DB10CD0C-3999-3AA6-EB8C-B33A2431E3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5486400"/>
          <a:ext cx="45608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4000" imgH="279400" progId="Equation.3">
                  <p:embed/>
                </p:oleObj>
              </mc:Choice>
              <mc:Fallback>
                <p:oleObj name="Equation" r:id="rId7" imgW="2794000" imgH="279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486400"/>
                        <a:ext cx="45608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905" name="Group 42">
            <a:extLst>
              <a:ext uri="{FF2B5EF4-FFF2-40B4-BE49-F238E27FC236}">
                <a16:creationId xmlns:a16="http://schemas.microsoft.com/office/drawing/2014/main" id="{EE541533-B099-5B15-4243-74A2AEA90B5C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1668463"/>
            <a:ext cx="4164012" cy="488950"/>
            <a:chOff x="720" y="1132"/>
            <a:chExt cx="2405" cy="308"/>
          </a:xfrm>
        </p:grpSpPr>
        <p:sp>
          <p:nvSpPr>
            <p:cNvPr id="80939" name="Rectangle 4">
              <a:extLst>
                <a:ext uri="{FF2B5EF4-FFF2-40B4-BE49-F238E27FC236}">
                  <a16:creationId xmlns:a16="http://schemas.microsoft.com/office/drawing/2014/main" id="{41482848-AD8A-0E1D-14A5-EE6D096EC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132"/>
              <a:ext cx="20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GB" sz="2400" b="1">
                  <a:latin typeface="Times New Roman" panose="02020603050405020304" pitchFamily="18" charset="0"/>
                </a:rPr>
                <a:t>设系统的相位</a:t>
              </a:r>
              <a:r>
                <a:rPr lang="zh-CN" altLang="en-US" sz="2400" b="1">
                  <a:latin typeface="Times New Roman" panose="02020603050405020304" pitchFamily="18" charset="0"/>
                </a:rPr>
                <a:t>交界</a:t>
              </a:r>
              <a:r>
                <a:rPr lang="zh-CN" altLang="en-GB" sz="2400" b="1">
                  <a:latin typeface="Times New Roman" panose="02020603050405020304" pitchFamily="18" charset="0"/>
                </a:rPr>
                <a:t>频率为</a:t>
              </a:r>
              <a:endParaRPr lang="zh-CN" altLang="en-US" sz="2400" b="1"/>
            </a:p>
          </p:txBody>
        </p:sp>
        <p:graphicFrame>
          <p:nvGraphicFramePr>
            <p:cNvPr id="80940" name="Object 11">
              <a:extLst>
                <a:ext uri="{FF2B5EF4-FFF2-40B4-BE49-F238E27FC236}">
                  <a16:creationId xmlns:a16="http://schemas.microsoft.com/office/drawing/2014/main" id="{77A99AC9-4AA0-FB62-EFD8-698B5C8F5A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2" y="1152"/>
            <a:ext cx="24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03112" imgH="241195" progId="Equation.3">
                    <p:embed/>
                  </p:oleObj>
                </mc:Choice>
                <mc:Fallback>
                  <p:oleObj name="Equation" r:id="rId9" imgW="203112" imgH="24119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2" y="1152"/>
                          <a:ext cx="24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906" name="Group 43">
            <a:extLst>
              <a:ext uri="{FF2B5EF4-FFF2-40B4-BE49-F238E27FC236}">
                <a16:creationId xmlns:a16="http://schemas.microsoft.com/office/drawing/2014/main" id="{745FB9B3-13B1-A9DA-CB01-04F5F8FFB1C9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205038"/>
            <a:ext cx="3879850" cy="879475"/>
            <a:chOff x="612" y="1389"/>
            <a:chExt cx="2444" cy="554"/>
          </a:xfrm>
        </p:grpSpPr>
        <p:graphicFrame>
          <p:nvGraphicFramePr>
            <p:cNvPr id="80937" name="Object 5">
              <a:extLst>
                <a:ext uri="{FF2B5EF4-FFF2-40B4-BE49-F238E27FC236}">
                  <a16:creationId xmlns:a16="http://schemas.microsoft.com/office/drawing/2014/main" id="{E65886FF-588A-1E6F-B888-C4A8115FF3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" y="1632"/>
            <a:ext cx="244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222500" imgH="279400" progId="Equation.3">
                    <p:embed/>
                  </p:oleObj>
                </mc:Choice>
                <mc:Fallback>
                  <p:oleObj name="Equation" r:id="rId11" imgW="2222500" imgH="2794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632"/>
                          <a:ext cx="244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938" name="Text Box 12">
              <a:extLst>
                <a:ext uri="{FF2B5EF4-FFF2-40B4-BE49-F238E27FC236}">
                  <a16:creationId xmlns:a16="http://schemas.microsoft.com/office/drawing/2014/main" id="{9BAC50BB-529E-E1D5-0B8C-8D43C8B1B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389"/>
              <a:ext cx="12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latin typeface="Times New Roman" panose="02020603050405020304" pitchFamily="18" charset="0"/>
                  <a:ea typeface="仿宋_GB2312" pitchFamily="49" charset="-122"/>
                </a:rPr>
                <a:t>在该频率处，</a:t>
              </a:r>
            </a:p>
          </p:txBody>
        </p:sp>
      </p:grpSp>
      <p:grpSp>
        <p:nvGrpSpPr>
          <p:cNvPr id="80907" name="Group 44">
            <a:extLst>
              <a:ext uri="{FF2B5EF4-FFF2-40B4-BE49-F238E27FC236}">
                <a16:creationId xmlns:a16="http://schemas.microsoft.com/office/drawing/2014/main" id="{4A0EBDAC-0C82-F59A-1F47-A3E5DC49DBE2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304800"/>
            <a:ext cx="3767138" cy="3135313"/>
            <a:chOff x="3198" y="192"/>
            <a:chExt cx="2373" cy="1975"/>
          </a:xfrm>
        </p:grpSpPr>
        <p:sp>
          <p:nvSpPr>
            <p:cNvPr id="80915" name="AutoShape 13">
              <a:extLst>
                <a:ext uri="{FF2B5EF4-FFF2-40B4-BE49-F238E27FC236}">
                  <a16:creationId xmlns:a16="http://schemas.microsoft.com/office/drawing/2014/main" id="{296E8A8C-5196-E279-9965-757A3EAE5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432"/>
              <a:ext cx="1180" cy="1134"/>
            </a:xfrm>
            <a:prstGeom prst="flowChartConnector">
              <a:avLst/>
            </a:prstGeom>
            <a:solidFill>
              <a:srgbClr val="CCFFFF"/>
            </a:solidFill>
            <a:ln w="28575" algn="ctr">
              <a:solidFill>
                <a:srgbClr val="003366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0916" name="Line 14">
              <a:extLst>
                <a:ext uri="{FF2B5EF4-FFF2-40B4-BE49-F238E27FC236}">
                  <a16:creationId xmlns:a16="http://schemas.microsoft.com/office/drawing/2014/main" id="{3CC121A4-EBB5-31E8-080D-957F92E28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3" y="997"/>
              <a:ext cx="1769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7" name="Line 15">
              <a:extLst>
                <a:ext uri="{FF2B5EF4-FFF2-40B4-BE49-F238E27FC236}">
                  <a16:creationId xmlns:a16="http://schemas.microsoft.com/office/drawing/2014/main" id="{7562FA3E-C668-4AAE-0976-0022B4195F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240"/>
              <a:ext cx="0" cy="158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8" name="Freeform 16">
              <a:extLst>
                <a:ext uri="{FF2B5EF4-FFF2-40B4-BE49-F238E27FC236}">
                  <a16:creationId xmlns:a16="http://schemas.microsoft.com/office/drawing/2014/main" id="{74ADDE6E-B293-A050-A045-409598D11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816"/>
              <a:ext cx="726" cy="952"/>
            </a:xfrm>
            <a:custGeom>
              <a:avLst/>
              <a:gdLst>
                <a:gd name="T0" fmla="*/ 726 w 726"/>
                <a:gd name="T1" fmla="*/ 181 h 952"/>
                <a:gd name="T2" fmla="*/ 454 w 726"/>
                <a:gd name="T3" fmla="*/ 45 h 952"/>
                <a:gd name="T4" fmla="*/ 136 w 726"/>
                <a:gd name="T5" fmla="*/ 453 h 952"/>
                <a:gd name="T6" fmla="*/ 0 w 726"/>
                <a:gd name="T7" fmla="*/ 952 h 9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6"/>
                <a:gd name="T13" fmla="*/ 0 h 952"/>
                <a:gd name="T14" fmla="*/ 726 w 726"/>
                <a:gd name="T15" fmla="*/ 952 h 9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6" h="952">
                  <a:moveTo>
                    <a:pt x="726" y="181"/>
                  </a:moveTo>
                  <a:cubicBezTo>
                    <a:pt x="639" y="90"/>
                    <a:pt x="552" y="0"/>
                    <a:pt x="454" y="45"/>
                  </a:cubicBezTo>
                  <a:cubicBezTo>
                    <a:pt x="356" y="90"/>
                    <a:pt x="212" y="302"/>
                    <a:pt x="136" y="453"/>
                  </a:cubicBezTo>
                  <a:cubicBezTo>
                    <a:pt x="60" y="604"/>
                    <a:pt x="23" y="861"/>
                    <a:pt x="0" y="952"/>
                  </a:cubicBezTo>
                </a:path>
              </a:pathLst>
            </a:custGeom>
            <a:noFill/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9" name="Line 17">
              <a:extLst>
                <a:ext uri="{FF2B5EF4-FFF2-40B4-BE49-F238E27FC236}">
                  <a16:creationId xmlns:a16="http://schemas.microsoft.com/office/drawing/2014/main" id="{3C2765E1-4B95-F7F0-8150-D779A7B89D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2" y="589"/>
              <a:ext cx="0" cy="40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0920" name="Object 18">
              <a:extLst>
                <a:ext uri="{FF2B5EF4-FFF2-40B4-BE49-F238E27FC236}">
                  <a16:creationId xmlns:a16="http://schemas.microsoft.com/office/drawing/2014/main" id="{55EAE70A-4131-EA4B-C901-4CBD9E3B1D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5" y="981"/>
            <a:ext cx="196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15619" imgH="177569" progId="Equation.3">
                    <p:embed/>
                  </p:oleObj>
                </mc:Choice>
                <mc:Fallback>
                  <p:oleObj name="公式" r:id="rId13" imgW="215619" imgH="177569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981"/>
                          <a:ext cx="196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21" name="Object 19">
              <a:extLst>
                <a:ext uri="{FF2B5EF4-FFF2-40B4-BE49-F238E27FC236}">
                  <a16:creationId xmlns:a16="http://schemas.microsoft.com/office/drawing/2014/main" id="{6979C5A5-DE05-79CB-B480-016D8BC0EA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0" y="192"/>
            <a:ext cx="19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15619" imgH="164885" progId="Equation.3">
                    <p:embed/>
                  </p:oleObj>
                </mc:Choice>
                <mc:Fallback>
                  <p:oleObj name="公式" r:id="rId15" imgW="215619" imgH="16488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92"/>
                          <a:ext cx="19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922" name="Line 20">
              <a:extLst>
                <a:ext uri="{FF2B5EF4-FFF2-40B4-BE49-F238E27FC236}">
                  <a16:creationId xmlns:a16="http://schemas.microsoft.com/office/drawing/2014/main" id="{9294D9DE-7109-7B5C-E5DD-73F880E26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679"/>
              <a:ext cx="91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3" name="Line 21">
              <a:extLst>
                <a:ext uri="{FF2B5EF4-FFF2-40B4-BE49-F238E27FC236}">
                  <a16:creationId xmlns:a16="http://schemas.microsoft.com/office/drawing/2014/main" id="{E4852BE2-43B3-547E-9469-81AFE0B513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0" y="679"/>
              <a:ext cx="227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0924" name="Object 22">
              <a:extLst>
                <a:ext uri="{FF2B5EF4-FFF2-40B4-BE49-F238E27FC236}">
                  <a16:creationId xmlns:a16="http://schemas.microsoft.com/office/drawing/2014/main" id="{E7CEA304-B241-9B17-4E3D-0C0121FAA5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0" y="381"/>
            <a:ext cx="273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66469" imgH="444114" progId="Equation.3">
                    <p:embed/>
                  </p:oleObj>
                </mc:Choice>
                <mc:Fallback>
                  <p:oleObj name="Equation" r:id="rId17" imgW="266469" imgH="444114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" y="381"/>
                          <a:ext cx="273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925" name="Rectangle 23">
              <a:extLst>
                <a:ext uri="{FF2B5EF4-FFF2-40B4-BE49-F238E27FC236}">
                  <a16:creationId xmlns:a16="http://schemas.microsoft.com/office/drawing/2014/main" id="{2F834352-B77A-A359-0264-F5200EB82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816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1600" b="1">
                  <a:solidFill>
                    <a:srgbClr val="FF0000"/>
                  </a:solidFill>
                </a:rPr>
                <a:t>-1</a:t>
              </a:r>
              <a:endParaRPr lang="en-US" altLang="zh-CN" sz="1600" b="1">
                <a:solidFill>
                  <a:srgbClr val="FF0000"/>
                </a:solidFill>
              </a:endParaRPr>
            </a:p>
          </p:txBody>
        </p:sp>
        <p:sp>
          <p:nvSpPr>
            <p:cNvPr id="80926" name="Line 24">
              <a:extLst>
                <a:ext uri="{FF2B5EF4-FFF2-40B4-BE49-F238E27FC236}">
                  <a16:creationId xmlns:a16="http://schemas.microsoft.com/office/drawing/2014/main" id="{9468DB74-AD25-5FD6-4D57-94B2A3E882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0" y="589"/>
              <a:ext cx="454" cy="40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7" name="Rectangle 25">
              <a:extLst>
                <a:ext uri="{FF2B5EF4-FFF2-40B4-BE49-F238E27FC236}">
                  <a16:creationId xmlns:a16="http://schemas.microsoft.com/office/drawing/2014/main" id="{0329FC73-3E71-FFC3-DBE4-E2456EAED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7" y="63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2400">
                  <a:solidFill>
                    <a:schemeClr val="tx2"/>
                  </a:solidFill>
                </a:rPr>
                <a:t>1</a:t>
              </a:r>
              <a:endParaRPr lang="en-US" altLang="zh-CN" sz="2400">
                <a:solidFill>
                  <a:schemeClr val="tx2"/>
                </a:solidFill>
              </a:endParaRPr>
            </a:p>
          </p:txBody>
        </p:sp>
        <p:graphicFrame>
          <p:nvGraphicFramePr>
            <p:cNvPr id="80928" name="Object 26">
              <a:extLst>
                <a:ext uri="{FF2B5EF4-FFF2-40B4-BE49-F238E27FC236}">
                  <a16:creationId xmlns:a16="http://schemas.microsoft.com/office/drawing/2014/main" id="{DF5CA258-9721-DE6B-0581-9EE18F3195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0" y="1728"/>
            <a:ext cx="768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888614" imgH="203112" progId="Equation.3">
                    <p:embed/>
                  </p:oleObj>
                </mc:Choice>
                <mc:Fallback>
                  <p:oleObj name="Equation" r:id="rId19" imgW="888614" imgH="203112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728"/>
                          <a:ext cx="768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929" name="Line 27">
              <a:extLst>
                <a:ext uri="{FF2B5EF4-FFF2-40B4-BE49-F238E27FC236}">
                  <a16:creationId xmlns:a16="http://schemas.microsoft.com/office/drawing/2014/main" id="{6BCE8B52-8508-4A9A-493F-661A6E25B1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10" y="1587"/>
              <a:ext cx="90" cy="136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30" name="Freeform 28">
              <a:extLst>
                <a:ext uri="{FF2B5EF4-FFF2-40B4-BE49-F238E27FC236}">
                  <a16:creationId xmlns:a16="http://schemas.microsoft.com/office/drawing/2014/main" id="{DEB61885-32A9-A8DB-BC97-719B0DE22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770"/>
              <a:ext cx="720" cy="1054"/>
            </a:xfrm>
            <a:custGeom>
              <a:avLst/>
              <a:gdLst>
                <a:gd name="T0" fmla="*/ 0 w 720"/>
                <a:gd name="T1" fmla="*/ 1054 h 1054"/>
                <a:gd name="T2" fmla="*/ 46 w 720"/>
                <a:gd name="T3" fmla="*/ 628 h 1054"/>
                <a:gd name="T4" fmla="*/ 192 w 720"/>
                <a:gd name="T5" fmla="*/ 190 h 1054"/>
                <a:gd name="T6" fmla="*/ 480 w 720"/>
                <a:gd name="T7" fmla="*/ 0 h 1054"/>
                <a:gd name="T8" fmla="*/ 720 w 720"/>
                <a:gd name="T9" fmla="*/ 190 h 10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0"/>
                <a:gd name="T16" fmla="*/ 0 h 1054"/>
                <a:gd name="T17" fmla="*/ 720 w 720"/>
                <a:gd name="T18" fmla="*/ 1054 h 10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0" h="1054">
                  <a:moveTo>
                    <a:pt x="0" y="1054"/>
                  </a:moveTo>
                  <a:cubicBezTo>
                    <a:pt x="8" y="983"/>
                    <a:pt x="14" y="772"/>
                    <a:pt x="46" y="628"/>
                  </a:cubicBezTo>
                  <a:cubicBezTo>
                    <a:pt x="78" y="484"/>
                    <a:pt x="120" y="295"/>
                    <a:pt x="192" y="190"/>
                  </a:cubicBezTo>
                  <a:cubicBezTo>
                    <a:pt x="264" y="85"/>
                    <a:pt x="392" y="0"/>
                    <a:pt x="480" y="0"/>
                  </a:cubicBezTo>
                  <a:cubicBezTo>
                    <a:pt x="568" y="0"/>
                    <a:pt x="670" y="151"/>
                    <a:pt x="720" y="19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1" name="Line 29">
              <a:extLst>
                <a:ext uri="{FF2B5EF4-FFF2-40B4-BE49-F238E27FC236}">
                  <a16:creationId xmlns:a16="http://schemas.microsoft.com/office/drawing/2014/main" id="{E48898BE-650C-6B58-100F-B85242E0D8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440"/>
              <a:ext cx="24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2" name="Text Box 30">
              <a:extLst>
                <a:ext uri="{FF2B5EF4-FFF2-40B4-BE49-F238E27FC236}">
                  <a16:creationId xmlns:a16="http://schemas.microsoft.com/office/drawing/2014/main" id="{A50BCBDD-E2F6-16F9-5C84-F2E505C665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841"/>
              <a:ext cx="452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临界稳</a:t>
              </a:r>
            </a:p>
            <a:p>
              <a:pPr eaLnBrk="1" hangingPunct="1"/>
              <a:r>
                <a:rPr kumimoji="1" lang="zh-CN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定系统</a:t>
              </a:r>
            </a:p>
          </p:txBody>
        </p:sp>
        <p:sp>
          <p:nvSpPr>
            <p:cNvPr id="80933" name="Freeform 31">
              <a:extLst>
                <a:ext uri="{FF2B5EF4-FFF2-40B4-BE49-F238E27FC236}">
                  <a16:creationId xmlns:a16="http://schemas.microsoft.com/office/drawing/2014/main" id="{408CF26B-948A-210F-5BA4-A59F3AC7A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640"/>
              <a:ext cx="1008" cy="1136"/>
            </a:xfrm>
            <a:custGeom>
              <a:avLst/>
              <a:gdLst>
                <a:gd name="T0" fmla="*/ 0 w 1008"/>
                <a:gd name="T1" fmla="*/ 1136 h 1136"/>
                <a:gd name="T2" fmla="*/ 192 w 1008"/>
                <a:gd name="T3" fmla="*/ 512 h 1136"/>
                <a:gd name="T4" fmla="*/ 432 w 1008"/>
                <a:gd name="T5" fmla="*/ 128 h 1136"/>
                <a:gd name="T6" fmla="*/ 720 w 1008"/>
                <a:gd name="T7" fmla="*/ 32 h 1136"/>
                <a:gd name="T8" fmla="*/ 1008 w 1008"/>
                <a:gd name="T9" fmla="*/ 320 h 1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8"/>
                <a:gd name="T16" fmla="*/ 0 h 1136"/>
                <a:gd name="T17" fmla="*/ 1008 w 1008"/>
                <a:gd name="T18" fmla="*/ 1136 h 11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8" h="1136">
                  <a:moveTo>
                    <a:pt x="0" y="1136"/>
                  </a:moveTo>
                  <a:cubicBezTo>
                    <a:pt x="60" y="908"/>
                    <a:pt x="120" y="680"/>
                    <a:pt x="192" y="512"/>
                  </a:cubicBezTo>
                  <a:cubicBezTo>
                    <a:pt x="264" y="344"/>
                    <a:pt x="344" y="208"/>
                    <a:pt x="432" y="128"/>
                  </a:cubicBezTo>
                  <a:cubicBezTo>
                    <a:pt x="520" y="48"/>
                    <a:pt x="624" y="0"/>
                    <a:pt x="720" y="32"/>
                  </a:cubicBezTo>
                  <a:cubicBezTo>
                    <a:pt x="816" y="64"/>
                    <a:pt x="960" y="272"/>
                    <a:pt x="1008" y="320"/>
                  </a:cubicBezTo>
                </a:path>
              </a:pathLst>
            </a:custGeom>
            <a:noFill/>
            <a:ln w="19050" cmpd="sng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4" name="Line 32">
              <a:extLst>
                <a:ext uri="{FF2B5EF4-FFF2-40B4-BE49-F238E27FC236}">
                  <a16:creationId xmlns:a16="http://schemas.microsoft.com/office/drawing/2014/main" id="{B0AAEA48-F95F-A4EB-FF49-E9F60FD19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24" y="102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35" name="Text Box 33">
              <a:extLst>
                <a:ext uri="{FF2B5EF4-FFF2-40B4-BE49-F238E27FC236}">
                  <a16:creationId xmlns:a16="http://schemas.microsoft.com/office/drawing/2014/main" id="{31B8CBDB-2F85-8856-9103-5E7304F84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" y="618"/>
              <a:ext cx="52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600" b="1">
                  <a:latin typeface="Times New Roman" panose="02020603050405020304" pitchFamily="18" charset="0"/>
                </a:rPr>
                <a:t>不稳定系统</a:t>
              </a:r>
            </a:p>
          </p:txBody>
        </p:sp>
        <p:graphicFrame>
          <p:nvGraphicFramePr>
            <p:cNvPr id="80936" name="Object 34">
              <a:extLst>
                <a:ext uri="{FF2B5EF4-FFF2-40B4-BE49-F238E27FC236}">
                  <a16:creationId xmlns:a16="http://schemas.microsoft.com/office/drawing/2014/main" id="{E3BD5EF0-D65E-F488-E223-08D557EA84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912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03112" imgH="241195" progId="Equation.3">
                    <p:embed/>
                  </p:oleObj>
                </mc:Choice>
                <mc:Fallback>
                  <p:oleObj name="Equation" r:id="rId9" imgW="203112" imgH="24119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912"/>
                          <a:ext cx="20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0908" name="Object 35">
            <a:extLst>
              <a:ext uri="{FF2B5EF4-FFF2-40B4-BE49-F238E27FC236}">
                <a16:creationId xmlns:a16="http://schemas.microsoft.com/office/drawing/2014/main" id="{AD8E2D30-8C55-2F58-C244-131303550D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5084763"/>
          <a:ext cx="6858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31613" imgH="241195" progId="Equation.3">
                  <p:embed/>
                </p:oleObj>
              </mc:Choice>
              <mc:Fallback>
                <p:oleObj name="Equation" r:id="rId21" imgW="431613" imgH="241195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5084763"/>
                        <a:ext cx="685800" cy="3825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9" name="Text Box 36">
            <a:extLst>
              <a:ext uri="{FF2B5EF4-FFF2-40B4-BE49-F238E27FC236}">
                <a16:creationId xmlns:a16="http://schemas.microsoft.com/office/drawing/2014/main" id="{35057507-808B-F628-4778-AADF9F7CD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5084763"/>
            <a:ext cx="3148013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rPr>
              <a:t>系统稳定，否则不稳定。</a:t>
            </a:r>
          </a:p>
        </p:txBody>
      </p:sp>
      <p:sp>
        <p:nvSpPr>
          <p:cNvPr id="80910" name="Text Box 37">
            <a:extLst>
              <a:ext uri="{FF2B5EF4-FFF2-40B4-BE49-F238E27FC236}">
                <a16:creationId xmlns:a16="http://schemas.microsoft.com/office/drawing/2014/main" id="{AAF21DBC-2BC7-160E-1C34-F5D1432B9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105400"/>
            <a:ext cx="360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imes New Roman" panose="02020603050405020304" pitchFamily="18" charset="0"/>
                <a:ea typeface="仿宋_GB2312" pitchFamily="49" charset="-122"/>
              </a:rPr>
              <a:t>幅值裕量若用分贝表示：</a:t>
            </a:r>
          </a:p>
        </p:txBody>
      </p:sp>
      <p:graphicFrame>
        <p:nvGraphicFramePr>
          <p:cNvPr id="80911" name="Object 38">
            <a:extLst>
              <a:ext uri="{FF2B5EF4-FFF2-40B4-BE49-F238E27FC236}">
                <a16:creationId xmlns:a16="http://schemas.microsoft.com/office/drawing/2014/main" id="{D47FA782-DDD4-1F93-A013-28A0520F2B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6021388"/>
          <a:ext cx="1066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34725" imgH="241195" progId="Equation.3">
                  <p:embed/>
                </p:oleObj>
              </mc:Choice>
              <mc:Fallback>
                <p:oleObj name="Equation" r:id="rId23" imgW="634725" imgH="241195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6021388"/>
                        <a:ext cx="1066800" cy="406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2" name="Text Box 39">
            <a:extLst>
              <a:ext uri="{FF2B5EF4-FFF2-40B4-BE49-F238E27FC236}">
                <a16:creationId xmlns:a16="http://schemas.microsoft.com/office/drawing/2014/main" id="{B2AF2F55-1D4D-908C-0461-1B4356935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602138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最佳值：</a:t>
            </a:r>
          </a:p>
        </p:txBody>
      </p:sp>
      <p:graphicFrame>
        <p:nvGraphicFramePr>
          <p:cNvPr id="80913" name="Object 40">
            <a:extLst>
              <a:ext uri="{FF2B5EF4-FFF2-40B4-BE49-F238E27FC236}">
                <a16:creationId xmlns:a16="http://schemas.microsoft.com/office/drawing/2014/main" id="{09575AAC-7F84-1011-8360-359AC833E5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6037263"/>
          <a:ext cx="9906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34725" imgH="241195" progId="Equation.3">
                  <p:embed/>
                </p:oleObj>
              </mc:Choice>
              <mc:Fallback>
                <p:oleObj name="Equation" r:id="rId25" imgW="634725" imgH="241195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6037263"/>
                        <a:ext cx="990600" cy="3778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4" name="Text Box 41">
            <a:extLst>
              <a:ext uri="{FF2B5EF4-FFF2-40B4-BE49-F238E27FC236}">
                <a16:creationId xmlns:a16="http://schemas.microsoft.com/office/drawing/2014/main" id="{505FF005-D107-4758-6B1B-4A54652E8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019800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系统稳定。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2" name="Object 2">
            <a:extLst>
              <a:ext uri="{FF2B5EF4-FFF2-40B4-BE49-F238E27FC236}">
                <a16:creationId xmlns:a16="http://schemas.microsoft.com/office/drawing/2014/main" id="{0513C894-A5D6-4DDB-0799-D00E48228C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981075"/>
          <a:ext cx="405288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6600" imgH="279400" progId="Equation.DSMT4">
                  <p:embed/>
                </p:oleObj>
              </mc:Choice>
              <mc:Fallback>
                <p:oleObj name="Equation" r:id="rId3" imgW="2006600" imgH="279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981075"/>
                        <a:ext cx="4052887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23" name="Picture 3">
            <a:extLst>
              <a:ext uri="{FF2B5EF4-FFF2-40B4-BE49-F238E27FC236}">
                <a16:creationId xmlns:a16="http://schemas.microsoft.com/office/drawing/2014/main" id="{5C1E7FD5-1B9E-F176-772D-A004ADEA3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844675"/>
            <a:ext cx="4692650" cy="443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4" name="Oval 4">
            <a:extLst>
              <a:ext uri="{FF2B5EF4-FFF2-40B4-BE49-F238E27FC236}">
                <a16:creationId xmlns:a16="http://schemas.microsoft.com/office/drawing/2014/main" id="{00162550-602D-FDDF-EBFE-B7229460E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302250"/>
            <a:ext cx="71437" cy="7143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25" name="Line 5">
            <a:extLst>
              <a:ext uri="{FF2B5EF4-FFF2-40B4-BE49-F238E27FC236}">
                <a16:creationId xmlns:a16="http://schemas.microsoft.com/office/drawing/2014/main" id="{4C336951-4E90-0D66-72A4-691D85A820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3070225"/>
            <a:ext cx="0" cy="2303463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6" name="Line 6">
            <a:extLst>
              <a:ext uri="{FF2B5EF4-FFF2-40B4-BE49-F238E27FC236}">
                <a16:creationId xmlns:a16="http://schemas.microsoft.com/office/drawing/2014/main" id="{3CB92EBE-45D7-FDAC-36A7-12B385403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3502025"/>
            <a:ext cx="1295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7" name="Line 7">
            <a:extLst>
              <a:ext uri="{FF2B5EF4-FFF2-40B4-BE49-F238E27FC236}">
                <a16:creationId xmlns:a16="http://schemas.microsoft.com/office/drawing/2014/main" id="{A498DFBB-66E7-2233-D341-2FC4B2462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3070225"/>
            <a:ext cx="0" cy="431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1928" name="Object 8">
            <a:extLst>
              <a:ext uri="{FF2B5EF4-FFF2-40B4-BE49-F238E27FC236}">
                <a16:creationId xmlns:a16="http://schemas.microsoft.com/office/drawing/2014/main" id="{89DE9356-3A04-828B-3F86-069653B554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4550" y="3094038"/>
          <a:ext cx="6238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057" imgH="241195" progId="Equation.DSMT4">
                  <p:embed/>
                </p:oleObj>
              </mc:Choice>
              <mc:Fallback>
                <p:oleObj name="Equation" r:id="rId6" imgW="330057" imgH="24119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550" y="3094038"/>
                        <a:ext cx="623888" cy="455612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9" name="Object 9">
            <a:extLst>
              <a:ext uri="{FF2B5EF4-FFF2-40B4-BE49-F238E27FC236}">
                <a16:creationId xmlns:a16="http://schemas.microsoft.com/office/drawing/2014/main" id="{AC2CCE70-ED6F-B5C5-D355-1CE2D2738D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636838"/>
          <a:ext cx="365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7569" imgH="202936" progId="Equation.3">
                  <p:embed/>
                </p:oleObj>
              </mc:Choice>
              <mc:Fallback>
                <p:oleObj name="公式" r:id="rId8" imgW="177569" imgH="20293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636838"/>
                        <a:ext cx="365125" cy="41910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0" name="Text Box 10">
            <a:extLst>
              <a:ext uri="{FF2B5EF4-FFF2-40B4-BE49-F238E27FC236}">
                <a16:creationId xmlns:a16="http://schemas.microsoft.com/office/drawing/2014/main" id="{4DC19418-3A80-A9BF-7562-F1BE91916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636838"/>
            <a:ext cx="252095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/>
              <a:t>先找到相位交界频率，幅值裕量为</a:t>
            </a:r>
            <a:r>
              <a:rPr lang="en-US" altLang="zh-CN" sz="2400" b="1"/>
              <a:t>0DB</a:t>
            </a:r>
            <a:r>
              <a:rPr lang="zh-CN" altLang="en-US" sz="2400" b="1"/>
              <a:t>值与该频率处的幅频特性值之差（单位是分贝） 。 </a:t>
            </a:r>
          </a:p>
        </p:txBody>
      </p:sp>
      <p:sp>
        <p:nvSpPr>
          <p:cNvPr id="81931" name="Line 11">
            <a:extLst>
              <a:ext uri="{FF2B5EF4-FFF2-40B4-BE49-F238E27FC236}">
                <a16:creationId xmlns:a16="http://schemas.microsoft.com/office/drawing/2014/main" id="{27E4067F-1ACC-58AA-F08E-3AFD27F869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2349500"/>
            <a:ext cx="144463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2" name="Text Box 12">
            <a:extLst>
              <a:ext uri="{FF2B5EF4-FFF2-40B4-BE49-F238E27FC236}">
                <a16:creationId xmlns:a16="http://schemas.microsoft.com/office/drawing/2014/main" id="{7AD28C1A-0AF1-0B69-DF27-4BD98FBE4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1901825"/>
            <a:ext cx="171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/>
              <a:t>相位穿越频率</a:t>
            </a:r>
          </a:p>
        </p:txBody>
      </p:sp>
      <p:graphicFrame>
        <p:nvGraphicFramePr>
          <p:cNvPr id="81933" name="Object 13">
            <a:extLst>
              <a:ext uri="{FF2B5EF4-FFF2-40B4-BE49-F238E27FC236}">
                <a16:creationId xmlns:a16="http://schemas.microsoft.com/office/drawing/2014/main" id="{B6D2D6DF-6F1E-B7E2-C124-03DCB7BEC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88913"/>
          <a:ext cx="31718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52600" imgH="469900" progId="Equation.DSMT4">
                  <p:embed/>
                </p:oleObj>
              </mc:Choice>
              <mc:Fallback>
                <p:oleObj name="Equation" r:id="rId10" imgW="1752600" imgH="469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8913"/>
                        <a:ext cx="31718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3">
            <a:extLst>
              <a:ext uri="{FF2B5EF4-FFF2-40B4-BE49-F238E27FC236}">
                <a16:creationId xmlns:a16="http://schemas.microsoft.com/office/drawing/2014/main" id="{00B1BD0B-00E8-89D2-17AF-200E11134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52513"/>
            <a:ext cx="441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b="1"/>
              <a:t>闭环频率特性的特征参数</a:t>
            </a:r>
          </a:p>
        </p:txBody>
      </p:sp>
      <p:grpSp>
        <p:nvGrpSpPr>
          <p:cNvPr id="82947" name="Group 4">
            <a:extLst>
              <a:ext uri="{FF2B5EF4-FFF2-40B4-BE49-F238E27FC236}">
                <a16:creationId xmlns:a16="http://schemas.microsoft.com/office/drawing/2014/main" id="{C2087606-2464-E1CA-28A3-AC3D54097C9C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773238"/>
            <a:ext cx="6010275" cy="4479925"/>
            <a:chOff x="612" y="891"/>
            <a:chExt cx="3786" cy="2822"/>
          </a:xfrm>
        </p:grpSpPr>
        <p:sp>
          <p:nvSpPr>
            <p:cNvPr id="82949" name="Line 5">
              <a:extLst>
                <a:ext uri="{FF2B5EF4-FFF2-40B4-BE49-F238E27FC236}">
                  <a16:creationId xmlns:a16="http://schemas.microsoft.com/office/drawing/2014/main" id="{162776D0-1034-FAEA-1070-B4891035C6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4" y="1117"/>
              <a:ext cx="0" cy="19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0" name="Line 6">
              <a:extLst>
                <a:ext uri="{FF2B5EF4-FFF2-40B4-BE49-F238E27FC236}">
                  <a16:creationId xmlns:a16="http://schemas.microsoft.com/office/drawing/2014/main" id="{AE2D9C9C-5EE0-D257-A9A8-5329B36AD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3113"/>
              <a:ext cx="26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1" name="Freeform 7">
              <a:extLst>
                <a:ext uri="{FF2B5EF4-FFF2-40B4-BE49-F238E27FC236}">
                  <a16:creationId xmlns:a16="http://schemas.microsoft.com/office/drawing/2014/main" id="{38413D93-7333-88CE-A550-8C65F8CD4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" y="1381"/>
              <a:ext cx="2311" cy="1142"/>
            </a:xfrm>
            <a:custGeom>
              <a:avLst/>
              <a:gdLst>
                <a:gd name="T0" fmla="*/ 0 w 2311"/>
                <a:gd name="T1" fmla="*/ 363 h 1142"/>
                <a:gd name="T2" fmla="*/ 149 w 2311"/>
                <a:gd name="T3" fmla="*/ 339 h 1142"/>
                <a:gd name="T4" fmla="*/ 270 w 2311"/>
                <a:gd name="T5" fmla="*/ 280 h 1142"/>
                <a:gd name="T6" fmla="*/ 451 w 2311"/>
                <a:gd name="T7" fmla="*/ 189 h 1142"/>
                <a:gd name="T8" fmla="*/ 769 w 2311"/>
                <a:gd name="T9" fmla="*/ 53 h 1142"/>
                <a:gd name="T10" fmla="*/ 1041 w 2311"/>
                <a:gd name="T11" fmla="*/ 53 h 1142"/>
                <a:gd name="T12" fmla="*/ 1449 w 2311"/>
                <a:gd name="T13" fmla="*/ 371 h 1142"/>
                <a:gd name="T14" fmla="*/ 1767 w 2311"/>
                <a:gd name="T15" fmla="*/ 688 h 1142"/>
                <a:gd name="T16" fmla="*/ 1994 w 2311"/>
                <a:gd name="T17" fmla="*/ 915 h 1142"/>
                <a:gd name="T18" fmla="*/ 2311 w 2311"/>
                <a:gd name="T19" fmla="*/ 1142 h 11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311"/>
                <a:gd name="T31" fmla="*/ 0 h 1142"/>
                <a:gd name="T32" fmla="*/ 2311 w 2311"/>
                <a:gd name="T33" fmla="*/ 1142 h 11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311" h="1142">
                  <a:moveTo>
                    <a:pt x="0" y="363"/>
                  </a:moveTo>
                  <a:cubicBezTo>
                    <a:pt x="25" y="359"/>
                    <a:pt x="104" y="353"/>
                    <a:pt x="149" y="339"/>
                  </a:cubicBezTo>
                  <a:cubicBezTo>
                    <a:pt x="194" y="325"/>
                    <a:pt x="220" y="305"/>
                    <a:pt x="270" y="280"/>
                  </a:cubicBezTo>
                  <a:cubicBezTo>
                    <a:pt x="320" y="255"/>
                    <a:pt x="368" y="227"/>
                    <a:pt x="451" y="189"/>
                  </a:cubicBezTo>
                  <a:cubicBezTo>
                    <a:pt x="534" y="151"/>
                    <a:pt x="671" y="76"/>
                    <a:pt x="769" y="53"/>
                  </a:cubicBezTo>
                  <a:cubicBezTo>
                    <a:pt x="867" y="30"/>
                    <a:pt x="928" y="0"/>
                    <a:pt x="1041" y="53"/>
                  </a:cubicBezTo>
                  <a:cubicBezTo>
                    <a:pt x="1154" y="106"/>
                    <a:pt x="1328" y="265"/>
                    <a:pt x="1449" y="371"/>
                  </a:cubicBezTo>
                  <a:cubicBezTo>
                    <a:pt x="1570" y="477"/>
                    <a:pt x="1676" y="597"/>
                    <a:pt x="1767" y="688"/>
                  </a:cubicBezTo>
                  <a:cubicBezTo>
                    <a:pt x="1858" y="779"/>
                    <a:pt x="1903" y="839"/>
                    <a:pt x="1994" y="915"/>
                  </a:cubicBezTo>
                  <a:cubicBezTo>
                    <a:pt x="2085" y="991"/>
                    <a:pt x="2258" y="1104"/>
                    <a:pt x="2311" y="114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2" name="Line 8">
              <a:extLst>
                <a:ext uri="{FF2B5EF4-FFF2-40B4-BE49-F238E27FC236}">
                  <a16:creationId xmlns:a16="http://schemas.microsoft.com/office/drawing/2014/main" id="{7A2A2267-46BB-6453-B48F-DE6534E35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752"/>
              <a:ext cx="14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3" name="Line 9">
              <a:extLst>
                <a:ext uri="{FF2B5EF4-FFF2-40B4-BE49-F238E27FC236}">
                  <a16:creationId xmlns:a16="http://schemas.microsoft.com/office/drawing/2014/main" id="{97F1FB45-51E1-2527-A755-C0DE2BEBC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2115"/>
              <a:ext cx="18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4" name="Line 10">
              <a:extLst>
                <a:ext uri="{FF2B5EF4-FFF2-40B4-BE49-F238E27FC236}">
                  <a16:creationId xmlns:a16="http://schemas.microsoft.com/office/drawing/2014/main" id="{78793DDD-28A7-80B3-2000-99F5DCA79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2432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5" name="Text Box 11">
              <a:extLst>
                <a:ext uri="{FF2B5EF4-FFF2-40B4-BE49-F238E27FC236}">
                  <a16:creationId xmlns:a16="http://schemas.microsoft.com/office/drawing/2014/main" id="{EA98FB25-D2BB-05E0-72C9-9C111B15F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3" y="1625"/>
              <a:ext cx="4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M(0)</a:t>
              </a:r>
            </a:p>
          </p:txBody>
        </p:sp>
        <p:sp>
          <p:nvSpPr>
            <p:cNvPr id="82956" name="Text Box 12">
              <a:extLst>
                <a:ext uri="{FF2B5EF4-FFF2-40B4-BE49-F238E27FC236}">
                  <a16:creationId xmlns:a16="http://schemas.microsoft.com/office/drawing/2014/main" id="{C1E29671-5300-FA0A-A0A9-8CCCF891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979"/>
              <a:ext cx="87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0.707M(0)</a:t>
              </a:r>
            </a:p>
          </p:txBody>
        </p:sp>
        <p:sp>
          <p:nvSpPr>
            <p:cNvPr id="82957" name="Text Box 13">
              <a:extLst>
                <a:ext uri="{FF2B5EF4-FFF2-40B4-BE49-F238E27FC236}">
                  <a16:creationId xmlns:a16="http://schemas.microsoft.com/office/drawing/2014/main" id="{ADC3D9DF-EAFB-7670-84F3-36EF2886E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2296"/>
              <a:ext cx="6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0.5M(0)</a:t>
              </a:r>
            </a:p>
          </p:txBody>
        </p:sp>
        <p:sp>
          <p:nvSpPr>
            <p:cNvPr id="82958" name="Line 14">
              <a:extLst>
                <a:ext uri="{FF2B5EF4-FFF2-40B4-BE49-F238E27FC236}">
                  <a16:creationId xmlns:a16="http://schemas.microsoft.com/office/drawing/2014/main" id="{65A11EFC-2565-8A17-BFF7-98C6A0984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115"/>
              <a:ext cx="0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9" name="Line 15">
              <a:extLst>
                <a:ext uri="{FF2B5EF4-FFF2-40B4-BE49-F238E27FC236}">
                  <a16:creationId xmlns:a16="http://schemas.microsoft.com/office/drawing/2014/main" id="{7A6AD76B-BDB5-0AA0-E9B6-2CD02347C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432"/>
              <a:ext cx="0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0" name="Line 16">
              <a:extLst>
                <a:ext uri="{FF2B5EF4-FFF2-40B4-BE49-F238E27FC236}">
                  <a16:creationId xmlns:a16="http://schemas.microsoft.com/office/drawing/2014/main" id="{67A3D735-1B0E-6EA3-5846-32C025B0F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752"/>
              <a:ext cx="0" cy="13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1" name="Line 17">
              <a:extLst>
                <a:ext uri="{FF2B5EF4-FFF2-40B4-BE49-F238E27FC236}">
                  <a16:creationId xmlns:a16="http://schemas.microsoft.com/office/drawing/2014/main" id="{1EEFE4B8-4575-8AB4-1DED-3BD16B770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1389"/>
              <a:ext cx="0" cy="1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2" name="Line 18">
              <a:extLst>
                <a:ext uri="{FF2B5EF4-FFF2-40B4-BE49-F238E27FC236}">
                  <a16:creationId xmlns:a16="http://schemas.microsoft.com/office/drawing/2014/main" id="{D7FBFE15-768E-F84F-A7D1-CC04FB8652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4" y="1389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3" name="Text Box 19">
              <a:extLst>
                <a:ext uri="{FF2B5EF4-FFF2-40B4-BE49-F238E27FC236}">
                  <a16:creationId xmlns:a16="http://schemas.microsoft.com/office/drawing/2014/main" id="{B7A26FAB-5F6C-D0C8-0F50-8F4BE14B8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298"/>
              <a:ext cx="2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M</a:t>
              </a:r>
              <a:r>
                <a:rPr lang="en-US" altLang="zh-CN" baseline="-25000"/>
                <a:t>r</a:t>
              </a:r>
            </a:p>
          </p:txBody>
        </p:sp>
        <p:sp>
          <p:nvSpPr>
            <p:cNvPr id="82964" name="Line 20">
              <a:extLst>
                <a:ext uri="{FF2B5EF4-FFF2-40B4-BE49-F238E27FC236}">
                  <a16:creationId xmlns:a16="http://schemas.microsoft.com/office/drawing/2014/main" id="{9EE94149-7417-49F8-876D-BB2A8CDE5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525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5" name="Line 21">
              <a:extLst>
                <a:ext uri="{FF2B5EF4-FFF2-40B4-BE49-F238E27FC236}">
                  <a16:creationId xmlns:a16="http://schemas.microsoft.com/office/drawing/2014/main" id="{F14C5C85-3CA1-EA18-0A75-B29032168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525"/>
              <a:ext cx="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6" name="Line 22">
              <a:extLst>
                <a:ext uri="{FF2B5EF4-FFF2-40B4-BE49-F238E27FC236}">
                  <a16:creationId xmlns:a16="http://schemas.microsoft.com/office/drawing/2014/main" id="{4B9B5A33-9905-31FE-09BA-F639302B3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52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7" name="Line 23">
              <a:extLst>
                <a:ext uri="{FF2B5EF4-FFF2-40B4-BE49-F238E27FC236}">
                  <a16:creationId xmlns:a16="http://schemas.microsoft.com/office/drawing/2014/main" id="{EA86206A-036C-E4A8-B704-494087039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152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8" name="Text Box 24">
              <a:extLst>
                <a:ext uri="{FF2B5EF4-FFF2-40B4-BE49-F238E27FC236}">
                  <a16:creationId xmlns:a16="http://schemas.microsoft.com/office/drawing/2014/main" id="{C98D2977-0D4E-D1DA-AE19-00BD13188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987" y="1511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ym typeface="Symbol" panose="05050102010706020507" pitchFamily="18" charset="2"/>
                </a:rPr>
                <a:t></a:t>
              </a:r>
            </a:p>
          </p:txBody>
        </p:sp>
        <p:graphicFrame>
          <p:nvGraphicFramePr>
            <p:cNvPr id="82969" name="Object 25">
              <a:extLst>
                <a:ext uri="{FF2B5EF4-FFF2-40B4-BE49-F238E27FC236}">
                  <a16:creationId xmlns:a16="http://schemas.microsoft.com/office/drawing/2014/main" id="{09AF5D54-6A19-6756-09EE-8396CA741F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82" y="3158"/>
            <a:ext cx="227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41300" imgH="228600" progId="Equation.DSMT4">
                    <p:embed/>
                  </p:oleObj>
                </mc:Choice>
                <mc:Fallback>
                  <p:oleObj name="Equation" r:id="rId3" imgW="241300" imgH="2286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" y="3158"/>
                          <a:ext cx="227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70" name="Object 26">
              <a:extLst>
                <a:ext uri="{FF2B5EF4-FFF2-40B4-BE49-F238E27FC236}">
                  <a16:creationId xmlns:a16="http://schemas.microsoft.com/office/drawing/2014/main" id="{76898BE1-24BB-C0A5-5026-1F135EFB5A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0" y="3158"/>
            <a:ext cx="18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500" imgH="228600" progId="Equation.DSMT4">
                    <p:embed/>
                  </p:oleObj>
                </mc:Choice>
                <mc:Fallback>
                  <p:oleObj name="Equation" r:id="rId5" imgW="190500" imgH="2286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3158"/>
                          <a:ext cx="18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71" name="Object 27">
              <a:extLst>
                <a:ext uri="{FF2B5EF4-FFF2-40B4-BE49-F238E27FC236}">
                  <a16:creationId xmlns:a16="http://schemas.microsoft.com/office/drawing/2014/main" id="{BF3F8AB2-A662-DCFA-8DF2-5C8C813F51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2" y="3158"/>
            <a:ext cx="18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500" imgH="228600" progId="Equation.DSMT4">
                    <p:embed/>
                  </p:oleObj>
                </mc:Choice>
                <mc:Fallback>
                  <p:oleObj name="Equation" r:id="rId7" imgW="190500" imgH="2286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3158"/>
                          <a:ext cx="18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72" name="Object 28">
              <a:extLst>
                <a:ext uri="{FF2B5EF4-FFF2-40B4-BE49-F238E27FC236}">
                  <a16:creationId xmlns:a16="http://schemas.microsoft.com/office/drawing/2014/main" id="{685697B5-1C2B-9D36-09F4-7D6B569C9E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9" y="3158"/>
            <a:ext cx="17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7646" imgH="228402" progId="Equation.DSMT4">
                    <p:embed/>
                  </p:oleObj>
                </mc:Choice>
                <mc:Fallback>
                  <p:oleObj name="Equation" r:id="rId9" imgW="177646" imgH="228402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3158"/>
                          <a:ext cx="17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73" name="Object 29">
              <a:extLst>
                <a:ext uri="{FF2B5EF4-FFF2-40B4-BE49-F238E27FC236}">
                  <a16:creationId xmlns:a16="http://schemas.microsoft.com/office/drawing/2014/main" id="{8E0D4DDB-CE8E-9C90-8D39-9EA3064424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0" y="3158"/>
            <a:ext cx="19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90500" imgH="228600" progId="Equation.DSMT4">
                    <p:embed/>
                  </p:oleObj>
                </mc:Choice>
                <mc:Fallback>
                  <p:oleObj name="Equation" r:id="rId11" imgW="190500" imgH="2286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3158"/>
                          <a:ext cx="190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974" name="Text Box 30">
              <a:extLst>
                <a:ext uri="{FF2B5EF4-FFF2-40B4-BE49-F238E27FC236}">
                  <a16:creationId xmlns:a16="http://schemas.microsoft.com/office/drawing/2014/main" id="{C8296352-BAAF-D489-EFA8-8BA268F2A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891"/>
              <a:ext cx="4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M(</a:t>
              </a:r>
              <a:r>
                <a:rPr lang="en-US" altLang="zh-CN">
                  <a:sym typeface="Symbol" panose="05050102010706020507" pitchFamily="18" charset="2"/>
                </a:rPr>
                <a:t></a:t>
              </a:r>
              <a:r>
                <a:rPr lang="en-US" altLang="zh-CN"/>
                <a:t>)</a:t>
              </a:r>
            </a:p>
          </p:txBody>
        </p:sp>
        <p:sp>
          <p:nvSpPr>
            <p:cNvPr id="82975" name="Text Box 31">
              <a:extLst>
                <a:ext uri="{FF2B5EF4-FFF2-40B4-BE49-F238E27FC236}">
                  <a16:creationId xmlns:a16="http://schemas.microsoft.com/office/drawing/2014/main" id="{7D408AF3-2D80-8768-05FA-2A6064884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3067"/>
              <a:ext cx="2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0</a:t>
              </a:r>
            </a:p>
          </p:txBody>
        </p:sp>
        <p:sp>
          <p:nvSpPr>
            <p:cNvPr id="82976" name="Text Box 32">
              <a:extLst>
                <a:ext uri="{FF2B5EF4-FFF2-40B4-BE49-F238E27FC236}">
                  <a16:creationId xmlns:a16="http://schemas.microsoft.com/office/drawing/2014/main" id="{1CAE094C-FFEF-012E-96BD-77381F1AF9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3" y="3032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ym typeface="Symbol" panose="05050102010706020507" pitchFamily="18" charset="2"/>
                </a:rPr>
                <a:t></a:t>
              </a:r>
            </a:p>
          </p:txBody>
        </p:sp>
        <p:sp>
          <p:nvSpPr>
            <p:cNvPr id="82977" name="Text Box 33">
              <a:extLst>
                <a:ext uri="{FF2B5EF4-FFF2-40B4-BE49-F238E27FC236}">
                  <a16:creationId xmlns:a16="http://schemas.microsoft.com/office/drawing/2014/main" id="{B10BC391-0CD7-3DAF-CFC3-3FA52B4C8E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463"/>
              <a:ext cx="1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闭环系统幅频特性</a:t>
              </a:r>
            </a:p>
          </p:txBody>
        </p:sp>
      </p:grpSp>
      <p:sp>
        <p:nvSpPr>
          <p:cNvPr id="82948" name="Text Box 3">
            <a:extLst>
              <a:ext uri="{FF2B5EF4-FFF2-40B4-BE49-F238E27FC236}">
                <a16:creationId xmlns:a16="http://schemas.microsoft.com/office/drawing/2014/main" id="{4819466F-F3BE-D1E5-AA90-096DF0711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6250"/>
            <a:ext cx="5905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闭环频率特性及其特征参数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4087</Words>
  <Application>Microsoft Office PowerPoint</Application>
  <PresentationFormat>全屏显示(4:3)</PresentationFormat>
  <Paragraphs>765</Paragraphs>
  <Slides>76</Slides>
  <Notes>63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76</vt:i4>
      </vt:variant>
    </vt:vector>
  </HeadingPairs>
  <TitlesOfParts>
    <vt:vector size="92" baseType="lpstr">
      <vt:lpstr>仿宋_GB2312</vt:lpstr>
      <vt:lpstr>黑体</vt:lpstr>
      <vt:lpstr>华文楷体</vt:lpstr>
      <vt:lpstr>楷体_GB2312</vt:lpstr>
      <vt:lpstr>宋体</vt:lpstr>
      <vt:lpstr>Arial</vt:lpstr>
      <vt:lpstr>Calibri</vt:lpstr>
      <vt:lpstr>Helvetica</vt:lpstr>
      <vt:lpstr>Symbol</vt:lpstr>
      <vt:lpstr>Times New Roman</vt:lpstr>
      <vt:lpstr>Wingdings</vt:lpstr>
      <vt:lpstr>默认设计模板</vt:lpstr>
      <vt:lpstr>Equation</vt:lpstr>
      <vt:lpstr>公式</vt:lpstr>
      <vt:lpstr>Equation.3</vt:lpstr>
      <vt:lpstr>SmartDraw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 Introduction to Feedback Control</dc:title>
  <dc:creator>微软用户</dc:creator>
  <cp:lastModifiedBy>AIMIN FANG</cp:lastModifiedBy>
  <cp:revision>58</cp:revision>
  <dcterms:created xsi:type="dcterms:W3CDTF">2008-11-12T03:06:04Z</dcterms:created>
  <dcterms:modified xsi:type="dcterms:W3CDTF">2025-10-28T02:46:12Z</dcterms:modified>
</cp:coreProperties>
</file>