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0"/>
  </p:notesMasterIdLst>
  <p:handoutMasterIdLst>
    <p:handoutMasterId r:id="rId41"/>
  </p:handoutMasterIdLst>
  <p:sldIdLst>
    <p:sldId id="696" r:id="rId2"/>
    <p:sldId id="257" r:id="rId3"/>
    <p:sldId id="258" r:id="rId4"/>
    <p:sldId id="309" r:id="rId5"/>
    <p:sldId id="261" r:id="rId6"/>
    <p:sldId id="262" r:id="rId7"/>
    <p:sldId id="263" r:id="rId8"/>
    <p:sldId id="264" r:id="rId9"/>
    <p:sldId id="470" r:id="rId10"/>
    <p:sldId id="266" r:id="rId11"/>
    <p:sldId id="267" r:id="rId12"/>
    <p:sldId id="269" r:id="rId13"/>
    <p:sldId id="270" r:id="rId14"/>
    <p:sldId id="445" r:id="rId15"/>
    <p:sldId id="273" r:id="rId16"/>
    <p:sldId id="274" r:id="rId17"/>
    <p:sldId id="275" r:id="rId18"/>
    <p:sldId id="277" r:id="rId19"/>
    <p:sldId id="278" r:id="rId20"/>
    <p:sldId id="279" r:id="rId21"/>
    <p:sldId id="446" r:id="rId22"/>
    <p:sldId id="447" r:id="rId23"/>
    <p:sldId id="448" r:id="rId24"/>
    <p:sldId id="449" r:id="rId25"/>
    <p:sldId id="450" r:id="rId26"/>
    <p:sldId id="315" r:id="rId27"/>
    <p:sldId id="316" r:id="rId28"/>
    <p:sldId id="317" r:id="rId29"/>
    <p:sldId id="318" r:id="rId30"/>
    <p:sldId id="289" r:id="rId31"/>
    <p:sldId id="290" r:id="rId32"/>
    <p:sldId id="292" r:id="rId33"/>
    <p:sldId id="293" r:id="rId34"/>
    <p:sldId id="294" r:id="rId35"/>
    <p:sldId id="451" r:id="rId36"/>
    <p:sldId id="319" r:id="rId37"/>
    <p:sldId id="320" r:id="rId38"/>
    <p:sldId id="321" r:id="rId39"/>
  </p:sldIdLst>
  <p:sldSz cx="9144000" cy="6858000" type="screen4x3"/>
  <p:notesSz cx="6858000" cy="9144000"/>
  <p:defaultTex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730"/>
    <p:restoredTop sz="94660"/>
  </p:normalViewPr>
  <p:slideViewPr>
    <p:cSldViewPr showGuides="1">
      <p:cViewPr varScale="1">
        <p:scale>
          <a:sx n="70" d="100"/>
          <a:sy n="70" d="100"/>
        </p:scale>
        <p:origin x="987" y="45"/>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7106"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eaLnBrk="1" hangingPunct="1">
              <a:defRPr sz="120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7107" name="Rectangle 3"/>
          <p:cNvSpPr>
            <a:spLocks noGrp="1" noChangeArrowheads="1"/>
          </p:cNvSpPr>
          <p:nvPr>
            <p:ph type="dt" sz="quarter"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20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7108" name="Rectangle 4"/>
          <p:cNvSpPr>
            <a:spLocks noGrp="1" noChangeArrowheads="1"/>
          </p:cNvSpPr>
          <p:nvPr>
            <p:ph type="ftr" sz="quarter" idx="2"/>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eaLnBrk="1" hangingPunct="1">
              <a:defRPr sz="120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7109" name="Rectangle 5"/>
          <p:cNvSpPr>
            <a:spLocks noGrp="1" noChangeArrowheads="1"/>
          </p:cNvSpPr>
          <p:nvPr>
            <p:ph type="sldNum" sz="quarter" idx="3"/>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p>
            <a:pPr lvl="0" algn="r" eaLnBrk="1" hangingPunct="1"/>
            <a:fld id="{9A0DB2DC-4C9A-4742-B13C-FB6460FD3503}" type="slidenum">
              <a:rPr lang="en-US" altLang="zh-CN" sz="1200" dirty="0"/>
              <a:t>‹#›</a:t>
            </a:fld>
            <a:endParaRPr lang="en-US" altLang="zh-CN" sz="1200" dirty="0"/>
          </a:p>
        </p:txBody>
      </p:sp>
    </p:spTree>
    <p:extLst>
      <p:ext uri="{BB962C8B-B14F-4D97-AF65-F5344CB8AC3E}">
        <p14:creationId xmlns:p14="http://schemas.microsoft.com/office/powerpoint/2010/main" val="173253372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082"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eaLnBrk="1" hangingPunct="1">
              <a:defRPr sz="120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6083"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20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12644" name="Rectangle 4"/>
          <p:cNvSpPr>
            <a:spLocks noGrp="1" noRot="1" noChangeAspect="1" noTextEdit="1"/>
          </p:cNvSpPr>
          <p:nvPr>
            <p:ph type="sldImg"/>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46085" name="Rectangle 5"/>
          <p:cNvSpPr>
            <a:spLocks noGrp="1" noChangeArrowheads="1"/>
          </p:cNvSpPr>
          <p:nvPr>
            <p:ph type="body" sz="quarter" idx="3"/>
          </p:nvPr>
        </p:nvSpPr>
        <p:spPr bwMode="auto">
          <a:xfrm>
            <a:off x="685800" y="4343400"/>
            <a:ext cx="5486400" cy="4114800"/>
          </a:xfrm>
          <a:prstGeom prst="rect">
            <a:avLst/>
          </a:prstGeom>
          <a:noFill/>
          <a:ln w="9525">
            <a:noFill/>
            <a:miter lim="800000"/>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单击此处编辑母版文本样式</a:t>
            </a: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第二级</a:t>
            </a: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第三级</a:t>
            </a: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第四级</a:t>
            </a: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第五级</a:t>
            </a:r>
          </a:p>
        </p:txBody>
      </p:sp>
      <p:sp>
        <p:nvSpPr>
          <p:cNvPr id="46086"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eaLnBrk="1" hangingPunct="1">
              <a:defRPr sz="120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6087"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p>
            <a:pPr lvl="0" algn="r" eaLnBrk="1" hangingPunct="1"/>
            <a:fld id="{9A0DB2DC-4C9A-4742-B13C-FB6460FD3503}" type="slidenum">
              <a:rPr lang="en-US" altLang="zh-CN" sz="1200" dirty="0"/>
              <a:t>‹#›</a:t>
            </a:fld>
            <a:endParaRPr lang="en-US" altLang="zh-CN" sz="1200" dirty="0"/>
          </a:p>
        </p:txBody>
      </p:sp>
    </p:spTree>
    <p:extLst>
      <p:ext uri="{BB962C8B-B14F-4D97-AF65-F5344CB8AC3E}">
        <p14:creationId xmlns:p14="http://schemas.microsoft.com/office/powerpoint/2010/main" val="1521275843"/>
      </p:ext>
    </p:extLst>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dirty="0"/>
              <a:t>2</a:t>
            </a:fld>
            <a:endParaRPr lang="en-US" altLang="zh-CN" sz="1200" dirty="0"/>
          </a:p>
        </p:txBody>
      </p:sp>
      <p:sp>
        <p:nvSpPr>
          <p:cNvPr id="113667" name="Rectangle 2"/>
          <p:cNvSpPr>
            <a:spLocks noGrp="1" noRot="1" noChangeAspect="1" noTextEdit="1"/>
          </p:cNvSpPr>
          <p:nvPr>
            <p:ph type="sldImg"/>
          </p:nvPr>
        </p:nvSpPr>
        <p:spPr>
          <a:ln/>
        </p:spPr>
      </p:sp>
      <p:sp>
        <p:nvSpPr>
          <p:cNvPr id="113668"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dirty="0"/>
              <a:t>3</a:t>
            </a:fld>
            <a:endParaRPr lang="en-US" altLang="zh-CN" sz="1200" dirty="0"/>
          </a:p>
        </p:txBody>
      </p:sp>
      <p:sp>
        <p:nvSpPr>
          <p:cNvPr id="114691" name="Rectangle 2"/>
          <p:cNvSpPr>
            <a:spLocks noGrp="1" noRot="1" noChangeAspect="1" noTextEdit="1"/>
          </p:cNvSpPr>
          <p:nvPr>
            <p:ph type="sldImg"/>
          </p:nvPr>
        </p:nvSpPr>
        <p:spPr>
          <a:ln/>
        </p:spPr>
      </p:sp>
      <p:sp>
        <p:nvSpPr>
          <p:cNvPr id="114692"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dirty="0"/>
              <a:t>4</a:t>
            </a:fld>
            <a:endParaRPr lang="en-US" altLang="zh-CN" sz="1200" dirty="0"/>
          </a:p>
        </p:txBody>
      </p:sp>
      <p:sp>
        <p:nvSpPr>
          <p:cNvPr id="115715" name="Rectangle 2"/>
          <p:cNvSpPr>
            <a:spLocks noGrp="1" noRot="1" noChangeAspect="1" noTextEdit="1"/>
          </p:cNvSpPr>
          <p:nvPr>
            <p:ph type="sldImg"/>
          </p:nvPr>
        </p:nvSpPr>
        <p:spPr>
          <a:ln/>
        </p:spPr>
      </p:sp>
      <p:sp>
        <p:nvSpPr>
          <p:cNvPr id="115716"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dirty="0"/>
              <a:t>5</a:t>
            </a:fld>
            <a:endParaRPr lang="en-US" altLang="zh-CN" sz="1200" dirty="0"/>
          </a:p>
        </p:txBody>
      </p:sp>
      <p:sp>
        <p:nvSpPr>
          <p:cNvPr id="116739" name="Rectangle 2"/>
          <p:cNvSpPr>
            <a:spLocks noGrp="1" noRot="1" noChangeAspect="1" noTextEdit="1"/>
          </p:cNvSpPr>
          <p:nvPr>
            <p:ph type="sldImg"/>
          </p:nvPr>
        </p:nvSpPr>
        <p:spPr>
          <a:ln/>
        </p:spPr>
      </p:sp>
      <p:sp>
        <p:nvSpPr>
          <p:cNvPr id="116740"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dirty="0"/>
              <a:t>6</a:t>
            </a:fld>
            <a:endParaRPr lang="en-US" altLang="zh-CN" sz="1200" dirty="0"/>
          </a:p>
        </p:txBody>
      </p:sp>
      <p:sp>
        <p:nvSpPr>
          <p:cNvPr id="117763" name="Rectangle 2"/>
          <p:cNvSpPr>
            <a:spLocks noGrp="1" noRot="1" noChangeAspect="1" noTextEdit="1"/>
          </p:cNvSpPr>
          <p:nvPr>
            <p:ph type="sldImg"/>
          </p:nvPr>
        </p:nvSpPr>
        <p:spPr>
          <a:ln/>
        </p:spPr>
      </p:sp>
      <p:sp>
        <p:nvSpPr>
          <p:cNvPr id="117764"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dirty="0"/>
              <a:t>7</a:t>
            </a:fld>
            <a:endParaRPr lang="en-US" altLang="zh-CN" sz="1200" dirty="0"/>
          </a:p>
        </p:txBody>
      </p:sp>
      <p:sp>
        <p:nvSpPr>
          <p:cNvPr id="118787" name="Rectangle 2"/>
          <p:cNvSpPr>
            <a:spLocks noGrp="1" noRot="1" noChangeAspect="1" noTextEdit="1"/>
          </p:cNvSpPr>
          <p:nvPr>
            <p:ph type="sldImg"/>
          </p:nvPr>
        </p:nvSpPr>
        <p:spPr>
          <a:ln/>
        </p:spPr>
      </p:sp>
      <p:sp>
        <p:nvSpPr>
          <p:cNvPr id="118788"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dirty="0"/>
              <a:t>8</a:t>
            </a:fld>
            <a:endParaRPr lang="en-US" altLang="zh-CN" sz="1200" dirty="0"/>
          </a:p>
        </p:txBody>
      </p:sp>
      <p:sp>
        <p:nvSpPr>
          <p:cNvPr id="119811" name="Rectangle 2"/>
          <p:cNvSpPr>
            <a:spLocks noGrp="1" noRot="1" noChangeAspect="1" noTextEdit="1"/>
          </p:cNvSpPr>
          <p:nvPr>
            <p:ph type="sldImg"/>
          </p:nvPr>
        </p:nvSpPr>
        <p:spPr>
          <a:ln/>
        </p:spPr>
      </p:sp>
      <p:sp>
        <p:nvSpPr>
          <p:cNvPr id="119812"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dirty="0"/>
              <a:t>9</a:t>
            </a:fld>
            <a:endParaRPr lang="en-US" altLang="zh-CN" sz="1200" dirty="0"/>
          </a:p>
        </p:txBody>
      </p:sp>
      <p:sp>
        <p:nvSpPr>
          <p:cNvPr id="120835" name="Rectangle 2"/>
          <p:cNvSpPr>
            <a:spLocks noGrp="1" noRot="1" noChangeAspect="1" noTextEdit="1"/>
          </p:cNvSpPr>
          <p:nvPr>
            <p:ph type="sldImg"/>
          </p:nvPr>
        </p:nvSpPr>
        <p:spPr>
          <a:ln/>
        </p:spPr>
      </p:sp>
      <p:sp>
        <p:nvSpPr>
          <p:cNvPr id="120836" name="Rectangle 3"/>
          <p:cNvSpPr>
            <a:spLocks noGrp="1"/>
          </p:cNvSpPr>
          <p:nvPr>
            <p:ph type="body" idx="1"/>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dirty="0"/>
              <a:t>10</a:t>
            </a:fld>
            <a:endParaRPr lang="en-US" altLang="zh-CN" sz="1200" dirty="0"/>
          </a:p>
        </p:txBody>
      </p:sp>
      <p:sp>
        <p:nvSpPr>
          <p:cNvPr id="121859" name="Rectangle 2"/>
          <p:cNvSpPr>
            <a:spLocks noGrp="1" noRot="1" noChangeAspect="1" noTextEdit="1"/>
          </p:cNvSpPr>
          <p:nvPr>
            <p:ph type="sldImg"/>
          </p:nvPr>
        </p:nvSpPr>
        <p:spPr>
          <a:ln/>
        </p:spPr>
      </p:sp>
      <p:sp>
        <p:nvSpPr>
          <p:cNvPr id="121860"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dirty="0"/>
              <a:t>11</a:t>
            </a:fld>
            <a:endParaRPr lang="en-US" altLang="zh-CN" sz="1200" dirty="0"/>
          </a:p>
        </p:txBody>
      </p:sp>
      <p:sp>
        <p:nvSpPr>
          <p:cNvPr id="122883" name="Rectangle 2"/>
          <p:cNvSpPr>
            <a:spLocks noGrp="1" noRot="1" noChangeAspect="1" noTextEdit="1"/>
          </p:cNvSpPr>
          <p:nvPr>
            <p:ph type="sldImg"/>
          </p:nvPr>
        </p:nvSpPr>
        <p:spPr>
          <a:ln/>
        </p:spPr>
      </p:sp>
      <p:sp>
        <p:nvSpPr>
          <p:cNvPr id="122884"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dirty="0"/>
              <a:t>12</a:t>
            </a:fld>
            <a:endParaRPr lang="en-US" altLang="zh-CN" sz="1200" dirty="0"/>
          </a:p>
        </p:txBody>
      </p:sp>
      <p:sp>
        <p:nvSpPr>
          <p:cNvPr id="123907" name="Rectangle 2"/>
          <p:cNvSpPr>
            <a:spLocks noGrp="1" noRot="1" noChangeAspect="1" noTextEdit="1"/>
          </p:cNvSpPr>
          <p:nvPr>
            <p:ph type="sldImg"/>
          </p:nvPr>
        </p:nvSpPr>
        <p:spPr>
          <a:ln/>
        </p:spPr>
      </p:sp>
      <p:sp>
        <p:nvSpPr>
          <p:cNvPr id="123908"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dirty="0"/>
              <a:t>13</a:t>
            </a:fld>
            <a:endParaRPr lang="en-US" altLang="zh-CN" sz="1200" dirty="0"/>
          </a:p>
        </p:txBody>
      </p:sp>
      <p:sp>
        <p:nvSpPr>
          <p:cNvPr id="124931" name="Rectangle 2"/>
          <p:cNvSpPr>
            <a:spLocks noGrp="1" noRot="1" noChangeAspect="1" noTextEdit="1"/>
          </p:cNvSpPr>
          <p:nvPr>
            <p:ph type="sldImg"/>
          </p:nvPr>
        </p:nvSpPr>
        <p:spPr>
          <a:ln/>
        </p:spPr>
      </p:sp>
      <p:sp>
        <p:nvSpPr>
          <p:cNvPr id="124932"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dirty="0"/>
              <a:t>14</a:t>
            </a:fld>
            <a:endParaRPr lang="en-US" altLang="zh-CN" sz="1200" dirty="0"/>
          </a:p>
        </p:txBody>
      </p:sp>
      <p:sp>
        <p:nvSpPr>
          <p:cNvPr id="125955" name="Rectangle 2"/>
          <p:cNvSpPr>
            <a:spLocks noGrp="1" noRot="1" noChangeAspect="1" noTextEdit="1"/>
          </p:cNvSpPr>
          <p:nvPr>
            <p:ph type="sldImg"/>
          </p:nvPr>
        </p:nvSpPr>
        <p:spPr>
          <a:ln/>
        </p:spPr>
      </p:sp>
      <p:sp>
        <p:nvSpPr>
          <p:cNvPr id="125956"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dirty="0"/>
              <a:t>15</a:t>
            </a:fld>
            <a:endParaRPr lang="en-US" altLang="zh-CN" sz="1200" dirty="0"/>
          </a:p>
        </p:txBody>
      </p:sp>
      <p:sp>
        <p:nvSpPr>
          <p:cNvPr id="126979" name="Rectangle 2"/>
          <p:cNvSpPr>
            <a:spLocks noGrp="1" noRot="1" noChangeAspect="1" noTextEdit="1"/>
          </p:cNvSpPr>
          <p:nvPr>
            <p:ph type="sldImg"/>
          </p:nvPr>
        </p:nvSpPr>
        <p:spPr>
          <a:ln/>
        </p:spPr>
      </p:sp>
      <p:sp>
        <p:nvSpPr>
          <p:cNvPr id="126980"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dirty="0"/>
              <a:t>16</a:t>
            </a:fld>
            <a:endParaRPr lang="en-US" altLang="zh-CN" sz="1200" dirty="0"/>
          </a:p>
        </p:txBody>
      </p:sp>
      <p:sp>
        <p:nvSpPr>
          <p:cNvPr id="128003" name="Rectangle 2"/>
          <p:cNvSpPr>
            <a:spLocks noGrp="1" noRot="1" noChangeAspect="1" noTextEdit="1"/>
          </p:cNvSpPr>
          <p:nvPr>
            <p:ph type="sldImg"/>
          </p:nvPr>
        </p:nvSpPr>
        <p:spPr>
          <a:ln/>
        </p:spPr>
      </p:sp>
      <p:sp>
        <p:nvSpPr>
          <p:cNvPr id="128004"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dirty="0"/>
              <a:t>17</a:t>
            </a:fld>
            <a:endParaRPr lang="en-US" altLang="zh-CN" sz="1200" dirty="0"/>
          </a:p>
        </p:txBody>
      </p:sp>
      <p:sp>
        <p:nvSpPr>
          <p:cNvPr id="129027" name="Rectangle 2"/>
          <p:cNvSpPr>
            <a:spLocks noGrp="1" noRot="1" noChangeAspect="1" noTextEdit="1"/>
          </p:cNvSpPr>
          <p:nvPr>
            <p:ph type="sldImg"/>
          </p:nvPr>
        </p:nvSpPr>
        <p:spPr>
          <a:ln/>
        </p:spPr>
      </p:sp>
      <p:sp>
        <p:nvSpPr>
          <p:cNvPr id="129028"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dirty="0"/>
              <a:t>18</a:t>
            </a:fld>
            <a:endParaRPr lang="en-US" altLang="zh-CN" sz="1200" dirty="0"/>
          </a:p>
        </p:txBody>
      </p:sp>
      <p:sp>
        <p:nvSpPr>
          <p:cNvPr id="130051" name="Rectangle 2"/>
          <p:cNvSpPr>
            <a:spLocks noGrp="1" noRot="1" noChangeAspect="1" noTextEdit="1"/>
          </p:cNvSpPr>
          <p:nvPr>
            <p:ph type="sldImg"/>
          </p:nvPr>
        </p:nvSpPr>
        <p:spPr>
          <a:ln/>
        </p:spPr>
      </p:sp>
      <p:sp>
        <p:nvSpPr>
          <p:cNvPr id="130052"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dirty="0"/>
              <a:t>19</a:t>
            </a:fld>
            <a:endParaRPr lang="en-US" altLang="zh-CN" sz="1200" dirty="0"/>
          </a:p>
        </p:txBody>
      </p:sp>
      <p:sp>
        <p:nvSpPr>
          <p:cNvPr id="131075" name="Rectangle 2"/>
          <p:cNvSpPr>
            <a:spLocks noGrp="1" noRot="1" noChangeAspect="1" noTextEdit="1"/>
          </p:cNvSpPr>
          <p:nvPr>
            <p:ph type="sldImg"/>
          </p:nvPr>
        </p:nvSpPr>
        <p:spPr>
          <a:ln/>
        </p:spPr>
      </p:sp>
      <p:sp>
        <p:nvSpPr>
          <p:cNvPr id="131076"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dirty="0"/>
              <a:t>20</a:t>
            </a:fld>
            <a:endParaRPr lang="en-US" altLang="zh-CN" sz="1200" dirty="0"/>
          </a:p>
        </p:txBody>
      </p:sp>
      <p:sp>
        <p:nvSpPr>
          <p:cNvPr id="132099" name="Rectangle 2"/>
          <p:cNvSpPr>
            <a:spLocks noGrp="1" noRot="1" noChangeAspect="1" noTextEdit="1"/>
          </p:cNvSpPr>
          <p:nvPr>
            <p:ph type="sldImg"/>
          </p:nvPr>
        </p:nvSpPr>
        <p:spPr>
          <a:ln/>
        </p:spPr>
      </p:sp>
      <p:sp>
        <p:nvSpPr>
          <p:cNvPr id="132100"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dirty="0"/>
              <a:t>21</a:t>
            </a:fld>
            <a:endParaRPr lang="en-US" altLang="zh-CN" sz="1200" dirty="0"/>
          </a:p>
        </p:txBody>
      </p:sp>
      <p:sp>
        <p:nvSpPr>
          <p:cNvPr id="133123" name="Rectangle 2"/>
          <p:cNvSpPr>
            <a:spLocks noGrp="1" noRot="1" noChangeAspect="1" noTextEdit="1"/>
          </p:cNvSpPr>
          <p:nvPr>
            <p:ph type="sldImg"/>
          </p:nvPr>
        </p:nvSpPr>
        <p:spPr>
          <a:ln/>
        </p:spPr>
      </p:sp>
      <p:sp>
        <p:nvSpPr>
          <p:cNvPr id="133124"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dirty="0"/>
              <a:t>22</a:t>
            </a:fld>
            <a:endParaRPr lang="en-US" altLang="zh-CN" sz="1200" dirty="0"/>
          </a:p>
        </p:txBody>
      </p:sp>
      <p:sp>
        <p:nvSpPr>
          <p:cNvPr id="134147" name="Rectangle 2"/>
          <p:cNvSpPr>
            <a:spLocks noGrp="1" noRot="1" noChangeAspect="1" noTextEdit="1"/>
          </p:cNvSpPr>
          <p:nvPr>
            <p:ph type="sldImg"/>
          </p:nvPr>
        </p:nvSpPr>
        <p:spPr>
          <a:ln/>
        </p:spPr>
      </p:sp>
      <p:sp>
        <p:nvSpPr>
          <p:cNvPr id="134148"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dirty="0"/>
              <a:t>23</a:t>
            </a:fld>
            <a:endParaRPr lang="en-US" altLang="zh-CN" sz="1200" dirty="0"/>
          </a:p>
        </p:txBody>
      </p:sp>
      <p:sp>
        <p:nvSpPr>
          <p:cNvPr id="135171" name="Rectangle 2"/>
          <p:cNvSpPr>
            <a:spLocks noGrp="1" noRot="1" noChangeAspect="1" noTextEdit="1"/>
          </p:cNvSpPr>
          <p:nvPr>
            <p:ph type="sldImg"/>
          </p:nvPr>
        </p:nvSpPr>
        <p:spPr>
          <a:ln/>
        </p:spPr>
      </p:sp>
      <p:sp>
        <p:nvSpPr>
          <p:cNvPr id="135172"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dirty="0"/>
              <a:t>24</a:t>
            </a:fld>
            <a:endParaRPr lang="en-US" altLang="zh-CN" sz="1200" dirty="0"/>
          </a:p>
        </p:txBody>
      </p:sp>
      <p:sp>
        <p:nvSpPr>
          <p:cNvPr id="136195" name="Rectangle 2"/>
          <p:cNvSpPr>
            <a:spLocks noGrp="1" noRot="1" noChangeAspect="1" noTextEdit="1"/>
          </p:cNvSpPr>
          <p:nvPr>
            <p:ph type="sldImg"/>
          </p:nvPr>
        </p:nvSpPr>
        <p:spPr>
          <a:ln/>
        </p:spPr>
      </p:sp>
      <p:sp>
        <p:nvSpPr>
          <p:cNvPr id="136196"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dirty="0"/>
              <a:t>25</a:t>
            </a:fld>
            <a:endParaRPr lang="en-US" altLang="zh-CN" sz="1200" dirty="0"/>
          </a:p>
        </p:txBody>
      </p:sp>
      <p:sp>
        <p:nvSpPr>
          <p:cNvPr id="137219" name="Rectangle 2"/>
          <p:cNvSpPr>
            <a:spLocks noGrp="1" noRot="1" noChangeAspect="1" noTextEdit="1"/>
          </p:cNvSpPr>
          <p:nvPr>
            <p:ph type="sldImg"/>
          </p:nvPr>
        </p:nvSpPr>
        <p:spPr>
          <a:ln/>
        </p:spPr>
      </p:sp>
      <p:sp>
        <p:nvSpPr>
          <p:cNvPr id="137220"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dirty="0"/>
              <a:t>26</a:t>
            </a:fld>
            <a:endParaRPr lang="en-US" altLang="zh-CN" sz="1200" dirty="0"/>
          </a:p>
        </p:txBody>
      </p:sp>
      <p:sp>
        <p:nvSpPr>
          <p:cNvPr id="138243" name="Rectangle 2"/>
          <p:cNvSpPr>
            <a:spLocks noGrp="1" noRot="1" noChangeAspect="1" noTextEdit="1"/>
          </p:cNvSpPr>
          <p:nvPr>
            <p:ph type="sldImg"/>
          </p:nvPr>
        </p:nvSpPr>
        <p:spPr>
          <a:ln/>
        </p:spPr>
      </p:sp>
      <p:sp>
        <p:nvSpPr>
          <p:cNvPr id="138244"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dirty="0"/>
              <a:t>27</a:t>
            </a:fld>
            <a:endParaRPr lang="en-US" altLang="zh-CN" sz="1200" dirty="0"/>
          </a:p>
        </p:txBody>
      </p:sp>
      <p:sp>
        <p:nvSpPr>
          <p:cNvPr id="139267" name="Rectangle 2"/>
          <p:cNvSpPr>
            <a:spLocks noGrp="1" noRot="1" noChangeAspect="1" noTextEdit="1"/>
          </p:cNvSpPr>
          <p:nvPr>
            <p:ph type="sldImg"/>
          </p:nvPr>
        </p:nvSpPr>
        <p:spPr>
          <a:ln/>
        </p:spPr>
      </p:sp>
      <p:sp>
        <p:nvSpPr>
          <p:cNvPr id="139268"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dirty="0"/>
              <a:t>28</a:t>
            </a:fld>
            <a:endParaRPr lang="en-US" altLang="zh-CN" sz="1200" dirty="0"/>
          </a:p>
        </p:txBody>
      </p:sp>
      <p:sp>
        <p:nvSpPr>
          <p:cNvPr id="140291" name="Rectangle 2"/>
          <p:cNvSpPr>
            <a:spLocks noGrp="1" noRot="1" noChangeAspect="1" noTextEdit="1"/>
          </p:cNvSpPr>
          <p:nvPr>
            <p:ph type="sldImg"/>
          </p:nvPr>
        </p:nvSpPr>
        <p:spPr>
          <a:ln/>
        </p:spPr>
      </p:sp>
      <p:sp>
        <p:nvSpPr>
          <p:cNvPr id="140292"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dirty="0"/>
              <a:t>29</a:t>
            </a:fld>
            <a:endParaRPr lang="en-US" altLang="zh-CN" sz="1200" dirty="0"/>
          </a:p>
        </p:txBody>
      </p:sp>
      <p:sp>
        <p:nvSpPr>
          <p:cNvPr id="141315" name="Rectangle 2"/>
          <p:cNvSpPr>
            <a:spLocks noGrp="1" noRot="1" noChangeAspect="1" noTextEdit="1"/>
          </p:cNvSpPr>
          <p:nvPr>
            <p:ph type="sldImg"/>
          </p:nvPr>
        </p:nvSpPr>
        <p:spPr>
          <a:ln/>
        </p:spPr>
      </p:sp>
      <p:sp>
        <p:nvSpPr>
          <p:cNvPr id="141316"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dirty="0"/>
              <a:t>30</a:t>
            </a:fld>
            <a:endParaRPr lang="en-US" altLang="zh-CN" sz="1200" dirty="0"/>
          </a:p>
        </p:txBody>
      </p:sp>
      <p:sp>
        <p:nvSpPr>
          <p:cNvPr id="142339" name="Rectangle 2"/>
          <p:cNvSpPr>
            <a:spLocks noGrp="1" noRot="1" noChangeAspect="1" noTextEdit="1"/>
          </p:cNvSpPr>
          <p:nvPr>
            <p:ph type="sldImg"/>
          </p:nvPr>
        </p:nvSpPr>
        <p:spPr>
          <a:ln/>
        </p:spPr>
      </p:sp>
      <p:sp>
        <p:nvSpPr>
          <p:cNvPr id="142340"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dirty="0"/>
              <a:t>31</a:t>
            </a:fld>
            <a:endParaRPr lang="en-US" altLang="zh-CN" sz="1200" dirty="0"/>
          </a:p>
        </p:txBody>
      </p:sp>
      <p:sp>
        <p:nvSpPr>
          <p:cNvPr id="143363" name="Rectangle 2"/>
          <p:cNvSpPr>
            <a:spLocks noGrp="1" noRot="1" noChangeAspect="1" noTextEdit="1"/>
          </p:cNvSpPr>
          <p:nvPr>
            <p:ph type="sldImg"/>
          </p:nvPr>
        </p:nvSpPr>
        <p:spPr>
          <a:ln/>
        </p:spPr>
      </p:sp>
      <p:sp>
        <p:nvSpPr>
          <p:cNvPr id="143364"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dirty="0"/>
              <a:t>32</a:t>
            </a:fld>
            <a:endParaRPr lang="en-US" altLang="zh-CN" sz="1200" dirty="0"/>
          </a:p>
        </p:txBody>
      </p:sp>
      <p:sp>
        <p:nvSpPr>
          <p:cNvPr id="144387" name="Rectangle 2"/>
          <p:cNvSpPr>
            <a:spLocks noGrp="1" noRot="1" noChangeAspect="1" noTextEdit="1"/>
          </p:cNvSpPr>
          <p:nvPr>
            <p:ph type="sldImg"/>
          </p:nvPr>
        </p:nvSpPr>
        <p:spPr>
          <a:ln/>
        </p:spPr>
      </p:sp>
      <p:sp>
        <p:nvSpPr>
          <p:cNvPr id="144388"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dirty="0"/>
              <a:t>33</a:t>
            </a:fld>
            <a:endParaRPr lang="en-US" altLang="zh-CN" sz="1200" dirty="0"/>
          </a:p>
        </p:txBody>
      </p:sp>
      <p:sp>
        <p:nvSpPr>
          <p:cNvPr id="145411" name="Rectangle 2"/>
          <p:cNvSpPr>
            <a:spLocks noGrp="1" noRot="1" noChangeAspect="1" noTextEdit="1"/>
          </p:cNvSpPr>
          <p:nvPr>
            <p:ph type="sldImg"/>
          </p:nvPr>
        </p:nvSpPr>
        <p:spPr>
          <a:ln/>
        </p:spPr>
      </p:sp>
      <p:sp>
        <p:nvSpPr>
          <p:cNvPr id="145412"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dirty="0"/>
              <a:t>34</a:t>
            </a:fld>
            <a:endParaRPr lang="en-US" altLang="zh-CN" sz="1200" dirty="0"/>
          </a:p>
        </p:txBody>
      </p:sp>
      <p:sp>
        <p:nvSpPr>
          <p:cNvPr id="146435" name="Rectangle 2"/>
          <p:cNvSpPr>
            <a:spLocks noGrp="1" noRot="1" noChangeAspect="1" noTextEdit="1"/>
          </p:cNvSpPr>
          <p:nvPr>
            <p:ph type="sldImg"/>
          </p:nvPr>
        </p:nvSpPr>
        <p:spPr>
          <a:ln/>
        </p:spPr>
      </p:sp>
      <p:sp>
        <p:nvSpPr>
          <p:cNvPr id="146436"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dirty="0"/>
              <a:t>35</a:t>
            </a:fld>
            <a:endParaRPr lang="en-US" altLang="zh-CN" sz="1200" dirty="0"/>
          </a:p>
        </p:txBody>
      </p:sp>
      <p:sp>
        <p:nvSpPr>
          <p:cNvPr id="147459" name="Rectangle 2"/>
          <p:cNvSpPr>
            <a:spLocks noGrp="1" noRot="1" noChangeAspect="1" noTextEdit="1"/>
          </p:cNvSpPr>
          <p:nvPr>
            <p:ph type="sldImg"/>
          </p:nvPr>
        </p:nvSpPr>
        <p:spPr>
          <a:ln/>
        </p:spPr>
      </p:sp>
      <p:sp>
        <p:nvSpPr>
          <p:cNvPr id="147460"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dirty="0"/>
              <a:t>36</a:t>
            </a:fld>
            <a:endParaRPr lang="en-US" altLang="zh-CN" sz="1200" dirty="0"/>
          </a:p>
        </p:txBody>
      </p:sp>
      <p:sp>
        <p:nvSpPr>
          <p:cNvPr id="148483" name="Rectangle 2"/>
          <p:cNvSpPr>
            <a:spLocks noGrp="1" noRot="1" noChangeAspect="1" noTextEdit="1"/>
          </p:cNvSpPr>
          <p:nvPr>
            <p:ph type="sldImg"/>
          </p:nvPr>
        </p:nvSpPr>
        <p:spPr>
          <a:ln/>
        </p:spPr>
      </p:sp>
      <p:sp>
        <p:nvSpPr>
          <p:cNvPr id="148484" name="Rectangle 3"/>
          <p:cNvSpPr>
            <a:spLocks noGrp="1"/>
          </p:cNvSpPr>
          <p:nvPr>
            <p:ph type="body"/>
          </p:nvPr>
        </p:nvSpPr>
        <p:spPr>
          <a:ln/>
        </p:spPr>
        <p:txBody>
          <a:bodyPr wrap="square" lIns="91440" tIns="45720" rIns="91440" bIns="45720" anchor="t" anchorCtr="0"/>
          <a:lstStyle/>
          <a:p>
            <a:pPr lvl="0"/>
            <a:endParaRPr lang="zh-CN" altLang="zh-CN"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dirty="0"/>
              <a:t>37</a:t>
            </a:fld>
            <a:endParaRPr lang="en-US" altLang="zh-CN" sz="1200" dirty="0"/>
          </a:p>
        </p:txBody>
      </p:sp>
      <p:sp>
        <p:nvSpPr>
          <p:cNvPr id="149507" name="Rectangle 2"/>
          <p:cNvSpPr>
            <a:spLocks noGrp="1" noRot="1" noChangeAspect="1" noTextEdit="1"/>
          </p:cNvSpPr>
          <p:nvPr>
            <p:ph type="sldImg"/>
          </p:nvPr>
        </p:nvSpPr>
        <p:spPr>
          <a:ln/>
        </p:spPr>
      </p:sp>
      <p:sp>
        <p:nvSpPr>
          <p:cNvPr id="149508" name="Rectangle 3"/>
          <p:cNvSpPr>
            <a:spLocks noGrp="1"/>
          </p:cNvSpPr>
          <p:nvPr>
            <p:ph type="body"/>
          </p:nvPr>
        </p:nvSpPr>
        <p:spPr>
          <a:ln/>
        </p:spPr>
        <p:txBody>
          <a:bodyPr wrap="square" lIns="91440" tIns="45720" rIns="91440" bIns="45720" anchor="t" anchorCtr="0"/>
          <a:lstStyle/>
          <a:p>
            <a:pPr lvl="0"/>
            <a:endParaRPr lang="zh-CN" altLang="zh-CN"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dirty="0"/>
              <a:t>38</a:t>
            </a:fld>
            <a:endParaRPr lang="en-US" altLang="zh-CN" sz="1200" dirty="0"/>
          </a:p>
        </p:txBody>
      </p:sp>
      <p:sp>
        <p:nvSpPr>
          <p:cNvPr id="150531" name="Rectangle 2"/>
          <p:cNvSpPr>
            <a:spLocks noGrp="1" noRot="1" noChangeAspect="1" noTextEdit="1"/>
          </p:cNvSpPr>
          <p:nvPr>
            <p:ph type="sldImg"/>
          </p:nvPr>
        </p:nvSpPr>
        <p:spPr>
          <a:ln/>
        </p:spPr>
      </p:sp>
      <p:sp>
        <p:nvSpPr>
          <p:cNvPr id="150532" name="Rectangle 3"/>
          <p:cNvSpPr>
            <a:spLocks noGrp="1"/>
          </p:cNvSpPr>
          <p:nvPr>
            <p:ph type="body"/>
          </p:nvPr>
        </p:nvSpPr>
        <p:spPr>
          <a:ln/>
        </p:spPr>
        <p:txBody>
          <a:bodyPr wrap="square" lIns="91440" tIns="45720" rIns="91440" bIns="45720" anchor="t" anchorCtr="0"/>
          <a:lstStyle/>
          <a:p>
            <a:pPr lvl="0"/>
            <a:endParaRPr lang="zh-CN" altLang="zh-CN"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solidFill>
          <a:schemeClr val="bg1"/>
        </a:solidFill>
        <a:effectLst/>
      </p:bgPr>
    </p:bg>
    <p:spTree>
      <p:nvGrpSpPr>
        <p:cNvPr id="1" name=""/>
        <p:cNvGrpSpPr/>
        <p:nvPr/>
      </p:nvGrpSpPr>
      <p:grpSpPr>
        <a:xfrm>
          <a:off x="0" y="0"/>
          <a:ext cx="0" cy="0"/>
          <a:chOff x="0" y="0"/>
          <a:chExt cx="0" cy="0"/>
        </a:xfrm>
      </p:grpSpPr>
      <p:sp>
        <p:nvSpPr>
          <p:cNvPr id="2050" name="Freeform 7"/>
          <p:cNvSpPr/>
          <p:nvPr/>
        </p:nvSpPr>
        <p:spPr>
          <a:xfrm>
            <a:off x="609600" y="1219200"/>
            <a:ext cx="7924800" cy="914400"/>
          </a:xfrm>
          <a:custGeom>
            <a:avLst/>
            <a:gdLst/>
            <a:ahLst/>
            <a:cxnLst>
              <a:cxn ang="0">
                <a:pos x="0" y="914400"/>
              </a:cxn>
              <a:cxn ang="0">
                <a:pos x="0" y="0"/>
              </a:cxn>
              <a:cxn ang="0">
                <a:pos x="7924800" y="0"/>
              </a:cxn>
            </a:cxnLst>
            <a:rect l="0" t="0" r="0" b="0"/>
            <a:pathLst>
              <a:path w="1000" h="1000">
                <a:moveTo>
                  <a:pt x="0" y="1000"/>
                </a:moveTo>
                <a:lnTo>
                  <a:pt x="0" y="0"/>
                </a:lnTo>
                <a:lnTo>
                  <a:pt x="1000" y="0"/>
                </a:lnTo>
              </a:path>
            </a:pathLst>
          </a:custGeom>
          <a:noFill/>
          <a:ln w="25400" cap="flat" cmpd="sng">
            <a:solidFill>
              <a:schemeClr val="accent1">
                <a:alpha val="100000"/>
              </a:schemeClr>
            </a:solidFill>
            <a:prstDash val="solid"/>
            <a:miter lim="800000"/>
            <a:headEnd type="none" w="med" len="med"/>
            <a:tailEnd type="none" w="med" len="med"/>
          </a:ln>
        </p:spPr>
        <p:txBody>
          <a:bodyPr/>
          <a:lstStyle/>
          <a:p>
            <a:endParaRPr lang="zh-CN" altLang="en-US"/>
          </a:p>
        </p:txBody>
      </p:sp>
      <p:sp>
        <p:nvSpPr>
          <p:cNvPr id="2051" name="Line 8"/>
          <p:cNvSpPr/>
          <p:nvPr/>
        </p:nvSpPr>
        <p:spPr>
          <a:xfrm>
            <a:off x="1981200" y="3962400"/>
            <a:ext cx="6511925" cy="0"/>
          </a:xfrm>
          <a:prstGeom prst="line">
            <a:avLst/>
          </a:prstGeom>
          <a:ln w="19050" cap="flat" cmpd="sng">
            <a:solidFill>
              <a:schemeClr val="accent1"/>
            </a:solidFill>
            <a:prstDash val="solid"/>
            <a:headEnd type="none" w="med" len="med"/>
            <a:tailEnd type="none" w="med" len="med"/>
          </a:ln>
        </p:spPr>
      </p:sp>
      <p:sp>
        <p:nvSpPr>
          <p:cNvPr id="5122" name="Rectangle 2"/>
          <p:cNvSpPr>
            <a:spLocks noGrp="1" noChangeArrowheads="1"/>
          </p:cNvSpPr>
          <p:nvPr>
            <p:ph type="ctrTitle"/>
          </p:nvPr>
        </p:nvSpPr>
        <p:spPr>
          <a:xfrm>
            <a:off x="914400" y="1524000"/>
            <a:ext cx="7623175" cy="1752600"/>
          </a:xfrm>
        </p:spPr>
        <p:txBody>
          <a:bodyPr/>
          <a:lstStyle>
            <a:lvl1pPr>
              <a:defRPr sz="5000"/>
            </a:lvl1pPr>
          </a:lstStyle>
          <a:p>
            <a:r>
              <a:rPr lang="zh-CN" altLang="en-US" noProof="1"/>
              <a:t>单击此处编辑母版标题样式</a:t>
            </a:r>
          </a:p>
        </p:txBody>
      </p:sp>
      <p:sp>
        <p:nvSpPr>
          <p:cNvPr id="5123" name="Rectangle 3"/>
          <p:cNvSpPr>
            <a:spLocks noGrp="1" noChangeArrowheads="1"/>
          </p:cNvSpPr>
          <p:nvPr>
            <p:ph type="subTitle" idx="1"/>
          </p:nvPr>
        </p:nvSpPr>
        <p:spPr>
          <a:xfrm>
            <a:off x="1981200" y="3962400"/>
            <a:ext cx="6553200" cy="1752600"/>
          </a:xfrm>
        </p:spPr>
        <p:txBody>
          <a:bodyPr/>
          <a:lstStyle>
            <a:lvl1pPr marL="0" indent="0">
              <a:buFont typeface="Wingdings" panose="05000000000000000000" pitchFamily="2" charset="2"/>
              <a:buNone/>
              <a:defRPr sz="2800"/>
            </a:lvl1pPr>
          </a:lstStyle>
          <a:p>
            <a:r>
              <a:rPr lang="zh-CN" altLang="en-US" noProof="1"/>
              <a:t>单击此处编辑母版副标题样式</a:t>
            </a:r>
          </a:p>
        </p:txBody>
      </p:sp>
      <p:sp>
        <p:nvSpPr>
          <p:cNvPr id="11" name="Rectangle 4"/>
          <p:cNvSpPr>
            <a:spLocks noGrp="1" noChangeArrowheads="1"/>
          </p:cNvSpPr>
          <p:nvPr>
            <p:ph type="dt" sz="half" idx="2"/>
          </p:nvPr>
        </p:nvSpPr>
        <p:spPr bwMode="auto">
          <a:xfrm>
            <a:off x="457200" y="6243638"/>
            <a:ext cx="2133600" cy="457200"/>
          </a:xfrm>
          <a:prstGeom prst="rect">
            <a:avLst/>
          </a:prstGeom>
          <a:ln>
            <a:miter lim="800000"/>
          </a:ln>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j-lt"/>
              <a:ea typeface="宋体" panose="02010600030101010101" pitchFamily="2" charset="-122"/>
              <a:cs typeface="+mn-cs"/>
            </a:endParaRPr>
          </a:p>
        </p:txBody>
      </p:sp>
      <p:sp>
        <p:nvSpPr>
          <p:cNvPr id="12" name="Rectangle 5"/>
          <p:cNvSpPr>
            <a:spLocks noGrp="1" noChangeArrowheads="1"/>
          </p:cNvSpPr>
          <p:nvPr>
            <p:ph type="ftr" sz="quarter" idx="3"/>
          </p:nvPr>
        </p:nvSpPr>
        <p:spPr bwMode="auto">
          <a:xfrm>
            <a:off x="3124200" y="6243638"/>
            <a:ext cx="2895600" cy="457200"/>
          </a:xfrm>
          <a:prstGeom prst="rect">
            <a:avLst/>
          </a:prstGeom>
          <a:ln>
            <a:miter lim="800000"/>
          </a:ln>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j-lt"/>
              <a:ea typeface="宋体" panose="02010600030101010101" pitchFamily="2" charset="-122"/>
              <a:cs typeface="+mn-cs"/>
            </a:endParaRPr>
          </a:p>
        </p:txBody>
      </p:sp>
      <p:sp>
        <p:nvSpPr>
          <p:cNvPr id="13" name="Rectangle 6"/>
          <p:cNvSpPr>
            <a:spLocks noGrp="1" noChangeArrowheads="1"/>
          </p:cNvSpPr>
          <p:nvPr>
            <p:ph type="sldNum" sz="quarter" idx="4"/>
          </p:nvPr>
        </p:nvSpPr>
        <p:spPr bwMode="auto">
          <a:xfrm>
            <a:off x="6553200" y="6243638"/>
            <a:ext cx="2133600" cy="457200"/>
          </a:xfrm>
          <a:prstGeom prst="rect">
            <a:avLst/>
          </a:prstGeom>
          <a:ln>
            <a:miter lim="800000"/>
          </a:ln>
        </p:spPr>
        <p:txBody>
          <a:bodyPr vert="horz" wrap="square" lIns="91440" tIns="45720" rIns="91440" bIns="45720" numCol="1" anchor="b" anchorCtr="0" compatLnSpc="1"/>
          <a:lstStyle/>
          <a:p>
            <a:pPr algn="r"/>
            <a:fld id="{9A0DB2DC-4C9A-4742-B13C-FB6460FD3503}" type="slidenum">
              <a:rPr lang="en-US" altLang="zh-CN" dirty="0">
                <a:latin typeface="Garamond" pitchFamily="18" charset="0"/>
              </a:rPr>
              <a:t>‹#›</a:t>
            </a:fld>
            <a:endParaRPr lang="en-US" altLang="zh-CN" dirty="0">
              <a:latin typeface="Garamond" pitchFamily="18"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j-lt"/>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j-lt"/>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hangingPunct="1"/>
            <a:fld id="{9A0DB2DC-4C9A-4742-B13C-FB6460FD3503}" type="slidenum">
              <a:rPr lang="en-US" altLang="zh-CN" dirty="0"/>
              <a:t>‹#›</a:t>
            </a:fld>
            <a:endParaRPr lang="en-US" altLang="zh-CN"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lstStyle>
            <a:lvl1pPr algn="l">
              <a:defRPr sz="4000" b="1" cap="all"/>
            </a:lvl1pPr>
          </a:lstStyle>
          <a:p>
            <a:r>
              <a:rPr lang="zh-CN" altLang="en-US"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j-lt"/>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j-lt"/>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hangingPunct="1"/>
            <a:fld id="{9A0DB2DC-4C9A-4742-B13C-FB6460FD3503}" type="slidenum">
              <a:rPr lang="en-US" altLang="zh-CN" dirty="0"/>
              <a:t>‹#›</a:t>
            </a:fld>
            <a:endParaRPr lang="en-US" altLang="zh-CN"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457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48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j-lt"/>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j-lt"/>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hangingPunct="1"/>
            <a:fld id="{9A0DB2DC-4C9A-4742-B13C-FB6460FD3503}" type="slidenum">
              <a:rPr lang="en-US" altLang="zh-CN" dirty="0"/>
              <a:t>‹#›</a:t>
            </a:fld>
            <a:endParaRPr lang="en-US" altLang="zh-CN"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j-lt"/>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j-lt"/>
              <a:ea typeface="宋体" panose="02010600030101010101" pitchFamily="2" charset="-122"/>
              <a:cs typeface="+mn-cs"/>
            </a:endParaRPr>
          </a:p>
        </p:txBody>
      </p:sp>
      <p:sp>
        <p:nvSpPr>
          <p:cNvPr id="9" name="灯片编号占位符 8"/>
          <p:cNvSpPr>
            <a:spLocks noGrp="1"/>
          </p:cNvSpPr>
          <p:nvPr>
            <p:ph type="sldNum" sz="quarter" idx="12"/>
          </p:nvPr>
        </p:nvSpPr>
        <p:spPr/>
        <p:txBody>
          <a:bodyPr/>
          <a:lstStyle/>
          <a:p>
            <a:pPr lvl="0" eaLnBrk="1" hangingPunct="1"/>
            <a:fld id="{9A0DB2DC-4C9A-4742-B13C-FB6460FD3503}" type="slidenum">
              <a:rPr lang="en-US" altLang="zh-CN" dirty="0"/>
              <a:t>‹#›</a:t>
            </a:fld>
            <a:endParaRPr lang="en-US" altLang="zh-CN"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j-lt"/>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j-lt"/>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hangingPunct="1"/>
            <a:fld id="{9A0DB2DC-4C9A-4742-B13C-FB6460FD3503}" type="slidenum">
              <a:rPr lang="en-US" altLang="zh-CN" dirty="0"/>
              <a:t>‹#›</a:t>
            </a:fld>
            <a:endParaRPr lang="en-US" altLang="zh-CN"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j-lt"/>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j-lt"/>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lvl="0" eaLnBrk="1" hangingPunct="1"/>
            <a:fld id="{9A0DB2DC-4C9A-4742-B13C-FB6460FD3503}" type="slidenum">
              <a:rPr lang="en-US" altLang="zh-CN" dirty="0"/>
              <a:t>‹#›</a:t>
            </a:fld>
            <a:endParaRPr lang="en-US" altLang="zh-CN"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noProof="1"/>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j-lt"/>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j-lt"/>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hangingPunct="1"/>
            <a:fld id="{9A0DB2DC-4C9A-4742-B13C-FB6460FD3503}" type="slidenum">
              <a:rPr lang="en-US" altLang="zh-CN" dirty="0"/>
              <a:t>‹#›</a:t>
            </a:fld>
            <a:endParaRPr lang="en-US" altLang="zh-CN"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noProof="1"/>
              <a:t>单击此处编辑母版标题样式</a:t>
            </a:r>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accent1"/>
              </a:buClr>
              <a:buSzPct val="65000"/>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j-lt"/>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j-lt"/>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hangingPunct="1"/>
            <a:fld id="{9A0DB2DC-4C9A-4742-B13C-FB6460FD3503}" type="slidenum">
              <a:rPr lang="en-US" altLang="zh-CN" dirty="0"/>
              <a:t>‹#›</a:t>
            </a:fld>
            <a:endParaRPr lang="en-US" altLang="zh-CN"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j-lt"/>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j-lt"/>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hangingPunct="1"/>
            <a:fld id="{9A0DB2DC-4C9A-4742-B13C-FB6460FD3503}" type="slidenum">
              <a:rPr lang="en-US" altLang="zh-CN" dirty="0"/>
              <a:t>‹#›</a:t>
            </a:fld>
            <a:endParaRPr lang="en-US" altLang="zh-CN"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7813"/>
            <a:ext cx="2057400" cy="5853112"/>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457200" y="277813"/>
            <a:ext cx="6019800" cy="5853112"/>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j-lt"/>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j-lt"/>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hangingPunct="1"/>
            <a:fld id="{9A0DB2DC-4C9A-4742-B13C-FB6460FD3503}" type="slidenum">
              <a:rPr lang="en-US" altLang="zh-CN" dirty="0"/>
              <a:t>‹#›</a:t>
            </a:fld>
            <a:endParaRPr lang="en-US" altLang="zh-CN"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p:cNvSpPr>
          <p:nvPr>
            <p:ph type="title"/>
          </p:nvPr>
        </p:nvSpPr>
        <p:spPr>
          <a:xfrm>
            <a:off x="457200" y="277813"/>
            <a:ext cx="8229600" cy="1139825"/>
          </a:xfrm>
          <a:prstGeom prst="rect">
            <a:avLst/>
          </a:prstGeom>
          <a:noFill/>
          <a:ln w="9525">
            <a:noFill/>
          </a:ln>
        </p:spPr>
        <p:txBody>
          <a:bodyPr/>
          <a:lstStyle/>
          <a:p>
            <a:pPr lvl="0"/>
            <a:r>
              <a:rPr lang="zh-CN" altLang="en-US" dirty="0"/>
              <a:t>单击此处编辑母版标题样式</a:t>
            </a:r>
          </a:p>
        </p:txBody>
      </p:sp>
      <p:sp>
        <p:nvSpPr>
          <p:cNvPr id="1027" name="Rectangle 3"/>
          <p:cNvSpPr>
            <a:spLocks noGrp="1"/>
          </p:cNvSpPr>
          <p:nvPr>
            <p:ph type="body"/>
          </p:nvPr>
        </p:nvSpPr>
        <p:spPr>
          <a:xfrm>
            <a:off x="457200" y="1600200"/>
            <a:ext cx="8229600" cy="4530725"/>
          </a:xfrm>
          <a:prstGeom prst="rect">
            <a:avLst/>
          </a:prstGeom>
          <a:noFill/>
          <a:ln w="9525">
            <a:noFill/>
          </a:ln>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100" name="Rectangle 4"/>
          <p:cNvSpPr>
            <a:spLocks noGrp="1" noChangeArrowheads="1"/>
          </p:cNvSpPr>
          <p:nvPr>
            <p:ph type="dt" sz="half" idx="2"/>
          </p:nvPr>
        </p:nvSpPr>
        <p:spPr bwMode="auto">
          <a:xfrm>
            <a:off x="457200" y="6243638"/>
            <a:ext cx="2133600" cy="457200"/>
          </a:xfrm>
          <a:prstGeom prst="rect">
            <a:avLst/>
          </a:prstGeom>
          <a:noFill/>
          <a:ln w="9525">
            <a:noFill/>
            <a:miter lim="800000"/>
          </a:ln>
          <a:effectLst/>
        </p:spPr>
        <p:txBody>
          <a:bodyPr vert="horz" wrap="square" lIns="91440" tIns="45720" rIns="91440" bIns="45720" numCol="1" anchor="b" anchorCtr="0" compatLnSpc="1"/>
          <a:lstStyle>
            <a:lvl1pPr eaLnBrk="1" hangingPunct="1">
              <a:defRPr sz="1200">
                <a:latin typeface="+mj-lt"/>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j-lt"/>
              <a:ea typeface="宋体" panose="02010600030101010101" pitchFamily="2" charset="-122"/>
              <a:cs typeface="+mn-cs"/>
            </a:endParaRPr>
          </a:p>
        </p:txBody>
      </p:sp>
      <p:sp>
        <p:nvSpPr>
          <p:cNvPr id="4101" name="Rectangle 5"/>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1440" tIns="45720" rIns="91440" bIns="45720" numCol="1" anchor="b" anchorCtr="0" compatLnSpc="1"/>
          <a:lstStyle>
            <a:lvl1pPr algn="ctr" eaLnBrk="1" hangingPunct="1">
              <a:defRPr sz="1200">
                <a:latin typeface="+mj-lt"/>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j-lt"/>
              <a:ea typeface="宋体" panose="02010600030101010101" pitchFamily="2" charset="-122"/>
              <a:cs typeface="+mn-cs"/>
            </a:endParaRPr>
          </a:p>
        </p:txBody>
      </p:sp>
      <p:sp>
        <p:nvSpPr>
          <p:cNvPr id="4102" name="Rectangle 6"/>
          <p:cNvSpPr>
            <a:spLocks noGrp="1" noChangeArrowheads="1"/>
          </p:cNvSpPr>
          <p:nvPr>
            <p:ph type="sldNum" sz="quarter" idx="4"/>
          </p:nvPr>
        </p:nvSpPr>
        <p:spPr bwMode="auto">
          <a:xfrm>
            <a:off x="6553200" y="6243638"/>
            <a:ext cx="2133600" cy="457200"/>
          </a:xfrm>
          <a:prstGeom prst="rect">
            <a:avLst/>
          </a:prstGeom>
          <a:noFill/>
          <a:ln w="9525">
            <a:noFill/>
            <a:miter lim="800000"/>
          </a:ln>
          <a:effectLst/>
        </p:spPr>
        <p:txBody>
          <a:bodyPr vert="horz" wrap="square" lIns="91440" tIns="45720" rIns="91440" bIns="45720" numCol="1" anchor="b" anchorCtr="0" compatLnSpc="1"/>
          <a:lstStyle>
            <a:lvl1pPr algn="r">
              <a:defRPr sz="1200">
                <a:latin typeface="Garamond" pitchFamily="18" charset="0"/>
              </a:defRPr>
            </a:lvl1pPr>
          </a:lstStyle>
          <a:p>
            <a:pPr lvl="0" eaLnBrk="1" hangingPunct="1"/>
            <a:fld id="{9A0DB2DC-4C9A-4742-B13C-FB6460FD3503}" type="slidenum">
              <a:rPr lang="en-US" altLang="zh-CN" dirty="0"/>
              <a:t>‹#›</a:t>
            </a:fld>
            <a:endParaRPr lang="en-US" altLang="zh-CN" dirty="0"/>
          </a:p>
        </p:txBody>
      </p:sp>
      <p:sp>
        <p:nvSpPr>
          <p:cNvPr id="1031" name="Freeform 7"/>
          <p:cNvSpPr/>
          <p:nvPr/>
        </p:nvSpPr>
        <p:spPr>
          <a:xfrm>
            <a:off x="381000" y="228600"/>
            <a:ext cx="8229600" cy="609600"/>
          </a:xfrm>
          <a:custGeom>
            <a:avLst/>
            <a:gdLst/>
            <a:ahLst/>
            <a:cxnLst>
              <a:cxn ang="0">
                <a:pos x="0" y="609600"/>
              </a:cxn>
              <a:cxn ang="0">
                <a:pos x="0" y="0"/>
              </a:cxn>
              <a:cxn ang="0">
                <a:pos x="8229600" y="0"/>
              </a:cxn>
            </a:cxnLst>
            <a:rect l="0" t="0" r="0" b="0"/>
            <a:pathLst>
              <a:path w="1000" h="1000">
                <a:moveTo>
                  <a:pt x="0" y="1000"/>
                </a:moveTo>
                <a:lnTo>
                  <a:pt x="0" y="0"/>
                </a:lnTo>
                <a:lnTo>
                  <a:pt x="1000" y="0"/>
                </a:lnTo>
              </a:path>
            </a:pathLst>
          </a:custGeom>
          <a:noFill/>
          <a:ln w="19050" cap="flat" cmpd="sng">
            <a:solidFill>
              <a:schemeClr val="accent1">
                <a:alpha val="100000"/>
              </a:schemeClr>
            </a:solidFill>
            <a:prstDash val="solid"/>
            <a:miter lim="800000"/>
            <a:headEnd type="none" w="med" len="med"/>
            <a:tailEnd type="none" w="med" len="med"/>
          </a:ln>
        </p:spPr>
        <p:txBody>
          <a:bodyPr/>
          <a:lstStyle/>
          <a:p>
            <a:endParaRPr lang="zh-CN" altLang="en-US"/>
          </a:p>
        </p:txBody>
      </p:sp>
      <p:sp>
        <p:nvSpPr>
          <p:cNvPr id="1032" name="Line 8"/>
          <p:cNvSpPr/>
          <p:nvPr/>
        </p:nvSpPr>
        <p:spPr>
          <a:xfrm>
            <a:off x="457200" y="6172200"/>
            <a:ext cx="8229600" cy="0"/>
          </a:xfrm>
          <a:prstGeom prst="line">
            <a:avLst/>
          </a:prstGeom>
          <a:ln w="19050" cap="flat" cmpd="sng">
            <a:solidFill>
              <a:schemeClr val="accent1"/>
            </a:solidFill>
            <a:prstDash val="solid"/>
            <a:headEnd type="none" w="med" len="med"/>
            <a:tailEnd type="none" w="med" len="med"/>
          </a:ln>
        </p:spPr>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eaLnBrk="0" fontAlgn="base" hangingPunct="0">
        <a:spcBef>
          <a:spcPct val="0"/>
        </a:spcBef>
        <a:spcAft>
          <a:spcPct val="0"/>
        </a:spcAft>
        <a:defRPr sz="4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Garamond" pitchFamily="18" charset="0"/>
          <a:ea typeface="宋体" panose="02010600030101010101" pitchFamily="2" charset="-122"/>
        </a:defRPr>
      </a:lvl2pPr>
      <a:lvl3pPr algn="l" rtl="0" eaLnBrk="0" fontAlgn="base" hangingPunct="0">
        <a:spcBef>
          <a:spcPct val="0"/>
        </a:spcBef>
        <a:spcAft>
          <a:spcPct val="0"/>
        </a:spcAft>
        <a:defRPr sz="4200">
          <a:solidFill>
            <a:schemeClr val="tx2"/>
          </a:solidFill>
          <a:latin typeface="Garamond" pitchFamily="18" charset="0"/>
          <a:ea typeface="宋体" panose="02010600030101010101" pitchFamily="2" charset="-122"/>
        </a:defRPr>
      </a:lvl3pPr>
      <a:lvl4pPr algn="l" rtl="0" eaLnBrk="0" fontAlgn="base" hangingPunct="0">
        <a:spcBef>
          <a:spcPct val="0"/>
        </a:spcBef>
        <a:spcAft>
          <a:spcPct val="0"/>
        </a:spcAft>
        <a:defRPr sz="4200">
          <a:solidFill>
            <a:schemeClr val="tx2"/>
          </a:solidFill>
          <a:latin typeface="Garamond" pitchFamily="18" charset="0"/>
          <a:ea typeface="宋体" panose="02010600030101010101" pitchFamily="2" charset="-122"/>
        </a:defRPr>
      </a:lvl4pPr>
      <a:lvl5pPr algn="l" rtl="0" eaLnBrk="0" fontAlgn="base" hangingPunct="0">
        <a:spcBef>
          <a:spcPct val="0"/>
        </a:spcBef>
        <a:spcAft>
          <a:spcPct val="0"/>
        </a:spcAft>
        <a:defRPr sz="4200">
          <a:solidFill>
            <a:schemeClr val="tx2"/>
          </a:solidFill>
          <a:latin typeface="Garamond" pitchFamily="18" charset="0"/>
          <a:ea typeface="宋体" panose="02010600030101010101" pitchFamily="2" charset="-122"/>
        </a:defRPr>
      </a:lvl5pPr>
      <a:lvl6pPr marL="457200" algn="l" rtl="0" fontAlgn="base">
        <a:spcBef>
          <a:spcPct val="0"/>
        </a:spcBef>
        <a:spcAft>
          <a:spcPct val="0"/>
        </a:spcAft>
        <a:defRPr sz="4200">
          <a:solidFill>
            <a:schemeClr val="tx2"/>
          </a:solidFill>
          <a:latin typeface="Garamond" pitchFamily="18" charset="0"/>
          <a:ea typeface="宋体" panose="02010600030101010101" pitchFamily="2" charset="-122"/>
        </a:defRPr>
      </a:lvl6pPr>
      <a:lvl7pPr marL="914400" algn="l" rtl="0" fontAlgn="base">
        <a:spcBef>
          <a:spcPct val="0"/>
        </a:spcBef>
        <a:spcAft>
          <a:spcPct val="0"/>
        </a:spcAft>
        <a:defRPr sz="4200">
          <a:solidFill>
            <a:schemeClr val="tx2"/>
          </a:solidFill>
          <a:latin typeface="Garamond" pitchFamily="18" charset="0"/>
          <a:ea typeface="宋体" panose="02010600030101010101" pitchFamily="2" charset="-122"/>
        </a:defRPr>
      </a:lvl7pPr>
      <a:lvl8pPr marL="1371600" algn="l" rtl="0" fontAlgn="base">
        <a:spcBef>
          <a:spcPct val="0"/>
        </a:spcBef>
        <a:spcAft>
          <a:spcPct val="0"/>
        </a:spcAft>
        <a:defRPr sz="4200">
          <a:solidFill>
            <a:schemeClr val="tx2"/>
          </a:solidFill>
          <a:latin typeface="Garamond" pitchFamily="18" charset="0"/>
          <a:ea typeface="宋体" panose="02010600030101010101" pitchFamily="2" charset="-122"/>
        </a:defRPr>
      </a:lvl8pPr>
      <a:lvl9pPr marL="1828800" algn="l" rtl="0" fontAlgn="base">
        <a:spcBef>
          <a:spcPct val="0"/>
        </a:spcBef>
        <a:spcAft>
          <a:spcPct val="0"/>
        </a:spcAft>
        <a:defRPr sz="4200">
          <a:solidFill>
            <a:schemeClr val="tx2"/>
          </a:solidFill>
          <a:latin typeface="Garamond" pitchFamily="18"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3000">
          <a:solidFill>
            <a:schemeClr val="tx1"/>
          </a:solidFill>
          <a:latin typeface="+mn-lt"/>
          <a:ea typeface="+mn-ea"/>
          <a:cs typeface="+mn-cs"/>
        </a:defRPr>
      </a:lvl1pPr>
      <a:lvl2pPr marL="669925" indent="-325755" algn="l" rtl="0" eaLnBrk="0" fontAlgn="base" hangingPunct="0">
        <a:spcBef>
          <a:spcPct val="20000"/>
        </a:spcBef>
        <a:spcAft>
          <a:spcPct val="0"/>
        </a:spcAft>
        <a:buClr>
          <a:schemeClr val="accent2"/>
        </a:buClr>
        <a:buSzPct val="60000"/>
        <a:buFont typeface="Wingdings" panose="05000000000000000000" pitchFamily="2" charset="2"/>
        <a:buChar char="q"/>
        <a:defRPr sz="2600">
          <a:solidFill>
            <a:schemeClr val="tx1"/>
          </a:solidFill>
          <a:latin typeface="+mn-lt"/>
          <a:ea typeface="+mn-ea"/>
        </a:defRPr>
      </a:lvl2pPr>
      <a:lvl3pPr marL="1022350" indent="-351155" algn="l" rtl="0" eaLnBrk="0" fontAlgn="base" hangingPunct="0">
        <a:spcBef>
          <a:spcPct val="20000"/>
        </a:spcBef>
        <a:spcAft>
          <a:spcPct val="0"/>
        </a:spcAft>
        <a:buClr>
          <a:schemeClr val="accent1"/>
        </a:buClr>
        <a:buSzPct val="65000"/>
        <a:buFont typeface="Wingdings" panose="05000000000000000000" pitchFamily="2" charset="2"/>
        <a:buChar char="n"/>
        <a:defRPr sz="2200">
          <a:solidFill>
            <a:schemeClr val="tx1"/>
          </a:solidFill>
          <a:latin typeface="+mn-lt"/>
          <a:ea typeface="+mn-ea"/>
        </a:defRPr>
      </a:lvl3pPr>
      <a:lvl4pPr marL="1339850" indent="-316230" algn="l" rtl="0" eaLnBrk="0" fontAlgn="base" hangingPunct="0">
        <a:spcBef>
          <a:spcPct val="20000"/>
        </a:spcBef>
        <a:spcAft>
          <a:spcPct val="0"/>
        </a:spcAft>
        <a:buClr>
          <a:schemeClr val="accent2"/>
        </a:buClr>
        <a:buSzPct val="70000"/>
        <a:buFont typeface="Wingdings" panose="05000000000000000000" pitchFamily="2" charset="2"/>
        <a:buChar char="q"/>
        <a:defRPr sz="2000">
          <a:solidFill>
            <a:schemeClr val="tx1"/>
          </a:solidFill>
          <a:latin typeface="+mn-lt"/>
          <a:ea typeface="+mn-ea"/>
        </a:defRPr>
      </a:lvl4pPr>
      <a:lvl5pPr marL="1681480" indent="-339725" algn="l" rtl="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mn-lt"/>
          <a:ea typeface="+mn-ea"/>
        </a:defRPr>
      </a:lvl5pPr>
      <a:lvl6pPr marL="2138680" indent="-339725" algn="l" rtl="0" fontAlgn="base">
        <a:spcBef>
          <a:spcPct val="20000"/>
        </a:spcBef>
        <a:spcAft>
          <a:spcPct val="0"/>
        </a:spcAft>
        <a:buClr>
          <a:schemeClr val="accent1"/>
        </a:buClr>
        <a:buSzPct val="75000"/>
        <a:buFont typeface="Wingdings" panose="05000000000000000000" pitchFamily="2" charset="2"/>
        <a:buChar char="§"/>
        <a:defRPr sz="2000">
          <a:solidFill>
            <a:schemeClr val="tx1"/>
          </a:solidFill>
          <a:latin typeface="+mn-lt"/>
          <a:ea typeface="+mn-ea"/>
        </a:defRPr>
      </a:lvl6pPr>
      <a:lvl7pPr marL="2595880" indent="-339725" algn="l" rtl="0" fontAlgn="base">
        <a:spcBef>
          <a:spcPct val="20000"/>
        </a:spcBef>
        <a:spcAft>
          <a:spcPct val="0"/>
        </a:spcAft>
        <a:buClr>
          <a:schemeClr val="accent1"/>
        </a:buClr>
        <a:buSzPct val="75000"/>
        <a:buFont typeface="Wingdings" panose="05000000000000000000" pitchFamily="2" charset="2"/>
        <a:buChar char="§"/>
        <a:defRPr sz="2000">
          <a:solidFill>
            <a:schemeClr val="tx1"/>
          </a:solidFill>
          <a:latin typeface="+mn-lt"/>
          <a:ea typeface="+mn-ea"/>
        </a:defRPr>
      </a:lvl7pPr>
      <a:lvl8pPr marL="3053080" indent="-339725" algn="l" rtl="0" fontAlgn="base">
        <a:spcBef>
          <a:spcPct val="20000"/>
        </a:spcBef>
        <a:spcAft>
          <a:spcPct val="0"/>
        </a:spcAft>
        <a:buClr>
          <a:schemeClr val="accent1"/>
        </a:buClr>
        <a:buSzPct val="75000"/>
        <a:buFont typeface="Wingdings" panose="05000000000000000000" pitchFamily="2" charset="2"/>
        <a:buChar char="§"/>
        <a:defRPr sz="2000">
          <a:solidFill>
            <a:schemeClr val="tx1"/>
          </a:solidFill>
          <a:latin typeface="+mn-lt"/>
          <a:ea typeface="+mn-ea"/>
        </a:defRPr>
      </a:lvl8pPr>
      <a:lvl9pPr marL="3510280" indent="-339725" algn="l" rtl="0" fontAlgn="base">
        <a:spcBef>
          <a:spcPct val="20000"/>
        </a:spcBef>
        <a:spcAft>
          <a:spcPct val="0"/>
        </a:spcAft>
        <a:buClr>
          <a:schemeClr val="accent1"/>
        </a:buClr>
        <a:buSzPct val="75000"/>
        <a:buFont typeface="Wingdings" panose="05000000000000000000"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oleObject" Target="../embeddings/oleObject1.bin"/><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4.wmf"/></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6.wmf"/><Relationship Id="rId5" Type="http://schemas.openxmlformats.org/officeDocument/2006/relationships/oleObject" Target="../embeddings/oleObject4.bin"/><Relationship Id="rId4" Type="http://schemas.openxmlformats.org/officeDocument/2006/relationships/image" Target="../media/image5.wmf"/></Relationships>
</file>

<file path=ppt/slides/_rels/slide8.xml.rels><?xml version="1.0" encoding="UTF-8" standalone="yes"?>
<Relationships xmlns="http://schemas.openxmlformats.org/package/2006/relationships"><Relationship Id="rId3" Type="http://schemas.openxmlformats.org/officeDocument/2006/relationships/image" Target="../media/image7.jpeg"/><Relationship Id="rId7" Type="http://schemas.openxmlformats.org/officeDocument/2006/relationships/image" Target="../media/image4.wmf"/><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oleObject" Target="../embeddings/oleObject6.bin"/><Relationship Id="rId5" Type="http://schemas.openxmlformats.org/officeDocument/2006/relationships/image" Target="../media/image8.wmf"/><Relationship Id="rId4" Type="http://schemas.openxmlformats.org/officeDocument/2006/relationships/oleObject" Target="../embeddings/oleObject5.bin"/></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notesSlide" Target="../notesSlides/notesSlide14.xml"/><Relationship Id="rId1" Type="http://schemas.openxmlformats.org/officeDocument/2006/relationships/slideLayout" Target="../slideLayouts/slideLayout7.xml"/><Relationship Id="rId5" Type="http://schemas.openxmlformats.org/officeDocument/2006/relationships/image" Target="../media/image10.jpeg"/><Relationship Id="rId4" Type="http://schemas.openxmlformats.org/officeDocument/2006/relationships/image" Target="../media/image9.wmf"/></Relationships>
</file>

<file path=ppt/slides/_rels/slide16.xml.rels><?xml version="1.0" encoding="UTF-8" standalone="yes"?>
<Relationships xmlns="http://schemas.openxmlformats.org/package/2006/relationships"><Relationship Id="rId8" Type="http://schemas.openxmlformats.org/officeDocument/2006/relationships/image" Target="../media/image13.wmf"/><Relationship Id="rId3" Type="http://schemas.openxmlformats.org/officeDocument/2006/relationships/oleObject" Target="../embeddings/oleObject8.bin"/><Relationship Id="rId7" Type="http://schemas.openxmlformats.org/officeDocument/2006/relationships/oleObject" Target="../embeddings/oleObject10.bin"/><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image" Target="../media/image12.wmf"/><Relationship Id="rId5" Type="http://schemas.openxmlformats.org/officeDocument/2006/relationships/oleObject" Target="../embeddings/oleObject9.bin"/><Relationship Id="rId10" Type="http://schemas.openxmlformats.org/officeDocument/2006/relationships/image" Target="../media/image9.wmf"/><Relationship Id="rId4" Type="http://schemas.openxmlformats.org/officeDocument/2006/relationships/image" Target="../media/image11.wmf"/><Relationship Id="rId9" Type="http://schemas.openxmlformats.org/officeDocument/2006/relationships/oleObject" Target="../embeddings/oleObject11.bin"/></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8" Type="http://schemas.openxmlformats.org/officeDocument/2006/relationships/image" Target="../media/image16.wmf"/><Relationship Id="rId3" Type="http://schemas.openxmlformats.org/officeDocument/2006/relationships/oleObject" Target="../embeddings/oleObject12.bin"/><Relationship Id="rId7" Type="http://schemas.openxmlformats.org/officeDocument/2006/relationships/oleObject" Target="../embeddings/oleObject14.bin"/><Relationship Id="rId12" Type="http://schemas.openxmlformats.org/officeDocument/2006/relationships/image" Target="../media/image18.wmf"/><Relationship Id="rId2" Type="http://schemas.openxmlformats.org/officeDocument/2006/relationships/notesSlide" Target="../notesSlides/notesSlide17.xml"/><Relationship Id="rId1" Type="http://schemas.openxmlformats.org/officeDocument/2006/relationships/slideLayout" Target="../slideLayouts/slideLayout7.xml"/><Relationship Id="rId6" Type="http://schemas.openxmlformats.org/officeDocument/2006/relationships/image" Target="../media/image15.wmf"/><Relationship Id="rId11" Type="http://schemas.openxmlformats.org/officeDocument/2006/relationships/oleObject" Target="../embeddings/oleObject16.bin"/><Relationship Id="rId5" Type="http://schemas.openxmlformats.org/officeDocument/2006/relationships/oleObject" Target="../embeddings/oleObject13.bin"/><Relationship Id="rId10" Type="http://schemas.openxmlformats.org/officeDocument/2006/relationships/image" Target="../media/image17.wmf"/><Relationship Id="rId4" Type="http://schemas.openxmlformats.org/officeDocument/2006/relationships/image" Target="../media/image14.wmf"/><Relationship Id="rId9" Type="http://schemas.openxmlformats.org/officeDocument/2006/relationships/oleObject" Target="../embeddings/oleObject15.bin"/></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notesSlide" Target="../notesSlides/notesSlide18.xml"/><Relationship Id="rId1" Type="http://schemas.openxmlformats.org/officeDocument/2006/relationships/slideLayout" Target="../slideLayouts/slideLayout7.xml"/><Relationship Id="rId6" Type="http://schemas.openxmlformats.org/officeDocument/2006/relationships/image" Target="../media/image20.wmf"/><Relationship Id="rId5" Type="http://schemas.openxmlformats.org/officeDocument/2006/relationships/oleObject" Target="../embeddings/oleObject18.bin"/><Relationship Id="rId4" Type="http://schemas.openxmlformats.org/officeDocument/2006/relationships/image" Target="../media/image19.wmf"/></Relationships>
</file>

<file path=ppt/slides/_rels/slide20.x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notesSlide" Target="../notesSlides/notesSlide20.xml"/><Relationship Id="rId1" Type="http://schemas.openxmlformats.org/officeDocument/2006/relationships/slideLayout" Target="../slideLayouts/slideLayout7.xml"/><Relationship Id="rId6" Type="http://schemas.openxmlformats.org/officeDocument/2006/relationships/image" Target="../media/image23.wmf"/><Relationship Id="rId5" Type="http://schemas.openxmlformats.org/officeDocument/2006/relationships/oleObject" Target="../embeddings/oleObject20.bin"/><Relationship Id="rId4" Type="http://schemas.openxmlformats.org/officeDocument/2006/relationships/image" Target="../media/image22.wmf"/></Relationships>
</file>

<file path=ppt/slides/_rels/slide22.xml.rels><?xml version="1.0" encoding="UTF-8" standalone="yes"?>
<Relationships xmlns="http://schemas.openxmlformats.org/package/2006/relationships"><Relationship Id="rId8" Type="http://schemas.openxmlformats.org/officeDocument/2006/relationships/image" Target="../media/image26.wmf"/><Relationship Id="rId3" Type="http://schemas.openxmlformats.org/officeDocument/2006/relationships/oleObject" Target="../embeddings/oleObject21.bin"/><Relationship Id="rId7" Type="http://schemas.openxmlformats.org/officeDocument/2006/relationships/oleObject" Target="../embeddings/oleObject23.bin"/><Relationship Id="rId2" Type="http://schemas.openxmlformats.org/officeDocument/2006/relationships/notesSlide" Target="../notesSlides/notesSlide21.xml"/><Relationship Id="rId1" Type="http://schemas.openxmlformats.org/officeDocument/2006/relationships/slideLayout" Target="../slideLayouts/slideLayout7.xml"/><Relationship Id="rId6" Type="http://schemas.openxmlformats.org/officeDocument/2006/relationships/image" Target="../media/image25.wmf"/><Relationship Id="rId5" Type="http://schemas.openxmlformats.org/officeDocument/2006/relationships/oleObject" Target="../embeddings/oleObject22.bin"/><Relationship Id="rId10" Type="http://schemas.openxmlformats.org/officeDocument/2006/relationships/image" Target="../media/image27.wmf"/><Relationship Id="rId4" Type="http://schemas.openxmlformats.org/officeDocument/2006/relationships/image" Target="../media/image24.wmf"/><Relationship Id="rId9" Type="http://schemas.openxmlformats.org/officeDocument/2006/relationships/oleObject" Target="../embeddings/oleObject24.bin"/></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notesSlide" Target="../notesSlides/notesSlide22.xml"/><Relationship Id="rId1" Type="http://schemas.openxmlformats.org/officeDocument/2006/relationships/slideLayout" Target="../slideLayouts/slideLayout7.xml"/><Relationship Id="rId4" Type="http://schemas.openxmlformats.org/officeDocument/2006/relationships/image" Target="../media/image25.wmf"/></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notesSlide" Target="../notesSlides/notesSlide23.xml"/><Relationship Id="rId1" Type="http://schemas.openxmlformats.org/officeDocument/2006/relationships/slideLayout" Target="../slideLayouts/slideLayout7.xml"/><Relationship Id="rId4" Type="http://schemas.openxmlformats.org/officeDocument/2006/relationships/image" Target="../media/image25.wmf"/></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26.bin"/><Relationship Id="rId2" Type="http://schemas.openxmlformats.org/officeDocument/2006/relationships/notesSlide" Target="../notesSlides/notesSlide24.xml"/><Relationship Id="rId1" Type="http://schemas.openxmlformats.org/officeDocument/2006/relationships/slideLayout" Target="../slideLayouts/slideLayout7.xml"/><Relationship Id="rId4" Type="http://schemas.openxmlformats.org/officeDocument/2006/relationships/image" Target="../media/image28.wmf"/></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notesSlide" Target="../notesSlides/notesSlide25.xml"/><Relationship Id="rId1" Type="http://schemas.openxmlformats.org/officeDocument/2006/relationships/slideLayout" Target="../slideLayouts/slideLayout7.xml"/><Relationship Id="rId6" Type="http://schemas.openxmlformats.org/officeDocument/2006/relationships/image" Target="../media/image30.wmf"/><Relationship Id="rId5" Type="http://schemas.openxmlformats.org/officeDocument/2006/relationships/oleObject" Target="../embeddings/oleObject28.bin"/><Relationship Id="rId4" Type="http://schemas.openxmlformats.org/officeDocument/2006/relationships/image" Target="../media/image29.wmf"/></Relationships>
</file>

<file path=ppt/slides/_rels/slide27.xml.rels><?xml version="1.0" encoding="UTF-8" standalone="yes"?>
<Relationships xmlns="http://schemas.openxmlformats.org/package/2006/relationships"><Relationship Id="rId8" Type="http://schemas.openxmlformats.org/officeDocument/2006/relationships/image" Target="../media/image33.wmf"/><Relationship Id="rId3" Type="http://schemas.openxmlformats.org/officeDocument/2006/relationships/oleObject" Target="../embeddings/oleObject29.bin"/><Relationship Id="rId7" Type="http://schemas.openxmlformats.org/officeDocument/2006/relationships/oleObject" Target="../embeddings/oleObject31.bin"/><Relationship Id="rId2" Type="http://schemas.openxmlformats.org/officeDocument/2006/relationships/notesSlide" Target="../notesSlides/notesSlide26.xml"/><Relationship Id="rId1" Type="http://schemas.openxmlformats.org/officeDocument/2006/relationships/slideLayout" Target="../slideLayouts/slideLayout7.xml"/><Relationship Id="rId6" Type="http://schemas.openxmlformats.org/officeDocument/2006/relationships/image" Target="../media/image32.wmf"/><Relationship Id="rId5" Type="http://schemas.openxmlformats.org/officeDocument/2006/relationships/oleObject" Target="../embeddings/oleObject30.bin"/><Relationship Id="rId10" Type="http://schemas.openxmlformats.org/officeDocument/2006/relationships/image" Target="../media/image34.wmf"/><Relationship Id="rId4" Type="http://schemas.openxmlformats.org/officeDocument/2006/relationships/image" Target="../media/image31.wmf"/><Relationship Id="rId9" Type="http://schemas.openxmlformats.org/officeDocument/2006/relationships/oleObject" Target="../embeddings/oleObject32.bin"/></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33.bin"/><Relationship Id="rId2" Type="http://schemas.openxmlformats.org/officeDocument/2006/relationships/notesSlide" Target="../notesSlides/notesSlide29.xml"/><Relationship Id="rId1" Type="http://schemas.openxmlformats.org/officeDocument/2006/relationships/slideLayout" Target="../slideLayouts/slideLayout7.xml"/><Relationship Id="rId6" Type="http://schemas.openxmlformats.org/officeDocument/2006/relationships/image" Target="../media/image36.wmf"/><Relationship Id="rId5" Type="http://schemas.openxmlformats.org/officeDocument/2006/relationships/oleObject" Target="../embeddings/oleObject34.bin"/><Relationship Id="rId4" Type="http://schemas.openxmlformats.org/officeDocument/2006/relationships/image" Target="../media/image35.wmf"/></Relationships>
</file>

<file path=ppt/slides/_rels/slide31.xml.rels><?xml version="1.0" encoding="UTF-8" standalone="yes"?>
<Relationships xmlns="http://schemas.openxmlformats.org/package/2006/relationships"><Relationship Id="rId8" Type="http://schemas.openxmlformats.org/officeDocument/2006/relationships/image" Target="../media/image39.wmf"/><Relationship Id="rId3" Type="http://schemas.openxmlformats.org/officeDocument/2006/relationships/oleObject" Target="../embeddings/oleObject35.bin"/><Relationship Id="rId7" Type="http://schemas.openxmlformats.org/officeDocument/2006/relationships/oleObject" Target="../embeddings/oleObject37.bin"/><Relationship Id="rId2" Type="http://schemas.openxmlformats.org/officeDocument/2006/relationships/notesSlide" Target="../notesSlides/notesSlide30.xml"/><Relationship Id="rId1" Type="http://schemas.openxmlformats.org/officeDocument/2006/relationships/slideLayout" Target="../slideLayouts/slideLayout7.xml"/><Relationship Id="rId6" Type="http://schemas.openxmlformats.org/officeDocument/2006/relationships/image" Target="../media/image38.wmf"/><Relationship Id="rId5" Type="http://schemas.openxmlformats.org/officeDocument/2006/relationships/oleObject" Target="../embeddings/oleObject36.bin"/><Relationship Id="rId4" Type="http://schemas.openxmlformats.org/officeDocument/2006/relationships/image" Target="../media/image37.wmf"/></Relationships>
</file>

<file path=ppt/slides/_rels/slide32.xml.rels><?xml version="1.0" encoding="UTF-8" standalone="yes"?>
<Relationships xmlns="http://schemas.openxmlformats.org/package/2006/relationships"><Relationship Id="rId8" Type="http://schemas.openxmlformats.org/officeDocument/2006/relationships/image" Target="../media/image42.wmf"/><Relationship Id="rId3" Type="http://schemas.openxmlformats.org/officeDocument/2006/relationships/oleObject" Target="../embeddings/oleObject38.bin"/><Relationship Id="rId7" Type="http://schemas.openxmlformats.org/officeDocument/2006/relationships/oleObject" Target="../embeddings/oleObject40.bin"/><Relationship Id="rId2" Type="http://schemas.openxmlformats.org/officeDocument/2006/relationships/notesSlide" Target="../notesSlides/notesSlide31.xml"/><Relationship Id="rId1" Type="http://schemas.openxmlformats.org/officeDocument/2006/relationships/slideLayout" Target="../slideLayouts/slideLayout7.xml"/><Relationship Id="rId6" Type="http://schemas.openxmlformats.org/officeDocument/2006/relationships/image" Target="../media/image41.wmf"/><Relationship Id="rId5" Type="http://schemas.openxmlformats.org/officeDocument/2006/relationships/oleObject" Target="../embeddings/oleObject39.bin"/><Relationship Id="rId4" Type="http://schemas.openxmlformats.org/officeDocument/2006/relationships/image" Target="../media/image40.wmf"/></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8" Type="http://schemas.openxmlformats.org/officeDocument/2006/relationships/oleObject" Target="../embeddings/oleObject43.bin"/><Relationship Id="rId3" Type="http://schemas.openxmlformats.org/officeDocument/2006/relationships/image" Target="../media/image43.png"/><Relationship Id="rId7" Type="http://schemas.openxmlformats.org/officeDocument/2006/relationships/image" Target="../media/image45.wmf"/><Relationship Id="rId2" Type="http://schemas.openxmlformats.org/officeDocument/2006/relationships/notesSlide" Target="../notesSlides/notesSlide35.xml"/><Relationship Id="rId1" Type="http://schemas.openxmlformats.org/officeDocument/2006/relationships/slideLayout" Target="../slideLayouts/slideLayout7.xml"/><Relationship Id="rId6" Type="http://schemas.openxmlformats.org/officeDocument/2006/relationships/oleObject" Target="../embeddings/oleObject42.bin"/><Relationship Id="rId11" Type="http://schemas.openxmlformats.org/officeDocument/2006/relationships/image" Target="../media/image47.wmf"/><Relationship Id="rId5" Type="http://schemas.openxmlformats.org/officeDocument/2006/relationships/image" Target="../media/image44.wmf"/><Relationship Id="rId10" Type="http://schemas.openxmlformats.org/officeDocument/2006/relationships/oleObject" Target="../embeddings/oleObject44.bin"/><Relationship Id="rId4" Type="http://schemas.openxmlformats.org/officeDocument/2006/relationships/oleObject" Target="../embeddings/oleObject41.bin"/><Relationship Id="rId9" Type="http://schemas.openxmlformats.org/officeDocument/2006/relationships/image" Target="../media/image46.wmf"/></Relationships>
</file>

<file path=ppt/slides/_rels/slide37.xml.rels><?xml version="1.0" encoding="UTF-8" standalone="yes"?>
<Relationships xmlns="http://schemas.openxmlformats.org/package/2006/relationships"><Relationship Id="rId8" Type="http://schemas.openxmlformats.org/officeDocument/2006/relationships/image" Target="../media/image50.wmf"/><Relationship Id="rId13" Type="http://schemas.openxmlformats.org/officeDocument/2006/relationships/image" Target="../media/image52.jpeg"/><Relationship Id="rId3" Type="http://schemas.openxmlformats.org/officeDocument/2006/relationships/oleObject" Target="../embeddings/oleObject45.bin"/><Relationship Id="rId7" Type="http://schemas.openxmlformats.org/officeDocument/2006/relationships/oleObject" Target="../embeddings/oleObject47.bin"/><Relationship Id="rId12" Type="http://schemas.openxmlformats.org/officeDocument/2006/relationships/image" Target="../media/image51.wmf"/><Relationship Id="rId2" Type="http://schemas.openxmlformats.org/officeDocument/2006/relationships/notesSlide" Target="../notesSlides/notesSlide36.xml"/><Relationship Id="rId1" Type="http://schemas.openxmlformats.org/officeDocument/2006/relationships/slideLayout" Target="../slideLayouts/slideLayout7.xml"/><Relationship Id="rId6" Type="http://schemas.openxmlformats.org/officeDocument/2006/relationships/image" Target="../media/image49.wmf"/><Relationship Id="rId11" Type="http://schemas.openxmlformats.org/officeDocument/2006/relationships/oleObject" Target="../embeddings/oleObject49.bin"/><Relationship Id="rId5" Type="http://schemas.openxmlformats.org/officeDocument/2006/relationships/oleObject" Target="../embeddings/oleObject46.bin"/><Relationship Id="rId10" Type="http://schemas.openxmlformats.org/officeDocument/2006/relationships/image" Target="../media/image46.wmf"/><Relationship Id="rId4" Type="http://schemas.openxmlformats.org/officeDocument/2006/relationships/image" Target="../media/image48.wmf"/><Relationship Id="rId9" Type="http://schemas.openxmlformats.org/officeDocument/2006/relationships/oleObject" Target="../embeddings/oleObject48.bin"/></Relationships>
</file>

<file path=ppt/slides/_rels/slide38.xml.rels><?xml version="1.0" encoding="UTF-8" standalone="yes"?>
<Relationships xmlns="http://schemas.openxmlformats.org/package/2006/relationships"><Relationship Id="rId8" Type="http://schemas.openxmlformats.org/officeDocument/2006/relationships/oleObject" Target="../embeddings/oleObject52.bin"/><Relationship Id="rId3" Type="http://schemas.openxmlformats.org/officeDocument/2006/relationships/image" Target="../media/image53.png"/><Relationship Id="rId7" Type="http://schemas.openxmlformats.org/officeDocument/2006/relationships/image" Target="../media/image55.wmf"/><Relationship Id="rId2" Type="http://schemas.openxmlformats.org/officeDocument/2006/relationships/notesSlide" Target="../notesSlides/notesSlide37.xml"/><Relationship Id="rId1" Type="http://schemas.openxmlformats.org/officeDocument/2006/relationships/slideLayout" Target="../slideLayouts/slideLayout7.xml"/><Relationship Id="rId6" Type="http://schemas.openxmlformats.org/officeDocument/2006/relationships/oleObject" Target="../embeddings/oleObject51.bin"/><Relationship Id="rId5" Type="http://schemas.openxmlformats.org/officeDocument/2006/relationships/image" Target="../media/image54.wmf"/><Relationship Id="rId4" Type="http://schemas.openxmlformats.org/officeDocument/2006/relationships/oleObject" Target="../embeddings/oleObject50.bin"/><Relationship Id="rId9" Type="http://schemas.openxmlformats.org/officeDocument/2006/relationships/image" Target="../media/image56.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360362" y="247063"/>
            <a:ext cx="8423276" cy="671851"/>
          </a:xfrm>
          <a:prstGeom prst="rect">
            <a:avLst/>
          </a:prstGeom>
          <a:noFill/>
          <a:ln w="9525">
            <a:noFill/>
          </a:ln>
        </p:spPr>
        <p:txBody>
          <a:bodyPr wrap="square" anchor="t" anchorCtr="0">
            <a:spAutoFit/>
          </a:bodyPr>
          <a:lstStyle/>
          <a:p>
            <a:pPr>
              <a:lnSpc>
                <a:spcPct val="150000"/>
              </a:lnSpc>
              <a:buClrTx/>
              <a:buFontTx/>
            </a:pPr>
            <a:r>
              <a:rPr lang="en-US" altLang="zh-CN" sz="2800" dirty="0">
                <a:latin typeface="Calibri" panose="020F0502020204030204" pitchFamily="34" charset="0"/>
              </a:rPr>
              <a:t>1</a:t>
            </a:r>
            <a:r>
              <a:rPr lang="en-US" altLang="zh-CN" sz="2800" dirty="0">
                <a:latin typeface="Calibri" panose="020F0502020204030204" pitchFamily="34" charset="0"/>
                <a:ea typeface="宋体" panose="02010600030101010101" pitchFamily="2" charset="-122"/>
              </a:rPr>
              <a:t>. </a:t>
            </a:r>
            <a:r>
              <a:rPr lang="en-US" altLang="zh-CN" sz="2400" dirty="0">
                <a:latin typeface="Calibri" panose="020F0502020204030204" pitchFamily="34" charset="0"/>
              </a:rPr>
              <a:t>Nyquist</a:t>
            </a:r>
            <a:r>
              <a:rPr lang="zh-CN" altLang="en-US" sz="2400" dirty="0">
                <a:latin typeface="Calibri" panose="020F0502020204030204" pitchFamily="34" charset="0"/>
              </a:rPr>
              <a:t>稳定性判据</a:t>
            </a:r>
            <a:r>
              <a:rPr lang="en-US" altLang="zh-CN" sz="2400" dirty="0">
                <a:latin typeface="Calibri" panose="020F0502020204030204" pitchFamily="34" charset="0"/>
              </a:rPr>
              <a:t>:</a:t>
            </a:r>
          </a:p>
        </p:txBody>
      </p:sp>
      <p:sp>
        <p:nvSpPr>
          <p:cNvPr id="8" name="矩形 7"/>
          <p:cNvSpPr/>
          <p:nvPr/>
        </p:nvSpPr>
        <p:spPr>
          <a:xfrm>
            <a:off x="203029" y="2890703"/>
            <a:ext cx="8897366" cy="461665"/>
          </a:xfrm>
          <a:prstGeom prst="rect">
            <a:avLst/>
          </a:prstGeom>
          <a:noFill/>
          <a:ln w="9525">
            <a:noFill/>
          </a:ln>
        </p:spPr>
        <p:txBody>
          <a:bodyPr wrap="square" anchor="t" anchorCtr="0">
            <a:spAutoFit/>
          </a:bodyPr>
          <a:lstStyle/>
          <a:p>
            <a:pPr>
              <a:buClrTx/>
              <a:buFontTx/>
            </a:pPr>
            <a:r>
              <a:rPr lang="en-US" altLang="zh-CN" sz="2400" dirty="0">
                <a:latin typeface="Calibri" panose="020F0502020204030204" pitchFamily="34" charset="0"/>
              </a:rPr>
              <a:t>2.</a:t>
            </a:r>
            <a:r>
              <a:rPr lang="zh-CN" altLang="en-US" sz="2400" dirty="0">
                <a:latin typeface="Calibri" panose="020F0502020204030204" pitchFamily="34" charset="0"/>
              </a:rPr>
              <a:t>什么是</a:t>
            </a:r>
            <a:r>
              <a:rPr lang="zh-CN" altLang="zh-CN" sz="2400" dirty="0">
                <a:latin typeface="Calibri" panose="020F0502020204030204" pitchFamily="34" charset="0"/>
              </a:rPr>
              <a:t>相位裕量</a:t>
            </a:r>
            <a:r>
              <a:rPr lang="zh-CN" altLang="en-US" sz="2400" dirty="0">
                <a:latin typeface="Calibri" panose="020F0502020204030204" pitchFamily="34" charset="0"/>
              </a:rPr>
              <a:t>？其</a:t>
            </a:r>
            <a:r>
              <a:rPr lang="zh-CN" altLang="zh-CN" sz="2400" dirty="0">
                <a:latin typeface="Calibri" panose="020F0502020204030204" pitchFamily="34" charset="0"/>
              </a:rPr>
              <a:t>物理含义是什么？其与稳定性的关系如何</a:t>
            </a:r>
            <a:r>
              <a:rPr lang="zh-CN" altLang="en-US" sz="2400" dirty="0">
                <a:latin typeface="Calibri" panose="020F0502020204030204" pitchFamily="34" charset="0"/>
              </a:rPr>
              <a:t>？</a:t>
            </a:r>
          </a:p>
        </p:txBody>
      </p:sp>
      <p:sp>
        <p:nvSpPr>
          <p:cNvPr id="10" name="矩形 9"/>
          <p:cNvSpPr/>
          <p:nvPr/>
        </p:nvSpPr>
        <p:spPr>
          <a:xfrm>
            <a:off x="195740" y="3746119"/>
            <a:ext cx="8462962" cy="461665"/>
          </a:xfrm>
          <a:prstGeom prst="rect">
            <a:avLst/>
          </a:prstGeom>
          <a:noFill/>
          <a:ln w="9525">
            <a:noFill/>
          </a:ln>
        </p:spPr>
        <p:txBody>
          <a:bodyPr anchor="t" anchorCtr="0">
            <a:spAutoFit/>
          </a:bodyPr>
          <a:lstStyle/>
          <a:p>
            <a:pPr>
              <a:buClrTx/>
              <a:buFontTx/>
            </a:pPr>
            <a:r>
              <a:rPr lang="en-US" altLang="zh-CN" sz="2400" dirty="0">
                <a:latin typeface="Calibri" panose="020F0502020204030204" pitchFamily="34" charset="0"/>
              </a:rPr>
              <a:t>3.</a:t>
            </a:r>
            <a:r>
              <a:rPr lang="zh-CN" altLang="en-US" sz="2400" dirty="0">
                <a:latin typeface="Calibri" panose="020F0502020204030204" pitchFamily="34" charset="0"/>
              </a:rPr>
              <a:t>在</a:t>
            </a:r>
            <a:r>
              <a:rPr lang="en-US" altLang="zh-CN" sz="2400" dirty="0">
                <a:latin typeface="Calibri" panose="020F0502020204030204" pitchFamily="34" charset="0"/>
              </a:rPr>
              <a:t>Bode</a:t>
            </a:r>
            <a:r>
              <a:rPr lang="zh-CN" altLang="en-US" sz="2400" dirty="0">
                <a:latin typeface="Calibri" panose="020F0502020204030204" pitchFamily="34" charset="0"/>
              </a:rPr>
              <a:t>图上如何找相位裕量和增益裕量？</a:t>
            </a:r>
          </a:p>
        </p:txBody>
      </p:sp>
      <p:sp>
        <p:nvSpPr>
          <p:cNvPr id="11" name="矩形 10"/>
          <p:cNvSpPr/>
          <p:nvPr/>
        </p:nvSpPr>
        <p:spPr>
          <a:xfrm>
            <a:off x="202439" y="4555537"/>
            <a:ext cx="472430" cy="461665"/>
          </a:xfrm>
          <a:prstGeom prst="rect">
            <a:avLst/>
          </a:prstGeom>
          <a:noFill/>
          <a:ln w="9525">
            <a:noFill/>
          </a:ln>
        </p:spPr>
        <p:txBody>
          <a:bodyPr wrap="square" anchor="t" anchorCtr="0">
            <a:spAutoFit/>
          </a:bodyPr>
          <a:lstStyle/>
          <a:p>
            <a:pPr>
              <a:buClrTx/>
              <a:buFontTx/>
            </a:pPr>
            <a:r>
              <a:rPr lang="en-US" altLang="zh-CN" sz="2400" dirty="0">
                <a:latin typeface="Calibri" panose="020F0502020204030204" pitchFamily="34" charset="0"/>
              </a:rPr>
              <a:t>4.</a:t>
            </a:r>
            <a:endParaRPr lang="zh-CN" altLang="en-US" sz="2400" dirty="0">
              <a:latin typeface="Calibri" panose="020F0502020204030204" pitchFamily="34" charset="0"/>
            </a:endParaRPr>
          </a:p>
        </p:txBody>
      </p:sp>
      <p:graphicFrame>
        <p:nvGraphicFramePr>
          <p:cNvPr id="11266" name="Object 5"/>
          <p:cNvGraphicFramePr>
            <a:graphicFrameLocks noChangeAspect="1"/>
          </p:cNvGraphicFramePr>
          <p:nvPr>
            <p:extLst>
              <p:ext uri="{D42A27DB-BD31-4B8C-83A1-F6EECF244321}">
                <p14:modId xmlns:p14="http://schemas.microsoft.com/office/powerpoint/2010/main" val="1352468497"/>
              </p:ext>
            </p:extLst>
          </p:nvPr>
        </p:nvGraphicFramePr>
        <p:xfrm>
          <a:off x="675983" y="4277349"/>
          <a:ext cx="4661018" cy="905156"/>
        </p:xfrm>
        <a:graphic>
          <a:graphicData uri="http://schemas.openxmlformats.org/presentationml/2006/ole">
            <mc:AlternateContent xmlns:mc="http://schemas.openxmlformats.org/markup-compatibility/2006">
              <mc:Choice xmlns:v="urn:schemas-microsoft-com:vml" Requires="v">
                <p:oleObj name="公式" r:id="rId2" imgW="2158920" imgH="419040" progId="Equation.3">
                  <p:embed/>
                </p:oleObj>
              </mc:Choice>
              <mc:Fallback>
                <p:oleObj name="公式" r:id="rId2" imgW="2158920" imgH="419040" progId="Equation.3">
                  <p:embed/>
                  <p:pic>
                    <p:nvPicPr>
                      <p:cNvPr id="11266"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5983" y="4277349"/>
                        <a:ext cx="4661018" cy="905156"/>
                      </a:xfrm>
                      <a:prstGeom prst="rect">
                        <a:avLst/>
                      </a:prstGeom>
                      <a:noFill/>
                      <a:ln>
                        <a:noFill/>
                      </a:ln>
                      <a:effectLst/>
                    </p:spPr>
                  </p:pic>
                </p:oleObj>
              </mc:Fallback>
            </mc:AlternateContent>
          </a:graphicData>
        </a:graphic>
      </p:graphicFrame>
      <p:sp>
        <p:nvSpPr>
          <p:cNvPr id="3" name="文本框 2"/>
          <p:cNvSpPr txBox="1"/>
          <p:nvPr/>
        </p:nvSpPr>
        <p:spPr>
          <a:xfrm>
            <a:off x="467544" y="5335087"/>
            <a:ext cx="7263527" cy="830997"/>
          </a:xfrm>
          <a:prstGeom prst="rect">
            <a:avLst/>
          </a:prstGeom>
          <a:noFill/>
        </p:spPr>
        <p:txBody>
          <a:bodyPr wrap="none" rtlCol="0">
            <a:spAutoFit/>
          </a:bodyPr>
          <a:lstStyle/>
          <a:p>
            <a:r>
              <a:rPr lang="zh-CN" altLang="en-US" sz="2400" dirty="0">
                <a:latin typeface="+mn-ea"/>
                <a:ea typeface="+mn-ea"/>
              </a:rPr>
              <a:t>试估计：高频处对数幅频特性的斜率是多少</a:t>
            </a:r>
            <a:r>
              <a:rPr lang="en-US" altLang="zh-CN" sz="2400" dirty="0">
                <a:latin typeface="+mn-ea"/>
                <a:ea typeface="+mn-ea"/>
              </a:rPr>
              <a:t>dB/</a:t>
            </a:r>
            <a:r>
              <a:rPr lang="en-US" altLang="zh-CN" sz="2400" dirty="0" err="1">
                <a:latin typeface="+mn-ea"/>
                <a:ea typeface="+mn-ea"/>
              </a:rPr>
              <a:t>dec</a:t>
            </a:r>
            <a:r>
              <a:rPr lang="zh-CN" altLang="en-US" sz="2400" dirty="0">
                <a:latin typeface="+mn-ea"/>
                <a:ea typeface="+mn-ea"/>
              </a:rPr>
              <a:t>？</a:t>
            </a:r>
            <a:endParaRPr lang="en-US" altLang="zh-CN" sz="2400" dirty="0">
              <a:latin typeface="+mn-ea"/>
              <a:ea typeface="+mn-ea"/>
            </a:endParaRPr>
          </a:p>
          <a:p>
            <a:r>
              <a:rPr lang="en-US" altLang="zh-CN" sz="2400" dirty="0">
                <a:latin typeface="+mn-ea"/>
                <a:ea typeface="+mn-ea"/>
              </a:rPr>
              <a:t>           </a:t>
            </a:r>
            <a:r>
              <a:rPr lang="zh-CN" altLang="en-US" sz="2400" dirty="0">
                <a:latin typeface="+mn-ea"/>
                <a:ea typeface="+mn-ea"/>
              </a:rPr>
              <a:t>高频处对数相频特性的相位是多少度</a:t>
            </a:r>
          </a:p>
        </p:txBody>
      </p:sp>
      <mc:AlternateContent xmlns:mc="http://schemas.openxmlformats.org/markup-compatibility/2006">
        <mc:Choice xmlns:a14="http://schemas.microsoft.com/office/drawing/2010/main" Requires="a14">
          <p:sp>
            <p:nvSpPr>
              <p:cNvPr id="5" name="文本框 4">
                <a:extLst>
                  <a:ext uri="{FF2B5EF4-FFF2-40B4-BE49-F238E27FC236}">
                    <a16:creationId xmlns:a16="http://schemas.microsoft.com/office/drawing/2014/main" id="{E9E5905C-543D-96B3-ADDB-545771FF22E7}"/>
                  </a:ext>
                </a:extLst>
              </p:cNvPr>
              <p:cNvSpPr txBox="1"/>
              <p:nvPr/>
            </p:nvSpPr>
            <p:spPr>
              <a:xfrm>
                <a:off x="5041282" y="2186827"/>
                <a:ext cx="3482840" cy="66909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i="1" smtClean="0">
                          <a:latin typeface="Cambria Math" panose="02040503050406030204" pitchFamily="18" charset="0"/>
                        </a:rPr>
                        <m:t>𝐺</m:t>
                      </m:r>
                      <m:d>
                        <m:dPr>
                          <m:ctrlPr>
                            <a:rPr lang="zh-CN" altLang="en-US" i="1">
                              <a:latin typeface="Cambria Math" panose="02040503050406030204" pitchFamily="18" charset="0"/>
                            </a:rPr>
                          </m:ctrlPr>
                        </m:dPr>
                        <m:e>
                          <m:r>
                            <a:rPr lang="zh-CN" altLang="en-US" i="1">
                              <a:latin typeface="Cambria Math" panose="02040503050406030204" pitchFamily="18" charset="0"/>
                            </a:rPr>
                            <m:t>𝑠</m:t>
                          </m:r>
                        </m:e>
                      </m:d>
                      <m:r>
                        <a:rPr lang="zh-CN" altLang="en-US" i="0">
                          <a:latin typeface="Cambria Math" panose="02040503050406030204" pitchFamily="18" charset="0"/>
                        </a:rPr>
                        <m:t>=</m:t>
                      </m:r>
                      <m:f>
                        <m:fPr>
                          <m:ctrlPr>
                            <a:rPr lang="zh-CN" altLang="en-US" i="1">
                              <a:latin typeface="Cambria Math" panose="02040503050406030204" pitchFamily="18" charset="0"/>
                            </a:rPr>
                          </m:ctrlPr>
                        </m:fPr>
                        <m:num>
                          <m:r>
                            <a:rPr lang="zh-CN" altLang="en-US" i="0">
                              <a:latin typeface="Cambria Math" panose="02040503050406030204" pitchFamily="18" charset="0"/>
                            </a:rPr>
                            <m:t>50(0.6</m:t>
                          </m:r>
                          <m:r>
                            <a:rPr lang="zh-CN" altLang="en-US" i="1">
                              <a:latin typeface="Cambria Math" panose="02040503050406030204" pitchFamily="18" charset="0"/>
                            </a:rPr>
                            <m:t>𝑠</m:t>
                          </m:r>
                          <m:r>
                            <a:rPr lang="zh-CN" altLang="en-US" i="0">
                              <a:latin typeface="Cambria Math" panose="02040503050406030204" pitchFamily="18" charset="0"/>
                            </a:rPr>
                            <m:t>+1)</m:t>
                          </m:r>
                        </m:num>
                        <m:den>
                          <m:sSup>
                            <m:sSupPr>
                              <m:ctrlPr>
                                <a:rPr lang="zh-CN" altLang="en-US" i="1">
                                  <a:latin typeface="Cambria Math" panose="02040503050406030204" pitchFamily="18" charset="0"/>
                                </a:rPr>
                              </m:ctrlPr>
                            </m:sSupPr>
                            <m:e>
                              <m:r>
                                <a:rPr lang="zh-CN" altLang="en-US" i="1">
                                  <a:latin typeface="Cambria Math" panose="02040503050406030204" pitchFamily="18" charset="0"/>
                                </a:rPr>
                                <m:t>𝑠</m:t>
                              </m:r>
                            </m:e>
                            <m:sup>
                              <m:r>
                                <a:rPr lang="zh-CN" altLang="en-US" i="0">
                                  <a:latin typeface="Cambria Math" panose="02040503050406030204" pitchFamily="18" charset="0"/>
                                </a:rPr>
                                <m:t>2</m:t>
                              </m:r>
                            </m:sup>
                          </m:sSup>
                          <m:r>
                            <a:rPr lang="zh-CN" altLang="en-US" i="0">
                              <a:latin typeface="Cambria Math" panose="02040503050406030204" pitchFamily="18" charset="0"/>
                            </a:rPr>
                            <m:t>(4</m:t>
                          </m:r>
                          <m:r>
                            <a:rPr lang="zh-CN" altLang="en-US" i="1">
                              <a:latin typeface="Cambria Math" panose="02040503050406030204" pitchFamily="18" charset="0"/>
                            </a:rPr>
                            <m:t>𝑠</m:t>
                          </m:r>
                          <m:r>
                            <a:rPr lang="zh-CN" altLang="en-US" i="0">
                              <a:latin typeface="Cambria Math" panose="02040503050406030204" pitchFamily="18" charset="0"/>
                            </a:rPr>
                            <m:t>+1)</m:t>
                          </m:r>
                        </m:den>
                      </m:f>
                    </m:oMath>
                  </m:oMathPara>
                </a14:m>
                <a:endParaRPr lang="zh-CN" altLang="en-US" dirty="0"/>
              </a:p>
            </p:txBody>
          </p:sp>
        </mc:Choice>
        <mc:Fallback>
          <p:sp>
            <p:nvSpPr>
              <p:cNvPr id="5" name="文本框 4">
                <a:extLst>
                  <a:ext uri="{FF2B5EF4-FFF2-40B4-BE49-F238E27FC236}">
                    <a16:creationId xmlns:a16="http://schemas.microsoft.com/office/drawing/2014/main" id="{E9E5905C-543D-96B3-ADDB-545771FF22E7}"/>
                  </a:ext>
                </a:extLst>
              </p:cNvPr>
              <p:cNvSpPr txBox="1">
                <a:spLocks noRot="1" noChangeAspect="1" noMove="1" noResize="1" noEditPoints="1" noAdjustHandles="1" noChangeArrowheads="1" noChangeShapeType="1" noTextEdit="1"/>
              </p:cNvSpPr>
              <p:nvPr/>
            </p:nvSpPr>
            <p:spPr>
              <a:xfrm>
                <a:off x="5041282" y="2186827"/>
                <a:ext cx="3482840" cy="669094"/>
              </a:xfrm>
              <a:prstGeom prst="rect">
                <a:avLst/>
              </a:prstGeom>
              <a:blipFill>
                <a:blip r:embed="rId4"/>
                <a:stretch>
                  <a:fillRect/>
                </a:stretch>
              </a:blipFill>
            </p:spPr>
            <p:txBody>
              <a:bodyPr/>
              <a:lstStyle/>
              <a:p>
                <a:r>
                  <a:rPr lang="zh-CN" altLang="en-US">
                    <a:noFill/>
                  </a:rPr>
                  <a:t> </a:t>
                </a:r>
              </a:p>
            </p:txBody>
          </p:sp>
        </mc:Fallback>
      </mc:AlternateContent>
      <p:sp>
        <p:nvSpPr>
          <p:cNvPr id="12" name="文本框 11">
            <a:extLst>
              <a:ext uri="{FF2B5EF4-FFF2-40B4-BE49-F238E27FC236}">
                <a16:creationId xmlns:a16="http://schemas.microsoft.com/office/drawing/2014/main" id="{AF306B50-FC5F-474C-40A7-6919C8F01C51}"/>
              </a:ext>
            </a:extLst>
          </p:cNvPr>
          <p:cNvSpPr txBox="1"/>
          <p:nvPr/>
        </p:nvSpPr>
        <p:spPr>
          <a:xfrm>
            <a:off x="418104" y="2266119"/>
            <a:ext cx="2281688" cy="461665"/>
          </a:xfrm>
          <a:prstGeom prst="rect">
            <a:avLst/>
          </a:prstGeom>
          <a:noFill/>
        </p:spPr>
        <p:txBody>
          <a:bodyPr wrap="square">
            <a:spAutoFit/>
          </a:bodyPr>
          <a:lstStyle/>
          <a:p>
            <a:r>
              <a:rPr lang="zh-CN" altLang="en-US" sz="2400" dirty="0">
                <a:latin typeface="Calibri" panose="020F0502020204030204" pitchFamily="34" charset="0"/>
              </a:rPr>
              <a:t>有积分环节时：</a:t>
            </a:r>
            <a:endParaRPr lang="zh-CN" altLang="en-US" sz="2400" dirty="0"/>
          </a:p>
        </p:txBody>
      </p:sp>
      <p:sp>
        <p:nvSpPr>
          <p:cNvPr id="14" name="文本框 13">
            <a:extLst>
              <a:ext uri="{FF2B5EF4-FFF2-40B4-BE49-F238E27FC236}">
                <a16:creationId xmlns:a16="http://schemas.microsoft.com/office/drawing/2014/main" id="{86F6F506-FA31-8153-E961-FB3D85DA0F38}"/>
              </a:ext>
            </a:extLst>
          </p:cNvPr>
          <p:cNvSpPr txBox="1"/>
          <p:nvPr/>
        </p:nvSpPr>
        <p:spPr>
          <a:xfrm>
            <a:off x="418104" y="1087183"/>
            <a:ext cx="2088232" cy="461665"/>
          </a:xfrm>
          <a:prstGeom prst="rect">
            <a:avLst/>
          </a:prstGeom>
          <a:noFill/>
        </p:spPr>
        <p:txBody>
          <a:bodyPr wrap="square">
            <a:spAutoFit/>
          </a:bodyPr>
          <a:lstStyle/>
          <a:p>
            <a:r>
              <a:rPr lang="zh-CN" altLang="en-US" sz="2400" dirty="0">
                <a:latin typeface="Calibri" panose="020F0502020204030204" pitchFamily="34" charset="0"/>
              </a:rPr>
              <a:t>无积分环节时：</a:t>
            </a:r>
            <a:endParaRPr lang="zh-CN" altLang="en-US" sz="2400" dirty="0"/>
          </a:p>
        </p:txBody>
      </p:sp>
      <p:sp>
        <p:nvSpPr>
          <p:cNvPr id="16" name="文本框 15">
            <a:extLst>
              <a:ext uri="{FF2B5EF4-FFF2-40B4-BE49-F238E27FC236}">
                <a16:creationId xmlns:a16="http://schemas.microsoft.com/office/drawing/2014/main" id="{733B29C8-DF68-86AF-AA12-80A488D642DB}"/>
              </a:ext>
            </a:extLst>
          </p:cNvPr>
          <p:cNvSpPr txBox="1"/>
          <p:nvPr/>
        </p:nvSpPr>
        <p:spPr>
          <a:xfrm>
            <a:off x="611560" y="1467475"/>
            <a:ext cx="8208912" cy="583108"/>
          </a:xfrm>
          <a:prstGeom prst="rect">
            <a:avLst/>
          </a:prstGeom>
          <a:noFill/>
        </p:spPr>
        <p:txBody>
          <a:bodyPr wrap="square">
            <a:spAutoFit/>
          </a:bodyPr>
          <a:lstStyle/>
          <a:p>
            <a:pPr>
              <a:lnSpc>
                <a:spcPct val="150000"/>
              </a:lnSpc>
              <a:buClrTx/>
              <a:buFontTx/>
            </a:pPr>
            <a:r>
              <a:rPr lang="zh-CN" altLang="en-US" sz="2400" dirty="0">
                <a:latin typeface="Calibri" panose="020F0502020204030204" pitchFamily="34" charset="0"/>
                <a:sym typeface="Symbol" panose="05050102010706020507" pitchFamily="18" charset="2"/>
              </a:rPr>
              <a:t></a:t>
            </a:r>
            <a:r>
              <a:rPr lang="en-US" altLang="zh-CN" sz="2400" dirty="0">
                <a:latin typeface="Calibri" panose="020F0502020204030204" pitchFamily="34" charset="0"/>
                <a:sym typeface="Symbol" panose="05050102010706020507" pitchFamily="18" charset="2"/>
              </a:rPr>
              <a:t>:</a:t>
            </a:r>
            <a:r>
              <a:rPr lang="en-US" altLang="zh-CN" sz="2400" dirty="0">
                <a:latin typeface="Calibri" panose="020F0502020204030204" pitchFamily="34" charset="0"/>
              </a:rPr>
              <a:t>0</a:t>
            </a:r>
            <a:r>
              <a:rPr lang="en-US" altLang="zh-CN" sz="2400" dirty="0">
                <a:latin typeface="Calibri" panose="020F0502020204030204" pitchFamily="34" charset="0"/>
                <a:sym typeface="Symbol" panose="05050102010706020507" pitchFamily="18" charset="2"/>
              </a:rPr>
              <a:t></a:t>
            </a:r>
            <a:r>
              <a:rPr lang="zh-CN" altLang="en-US" sz="2400" dirty="0">
                <a:latin typeface="Calibri" panose="020F0502020204030204" pitchFamily="34" charset="0"/>
                <a:sym typeface="Symbol" panose="05050102010706020507" pitchFamily="18" charset="2"/>
              </a:rPr>
              <a:t>时</a:t>
            </a:r>
            <a:r>
              <a:rPr lang="en-US" altLang="zh-CN" sz="2400" dirty="0">
                <a:latin typeface="Calibri" panose="020F0502020204030204" pitchFamily="34" charset="0"/>
                <a:sym typeface="Symbol" panose="05050102010706020507" pitchFamily="18" charset="2"/>
              </a:rPr>
              <a:t> A(0)(0); A(</a:t>
            </a:r>
            <a:r>
              <a:rPr lang="en-US" altLang="zh-CN" sz="2400" dirty="0">
                <a:sym typeface="Symbol" panose="05050102010706020507" pitchFamily="18" charset="2"/>
              </a:rPr>
              <a:t></a:t>
            </a:r>
            <a:r>
              <a:rPr lang="en-US" altLang="zh-CN" sz="2400" dirty="0">
                <a:latin typeface="Calibri" panose="020F0502020204030204" pitchFamily="34" charset="0"/>
                <a:sym typeface="Symbol" panose="05050102010706020507" pitchFamily="18" charset="2"/>
              </a:rPr>
              <a:t>)(</a:t>
            </a:r>
            <a:r>
              <a:rPr lang="en-US" altLang="zh-CN" sz="2400" dirty="0">
                <a:sym typeface="Symbol" panose="05050102010706020507" pitchFamily="18" charset="2"/>
              </a:rPr>
              <a:t></a:t>
            </a:r>
            <a:r>
              <a:rPr lang="en-US" altLang="zh-CN" sz="2400" dirty="0">
                <a:latin typeface="Calibri" panose="020F0502020204030204" pitchFamily="34" charset="0"/>
                <a:sym typeface="Symbol" panose="05050102010706020507" pitchFamily="18" charset="2"/>
              </a:rPr>
              <a:t>); (-180°)? </a:t>
            </a:r>
            <a:r>
              <a:rPr lang="zh-CN" altLang="en-US" sz="2400" dirty="0">
                <a:latin typeface="Calibri" panose="020F0502020204030204" pitchFamily="34" charset="0"/>
                <a:sym typeface="Symbol" panose="05050102010706020507" pitchFamily="18" charset="2"/>
              </a:rPr>
              <a:t>中间的变化趋势？</a:t>
            </a:r>
            <a:endParaRPr lang="en-US" altLang="zh-CN" sz="2400" dirty="0">
              <a:latin typeface="Calibri" panose="020F0502020204030204" pitchFamily="34" charset="0"/>
            </a:endParaRPr>
          </a:p>
        </p:txBody>
      </p:sp>
      <p:sp>
        <p:nvSpPr>
          <p:cNvPr id="18" name="文本框 17">
            <a:extLst>
              <a:ext uri="{FF2B5EF4-FFF2-40B4-BE49-F238E27FC236}">
                <a16:creationId xmlns:a16="http://schemas.microsoft.com/office/drawing/2014/main" id="{040A9807-5F98-18D1-A303-2A7B5F382D8F}"/>
              </a:ext>
            </a:extLst>
          </p:cNvPr>
          <p:cNvSpPr txBox="1"/>
          <p:nvPr/>
        </p:nvSpPr>
        <p:spPr>
          <a:xfrm>
            <a:off x="2483768" y="2254703"/>
            <a:ext cx="3025411" cy="461665"/>
          </a:xfrm>
          <a:prstGeom prst="rect">
            <a:avLst/>
          </a:prstGeom>
          <a:noFill/>
        </p:spPr>
        <p:txBody>
          <a:bodyPr wrap="square">
            <a:spAutoFit/>
          </a:bodyPr>
          <a:lstStyle/>
          <a:p>
            <a:r>
              <a:rPr lang="zh-CN" altLang="en-US" sz="2400" dirty="0">
                <a:latin typeface="Calibri" panose="020F0502020204030204" pitchFamily="34" charset="0"/>
                <a:sym typeface="Symbol" panose="05050102010706020507" pitchFamily="18" charset="2"/>
              </a:rPr>
              <a:t> </a:t>
            </a:r>
            <a:r>
              <a:rPr lang="en-US" altLang="zh-CN" sz="2400" dirty="0">
                <a:latin typeface="Calibri" panose="020F0502020204030204" pitchFamily="34" charset="0"/>
                <a:sym typeface="Symbol" panose="05050102010706020507" pitchFamily="18" charset="2"/>
              </a:rPr>
              <a:t>:</a:t>
            </a:r>
            <a:r>
              <a:rPr lang="en-US" altLang="zh-CN" sz="2400" dirty="0">
                <a:highlight>
                  <a:srgbClr val="00FF00"/>
                </a:highlight>
                <a:latin typeface="Calibri" panose="020F0502020204030204" pitchFamily="34" charset="0"/>
              </a:rPr>
              <a:t>0</a:t>
            </a:r>
            <a:r>
              <a:rPr lang="en-US" altLang="zh-CN" sz="2400" dirty="0">
                <a:highlight>
                  <a:srgbClr val="00FF00"/>
                </a:highlight>
                <a:latin typeface="Calibri" panose="020F0502020204030204" pitchFamily="34" charset="0"/>
                <a:sym typeface="Symbol" panose="05050102010706020507" pitchFamily="18" charset="2"/>
              </a:rPr>
              <a:t>0+</a:t>
            </a:r>
            <a:r>
              <a:rPr lang="en-US" altLang="zh-CN" sz="2400" dirty="0">
                <a:latin typeface="Calibri" panose="020F0502020204030204" pitchFamily="34" charset="0"/>
                <a:sym typeface="Symbol" panose="05050102010706020507" pitchFamily="18" charset="2"/>
              </a:rPr>
              <a:t>  </a:t>
            </a:r>
            <a:r>
              <a:rPr lang="zh-CN" altLang="en-US" sz="2400" dirty="0">
                <a:latin typeface="Calibri" panose="020F0502020204030204" pitchFamily="34" charset="0"/>
                <a:sym typeface="Symbol" panose="05050102010706020507" pitchFamily="18" charset="2"/>
              </a:rPr>
              <a:t>：</a:t>
            </a:r>
            <a:endParaRPr lang="zh-CN" altLang="en-US" sz="2400" dirty="0"/>
          </a:p>
        </p:txBody>
      </p:sp>
      <p:sp>
        <p:nvSpPr>
          <p:cNvPr id="19" name="文本框 18">
            <a:extLst>
              <a:ext uri="{FF2B5EF4-FFF2-40B4-BE49-F238E27FC236}">
                <a16:creationId xmlns:a16="http://schemas.microsoft.com/office/drawing/2014/main" id="{8CD9576D-E736-C947-E0C2-AB5C1A0D2131}"/>
              </a:ext>
            </a:extLst>
          </p:cNvPr>
          <p:cNvSpPr txBox="1"/>
          <p:nvPr/>
        </p:nvSpPr>
        <p:spPr>
          <a:xfrm>
            <a:off x="4063562" y="442158"/>
            <a:ext cx="4759636" cy="461665"/>
          </a:xfrm>
          <a:prstGeom prst="rect">
            <a:avLst/>
          </a:prstGeom>
          <a:noFill/>
        </p:spPr>
        <p:txBody>
          <a:bodyPr wrap="none" rtlCol="0">
            <a:spAutoFit/>
          </a:bodyPr>
          <a:lstStyle/>
          <a:p>
            <a:r>
              <a:rPr lang="en-US" altLang="zh-CN" sz="2400" dirty="0"/>
              <a:t>N=-q/2  (-</a:t>
            </a:r>
            <a:r>
              <a:rPr lang="zh-CN" altLang="en-US" sz="2400" dirty="0"/>
              <a:t>指逆时针绕</a:t>
            </a:r>
            <a:r>
              <a:rPr lang="en-US" altLang="zh-CN" sz="2400" dirty="0"/>
              <a:t>(-1,j0)</a:t>
            </a:r>
            <a:r>
              <a:rPr lang="zh-CN" altLang="en-US" sz="2400" dirty="0"/>
              <a:t>旋转）</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8"/>
                                        </p:tgtEl>
                                        <p:attrNameLst>
                                          <p:attrName>style.visibility</p:attrName>
                                        </p:attrNameLst>
                                      </p:cBhvr>
                                      <p:to>
                                        <p:strVal val="visible"/>
                                      </p:to>
                                    </p:set>
                                    <p:animEffect transition="in" filter="fade">
                                      <p:cBhvr>
                                        <p:cTn id="35" dur="500"/>
                                        <p:tgtEl>
                                          <p:spTgt spid="8"/>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0"/>
                                        </p:tgtEl>
                                        <p:attrNameLst>
                                          <p:attrName>style.visibility</p:attrName>
                                        </p:attrNameLst>
                                      </p:cBhvr>
                                      <p:to>
                                        <p:strVal val="visible"/>
                                      </p:to>
                                    </p:set>
                                    <p:animEffect transition="in" filter="fade">
                                      <p:cBhvr>
                                        <p:cTn id="40" dur="500"/>
                                        <p:tgtEl>
                                          <p:spTgt spid="10"/>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11"/>
                                        </p:tgtEl>
                                        <p:attrNameLst>
                                          <p:attrName>style.visibility</p:attrName>
                                        </p:attrNameLst>
                                      </p:cBhvr>
                                      <p:to>
                                        <p:strVal val="visible"/>
                                      </p:to>
                                    </p:set>
                                    <p:animEffect transition="in" filter="fade">
                                      <p:cBhvr>
                                        <p:cTn id="45" dur="500"/>
                                        <p:tgtEl>
                                          <p:spTgt spid="11"/>
                                        </p:tgtEl>
                                      </p:cBhvr>
                                    </p:animEffec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nodeType="clickEffect">
                                  <p:stCondLst>
                                    <p:cond delay="0"/>
                                  </p:stCondLst>
                                  <p:childTnLst>
                                    <p:set>
                                      <p:cBhvr>
                                        <p:cTn id="49" dur="1" fill="hold">
                                          <p:stCondLst>
                                            <p:cond delay="0"/>
                                          </p:stCondLst>
                                        </p:cTn>
                                        <p:tgtEl>
                                          <p:spTgt spid="11266"/>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grpId="0" nodeType="clickEffect">
                                  <p:stCondLst>
                                    <p:cond delay="0"/>
                                  </p:stCondLst>
                                  <p:childTnLst>
                                    <p:set>
                                      <p:cBhvr>
                                        <p:cTn id="53"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10" grpId="0"/>
      <p:bldP spid="11" grpId="0"/>
      <p:bldP spid="3" grpId="0"/>
      <p:bldP spid="5" grpId="0"/>
      <p:bldP spid="12" grpId="0"/>
      <p:bldP spid="14" grpId="0"/>
      <p:bldP spid="16" grpId="0"/>
      <p:bldP spid="18" grpId="0"/>
      <p:bldP spid="19"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ext Box 4"/>
          <p:cNvSpPr txBox="1"/>
          <p:nvPr/>
        </p:nvSpPr>
        <p:spPr>
          <a:xfrm>
            <a:off x="1331913" y="981075"/>
            <a:ext cx="6705600" cy="641350"/>
          </a:xfrm>
          <a:prstGeom prst="rect">
            <a:avLst/>
          </a:prstGeom>
          <a:noFill/>
          <a:ln w="9525">
            <a:noFill/>
          </a:ln>
        </p:spPr>
        <p:txBody>
          <a:bodyPr>
            <a:spAutoFit/>
          </a:bodyPr>
          <a:lstStyle/>
          <a:p>
            <a:r>
              <a:rPr lang="zh-CN" altLang="en-US" sz="3600" dirty="0">
                <a:latin typeface="Times New Roman" panose="02020603050405020304" pitchFamily="18" charset="0"/>
                <a:ea typeface="华文新魏" pitchFamily="2" charset="-122"/>
              </a:rPr>
              <a:t>第</a:t>
            </a:r>
            <a:r>
              <a:rPr lang="en-US" altLang="zh-CN" sz="3600" dirty="0">
                <a:latin typeface="Times New Roman" panose="02020603050405020304" pitchFamily="18" charset="0"/>
                <a:ea typeface="华文新魏" pitchFamily="2" charset="-122"/>
              </a:rPr>
              <a:t>5</a:t>
            </a:r>
            <a:r>
              <a:rPr lang="zh-CN" altLang="en-US" sz="3600" dirty="0">
                <a:latin typeface="Times New Roman" panose="02020603050405020304" pitchFamily="18" charset="0"/>
                <a:ea typeface="华文新魏" pitchFamily="2" charset="-122"/>
              </a:rPr>
              <a:t>章  控制系统的设计和校正</a:t>
            </a:r>
          </a:p>
        </p:txBody>
      </p:sp>
      <p:sp>
        <p:nvSpPr>
          <p:cNvPr id="3075" name="Rectangle 5"/>
          <p:cNvSpPr/>
          <p:nvPr/>
        </p:nvSpPr>
        <p:spPr>
          <a:xfrm>
            <a:off x="1560513" y="2357438"/>
            <a:ext cx="5562600" cy="674687"/>
          </a:xfrm>
          <a:prstGeom prst="rect">
            <a:avLst/>
          </a:prstGeom>
          <a:noFill/>
          <a:ln w="22225">
            <a:noFill/>
          </a:ln>
        </p:spPr>
        <p:txBody>
          <a:bodyPr>
            <a:spAutoFit/>
          </a:bodyPr>
          <a:lstStyle/>
          <a:p>
            <a:pPr>
              <a:lnSpc>
                <a:spcPct val="135000"/>
              </a:lnSpc>
            </a:pPr>
            <a:r>
              <a:rPr lang="en-US" altLang="zh-CN" sz="2800" dirty="0">
                <a:latin typeface="Times New Roman" panose="02020603050405020304" pitchFamily="18" charset="0"/>
                <a:ea typeface="黑体" panose="02010609060101010101" pitchFamily="49" charset="-122"/>
              </a:rPr>
              <a:t>5.2   PID</a:t>
            </a:r>
            <a:r>
              <a:rPr lang="zh-CN" altLang="en-US" sz="2800" dirty="0">
                <a:latin typeface="Times New Roman" panose="02020603050405020304" pitchFamily="18" charset="0"/>
                <a:ea typeface="黑体" panose="02010609060101010101" pitchFamily="49" charset="-122"/>
              </a:rPr>
              <a:t>控制规律</a:t>
            </a:r>
          </a:p>
        </p:txBody>
      </p:sp>
      <p:sp>
        <p:nvSpPr>
          <p:cNvPr id="3076" name="Rectangle 6"/>
          <p:cNvSpPr/>
          <p:nvPr/>
        </p:nvSpPr>
        <p:spPr>
          <a:xfrm>
            <a:off x="1560513" y="3025775"/>
            <a:ext cx="7583487" cy="523875"/>
          </a:xfrm>
          <a:prstGeom prst="rect">
            <a:avLst/>
          </a:prstGeom>
          <a:noFill/>
          <a:ln w="22225">
            <a:noFill/>
          </a:ln>
        </p:spPr>
        <p:txBody>
          <a:bodyPr>
            <a:spAutoFit/>
          </a:bodyPr>
          <a:lstStyle/>
          <a:p>
            <a:r>
              <a:rPr lang="en-US" altLang="zh-CN" sz="2800" dirty="0">
                <a:latin typeface="Times New Roman" panose="02020603050405020304" pitchFamily="18" charset="0"/>
                <a:ea typeface="黑体" panose="02010609060101010101" pitchFamily="49" charset="-122"/>
              </a:rPr>
              <a:t>5.3   PID</a:t>
            </a:r>
            <a:r>
              <a:rPr lang="zh-CN" altLang="en-US" sz="2800" dirty="0">
                <a:latin typeface="Times New Roman" panose="02020603050405020304" pitchFamily="18" charset="0"/>
                <a:ea typeface="黑体" panose="02010609060101010101" pitchFamily="49" charset="-122"/>
              </a:rPr>
              <a:t>控制规律的实现</a:t>
            </a:r>
          </a:p>
        </p:txBody>
      </p:sp>
      <p:sp>
        <p:nvSpPr>
          <p:cNvPr id="3077" name="Rectangle 7"/>
          <p:cNvSpPr/>
          <p:nvPr/>
        </p:nvSpPr>
        <p:spPr>
          <a:xfrm>
            <a:off x="1560513" y="3424238"/>
            <a:ext cx="5334000" cy="608012"/>
          </a:xfrm>
          <a:prstGeom prst="rect">
            <a:avLst/>
          </a:prstGeom>
          <a:noFill/>
          <a:ln w="22225">
            <a:noFill/>
          </a:ln>
        </p:spPr>
        <p:txBody>
          <a:bodyPr>
            <a:spAutoFit/>
          </a:bodyPr>
          <a:lstStyle/>
          <a:p>
            <a:pPr>
              <a:lnSpc>
                <a:spcPct val="135000"/>
              </a:lnSpc>
            </a:pPr>
            <a:r>
              <a:rPr lang="en-US" altLang="zh-CN" sz="2800" dirty="0">
                <a:latin typeface="Times New Roman" panose="02020603050405020304" pitchFamily="18" charset="0"/>
                <a:ea typeface="黑体" panose="02010609060101010101" pitchFamily="49" charset="-122"/>
              </a:rPr>
              <a:t>5.4   </a:t>
            </a:r>
            <a:r>
              <a:rPr lang="zh-CN" altLang="en-US" sz="2800" dirty="0">
                <a:latin typeface="Times New Roman" panose="02020603050405020304" pitchFamily="18" charset="0"/>
                <a:ea typeface="黑体" panose="02010609060101010101" pitchFamily="49" charset="-122"/>
              </a:rPr>
              <a:t>频率法设计和校正</a:t>
            </a:r>
          </a:p>
        </p:txBody>
      </p:sp>
      <p:sp>
        <p:nvSpPr>
          <p:cNvPr id="7176" name="Rectangle 8"/>
          <p:cNvSpPr>
            <a:spLocks noChangeArrowheads="1"/>
          </p:cNvSpPr>
          <p:nvPr/>
        </p:nvSpPr>
        <p:spPr bwMode="auto">
          <a:xfrm>
            <a:off x="1560513" y="3957638"/>
            <a:ext cx="5410200" cy="674688"/>
          </a:xfrm>
          <a:prstGeom prst="rect">
            <a:avLst/>
          </a:prstGeom>
          <a:solidFill>
            <a:schemeClr val="accent3"/>
          </a:solidFill>
          <a:ln>
            <a:noFill/>
          </a:ln>
        </p:spPr>
        <p:txBody>
          <a:bodyPr>
            <a:spAutoFit/>
          </a:bodyPr>
          <a:lstStyle/>
          <a:p>
            <a:pPr marL="0" marR="0" lvl="0" indent="0" algn="l" defTabSz="914400" rtl="0" eaLnBrk="1" fontAlgn="base" latinLnBrk="0" hangingPunct="1">
              <a:lnSpc>
                <a:spcPct val="135000"/>
              </a:lnSpc>
              <a:spcBef>
                <a:spcPct val="0"/>
              </a:spcBef>
              <a:spcAft>
                <a:spcPct val="0"/>
              </a:spcAft>
              <a:buClrTx/>
              <a:buSzTx/>
              <a:buFontTx/>
              <a:buNone/>
              <a:defRPr/>
            </a:pPr>
            <a:r>
              <a:rPr kumimoji="1" lang="en-US" altLang="zh-CN" sz="2800" b="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5.5   </a:t>
            </a:r>
            <a:r>
              <a:rPr kumimoji="1" lang="zh-CN" altLang="en-US" sz="2800" b="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并联校正和复合校正（自学）</a:t>
            </a:r>
          </a:p>
        </p:txBody>
      </p:sp>
      <p:sp>
        <p:nvSpPr>
          <p:cNvPr id="3079" name="Rectangle 10"/>
          <p:cNvSpPr/>
          <p:nvPr/>
        </p:nvSpPr>
        <p:spPr>
          <a:xfrm>
            <a:off x="1560513" y="1841500"/>
            <a:ext cx="4648200" cy="608013"/>
          </a:xfrm>
          <a:prstGeom prst="rect">
            <a:avLst/>
          </a:prstGeom>
          <a:noFill/>
          <a:ln w="22225">
            <a:noFill/>
          </a:ln>
        </p:spPr>
        <p:txBody>
          <a:bodyPr>
            <a:spAutoFit/>
          </a:bodyPr>
          <a:lstStyle/>
          <a:p>
            <a:pPr>
              <a:lnSpc>
                <a:spcPct val="135000"/>
              </a:lnSpc>
            </a:pPr>
            <a:r>
              <a:rPr lang="en-US" altLang="zh-CN" sz="2800" dirty="0">
                <a:latin typeface="Times New Roman" panose="02020603050405020304" pitchFamily="18" charset="0"/>
                <a:ea typeface="黑体" panose="02010609060101010101" pitchFamily="49" charset="-122"/>
              </a:rPr>
              <a:t>5.1   </a:t>
            </a:r>
            <a:r>
              <a:rPr lang="zh-CN" altLang="en-US" sz="2800" dirty="0">
                <a:latin typeface="Times New Roman" panose="02020603050405020304" pitchFamily="18" charset="0"/>
                <a:ea typeface="黑体" panose="02010609060101010101" pitchFamily="49" charset="-122"/>
              </a:rPr>
              <a:t>系统设计概述</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
          <p:cNvSpPr/>
          <p:nvPr/>
        </p:nvSpPr>
        <p:spPr>
          <a:xfrm>
            <a:off x="1042988" y="692150"/>
            <a:ext cx="3457575" cy="608013"/>
          </a:xfrm>
          <a:prstGeom prst="rect">
            <a:avLst/>
          </a:prstGeom>
          <a:noFill/>
          <a:ln w="22225">
            <a:noFill/>
          </a:ln>
        </p:spPr>
        <p:txBody>
          <a:bodyPr>
            <a:spAutoFit/>
          </a:bodyPr>
          <a:lstStyle/>
          <a:p>
            <a:pPr>
              <a:lnSpc>
                <a:spcPct val="135000"/>
              </a:lnSpc>
            </a:pPr>
            <a:r>
              <a:rPr lang="en-US" altLang="zh-CN" sz="2800" b="1" dirty="0">
                <a:latin typeface="Times New Roman" panose="02020603050405020304" pitchFamily="18" charset="0"/>
                <a:ea typeface="黑体" panose="02010609060101010101" pitchFamily="49" charset="-122"/>
              </a:rPr>
              <a:t>5.1  </a:t>
            </a:r>
            <a:r>
              <a:rPr lang="zh-CN" altLang="en-US" sz="2800" b="1" dirty="0">
                <a:latin typeface="Times New Roman" panose="02020603050405020304" pitchFamily="18" charset="0"/>
                <a:ea typeface="黑体" panose="02010609060101010101" pitchFamily="49" charset="-122"/>
              </a:rPr>
              <a:t>系统设计</a:t>
            </a:r>
            <a:r>
              <a:rPr lang="zh-CN" altLang="en-US" sz="2800" dirty="0">
                <a:latin typeface="Times New Roman" panose="02020603050405020304" pitchFamily="18" charset="0"/>
                <a:ea typeface="黑体" panose="02010609060101010101" pitchFamily="49" charset="-122"/>
              </a:rPr>
              <a:t>概述</a:t>
            </a:r>
          </a:p>
        </p:txBody>
      </p:sp>
      <p:sp>
        <p:nvSpPr>
          <p:cNvPr id="8196" name="Rectangle 4"/>
          <p:cNvSpPr/>
          <p:nvPr/>
        </p:nvSpPr>
        <p:spPr>
          <a:xfrm>
            <a:off x="1179513" y="1450975"/>
            <a:ext cx="5349875" cy="519113"/>
          </a:xfrm>
          <a:prstGeom prst="rect">
            <a:avLst/>
          </a:prstGeom>
          <a:noFill/>
          <a:ln w="22225">
            <a:noFill/>
          </a:ln>
        </p:spPr>
        <p:txBody>
          <a:bodyPr>
            <a:spAutoFit/>
          </a:bodyPr>
          <a:lstStyle/>
          <a:p>
            <a:pPr>
              <a:buFont typeface="Wingdings" panose="05000000000000000000" pitchFamily="2" charset="2"/>
              <a:buChar char="l"/>
            </a:pPr>
            <a:r>
              <a:rPr lang="en-US" altLang="zh-CN" sz="2800" dirty="0">
                <a:latin typeface="Times New Roman" panose="02020603050405020304" pitchFamily="18" charset="0"/>
                <a:ea typeface="黑体" panose="02010609060101010101" pitchFamily="49" charset="-122"/>
              </a:rPr>
              <a:t> </a:t>
            </a:r>
            <a:r>
              <a:rPr lang="zh-CN" altLang="en-US" sz="2800" b="1" dirty="0">
                <a:latin typeface="Times New Roman" panose="02020603050405020304" pitchFamily="18" charset="0"/>
              </a:rPr>
              <a:t>控制系统设计的基本任务</a:t>
            </a:r>
            <a:r>
              <a:rPr lang="zh-CN" altLang="en-US" sz="2800" dirty="0">
                <a:latin typeface="Times New Roman" panose="02020603050405020304" pitchFamily="18" charset="0"/>
                <a:ea typeface="黑体" panose="02010609060101010101" pitchFamily="49" charset="-122"/>
              </a:rPr>
              <a:t> </a:t>
            </a:r>
            <a:r>
              <a:rPr lang="zh-CN" altLang="en-US" sz="2800" b="1" dirty="0">
                <a:latin typeface="Times New Roman" panose="02020603050405020304" pitchFamily="18" charset="0"/>
              </a:rPr>
              <a:t> </a:t>
            </a:r>
          </a:p>
        </p:txBody>
      </p:sp>
      <p:sp>
        <p:nvSpPr>
          <p:cNvPr id="8197" name="Text Box 5"/>
          <p:cNvSpPr txBox="1"/>
          <p:nvPr/>
        </p:nvSpPr>
        <p:spPr>
          <a:xfrm>
            <a:off x="1195388" y="1930400"/>
            <a:ext cx="7391400" cy="1563688"/>
          </a:xfrm>
          <a:prstGeom prst="rect">
            <a:avLst/>
          </a:prstGeom>
          <a:noFill/>
          <a:ln w="22225">
            <a:noFill/>
          </a:ln>
        </p:spPr>
        <p:txBody>
          <a:bodyPr>
            <a:spAutoFit/>
          </a:bodyPr>
          <a:lstStyle/>
          <a:p>
            <a:pPr>
              <a:lnSpc>
                <a:spcPct val="115000"/>
              </a:lnSpc>
            </a:pPr>
            <a:r>
              <a:rPr lang="zh-CN" altLang="en-US" sz="2800" dirty="0">
                <a:latin typeface="Times New Roman" panose="02020603050405020304" pitchFamily="18" charset="0"/>
              </a:rPr>
              <a:t>根据被控对象及其控制要求，</a:t>
            </a:r>
            <a:r>
              <a:rPr lang="zh-CN" altLang="en-US" sz="2800" dirty="0">
                <a:solidFill>
                  <a:srgbClr val="000000"/>
                </a:solidFill>
                <a:latin typeface="Times New Roman" panose="02020603050405020304" pitchFamily="18" charset="0"/>
              </a:rPr>
              <a:t>选择适当的控制器及控制规律</a:t>
            </a:r>
            <a:r>
              <a:rPr lang="zh-CN" altLang="en-US" sz="2800" dirty="0">
                <a:latin typeface="Times New Roman" panose="02020603050405020304" pitchFamily="18" charset="0"/>
              </a:rPr>
              <a:t>设计一个满足给定性能指标的控制系统。</a:t>
            </a:r>
          </a:p>
        </p:txBody>
      </p:sp>
      <p:sp>
        <p:nvSpPr>
          <p:cNvPr id="8198" name="Text Box 6"/>
          <p:cNvSpPr txBox="1"/>
          <p:nvPr/>
        </p:nvSpPr>
        <p:spPr>
          <a:xfrm>
            <a:off x="1195388" y="3454400"/>
            <a:ext cx="7391400" cy="1563688"/>
          </a:xfrm>
          <a:prstGeom prst="rect">
            <a:avLst/>
          </a:prstGeom>
          <a:noFill/>
          <a:ln w="22225">
            <a:noFill/>
          </a:ln>
        </p:spPr>
        <p:txBody>
          <a:bodyPr>
            <a:spAutoFit/>
          </a:bodyPr>
          <a:lstStyle/>
          <a:p>
            <a:pPr>
              <a:lnSpc>
                <a:spcPct val="115000"/>
              </a:lnSpc>
            </a:pPr>
            <a:r>
              <a:rPr lang="zh-CN" altLang="en-US" sz="2800" dirty="0">
                <a:latin typeface="宋体" panose="02010600030101010101" pitchFamily="2" charset="-122"/>
              </a:rPr>
              <a:t>具体而言，控制系统的设计任务是在已知被控对象的特性和系统的性能指标条件下设计系统的控制部分（控制器）。</a:t>
            </a:r>
            <a:endParaRPr lang="zh-CN" altLang="en-US" sz="2800" dirty="0">
              <a:latin typeface="Times New Roman" panose="02020603050405020304" pitchFamily="18" charset="0"/>
            </a:endParaRPr>
          </a:p>
        </p:txBody>
      </p:sp>
      <p:sp>
        <p:nvSpPr>
          <p:cNvPr id="8199" name="Text Box 7"/>
          <p:cNvSpPr txBox="1"/>
          <p:nvPr/>
        </p:nvSpPr>
        <p:spPr>
          <a:xfrm>
            <a:off x="1195388" y="4941888"/>
            <a:ext cx="7391400" cy="1073150"/>
          </a:xfrm>
          <a:prstGeom prst="rect">
            <a:avLst/>
          </a:prstGeom>
          <a:noFill/>
          <a:ln w="22225">
            <a:noFill/>
          </a:ln>
        </p:spPr>
        <p:txBody>
          <a:bodyPr>
            <a:spAutoFit/>
          </a:bodyPr>
          <a:lstStyle/>
          <a:p>
            <a:pPr>
              <a:lnSpc>
                <a:spcPct val="115000"/>
              </a:lnSpc>
            </a:pPr>
            <a:r>
              <a:rPr lang="zh-CN" altLang="en-US" sz="2800" dirty="0">
                <a:latin typeface="宋体" panose="02010600030101010101" pitchFamily="2" charset="-122"/>
              </a:rPr>
              <a:t>闭环系统的控制部分一般包括测量元件、比较元件、放大元件、执行元件等。</a:t>
            </a:r>
            <a:endParaRPr lang="zh-CN" altLang="en-US" sz="2800" dirty="0">
              <a:latin typeface="Times New Roman" panose="02020603050405020304" pitchFamily="18" charset="0"/>
            </a:endParaRPr>
          </a:p>
        </p:txBody>
      </p:sp>
      <p:pic>
        <p:nvPicPr>
          <p:cNvPr id="49" name="图片 48"/>
          <p:cNvPicPr>
            <a:picLocks noChangeAspect="1"/>
          </p:cNvPicPr>
          <p:nvPr/>
        </p:nvPicPr>
        <p:blipFill>
          <a:blip r:embed="rId3"/>
          <a:stretch>
            <a:fillRect/>
          </a:stretch>
        </p:blipFill>
        <p:spPr>
          <a:xfrm>
            <a:off x="827088" y="1450975"/>
            <a:ext cx="7561262" cy="3944938"/>
          </a:xfrm>
          <a:prstGeom prst="rect">
            <a:avLst/>
          </a:prstGeom>
          <a:solidFill>
            <a:schemeClr val="bg1"/>
          </a:solid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196"/>
                                        </p:tgtEl>
                                        <p:attrNameLst>
                                          <p:attrName>style.visibility</p:attrName>
                                        </p:attrNameLst>
                                      </p:cBhvr>
                                      <p:to>
                                        <p:strVal val="visible"/>
                                      </p:to>
                                    </p:set>
                                    <p:anim calcmode="lin" valueType="num">
                                      <p:cBhvr additive="base">
                                        <p:cTn id="7" dur="500" fill="hold"/>
                                        <p:tgtEl>
                                          <p:spTgt spid="8196"/>
                                        </p:tgtEl>
                                        <p:attrNameLst>
                                          <p:attrName>ppt_x</p:attrName>
                                        </p:attrNameLst>
                                      </p:cBhvr>
                                      <p:tavLst>
                                        <p:tav tm="0">
                                          <p:val>
                                            <p:strVal val="#ppt_x"/>
                                          </p:val>
                                        </p:tav>
                                        <p:tav tm="100000">
                                          <p:val>
                                            <p:strVal val="#ppt_x"/>
                                          </p:val>
                                        </p:tav>
                                      </p:tavLst>
                                    </p:anim>
                                    <p:anim calcmode="lin" valueType="num">
                                      <p:cBhvr additive="base">
                                        <p:cTn id="8" dur="500" fill="hold"/>
                                        <p:tgtEl>
                                          <p:spTgt spid="819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197"/>
                                        </p:tgtEl>
                                        <p:attrNameLst>
                                          <p:attrName>style.visibility</p:attrName>
                                        </p:attrNameLst>
                                      </p:cBhvr>
                                      <p:to>
                                        <p:strVal val="visible"/>
                                      </p:to>
                                    </p:set>
                                    <p:anim calcmode="lin" valueType="num">
                                      <p:cBhvr additive="base">
                                        <p:cTn id="13" dur="500" fill="hold"/>
                                        <p:tgtEl>
                                          <p:spTgt spid="8197"/>
                                        </p:tgtEl>
                                        <p:attrNameLst>
                                          <p:attrName>ppt_x</p:attrName>
                                        </p:attrNameLst>
                                      </p:cBhvr>
                                      <p:tavLst>
                                        <p:tav tm="0">
                                          <p:val>
                                            <p:strVal val="#ppt_x"/>
                                          </p:val>
                                        </p:tav>
                                        <p:tav tm="100000">
                                          <p:val>
                                            <p:strVal val="#ppt_x"/>
                                          </p:val>
                                        </p:tav>
                                      </p:tavLst>
                                    </p:anim>
                                    <p:anim calcmode="lin" valueType="num">
                                      <p:cBhvr additive="base">
                                        <p:cTn id="14" dur="500" fill="hold"/>
                                        <p:tgtEl>
                                          <p:spTgt spid="819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6" presetClass="exit" presetSubtype="21" fill="hold" nodeType="clickEffect">
                                  <p:stCondLst>
                                    <p:cond delay="0"/>
                                  </p:stCondLst>
                                  <p:childTnLst>
                                    <p:animEffect transition="out" filter="barn(inVertical)">
                                      <p:cBhvr>
                                        <p:cTn id="22" dur="500"/>
                                        <p:tgtEl>
                                          <p:spTgt spid="49"/>
                                        </p:tgtEl>
                                      </p:cBhvr>
                                    </p:animEffect>
                                    <p:set>
                                      <p:cBhvr>
                                        <p:cTn id="23" dur="1" fill="hold">
                                          <p:stCondLst>
                                            <p:cond delay="499"/>
                                          </p:stCondLst>
                                        </p:cTn>
                                        <p:tgtEl>
                                          <p:spTgt spid="49"/>
                                        </p:tgtEl>
                                        <p:attrNameLst>
                                          <p:attrName>style.visibility</p:attrName>
                                        </p:attrNameLst>
                                      </p:cBhvr>
                                      <p:to>
                                        <p:strVal val="hidden"/>
                                      </p:to>
                                    </p:set>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grpId="0" nodeType="clickEffect">
                                  <p:stCondLst>
                                    <p:cond delay="0"/>
                                  </p:stCondLst>
                                  <p:childTnLst>
                                    <p:set>
                                      <p:cBhvr>
                                        <p:cTn id="27" dur="1" fill="hold">
                                          <p:stCondLst>
                                            <p:cond delay="0"/>
                                          </p:stCondLst>
                                        </p:cTn>
                                        <p:tgtEl>
                                          <p:spTgt spid="8198"/>
                                        </p:tgtEl>
                                        <p:attrNameLst>
                                          <p:attrName>style.visibility</p:attrName>
                                        </p:attrNameLst>
                                      </p:cBhvr>
                                      <p:to>
                                        <p:strVal val="visible"/>
                                      </p:to>
                                    </p:set>
                                    <p:anim calcmode="lin" valueType="num">
                                      <p:cBhvr additive="base">
                                        <p:cTn id="28" dur="500" fill="hold"/>
                                        <p:tgtEl>
                                          <p:spTgt spid="8198"/>
                                        </p:tgtEl>
                                        <p:attrNameLst>
                                          <p:attrName>ppt_x</p:attrName>
                                        </p:attrNameLst>
                                      </p:cBhvr>
                                      <p:tavLst>
                                        <p:tav tm="0">
                                          <p:val>
                                            <p:strVal val="#ppt_x"/>
                                          </p:val>
                                        </p:tav>
                                        <p:tav tm="100000">
                                          <p:val>
                                            <p:strVal val="#ppt_x"/>
                                          </p:val>
                                        </p:tav>
                                      </p:tavLst>
                                    </p:anim>
                                    <p:anim calcmode="lin" valueType="num">
                                      <p:cBhvr additive="base">
                                        <p:cTn id="29" dur="500" fill="hold"/>
                                        <p:tgtEl>
                                          <p:spTgt spid="8198"/>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grpId="0" nodeType="clickEffect">
                                  <p:stCondLst>
                                    <p:cond delay="0"/>
                                  </p:stCondLst>
                                  <p:childTnLst>
                                    <p:set>
                                      <p:cBhvr>
                                        <p:cTn id="33" dur="1" fill="hold">
                                          <p:stCondLst>
                                            <p:cond delay="0"/>
                                          </p:stCondLst>
                                        </p:cTn>
                                        <p:tgtEl>
                                          <p:spTgt spid="8199"/>
                                        </p:tgtEl>
                                        <p:attrNameLst>
                                          <p:attrName>style.visibility</p:attrName>
                                        </p:attrNameLst>
                                      </p:cBhvr>
                                      <p:to>
                                        <p:strVal val="visible"/>
                                      </p:to>
                                    </p:set>
                                    <p:anim calcmode="lin" valueType="num">
                                      <p:cBhvr additive="base">
                                        <p:cTn id="34" dur="500" fill="hold"/>
                                        <p:tgtEl>
                                          <p:spTgt spid="8199"/>
                                        </p:tgtEl>
                                        <p:attrNameLst>
                                          <p:attrName>ppt_x</p:attrName>
                                        </p:attrNameLst>
                                      </p:cBhvr>
                                      <p:tavLst>
                                        <p:tav tm="0">
                                          <p:val>
                                            <p:strVal val="#ppt_x"/>
                                          </p:val>
                                        </p:tav>
                                        <p:tav tm="100000">
                                          <p:val>
                                            <p:strVal val="#ppt_x"/>
                                          </p:val>
                                        </p:tav>
                                      </p:tavLst>
                                    </p:anim>
                                    <p:anim calcmode="lin" valueType="num">
                                      <p:cBhvr additive="base">
                                        <p:cTn id="35" dur="500" fill="hold"/>
                                        <p:tgtEl>
                                          <p:spTgt spid="819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6" grpId="0"/>
      <p:bldP spid="8197" grpId="0"/>
      <p:bldP spid="8198" grpId="0"/>
      <p:bldP spid="8199"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122" name="Group 2"/>
          <p:cNvGrpSpPr/>
          <p:nvPr/>
        </p:nvGrpSpPr>
        <p:grpSpPr>
          <a:xfrm>
            <a:off x="611188" y="692150"/>
            <a:ext cx="8153400" cy="5730875"/>
            <a:chOff x="385" y="436"/>
            <a:chExt cx="5136" cy="3610"/>
          </a:xfrm>
        </p:grpSpPr>
        <p:sp>
          <p:nvSpPr>
            <p:cNvPr id="5123" name="Rectangle 3"/>
            <p:cNvSpPr/>
            <p:nvPr/>
          </p:nvSpPr>
          <p:spPr>
            <a:xfrm>
              <a:off x="385" y="1945"/>
              <a:ext cx="1743" cy="1667"/>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5124" name="Rectangle 4"/>
            <p:cNvSpPr/>
            <p:nvPr/>
          </p:nvSpPr>
          <p:spPr>
            <a:xfrm>
              <a:off x="526" y="2104"/>
              <a:ext cx="1461" cy="1389"/>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5125" name="Line 5"/>
            <p:cNvSpPr/>
            <p:nvPr/>
          </p:nvSpPr>
          <p:spPr>
            <a:xfrm>
              <a:off x="1657" y="3096"/>
              <a:ext cx="1932" cy="0"/>
            </a:xfrm>
            <a:prstGeom prst="line">
              <a:avLst/>
            </a:prstGeom>
            <a:ln w="38100" cap="flat" cmpd="sng">
              <a:solidFill>
                <a:schemeClr val="tx1"/>
              </a:solidFill>
              <a:prstDash val="solid"/>
              <a:headEnd type="none" w="med" len="med"/>
              <a:tailEnd type="none" w="med" len="med"/>
            </a:ln>
          </p:spPr>
        </p:sp>
        <p:sp>
          <p:nvSpPr>
            <p:cNvPr id="5126" name="Line 6"/>
            <p:cNvSpPr/>
            <p:nvPr/>
          </p:nvSpPr>
          <p:spPr>
            <a:xfrm>
              <a:off x="715" y="3096"/>
              <a:ext cx="0" cy="278"/>
            </a:xfrm>
            <a:prstGeom prst="line">
              <a:avLst/>
            </a:prstGeom>
            <a:ln w="38100" cap="flat" cmpd="sng">
              <a:solidFill>
                <a:schemeClr val="tx1"/>
              </a:solidFill>
              <a:prstDash val="solid"/>
              <a:headEnd type="none" w="med" len="med"/>
              <a:tailEnd type="none" w="med" len="med"/>
            </a:ln>
          </p:spPr>
        </p:sp>
        <p:sp>
          <p:nvSpPr>
            <p:cNvPr id="5127" name="Line 7"/>
            <p:cNvSpPr/>
            <p:nvPr/>
          </p:nvSpPr>
          <p:spPr>
            <a:xfrm>
              <a:off x="715" y="3374"/>
              <a:ext cx="3298" cy="0"/>
            </a:xfrm>
            <a:prstGeom prst="line">
              <a:avLst/>
            </a:prstGeom>
            <a:ln w="38100" cap="flat" cmpd="sng">
              <a:solidFill>
                <a:schemeClr val="tx1"/>
              </a:solidFill>
              <a:prstDash val="solid"/>
              <a:headEnd type="none" w="med" len="med"/>
              <a:tailEnd type="none" w="med" len="med"/>
            </a:ln>
          </p:spPr>
        </p:sp>
        <p:sp>
          <p:nvSpPr>
            <p:cNvPr id="5128" name="Freeform 8"/>
            <p:cNvSpPr/>
            <p:nvPr/>
          </p:nvSpPr>
          <p:spPr>
            <a:xfrm>
              <a:off x="715" y="2957"/>
              <a:ext cx="188" cy="139"/>
            </a:xfrm>
            <a:custGeom>
              <a:avLst/>
              <a:gdLst/>
              <a:ahLst/>
              <a:cxnLst>
                <a:cxn ang="0">
                  <a:pos x="0" y="139"/>
                </a:cxn>
                <a:cxn ang="0">
                  <a:pos x="47" y="20"/>
                </a:cxn>
                <a:cxn ang="0">
                  <a:pos x="141" y="20"/>
                </a:cxn>
                <a:cxn ang="0">
                  <a:pos x="188" y="139"/>
                </a:cxn>
              </a:cxnLst>
              <a:rect l="0" t="0" r="0" b="0"/>
              <a:pathLst>
                <a:path w="192" h="168">
                  <a:moveTo>
                    <a:pt x="0" y="168"/>
                  </a:moveTo>
                  <a:cubicBezTo>
                    <a:pt x="12" y="108"/>
                    <a:pt x="24" y="48"/>
                    <a:pt x="48" y="24"/>
                  </a:cubicBezTo>
                  <a:cubicBezTo>
                    <a:pt x="72" y="0"/>
                    <a:pt x="120" y="0"/>
                    <a:pt x="144" y="24"/>
                  </a:cubicBezTo>
                  <a:cubicBezTo>
                    <a:pt x="168" y="48"/>
                    <a:pt x="184" y="144"/>
                    <a:pt x="192" y="168"/>
                  </a:cubicBezTo>
                </a:path>
              </a:pathLst>
            </a:custGeom>
            <a:solidFill>
              <a:schemeClr val="bg1">
                <a:alpha val="100000"/>
              </a:schemeClr>
            </a:solidFill>
            <a:ln w="4127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5129" name="Freeform 9"/>
            <p:cNvSpPr/>
            <p:nvPr/>
          </p:nvSpPr>
          <p:spPr>
            <a:xfrm>
              <a:off x="903" y="2937"/>
              <a:ext cx="189" cy="139"/>
            </a:xfrm>
            <a:custGeom>
              <a:avLst/>
              <a:gdLst/>
              <a:ahLst/>
              <a:cxnLst>
                <a:cxn ang="0">
                  <a:pos x="0" y="139"/>
                </a:cxn>
                <a:cxn ang="0">
                  <a:pos x="47" y="20"/>
                </a:cxn>
                <a:cxn ang="0">
                  <a:pos x="142" y="20"/>
                </a:cxn>
                <a:cxn ang="0">
                  <a:pos x="189" y="139"/>
                </a:cxn>
              </a:cxnLst>
              <a:rect l="0" t="0" r="0" b="0"/>
              <a:pathLst>
                <a:path w="192" h="168">
                  <a:moveTo>
                    <a:pt x="0" y="168"/>
                  </a:moveTo>
                  <a:cubicBezTo>
                    <a:pt x="12" y="108"/>
                    <a:pt x="24" y="48"/>
                    <a:pt x="48" y="24"/>
                  </a:cubicBezTo>
                  <a:cubicBezTo>
                    <a:pt x="72" y="0"/>
                    <a:pt x="120" y="0"/>
                    <a:pt x="144" y="24"/>
                  </a:cubicBezTo>
                  <a:cubicBezTo>
                    <a:pt x="168" y="48"/>
                    <a:pt x="184" y="144"/>
                    <a:pt x="192" y="168"/>
                  </a:cubicBezTo>
                </a:path>
              </a:pathLst>
            </a:custGeom>
            <a:solidFill>
              <a:schemeClr val="bg1">
                <a:alpha val="100000"/>
              </a:schemeClr>
            </a:solidFill>
            <a:ln w="4127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5130" name="Freeform 10"/>
            <p:cNvSpPr/>
            <p:nvPr/>
          </p:nvSpPr>
          <p:spPr>
            <a:xfrm>
              <a:off x="1092" y="2937"/>
              <a:ext cx="188" cy="139"/>
            </a:xfrm>
            <a:custGeom>
              <a:avLst/>
              <a:gdLst/>
              <a:ahLst/>
              <a:cxnLst>
                <a:cxn ang="0">
                  <a:pos x="0" y="139"/>
                </a:cxn>
                <a:cxn ang="0">
                  <a:pos x="47" y="20"/>
                </a:cxn>
                <a:cxn ang="0">
                  <a:pos x="141" y="20"/>
                </a:cxn>
                <a:cxn ang="0">
                  <a:pos x="188" y="139"/>
                </a:cxn>
              </a:cxnLst>
              <a:rect l="0" t="0" r="0" b="0"/>
              <a:pathLst>
                <a:path w="192" h="168">
                  <a:moveTo>
                    <a:pt x="0" y="168"/>
                  </a:moveTo>
                  <a:cubicBezTo>
                    <a:pt x="12" y="108"/>
                    <a:pt x="24" y="48"/>
                    <a:pt x="48" y="24"/>
                  </a:cubicBezTo>
                  <a:cubicBezTo>
                    <a:pt x="72" y="0"/>
                    <a:pt x="120" y="0"/>
                    <a:pt x="144" y="24"/>
                  </a:cubicBezTo>
                  <a:cubicBezTo>
                    <a:pt x="168" y="48"/>
                    <a:pt x="184" y="144"/>
                    <a:pt x="192" y="168"/>
                  </a:cubicBezTo>
                </a:path>
              </a:pathLst>
            </a:custGeom>
            <a:solidFill>
              <a:schemeClr val="bg1">
                <a:alpha val="100000"/>
              </a:schemeClr>
            </a:solidFill>
            <a:ln w="4127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5131" name="Freeform 11"/>
            <p:cNvSpPr/>
            <p:nvPr/>
          </p:nvSpPr>
          <p:spPr>
            <a:xfrm>
              <a:off x="1280" y="2937"/>
              <a:ext cx="189" cy="139"/>
            </a:xfrm>
            <a:custGeom>
              <a:avLst/>
              <a:gdLst/>
              <a:ahLst/>
              <a:cxnLst>
                <a:cxn ang="0">
                  <a:pos x="0" y="139"/>
                </a:cxn>
                <a:cxn ang="0">
                  <a:pos x="47" y="20"/>
                </a:cxn>
                <a:cxn ang="0">
                  <a:pos x="142" y="20"/>
                </a:cxn>
                <a:cxn ang="0">
                  <a:pos x="189" y="139"/>
                </a:cxn>
              </a:cxnLst>
              <a:rect l="0" t="0" r="0" b="0"/>
              <a:pathLst>
                <a:path w="192" h="168">
                  <a:moveTo>
                    <a:pt x="0" y="168"/>
                  </a:moveTo>
                  <a:cubicBezTo>
                    <a:pt x="12" y="108"/>
                    <a:pt x="24" y="48"/>
                    <a:pt x="48" y="24"/>
                  </a:cubicBezTo>
                  <a:cubicBezTo>
                    <a:pt x="72" y="0"/>
                    <a:pt x="120" y="0"/>
                    <a:pt x="144" y="24"/>
                  </a:cubicBezTo>
                  <a:cubicBezTo>
                    <a:pt x="168" y="48"/>
                    <a:pt x="184" y="144"/>
                    <a:pt x="192" y="168"/>
                  </a:cubicBezTo>
                </a:path>
              </a:pathLst>
            </a:custGeom>
            <a:solidFill>
              <a:schemeClr val="bg1">
                <a:alpha val="100000"/>
              </a:schemeClr>
            </a:solidFill>
            <a:ln w="4127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5132" name="Freeform 12"/>
            <p:cNvSpPr/>
            <p:nvPr/>
          </p:nvSpPr>
          <p:spPr>
            <a:xfrm>
              <a:off x="1469" y="2937"/>
              <a:ext cx="188" cy="139"/>
            </a:xfrm>
            <a:custGeom>
              <a:avLst/>
              <a:gdLst/>
              <a:ahLst/>
              <a:cxnLst>
                <a:cxn ang="0">
                  <a:pos x="0" y="139"/>
                </a:cxn>
                <a:cxn ang="0">
                  <a:pos x="47" y="20"/>
                </a:cxn>
                <a:cxn ang="0">
                  <a:pos x="141" y="20"/>
                </a:cxn>
                <a:cxn ang="0">
                  <a:pos x="188" y="139"/>
                </a:cxn>
              </a:cxnLst>
              <a:rect l="0" t="0" r="0" b="0"/>
              <a:pathLst>
                <a:path w="192" h="168">
                  <a:moveTo>
                    <a:pt x="0" y="168"/>
                  </a:moveTo>
                  <a:cubicBezTo>
                    <a:pt x="12" y="108"/>
                    <a:pt x="24" y="48"/>
                    <a:pt x="48" y="24"/>
                  </a:cubicBezTo>
                  <a:cubicBezTo>
                    <a:pt x="72" y="0"/>
                    <a:pt x="120" y="0"/>
                    <a:pt x="144" y="24"/>
                  </a:cubicBezTo>
                  <a:cubicBezTo>
                    <a:pt x="168" y="48"/>
                    <a:pt x="184" y="144"/>
                    <a:pt x="192" y="168"/>
                  </a:cubicBezTo>
                </a:path>
              </a:pathLst>
            </a:custGeom>
            <a:solidFill>
              <a:schemeClr val="bg1">
                <a:alpha val="100000"/>
              </a:schemeClr>
            </a:solidFill>
            <a:ln w="4127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5133" name="Text Box 13"/>
            <p:cNvSpPr txBox="1"/>
            <p:nvPr/>
          </p:nvSpPr>
          <p:spPr>
            <a:xfrm>
              <a:off x="701" y="2654"/>
              <a:ext cx="1076" cy="288"/>
            </a:xfrm>
            <a:prstGeom prst="rect">
              <a:avLst/>
            </a:prstGeom>
            <a:noFill/>
            <a:ln w="9525">
              <a:noFill/>
            </a:ln>
          </p:spPr>
          <p:txBody>
            <a:bodyPr wrap="none">
              <a:spAutoFit/>
            </a:bodyPr>
            <a:lstStyle/>
            <a:p>
              <a:r>
                <a:rPr lang="zh-CN" altLang="en-US" sz="2400" dirty="0">
                  <a:latin typeface="Times New Roman" panose="02020603050405020304" pitchFamily="18" charset="0"/>
                </a:rPr>
                <a:t>加热电阻丝</a:t>
              </a:r>
            </a:p>
          </p:txBody>
        </p:sp>
        <p:sp>
          <p:nvSpPr>
            <p:cNvPr id="5134" name="Freeform 14"/>
            <p:cNvSpPr/>
            <p:nvPr/>
          </p:nvSpPr>
          <p:spPr>
            <a:xfrm>
              <a:off x="4155" y="2858"/>
              <a:ext cx="188" cy="139"/>
            </a:xfrm>
            <a:custGeom>
              <a:avLst/>
              <a:gdLst/>
              <a:ahLst/>
              <a:cxnLst>
                <a:cxn ang="0">
                  <a:pos x="0" y="139"/>
                </a:cxn>
                <a:cxn ang="0">
                  <a:pos x="47" y="20"/>
                </a:cxn>
                <a:cxn ang="0">
                  <a:pos x="141" y="20"/>
                </a:cxn>
                <a:cxn ang="0">
                  <a:pos x="188" y="139"/>
                </a:cxn>
              </a:cxnLst>
              <a:rect l="0" t="0" r="0" b="0"/>
              <a:pathLst>
                <a:path w="192" h="168">
                  <a:moveTo>
                    <a:pt x="0" y="168"/>
                  </a:moveTo>
                  <a:cubicBezTo>
                    <a:pt x="12" y="108"/>
                    <a:pt x="24" y="48"/>
                    <a:pt x="48" y="24"/>
                  </a:cubicBezTo>
                  <a:cubicBezTo>
                    <a:pt x="72" y="0"/>
                    <a:pt x="120" y="0"/>
                    <a:pt x="144" y="24"/>
                  </a:cubicBezTo>
                  <a:cubicBezTo>
                    <a:pt x="168" y="48"/>
                    <a:pt x="184" y="144"/>
                    <a:pt x="192" y="168"/>
                  </a:cubicBezTo>
                </a:path>
              </a:pathLst>
            </a:custGeom>
            <a:solidFill>
              <a:schemeClr val="bg1">
                <a:alpha val="100000"/>
              </a:schemeClr>
            </a:solidFill>
            <a:ln w="4127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5135" name="Freeform 15"/>
            <p:cNvSpPr/>
            <p:nvPr/>
          </p:nvSpPr>
          <p:spPr>
            <a:xfrm>
              <a:off x="4343" y="2858"/>
              <a:ext cx="188" cy="139"/>
            </a:xfrm>
            <a:custGeom>
              <a:avLst/>
              <a:gdLst/>
              <a:ahLst/>
              <a:cxnLst>
                <a:cxn ang="0">
                  <a:pos x="0" y="139"/>
                </a:cxn>
                <a:cxn ang="0">
                  <a:pos x="47" y="20"/>
                </a:cxn>
                <a:cxn ang="0">
                  <a:pos x="141" y="20"/>
                </a:cxn>
                <a:cxn ang="0">
                  <a:pos x="188" y="139"/>
                </a:cxn>
              </a:cxnLst>
              <a:rect l="0" t="0" r="0" b="0"/>
              <a:pathLst>
                <a:path w="192" h="168">
                  <a:moveTo>
                    <a:pt x="0" y="168"/>
                  </a:moveTo>
                  <a:cubicBezTo>
                    <a:pt x="12" y="108"/>
                    <a:pt x="24" y="48"/>
                    <a:pt x="48" y="24"/>
                  </a:cubicBezTo>
                  <a:cubicBezTo>
                    <a:pt x="72" y="0"/>
                    <a:pt x="120" y="0"/>
                    <a:pt x="144" y="24"/>
                  </a:cubicBezTo>
                  <a:cubicBezTo>
                    <a:pt x="168" y="48"/>
                    <a:pt x="184" y="144"/>
                    <a:pt x="192" y="168"/>
                  </a:cubicBezTo>
                </a:path>
              </a:pathLst>
            </a:custGeom>
            <a:solidFill>
              <a:schemeClr val="bg1">
                <a:alpha val="100000"/>
              </a:schemeClr>
            </a:solidFill>
            <a:ln w="4127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5136" name="Freeform 16"/>
            <p:cNvSpPr/>
            <p:nvPr/>
          </p:nvSpPr>
          <p:spPr>
            <a:xfrm>
              <a:off x="4531" y="2858"/>
              <a:ext cx="189" cy="139"/>
            </a:xfrm>
            <a:custGeom>
              <a:avLst/>
              <a:gdLst/>
              <a:ahLst/>
              <a:cxnLst>
                <a:cxn ang="0">
                  <a:pos x="0" y="139"/>
                </a:cxn>
                <a:cxn ang="0">
                  <a:pos x="47" y="20"/>
                </a:cxn>
                <a:cxn ang="0">
                  <a:pos x="142" y="20"/>
                </a:cxn>
                <a:cxn ang="0">
                  <a:pos x="189" y="139"/>
                </a:cxn>
              </a:cxnLst>
              <a:rect l="0" t="0" r="0" b="0"/>
              <a:pathLst>
                <a:path w="192" h="168">
                  <a:moveTo>
                    <a:pt x="0" y="168"/>
                  </a:moveTo>
                  <a:cubicBezTo>
                    <a:pt x="12" y="108"/>
                    <a:pt x="24" y="48"/>
                    <a:pt x="48" y="24"/>
                  </a:cubicBezTo>
                  <a:cubicBezTo>
                    <a:pt x="72" y="0"/>
                    <a:pt x="120" y="0"/>
                    <a:pt x="144" y="24"/>
                  </a:cubicBezTo>
                  <a:cubicBezTo>
                    <a:pt x="168" y="48"/>
                    <a:pt x="184" y="144"/>
                    <a:pt x="192" y="168"/>
                  </a:cubicBezTo>
                </a:path>
              </a:pathLst>
            </a:custGeom>
            <a:solidFill>
              <a:schemeClr val="bg1">
                <a:alpha val="100000"/>
              </a:schemeClr>
            </a:solidFill>
            <a:ln w="4127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5137" name="Freeform 17"/>
            <p:cNvSpPr/>
            <p:nvPr/>
          </p:nvSpPr>
          <p:spPr>
            <a:xfrm>
              <a:off x="4720" y="2858"/>
              <a:ext cx="188" cy="139"/>
            </a:xfrm>
            <a:custGeom>
              <a:avLst/>
              <a:gdLst/>
              <a:ahLst/>
              <a:cxnLst>
                <a:cxn ang="0">
                  <a:pos x="0" y="139"/>
                </a:cxn>
                <a:cxn ang="0">
                  <a:pos x="47" y="20"/>
                </a:cxn>
                <a:cxn ang="0">
                  <a:pos x="141" y="20"/>
                </a:cxn>
                <a:cxn ang="0">
                  <a:pos x="188" y="139"/>
                </a:cxn>
              </a:cxnLst>
              <a:rect l="0" t="0" r="0" b="0"/>
              <a:pathLst>
                <a:path w="192" h="168">
                  <a:moveTo>
                    <a:pt x="0" y="168"/>
                  </a:moveTo>
                  <a:cubicBezTo>
                    <a:pt x="12" y="108"/>
                    <a:pt x="24" y="48"/>
                    <a:pt x="48" y="24"/>
                  </a:cubicBezTo>
                  <a:cubicBezTo>
                    <a:pt x="72" y="0"/>
                    <a:pt x="120" y="0"/>
                    <a:pt x="144" y="24"/>
                  </a:cubicBezTo>
                  <a:cubicBezTo>
                    <a:pt x="168" y="48"/>
                    <a:pt x="184" y="144"/>
                    <a:pt x="192" y="168"/>
                  </a:cubicBezTo>
                </a:path>
              </a:pathLst>
            </a:custGeom>
            <a:solidFill>
              <a:schemeClr val="bg1">
                <a:alpha val="100000"/>
              </a:schemeClr>
            </a:solidFill>
            <a:ln w="4127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5138" name="Freeform 18"/>
            <p:cNvSpPr/>
            <p:nvPr/>
          </p:nvSpPr>
          <p:spPr>
            <a:xfrm>
              <a:off x="4908" y="2858"/>
              <a:ext cx="189" cy="139"/>
            </a:xfrm>
            <a:custGeom>
              <a:avLst/>
              <a:gdLst/>
              <a:ahLst/>
              <a:cxnLst>
                <a:cxn ang="0">
                  <a:pos x="0" y="139"/>
                </a:cxn>
                <a:cxn ang="0">
                  <a:pos x="47" y="20"/>
                </a:cxn>
                <a:cxn ang="0">
                  <a:pos x="142" y="20"/>
                </a:cxn>
                <a:cxn ang="0">
                  <a:pos x="189" y="139"/>
                </a:cxn>
              </a:cxnLst>
              <a:rect l="0" t="0" r="0" b="0"/>
              <a:pathLst>
                <a:path w="192" h="168">
                  <a:moveTo>
                    <a:pt x="0" y="168"/>
                  </a:moveTo>
                  <a:cubicBezTo>
                    <a:pt x="12" y="108"/>
                    <a:pt x="24" y="48"/>
                    <a:pt x="48" y="24"/>
                  </a:cubicBezTo>
                  <a:cubicBezTo>
                    <a:pt x="72" y="0"/>
                    <a:pt x="120" y="0"/>
                    <a:pt x="144" y="24"/>
                  </a:cubicBezTo>
                  <a:cubicBezTo>
                    <a:pt x="168" y="48"/>
                    <a:pt x="184" y="144"/>
                    <a:pt x="192" y="168"/>
                  </a:cubicBezTo>
                </a:path>
              </a:pathLst>
            </a:custGeom>
            <a:solidFill>
              <a:schemeClr val="bg1">
                <a:alpha val="100000"/>
              </a:schemeClr>
            </a:solidFill>
            <a:ln w="4127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5139" name="Freeform 19"/>
            <p:cNvSpPr/>
            <p:nvPr/>
          </p:nvSpPr>
          <p:spPr>
            <a:xfrm>
              <a:off x="5097" y="2858"/>
              <a:ext cx="188" cy="139"/>
            </a:xfrm>
            <a:custGeom>
              <a:avLst/>
              <a:gdLst/>
              <a:ahLst/>
              <a:cxnLst>
                <a:cxn ang="0">
                  <a:pos x="0" y="139"/>
                </a:cxn>
                <a:cxn ang="0">
                  <a:pos x="47" y="20"/>
                </a:cxn>
                <a:cxn ang="0">
                  <a:pos x="141" y="20"/>
                </a:cxn>
                <a:cxn ang="0">
                  <a:pos x="188" y="139"/>
                </a:cxn>
              </a:cxnLst>
              <a:rect l="0" t="0" r="0" b="0"/>
              <a:pathLst>
                <a:path w="192" h="168">
                  <a:moveTo>
                    <a:pt x="0" y="168"/>
                  </a:moveTo>
                  <a:cubicBezTo>
                    <a:pt x="12" y="108"/>
                    <a:pt x="24" y="48"/>
                    <a:pt x="48" y="24"/>
                  </a:cubicBezTo>
                  <a:cubicBezTo>
                    <a:pt x="72" y="0"/>
                    <a:pt x="120" y="0"/>
                    <a:pt x="144" y="24"/>
                  </a:cubicBezTo>
                  <a:cubicBezTo>
                    <a:pt x="168" y="48"/>
                    <a:pt x="184" y="144"/>
                    <a:pt x="192" y="168"/>
                  </a:cubicBezTo>
                </a:path>
              </a:pathLst>
            </a:custGeom>
            <a:solidFill>
              <a:schemeClr val="bg1">
                <a:alpha val="100000"/>
              </a:schemeClr>
            </a:solidFill>
            <a:ln w="4127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5140" name="Line 20"/>
            <p:cNvSpPr/>
            <p:nvPr/>
          </p:nvSpPr>
          <p:spPr>
            <a:xfrm>
              <a:off x="4013" y="2977"/>
              <a:ext cx="142" cy="0"/>
            </a:xfrm>
            <a:prstGeom prst="line">
              <a:avLst/>
            </a:prstGeom>
            <a:ln w="38100" cap="flat" cmpd="sng">
              <a:solidFill>
                <a:schemeClr val="tx1"/>
              </a:solidFill>
              <a:prstDash val="solid"/>
              <a:headEnd type="none" w="med" len="med"/>
              <a:tailEnd type="none" w="med" len="med"/>
            </a:ln>
          </p:spPr>
        </p:sp>
        <p:sp>
          <p:nvSpPr>
            <p:cNvPr id="5141" name="Line 21"/>
            <p:cNvSpPr/>
            <p:nvPr/>
          </p:nvSpPr>
          <p:spPr>
            <a:xfrm>
              <a:off x="4013" y="2977"/>
              <a:ext cx="0" cy="596"/>
            </a:xfrm>
            <a:prstGeom prst="line">
              <a:avLst/>
            </a:prstGeom>
            <a:ln w="38100" cap="flat" cmpd="sng">
              <a:solidFill>
                <a:schemeClr val="tx1"/>
              </a:solidFill>
              <a:prstDash val="solid"/>
              <a:headEnd type="none" w="med" len="med"/>
              <a:tailEnd type="none" w="med" len="med"/>
            </a:ln>
          </p:spPr>
        </p:sp>
        <p:sp>
          <p:nvSpPr>
            <p:cNvPr id="5142" name="Line 22"/>
            <p:cNvSpPr/>
            <p:nvPr/>
          </p:nvSpPr>
          <p:spPr>
            <a:xfrm>
              <a:off x="5474" y="2977"/>
              <a:ext cx="0" cy="596"/>
            </a:xfrm>
            <a:prstGeom prst="line">
              <a:avLst/>
            </a:prstGeom>
            <a:ln w="38100" cap="flat" cmpd="sng">
              <a:solidFill>
                <a:schemeClr val="tx1"/>
              </a:solidFill>
              <a:prstDash val="solid"/>
              <a:headEnd type="none" w="med" len="med"/>
              <a:tailEnd type="none" w="med" len="med"/>
            </a:ln>
          </p:spPr>
        </p:sp>
        <p:sp>
          <p:nvSpPr>
            <p:cNvPr id="5143" name="Line 23"/>
            <p:cNvSpPr/>
            <p:nvPr/>
          </p:nvSpPr>
          <p:spPr>
            <a:xfrm>
              <a:off x="5285" y="2977"/>
              <a:ext cx="189" cy="0"/>
            </a:xfrm>
            <a:prstGeom prst="line">
              <a:avLst/>
            </a:prstGeom>
            <a:ln w="38100" cap="flat" cmpd="sng">
              <a:solidFill>
                <a:schemeClr val="tx1"/>
              </a:solidFill>
              <a:prstDash val="solid"/>
              <a:headEnd type="none" w="med" len="med"/>
              <a:tailEnd type="none" w="med" len="med"/>
            </a:ln>
          </p:spPr>
        </p:sp>
        <p:sp>
          <p:nvSpPr>
            <p:cNvPr id="5144" name="Oval 24"/>
            <p:cNvSpPr/>
            <p:nvPr/>
          </p:nvSpPr>
          <p:spPr>
            <a:xfrm>
              <a:off x="3966" y="3573"/>
              <a:ext cx="94" cy="79"/>
            </a:xfrm>
            <a:prstGeom prst="ellipse">
              <a:avLst/>
            </a:prstGeom>
            <a:solidFill>
              <a:schemeClr val="bg1"/>
            </a:solidFill>
            <a:ln w="22225" cap="flat" cmpd="sng">
              <a:solidFill>
                <a:schemeClr val="tx1"/>
              </a:solidFill>
              <a:prstDash val="solid"/>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5145" name="Oval 25"/>
            <p:cNvSpPr/>
            <p:nvPr/>
          </p:nvSpPr>
          <p:spPr>
            <a:xfrm>
              <a:off x="5427" y="3573"/>
              <a:ext cx="94" cy="79"/>
            </a:xfrm>
            <a:prstGeom prst="ellipse">
              <a:avLst/>
            </a:prstGeom>
            <a:solidFill>
              <a:schemeClr val="bg1"/>
            </a:solidFill>
            <a:ln w="22225" cap="flat" cmpd="sng">
              <a:solidFill>
                <a:schemeClr val="tx1"/>
              </a:solidFill>
              <a:prstDash val="solid"/>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5146" name="Line 26"/>
            <p:cNvSpPr/>
            <p:nvPr/>
          </p:nvSpPr>
          <p:spPr>
            <a:xfrm flipV="1">
              <a:off x="3589" y="2421"/>
              <a:ext cx="0" cy="675"/>
            </a:xfrm>
            <a:prstGeom prst="line">
              <a:avLst/>
            </a:prstGeom>
            <a:ln w="38100" cap="flat" cmpd="sng">
              <a:solidFill>
                <a:schemeClr val="tx1"/>
              </a:solidFill>
              <a:prstDash val="solid"/>
              <a:headEnd type="none" w="med" len="med"/>
              <a:tailEnd type="none" w="med" len="med"/>
            </a:ln>
          </p:spPr>
        </p:sp>
        <p:sp>
          <p:nvSpPr>
            <p:cNvPr id="5147" name="Line 27"/>
            <p:cNvSpPr/>
            <p:nvPr/>
          </p:nvSpPr>
          <p:spPr>
            <a:xfrm>
              <a:off x="3589" y="2421"/>
              <a:ext cx="1037" cy="0"/>
            </a:xfrm>
            <a:prstGeom prst="line">
              <a:avLst/>
            </a:prstGeom>
            <a:ln w="38100" cap="flat" cmpd="sng">
              <a:solidFill>
                <a:schemeClr val="tx1"/>
              </a:solidFill>
              <a:prstDash val="solid"/>
              <a:headEnd type="none" w="med" len="med"/>
              <a:tailEnd type="none" w="med" len="med"/>
            </a:ln>
          </p:spPr>
        </p:sp>
        <p:sp>
          <p:nvSpPr>
            <p:cNvPr id="5148" name="Line 28"/>
            <p:cNvSpPr/>
            <p:nvPr/>
          </p:nvSpPr>
          <p:spPr>
            <a:xfrm>
              <a:off x="4626" y="2104"/>
              <a:ext cx="0" cy="754"/>
            </a:xfrm>
            <a:prstGeom prst="line">
              <a:avLst/>
            </a:prstGeom>
            <a:ln w="38100" cap="flat" cmpd="sng">
              <a:solidFill>
                <a:schemeClr val="tx1"/>
              </a:solidFill>
              <a:prstDash val="solid"/>
              <a:headEnd type="none" w="med" len="med"/>
              <a:tailEnd type="triangle" w="med" len="med"/>
            </a:ln>
          </p:spPr>
        </p:sp>
        <p:sp>
          <p:nvSpPr>
            <p:cNvPr id="5149" name="Text Box 29"/>
            <p:cNvSpPr txBox="1"/>
            <p:nvPr/>
          </p:nvSpPr>
          <p:spPr>
            <a:xfrm>
              <a:off x="4343" y="3374"/>
              <a:ext cx="647" cy="288"/>
            </a:xfrm>
            <a:prstGeom prst="rect">
              <a:avLst/>
            </a:prstGeom>
            <a:solidFill>
              <a:schemeClr val="bg1"/>
            </a:solidFill>
            <a:ln w="9525">
              <a:noFill/>
            </a:ln>
          </p:spPr>
          <p:txBody>
            <a:bodyPr wrap="none">
              <a:spAutoFit/>
            </a:bodyPr>
            <a:lstStyle/>
            <a:p>
              <a:r>
                <a:rPr lang="en-US" altLang="zh-CN" sz="2400" dirty="0">
                  <a:latin typeface="Times New Roman" panose="02020603050405020304" pitchFamily="18" charset="0"/>
                </a:rPr>
                <a:t>~220V</a:t>
              </a:r>
            </a:p>
          </p:txBody>
        </p:sp>
        <p:sp>
          <p:nvSpPr>
            <p:cNvPr id="5150" name="Text Box 30"/>
            <p:cNvSpPr txBox="1"/>
            <p:nvPr/>
          </p:nvSpPr>
          <p:spPr>
            <a:xfrm>
              <a:off x="4767" y="2342"/>
              <a:ext cx="692" cy="288"/>
            </a:xfrm>
            <a:prstGeom prst="rect">
              <a:avLst/>
            </a:prstGeom>
            <a:solidFill>
              <a:schemeClr val="bg1"/>
            </a:solidFill>
            <a:ln w="9525">
              <a:noFill/>
            </a:ln>
          </p:spPr>
          <p:txBody>
            <a:bodyPr wrap="none">
              <a:spAutoFit/>
            </a:bodyPr>
            <a:lstStyle/>
            <a:p>
              <a:r>
                <a:rPr lang="zh-CN" altLang="en-US" sz="2400" dirty="0">
                  <a:latin typeface="Times New Roman" panose="02020603050405020304" pitchFamily="18" charset="0"/>
                </a:rPr>
                <a:t>调压器</a:t>
              </a:r>
            </a:p>
          </p:txBody>
        </p:sp>
        <p:sp>
          <p:nvSpPr>
            <p:cNvPr id="5151" name="Line 31"/>
            <p:cNvSpPr/>
            <p:nvPr/>
          </p:nvSpPr>
          <p:spPr>
            <a:xfrm>
              <a:off x="1139" y="1230"/>
              <a:ext cx="0" cy="1191"/>
            </a:xfrm>
            <a:prstGeom prst="line">
              <a:avLst/>
            </a:prstGeom>
            <a:ln w="31750" cap="flat" cmpd="sng">
              <a:solidFill>
                <a:schemeClr val="tx1"/>
              </a:solidFill>
              <a:prstDash val="solid"/>
              <a:headEnd type="none" w="med" len="med"/>
              <a:tailEnd type="none" w="med" len="med"/>
            </a:ln>
          </p:spPr>
        </p:sp>
        <p:sp>
          <p:nvSpPr>
            <p:cNvPr id="5152" name="Line 32"/>
            <p:cNvSpPr/>
            <p:nvPr/>
          </p:nvSpPr>
          <p:spPr>
            <a:xfrm>
              <a:off x="1139" y="2421"/>
              <a:ext cx="141" cy="159"/>
            </a:xfrm>
            <a:prstGeom prst="line">
              <a:avLst/>
            </a:prstGeom>
            <a:ln w="38100" cap="flat" cmpd="sng">
              <a:solidFill>
                <a:schemeClr val="tx1"/>
              </a:solidFill>
              <a:prstDash val="solid"/>
              <a:headEnd type="none" w="med" len="med"/>
              <a:tailEnd type="none" w="med" len="med"/>
            </a:ln>
          </p:spPr>
        </p:sp>
        <p:sp>
          <p:nvSpPr>
            <p:cNvPr id="5153" name="Line 33"/>
            <p:cNvSpPr/>
            <p:nvPr/>
          </p:nvSpPr>
          <p:spPr>
            <a:xfrm flipV="1">
              <a:off x="1375" y="1548"/>
              <a:ext cx="0" cy="913"/>
            </a:xfrm>
            <a:prstGeom prst="line">
              <a:avLst/>
            </a:prstGeom>
            <a:ln w="31750" cap="flat" cmpd="sng">
              <a:solidFill>
                <a:schemeClr val="tx1"/>
              </a:solidFill>
              <a:prstDash val="solid"/>
              <a:headEnd type="none" w="med" len="med"/>
              <a:tailEnd type="none" w="med" len="med"/>
            </a:ln>
          </p:spPr>
        </p:sp>
        <p:sp>
          <p:nvSpPr>
            <p:cNvPr id="5154" name="Line 34"/>
            <p:cNvSpPr/>
            <p:nvPr/>
          </p:nvSpPr>
          <p:spPr>
            <a:xfrm flipV="1">
              <a:off x="1280" y="2461"/>
              <a:ext cx="95" cy="119"/>
            </a:xfrm>
            <a:prstGeom prst="line">
              <a:avLst/>
            </a:prstGeom>
            <a:ln w="38100" cap="flat" cmpd="sng">
              <a:solidFill>
                <a:schemeClr val="tx1"/>
              </a:solidFill>
              <a:prstDash val="solid"/>
              <a:headEnd type="none" w="med" len="med"/>
              <a:tailEnd type="none" w="med" len="med"/>
            </a:ln>
          </p:spPr>
        </p:sp>
        <p:sp>
          <p:nvSpPr>
            <p:cNvPr id="5155" name="Text Box 35"/>
            <p:cNvSpPr txBox="1"/>
            <p:nvPr/>
          </p:nvSpPr>
          <p:spPr>
            <a:xfrm>
              <a:off x="1338" y="2205"/>
              <a:ext cx="692" cy="288"/>
            </a:xfrm>
            <a:prstGeom prst="rect">
              <a:avLst/>
            </a:prstGeom>
            <a:noFill/>
            <a:ln w="9525">
              <a:noFill/>
            </a:ln>
          </p:spPr>
          <p:txBody>
            <a:bodyPr wrap="none">
              <a:spAutoFit/>
            </a:bodyPr>
            <a:lstStyle/>
            <a:p>
              <a:r>
                <a:rPr lang="zh-CN" altLang="en-US" sz="2400" dirty="0">
                  <a:latin typeface="Times New Roman" panose="02020603050405020304" pitchFamily="18" charset="0"/>
                </a:rPr>
                <a:t>热电偶</a:t>
              </a:r>
            </a:p>
          </p:txBody>
        </p:sp>
        <p:sp>
          <p:nvSpPr>
            <p:cNvPr id="5156" name="Rectangle 36"/>
            <p:cNvSpPr/>
            <p:nvPr/>
          </p:nvSpPr>
          <p:spPr>
            <a:xfrm>
              <a:off x="1657" y="992"/>
              <a:ext cx="377" cy="79"/>
            </a:xfrm>
            <a:prstGeom prst="rect">
              <a:avLst/>
            </a:prstGeom>
            <a:solidFill>
              <a:schemeClr val="bg1"/>
            </a:solidFill>
            <a:ln w="38100" cap="flat" cmpd="sng">
              <a:solidFill>
                <a:schemeClr val="tx1"/>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5157" name="Line 37"/>
            <p:cNvSpPr/>
            <p:nvPr/>
          </p:nvSpPr>
          <p:spPr>
            <a:xfrm>
              <a:off x="1799" y="714"/>
              <a:ext cx="0" cy="79"/>
            </a:xfrm>
            <a:prstGeom prst="line">
              <a:avLst/>
            </a:prstGeom>
            <a:ln w="38100" cap="flat" cmpd="sng">
              <a:solidFill>
                <a:schemeClr val="tx1"/>
              </a:solidFill>
              <a:prstDash val="solid"/>
              <a:headEnd type="none" w="med" len="med"/>
              <a:tailEnd type="none" w="med" len="med"/>
            </a:ln>
          </p:spPr>
        </p:sp>
        <p:sp>
          <p:nvSpPr>
            <p:cNvPr id="5158" name="Line 38"/>
            <p:cNvSpPr/>
            <p:nvPr/>
          </p:nvSpPr>
          <p:spPr>
            <a:xfrm>
              <a:off x="1846" y="674"/>
              <a:ext cx="0" cy="159"/>
            </a:xfrm>
            <a:prstGeom prst="line">
              <a:avLst/>
            </a:prstGeom>
            <a:ln w="38100" cap="flat" cmpd="sng">
              <a:solidFill>
                <a:schemeClr val="tx1"/>
              </a:solidFill>
              <a:prstDash val="solid"/>
              <a:headEnd type="none" w="med" len="med"/>
              <a:tailEnd type="none" w="med" len="med"/>
            </a:ln>
          </p:spPr>
        </p:sp>
        <p:sp>
          <p:nvSpPr>
            <p:cNvPr id="5159" name="Line 39"/>
            <p:cNvSpPr/>
            <p:nvPr/>
          </p:nvSpPr>
          <p:spPr>
            <a:xfrm flipH="1">
              <a:off x="1469" y="754"/>
              <a:ext cx="330" cy="0"/>
            </a:xfrm>
            <a:prstGeom prst="line">
              <a:avLst/>
            </a:prstGeom>
            <a:ln w="31750" cap="flat" cmpd="sng">
              <a:solidFill>
                <a:schemeClr val="tx1"/>
              </a:solidFill>
              <a:prstDash val="solid"/>
              <a:headEnd type="none" w="med" len="med"/>
              <a:tailEnd type="none" w="med" len="med"/>
            </a:ln>
          </p:spPr>
        </p:sp>
        <p:sp>
          <p:nvSpPr>
            <p:cNvPr id="5160" name="Line 40"/>
            <p:cNvSpPr/>
            <p:nvPr/>
          </p:nvSpPr>
          <p:spPr>
            <a:xfrm>
              <a:off x="1469" y="754"/>
              <a:ext cx="0" cy="278"/>
            </a:xfrm>
            <a:prstGeom prst="line">
              <a:avLst/>
            </a:prstGeom>
            <a:ln w="31750" cap="flat" cmpd="sng">
              <a:solidFill>
                <a:schemeClr val="tx1"/>
              </a:solidFill>
              <a:prstDash val="solid"/>
              <a:headEnd type="none" w="med" len="med"/>
              <a:tailEnd type="none" w="med" len="med"/>
            </a:ln>
          </p:spPr>
        </p:sp>
        <p:sp>
          <p:nvSpPr>
            <p:cNvPr id="5161" name="Line 41"/>
            <p:cNvSpPr/>
            <p:nvPr/>
          </p:nvSpPr>
          <p:spPr>
            <a:xfrm flipH="1">
              <a:off x="1469" y="1032"/>
              <a:ext cx="188" cy="0"/>
            </a:xfrm>
            <a:prstGeom prst="line">
              <a:avLst/>
            </a:prstGeom>
            <a:ln w="31750" cap="flat" cmpd="sng">
              <a:solidFill>
                <a:schemeClr val="tx1"/>
              </a:solidFill>
              <a:prstDash val="solid"/>
              <a:headEnd type="none" w="med" len="med"/>
              <a:tailEnd type="none" w="med" len="med"/>
            </a:ln>
          </p:spPr>
        </p:sp>
        <p:sp>
          <p:nvSpPr>
            <p:cNvPr id="5162" name="Line 42"/>
            <p:cNvSpPr/>
            <p:nvPr/>
          </p:nvSpPr>
          <p:spPr>
            <a:xfrm>
              <a:off x="1846" y="754"/>
              <a:ext cx="377" cy="0"/>
            </a:xfrm>
            <a:prstGeom prst="line">
              <a:avLst/>
            </a:prstGeom>
            <a:ln w="31750" cap="flat" cmpd="sng">
              <a:solidFill>
                <a:schemeClr val="tx1"/>
              </a:solidFill>
              <a:prstDash val="solid"/>
              <a:headEnd type="none" w="med" len="med"/>
              <a:tailEnd type="none" w="med" len="med"/>
            </a:ln>
          </p:spPr>
        </p:sp>
        <p:sp>
          <p:nvSpPr>
            <p:cNvPr id="5163" name="Line 43"/>
            <p:cNvSpPr/>
            <p:nvPr/>
          </p:nvSpPr>
          <p:spPr>
            <a:xfrm>
              <a:off x="2223" y="754"/>
              <a:ext cx="0" cy="278"/>
            </a:xfrm>
            <a:prstGeom prst="line">
              <a:avLst/>
            </a:prstGeom>
            <a:ln w="31750" cap="flat" cmpd="sng">
              <a:solidFill>
                <a:schemeClr val="tx1"/>
              </a:solidFill>
              <a:prstDash val="solid"/>
              <a:headEnd type="none" w="med" len="med"/>
              <a:tailEnd type="none" w="med" len="med"/>
            </a:ln>
          </p:spPr>
        </p:sp>
        <p:sp>
          <p:nvSpPr>
            <p:cNvPr id="5164" name="Line 44"/>
            <p:cNvSpPr/>
            <p:nvPr/>
          </p:nvSpPr>
          <p:spPr>
            <a:xfrm>
              <a:off x="2034" y="1032"/>
              <a:ext cx="189" cy="0"/>
            </a:xfrm>
            <a:prstGeom prst="line">
              <a:avLst/>
            </a:prstGeom>
            <a:ln w="31750" cap="flat" cmpd="sng">
              <a:solidFill>
                <a:schemeClr val="tx1"/>
              </a:solidFill>
              <a:prstDash val="solid"/>
              <a:headEnd type="none" w="med" len="med"/>
              <a:tailEnd type="none" w="med" len="med"/>
            </a:ln>
          </p:spPr>
        </p:sp>
        <p:sp>
          <p:nvSpPr>
            <p:cNvPr id="5165" name="Line 45"/>
            <p:cNvSpPr/>
            <p:nvPr/>
          </p:nvSpPr>
          <p:spPr>
            <a:xfrm>
              <a:off x="1469" y="1032"/>
              <a:ext cx="0" cy="198"/>
            </a:xfrm>
            <a:prstGeom prst="line">
              <a:avLst/>
            </a:prstGeom>
            <a:ln w="31750" cap="flat" cmpd="sng">
              <a:solidFill>
                <a:schemeClr val="tx1"/>
              </a:solidFill>
              <a:prstDash val="solid"/>
              <a:headEnd type="none" w="med" len="med"/>
              <a:tailEnd type="none" w="med" len="med"/>
            </a:ln>
          </p:spPr>
        </p:sp>
        <p:sp>
          <p:nvSpPr>
            <p:cNvPr id="5166" name="Line 46"/>
            <p:cNvSpPr/>
            <p:nvPr/>
          </p:nvSpPr>
          <p:spPr>
            <a:xfrm flipH="1">
              <a:off x="1139" y="1230"/>
              <a:ext cx="330" cy="0"/>
            </a:xfrm>
            <a:prstGeom prst="line">
              <a:avLst/>
            </a:prstGeom>
            <a:ln w="31750" cap="flat" cmpd="sng">
              <a:solidFill>
                <a:schemeClr val="tx1"/>
              </a:solidFill>
              <a:prstDash val="solid"/>
              <a:headEnd type="none" w="med" len="med"/>
              <a:tailEnd type="none" w="med" len="med"/>
            </a:ln>
          </p:spPr>
        </p:sp>
        <p:sp>
          <p:nvSpPr>
            <p:cNvPr id="5167" name="Line 47"/>
            <p:cNvSpPr/>
            <p:nvPr/>
          </p:nvSpPr>
          <p:spPr>
            <a:xfrm flipV="1">
              <a:off x="1846" y="1071"/>
              <a:ext cx="0" cy="119"/>
            </a:xfrm>
            <a:prstGeom prst="line">
              <a:avLst/>
            </a:prstGeom>
            <a:ln w="31750" cap="flat" cmpd="sng">
              <a:solidFill>
                <a:schemeClr val="tx1"/>
              </a:solidFill>
              <a:prstDash val="solid"/>
              <a:headEnd type="none" w="med" len="med"/>
              <a:tailEnd type="triangle" w="med" len="med"/>
            </a:ln>
          </p:spPr>
        </p:sp>
        <p:sp>
          <p:nvSpPr>
            <p:cNvPr id="5168" name="Line 48"/>
            <p:cNvSpPr/>
            <p:nvPr/>
          </p:nvSpPr>
          <p:spPr>
            <a:xfrm>
              <a:off x="1846" y="1190"/>
              <a:ext cx="518" cy="0"/>
            </a:xfrm>
            <a:prstGeom prst="line">
              <a:avLst/>
            </a:prstGeom>
            <a:ln w="31750" cap="flat" cmpd="sng">
              <a:solidFill>
                <a:schemeClr val="tx1"/>
              </a:solidFill>
              <a:prstDash val="solid"/>
              <a:headEnd type="none" w="med" len="med"/>
              <a:tailEnd type="none" w="med" len="med"/>
            </a:ln>
          </p:spPr>
        </p:sp>
        <p:sp>
          <p:nvSpPr>
            <p:cNvPr id="5169" name="Line 49"/>
            <p:cNvSpPr/>
            <p:nvPr/>
          </p:nvSpPr>
          <p:spPr>
            <a:xfrm>
              <a:off x="1375" y="1548"/>
              <a:ext cx="989" cy="0"/>
            </a:xfrm>
            <a:prstGeom prst="line">
              <a:avLst/>
            </a:prstGeom>
            <a:ln w="31750" cap="flat" cmpd="sng">
              <a:solidFill>
                <a:schemeClr val="tx1"/>
              </a:solidFill>
              <a:prstDash val="solid"/>
              <a:headEnd type="none" w="med" len="med"/>
              <a:tailEnd type="none" w="med" len="med"/>
            </a:ln>
          </p:spPr>
        </p:sp>
        <p:sp>
          <p:nvSpPr>
            <p:cNvPr id="5170" name="Rectangle 50"/>
            <p:cNvSpPr/>
            <p:nvPr/>
          </p:nvSpPr>
          <p:spPr>
            <a:xfrm>
              <a:off x="2364" y="1111"/>
              <a:ext cx="424" cy="516"/>
            </a:xfrm>
            <a:prstGeom prst="rect">
              <a:avLst/>
            </a:prstGeom>
            <a:solidFill>
              <a:schemeClr val="bg1"/>
            </a:solidFill>
            <a:ln w="38100" cap="flat" cmpd="sng">
              <a:solidFill>
                <a:schemeClr val="tx1"/>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5171" name="AutoShape 51"/>
            <p:cNvSpPr/>
            <p:nvPr/>
          </p:nvSpPr>
          <p:spPr>
            <a:xfrm rot="5400000">
              <a:off x="2518" y="1249"/>
              <a:ext cx="160" cy="235"/>
            </a:xfrm>
            <a:prstGeom prst="triangle">
              <a:avLst>
                <a:gd name="adj" fmla="val 50000"/>
              </a:avLst>
            </a:prstGeom>
            <a:solidFill>
              <a:schemeClr val="bg1"/>
            </a:solidFill>
            <a:ln w="31750" cap="flat" cmpd="sng">
              <a:solidFill>
                <a:schemeClr val="tx1"/>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5172" name="Rectangle 52"/>
            <p:cNvSpPr/>
            <p:nvPr/>
          </p:nvSpPr>
          <p:spPr>
            <a:xfrm>
              <a:off x="3024" y="1111"/>
              <a:ext cx="424" cy="516"/>
            </a:xfrm>
            <a:prstGeom prst="rect">
              <a:avLst/>
            </a:prstGeom>
            <a:solidFill>
              <a:schemeClr val="bg1"/>
            </a:solidFill>
            <a:ln w="38100" cap="flat" cmpd="sng">
              <a:solidFill>
                <a:schemeClr val="tx1"/>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5173" name="AutoShape 53"/>
            <p:cNvSpPr/>
            <p:nvPr/>
          </p:nvSpPr>
          <p:spPr>
            <a:xfrm rot="5400000">
              <a:off x="3179" y="1250"/>
              <a:ext cx="160" cy="236"/>
            </a:xfrm>
            <a:prstGeom prst="triangle">
              <a:avLst>
                <a:gd name="adj" fmla="val 50000"/>
              </a:avLst>
            </a:prstGeom>
            <a:solidFill>
              <a:schemeClr val="bg1"/>
            </a:solidFill>
            <a:ln w="31750" cap="flat" cmpd="sng">
              <a:solidFill>
                <a:schemeClr val="tx1"/>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5174" name="Oval 54"/>
            <p:cNvSpPr/>
            <p:nvPr/>
          </p:nvSpPr>
          <p:spPr>
            <a:xfrm>
              <a:off x="3730" y="1230"/>
              <a:ext cx="377" cy="318"/>
            </a:xfrm>
            <a:prstGeom prst="ellipse">
              <a:avLst/>
            </a:prstGeom>
            <a:solidFill>
              <a:schemeClr val="bg1"/>
            </a:solidFill>
            <a:ln w="31750" cap="flat" cmpd="sng">
              <a:solidFill>
                <a:schemeClr val="tx1"/>
              </a:solidFill>
              <a:prstDash val="solid"/>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5175" name="Rectangle 55"/>
            <p:cNvSpPr/>
            <p:nvPr/>
          </p:nvSpPr>
          <p:spPr>
            <a:xfrm>
              <a:off x="3872" y="1190"/>
              <a:ext cx="94" cy="40"/>
            </a:xfrm>
            <a:prstGeom prst="rect">
              <a:avLst/>
            </a:prstGeom>
            <a:solidFill>
              <a:schemeClr val="bg1"/>
            </a:solidFill>
            <a:ln w="31750" cap="flat" cmpd="sng">
              <a:solidFill>
                <a:schemeClr val="tx1"/>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5176" name="Rectangle 56"/>
            <p:cNvSpPr/>
            <p:nvPr/>
          </p:nvSpPr>
          <p:spPr>
            <a:xfrm>
              <a:off x="3872" y="1548"/>
              <a:ext cx="94" cy="39"/>
            </a:xfrm>
            <a:prstGeom prst="rect">
              <a:avLst/>
            </a:prstGeom>
            <a:solidFill>
              <a:schemeClr val="bg1"/>
            </a:solidFill>
            <a:ln w="31750" cap="flat" cmpd="sng">
              <a:solidFill>
                <a:schemeClr val="tx1"/>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5177" name="Rectangle 57"/>
            <p:cNvSpPr/>
            <p:nvPr/>
          </p:nvSpPr>
          <p:spPr>
            <a:xfrm>
              <a:off x="4390" y="1230"/>
              <a:ext cx="424" cy="318"/>
            </a:xfrm>
            <a:prstGeom prst="rect">
              <a:avLst/>
            </a:prstGeom>
            <a:solidFill>
              <a:schemeClr val="bg1"/>
            </a:solidFill>
            <a:ln w="31750" cap="flat" cmpd="sng">
              <a:solidFill>
                <a:schemeClr val="tx1"/>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5178" name="Line 58"/>
            <p:cNvSpPr/>
            <p:nvPr/>
          </p:nvSpPr>
          <p:spPr>
            <a:xfrm flipH="1">
              <a:off x="4390" y="1230"/>
              <a:ext cx="424" cy="318"/>
            </a:xfrm>
            <a:prstGeom prst="line">
              <a:avLst/>
            </a:prstGeom>
            <a:ln w="31750" cap="flat" cmpd="sng">
              <a:solidFill>
                <a:schemeClr val="tx1"/>
              </a:solidFill>
              <a:prstDash val="solid"/>
              <a:headEnd type="none" w="med" len="med"/>
              <a:tailEnd type="none" w="med" len="med"/>
            </a:ln>
          </p:spPr>
        </p:sp>
        <p:sp>
          <p:nvSpPr>
            <p:cNvPr id="5179" name="Line 59"/>
            <p:cNvSpPr/>
            <p:nvPr/>
          </p:nvSpPr>
          <p:spPr>
            <a:xfrm>
              <a:off x="4390" y="1230"/>
              <a:ext cx="424" cy="318"/>
            </a:xfrm>
            <a:prstGeom prst="line">
              <a:avLst/>
            </a:prstGeom>
            <a:ln w="31750" cap="flat" cmpd="sng">
              <a:solidFill>
                <a:schemeClr val="tx1"/>
              </a:solidFill>
              <a:prstDash val="solid"/>
              <a:headEnd type="none" w="med" len="med"/>
              <a:tailEnd type="none" w="med" len="med"/>
            </a:ln>
          </p:spPr>
        </p:sp>
        <p:sp>
          <p:nvSpPr>
            <p:cNvPr id="5180" name="Line 60"/>
            <p:cNvSpPr/>
            <p:nvPr/>
          </p:nvSpPr>
          <p:spPr>
            <a:xfrm>
              <a:off x="2788" y="1190"/>
              <a:ext cx="236" cy="0"/>
            </a:xfrm>
            <a:prstGeom prst="line">
              <a:avLst/>
            </a:prstGeom>
            <a:ln w="31750" cap="flat" cmpd="sng">
              <a:solidFill>
                <a:schemeClr val="tx1"/>
              </a:solidFill>
              <a:prstDash val="solid"/>
              <a:headEnd type="none" w="med" len="med"/>
              <a:tailEnd type="none" w="med" len="med"/>
            </a:ln>
          </p:spPr>
        </p:sp>
        <p:sp>
          <p:nvSpPr>
            <p:cNvPr id="5181" name="Line 61"/>
            <p:cNvSpPr/>
            <p:nvPr/>
          </p:nvSpPr>
          <p:spPr>
            <a:xfrm>
              <a:off x="2788" y="1548"/>
              <a:ext cx="236" cy="0"/>
            </a:xfrm>
            <a:prstGeom prst="line">
              <a:avLst/>
            </a:prstGeom>
            <a:ln w="31750" cap="flat" cmpd="sng">
              <a:solidFill>
                <a:schemeClr val="tx1"/>
              </a:solidFill>
              <a:prstDash val="solid"/>
              <a:headEnd type="none" w="med" len="med"/>
              <a:tailEnd type="none" w="med" len="med"/>
            </a:ln>
          </p:spPr>
        </p:sp>
        <p:sp>
          <p:nvSpPr>
            <p:cNvPr id="5182" name="Line 62"/>
            <p:cNvSpPr/>
            <p:nvPr/>
          </p:nvSpPr>
          <p:spPr>
            <a:xfrm>
              <a:off x="3448" y="1190"/>
              <a:ext cx="141" cy="0"/>
            </a:xfrm>
            <a:prstGeom prst="line">
              <a:avLst/>
            </a:prstGeom>
            <a:ln w="31750" cap="flat" cmpd="sng">
              <a:solidFill>
                <a:schemeClr val="tx1"/>
              </a:solidFill>
              <a:prstDash val="solid"/>
              <a:headEnd type="none" w="med" len="med"/>
              <a:tailEnd type="none" w="med" len="med"/>
            </a:ln>
          </p:spPr>
        </p:sp>
        <p:sp>
          <p:nvSpPr>
            <p:cNvPr id="5183" name="Line 63"/>
            <p:cNvSpPr/>
            <p:nvPr/>
          </p:nvSpPr>
          <p:spPr>
            <a:xfrm>
              <a:off x="3448" y="1548"/>
              <a:ext cx="141" cy="0"/>
            </a:xfrm>
            <a:prstGeom prst="line">
              <a:avLst/>
            </a:prstGeom>
            <a:ln w="31750" cap="flat" cmpd="sng">
              <a:solidFill>
                <a:schemeClr val="tx1"/>
              </a:solidFill>
              <a:prstDash val="solid"/>
              <a:headEnd type="none" w="med" len="med"/>
              <a:tailEnd type="none" w="med" len="med"/>
            </a:ln>
          </p:spPr>
        </p:sp>
        <p:sp>
          <p:nvSpPr>
            <p:cNvPr id="5184" name="Line 64"/>
            <p:cNvSpPr/>
            <p:nvPr/>
          </p:nvSpPr>
          <p:spPr>
            <a:xfrm flipV="1">
              <a:off x="3589" y="1071"/>
              <a:ext cx="0" cy="119"/>
            </a:xfrm>
            <a:prstGeom prst="line">
              <a:avLst/>
            </a:prstGeom>
            <a:ln w="31750" cap="flat" cmpd="sng">
              <a:solidFill>
                <a:schemeClr val="tx1"/>
              </a:solidFill>
              <a:prstDash val="solid"/>
              <a:headEnd type="none" w="med" len="med"/>
              <a:tailEnd type="none" w="med" len="med"/>
            </a:ln>
          </p:spPr>
        </p:sp>
        <p:sp>
          <p:nvSpPr>
            <p:cNvPr id="5185" name="Line 65"/>
            <p:cNvSpPr/>
            <p:nvPr/>
          </p:nvSpPr>
          <p:spPr>
            <a:xfrm flipV="1">
              <a:off x="3589" y="1548"/>
              <a:ext cx="0" cy="159"/>
            </a:xfrm>
            <a:prstGeom prst="line">
              <a:avLst/>
            </a:prstGeom>
            <a:ln w="31750" cap="flat" cmpd="sng">
              <a:solidFill>
                <a:schemeClr val="tx1"/>
              </a:solidFill>
              <a:prstDash val="solid"/>
              <a:headEnd type="none" w="med" len="med"/>
              <a:tailEnd type="none" w="med" len="med"/>
            </a:ln>
          </p:spPr>
        </p:sp>
        <p:sp>
          <p:nvSpPr>
            <p:cNvPr id="5186" name="Line 66"/>
            <p:cNvSpPr/>
            <p:nvPr/>
          </p:nvSpPr>
          <p:spPr>
            <a:xfrm>
              <a:off x="3589" y="1071"/>
              <a:ext cx="330" cy="0"/>
            </a:xfrm>
            <a:prstGeom prst="line">
              <a:avLst/>
            </a:prstGeom>
            <a:ln w="31750" cap="flat" cmpd="sng">
              <a:solidFill>
                <a:schemeClr val="tx1"/>
              </a:solidFill>
              <a:prstDash val="solid"/>
              <a:headEnd type="none" w="med" len="med"/>
              <a:tailEnd type="none" w="med" len="med"/>
            </a:ln>
          </p:spPr>
        </p:sp>
        <p:sp>
          <p:nvSpPr>
            <p:cNvPr id="5187" name="Line 67"/>
            <p:cNvSpPr/>
            <p:nvPr/>
          </p:nvSpPr>
          <p:spPr>
            <a:xfrm>
              <a:off x="3589" y="1707"/>
              <a:ext cx="330" cy="0"/>
            </a:xfrm>
            <a:prstGeom prst="line">
              <a:avLst/>
            </a:prstGeom>
            <a:ln w="31750" cap="flat" cmpd="sng">
              <a:solidFill>
                <a:schemeClr val="tx1"/>
              </a:solidFill>
              <a:prstDash val="solid"/>
              <a:headEnd type="none" w="med" len="med"/>
              <a:tailEnd type="none" w="med" len="med"/>
            </a:ln>
          </p:spPr>
        </p:sp>
        <p:sp>
          <p:nvSpPr>
            <p:cNvPr id="5188" name="Line 68"/>
            <p:cNvSpPr/>
            <p:nvPr/>
          </p:nvSpPr>
          <p:spPr>
            <a:xfrm>
              <a:off x="3919" y="1071"/>
              <a:ext cx="0" cy="119"/>
            </a:xfrm>
            <a:prstGeom prst="line">
              <a:avLst/>
            </a:prstGeom>
            <a:ln w="31750" cap="flat" cmpd="sng">
              <a:solidFill>
                <a:schemeClr val="tx1"/>
              </a:solidFill>
              <a:prstDash val="solid"/>
              <a:headEnd type="none" w="med" len="med"/>
              <a:tailEnd type="none" w="med" len="med"/>
            </a:ln>
          </p:spPr>
        </p:sp>
        <p:sp>
          <p:nvSpPr>
            <p:cNvPr id="5189" name="Line 69"/>
            <p:cNvSpPr/>
            <p:nvPr/>
          </p:nvSpPr>
          <p:spPr>
            <a:xfrm>
              <a:off x="3919" y="1587"/>
              <a:ext cx="0" cy="120"/>
            </a:xfrm>
            <a:prstGeom prst="line">
              <a:avLst/>
            </a:prstGeom>
            <a:ln w="31750" cap="flat" cmpd="sng">
              <a:solidFill>
                <a:schemeClr val="tx1"/>
              </a:solidFill>
              <a:prstDash val="solid"/>
              <a:headEnd type="none" w="med" len="med"/>
              <a:tailEnd type="none" w="med" len="med"/>
            </a:ln>
          </p:spPr>
        </p:sp>
        <p:sp>
          <p:nvSpPr>
            <p:cNvPr id="5190" name="Line 70"/>
            <p:cNvSpPr/>
            <p:nvPr/>
          </p:nvSpPr>
          <p:spPr>
            <a:xfrm>
              <a:off x="3919" y="1389"/>
              <a:ext cx="471" cy="0"/>
            </a:xfrm>
            <a:prstGeom prst="line">
              <a:avLst/>
            </a:prstGeom>
            <a:ln w="31750" cap="flat" cmpd="sng">
              <a:solidFill>
                <a:schemeClr val="tx1"/>
              </a:solidFill>
              <a:prstDash val="lgDash"/>
              <a:headEnd type="none" w="med" len="med"/>
              <a:tailEnd type="none" w="med" len="med"/>
            </a:ln>
          </p:spPr>
        </p:sp>
        <p:sp>
          <p:nvSpPr>
            <p:cNvPr id="5191" name="Line 71"/>
            <p:cNvSpPr/>
            <p:nvPr/>
          </p:nvSpPr>
          <p:spPr>
            <a:xfrm flipV="1">
              <a:off x="4626" y="1548"/>
              <a:ext cx="0" cy="397"/>
            </a:xfrm>
            <a:prstGeom prst="line">
              <a:avLst/>
            </a:prstGeom>
            <a:ln w="31750" cap="flat" cmpd="sng">
              <a:solidFill>
                <a:schemeClr val="tx1"/>
              </a:solidFill>
              <a:prstDash val="lgDash"/>
              <a:headEnd type="none" w="med" len="med"/>
              <a:tailEnd type="none" w="med" len="med"/>
            </a:ln>
          </p:spPr>
        </p:sp>
        <p:sp>
          <p:nvSpPr>
            <p:cNvPr id="5192" name="Rectangle 72"/>
            <p:cNvSpPr/>
            <p:nvPr/>
          </p:nvSpPr>
          <p:spPr>
            <a:xfrm>
              <a:off x="4579" y="1945"/>
              <a:ext cx="94" cy="159"/>
            </a:xfrm>
            <a:prstGeom prst="rect">
              <a:avLst/>
            </a:prstGeom>
            <a:solidFill>
              <a:schemeClr val="bg1"/>
            </a:solidFill>
            <a:ln w="31750" cap="flat" cmpd="sng">
              <a:solidFill>
                <a:schemeClr val="tx1"/>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5193" name="Text Box 73"/>
            <p:cNvSpPr txBox="1"/>
            <p:nvPr/>
          </p:nvSpPr>
          <p:spPr>
            <a:xfrm>
              <a:off x="1610" y="436"/>
              <a:ext cx="692" cy="231"/>
            </a:xfrm>
            <a:prstGeom prst="rect">
              <a:avLst/>
            </a:prstGeom>
            <a:noFill/>
            <a:ln w="31750">
              <a:noFill/>
            </a:ln>
          </p:spPr>
          <p:txBody>
            <a:bodyPr wrap="none">
              <a:spAutoFit/>
            </a:bodyPr>
            <a:lstStyle/>
            <a:p>
              <a:r>
                <a:rPr lang="zh-CN" altLang="en-US" dirty="0">
                  <a:latin typeface="Times New Roman" panose="02020603050405020304" pitchFamily="18" charset="0"/>
                </a:rPr>
                <a:t>给定信号</a:t>
              </a:r>
            </a:p>
          </p:txBody>
        </p:sp>
        <p:sp>
          <p:nvSpPr>
            <p:cNvPr id="5194" name="Text Box 74"/>
            <p:cNvSpPr txBox="1"/>
            <p:nvPr/>
          </p:nvSpPr>
          <p:spPr>
            <a:xfrm>
              <a:off x="799" y="685"/>
              <a:ext cx="500" cy="288"/>
            </a:xfrm>
            <a:prstGeom prst="rect">
              <a:avLst/>
            </a:prstGeom>
            <a:noFill/>
            <a:ln w="31750">
              <a:noFill/>
            </a:ln>
          </p:spPr>
          <p:txBody>
            <a:bodyPr wrap="none">
              <a:spAutoFit/>
            </a:bodyPr>
            <a:lstStyle/>
            <a:p>
              <a:r>
                <a:rPr lang="zh-CN" altLang="en-US" sz="2400" dirty="0">
                  <a:latin typeface="Times New Roman" panose="02020603050405020304" pitchFamily="18" charset="0"/>
                </a:rPr>
                <a:t>比较</a:t>
              </a:r>
            </a:p>
          </p:txBody>
        </p:sp>
        <p:sp>
          <p:nvSpPr>
            <p:cNvPr id="5195" name="Text Box 75"/>
            <p:cNvSpPr txBox="1"/>
            <p:nvPr/>
          </p:nvSpPr>
          <p:spPr>
            <a:xfrm>
              <a:off x="2154" y="1616"/>
              <a:ext cx="692" cy="518"/>
            </a:xfrm>
            <a:prstGeom prst="rect">
              <a:avLst/>
            </a:prstGeom>
            <a:noFill/>
            <a:ln w="31750">
              <a:noFill/>
            </a:ln>
          </p:spPr>
          <p:txBody>
            <a:bodyPr wrap="none">
              <a:spAutoFit/>
            </a:bodyPr>
            <a:lstStyle/>
            <a:p>
              <a:pPr algn="ctr"/>
              <a:r>
                <a:rPr lang="zh-CN" altLang="en-US" sz="2400" dirty="0">
                  <a:latin typeface="Times New Roman" panose="02020603050405020304" pitchFamily="18" charset="0"/>
                </a:rPr>
                <a:t>电压</a:t>
              </a:r>
            </a:p>
            <a:p>
              <a:pPr algn="ctr"/>
              <a:r>
                <a:rPr lang="zh-CN" altLang="en-US" sz="2400" dirty="0">
                  <a:latin typeface="Times New Roman" panose="02020603050405020304" pitchFamily="18" charset="0"/>
                </a:rPr>
                <a:t>放大器</a:t>
              </a:r>
            </a:p>
          </p:txBody>
        </p:sp>
        <p:sp>
          <p:nvSpPr>
            <p:cNvPr id="5196" name="Line 76"/>
            <p:cNvSpPr/>
            <p:nvPr/>
          </p:nvSpPr>
          <p:spPr>
            <a:xfrm>
              <a:off x="3919" y="1071"/>
              <a:ext cx="0" cy="119"/>
            </a:xfrm>
            <a:prstGeom prst="line">
              <a:avLst/>
            </a:prstGeom>
            <a:ln w="31750" cap="flat" cmpd="sng">
              <a:solidFill>
                <a:schemeClr val="tx1"/>
              </a:solidFill>
              <a:prstDash val="solid"/>
              <a:headEnd type="none" w="med" len="med"/>
              <a:tailEnd type="none" w="med" len="med"/>
            </a:ln>
          </p:spPr>
        </p:sp>
        <p:sp>
          <p:nvSpPr>
            <p:cNvPr id="5197" name="Text Box 77"/>
            <p:cNvSpPr txBox="1"/>
            <p:nvPr/>
          </p:nvSpPr>
          <p:spPr>
            <a:xfrm>
              <a:off x="2904" y="1685"/>
              <a:ext cx="692" cy="518"/>
            </a:xfrm>
            <a:prstGeom prst="rect">
              <a:avLst/>
            </a:prstGeom>
            <a:noFill/>
            <a:ln w="31750">
              <a:noFill/>
            </a:ln>
          </p:spPr>
          <p:txBody>
            <a:bodyPr wrap="none">
              <a:spAutoFit/>
            </a:bodyPr>
            <a:lstStyle/>
            <a:p>
              <a:pPr algn="ctr"/>
              <a:r>
                <a:rPr lang="zh-CN" altLang="en-US" sz="2400" dirty="0">
                  <a:latin typeface="Times New Roman" panose="02020603050405020304" pitchFamily="18" charset="0"/>
                </a:rPr>
                <a:t>功率</a:t>
              </a:r>
            </a:p>
            <a:p>
              <a:pPr algn="ctr"/>
              <a:r>
                <a:rPr lang="zh-CN" altLang="en-US" sz="2400" dirty="0">
                  <a:latin typeface="Times New Roman" panose="02020603050405020304" pitchFamily="18" charset="0"/>
                </a:rPr>
                <a:t>放大器</a:t>
              </a:r>
            </a:p>
          </p:txBody>
        </p:sp>
        <p:sp>
          <p:nvSpPr>
            <p:cNvPr id="5198" name="Text Box 78"/>
            <p:cNvSpPr txBox="1"/>
            <p:nvPr/>
          </p:nvSpPr>
          <p:spPr>
            <a:xfrm>
              <a:off x="3601" y="1685"/>
              <a:ext cx="692" cy="518"/>
            </a:xfrm>
            <a:prstGeom prst="rect">
              <a:avLst/>
            </a:prstGeom>
            <a:noFill/>
            <a:ln w="31750">
              <a:noFill/>
            </a:ln>
          </p:spPr>
          <p:txBody>
            <a:bodyPr wrap="none">
              <a:spAutoFit/>
            </a:bodyPr>
            <a:lstStyle/>
            <a:p>
              <a:pPr algn="ctr"/>
              <a:r>
                <a:rPr lang="zh-CN" altLang="en-US" sz="2400" dirty="0">
                  <a:latin typeface="Times New Roman" panose="02020603050405020304" pitchFamily="18" charset="0"/>
                </a:rPr>
                <a:t>执行</a:t>
              </a:r>
            </a:p>
            <a:p>
              <a:pPr algn="ctr"/>
              <a:r>
                <a:rPr lang="zh-CN" altLang="en-US" sz="2400" dirty="0">
                  <a:latin typeface="Times New Roman" panose="02020603050405020304" pitchFamily="18" charset="0"/>
                </a:rPr>
                <a:t>电动机</a:t>
              </a:r>
            </a:p>
          </p:txBody>
        </p:sp>
        <p:sp>
          <p:nvSpPr>
            <p:cNvPr id="5199" name="Text Box 79"/>
            <p:cNvSpPr txBox="1"/>
            <p:nvPr/>
          </p:nvSpPr>
          <p:spPr>
            <a:xfrm>
              <a:off x="4801" y="1262"/>
              <a:ext cx="692" cy="288"/>
            </a:xfrm>
            <a:prstGeom prst="rect">
              <a:avLst/>
            </a:prstGeom>
            <a:noFill/>
            <a:ln w="31750">
              <a:noFill/>
            </a:ln>
          </p:spPr>
          <p:txBody>
            <a:bodyPr wrap="none">
              <a:spAutoFit/>
            </a:bodyPr>
            <a:lstStyle/>
            <a:p>
              <a:r>
                <a:rPr lang="zh-CN" altLang="en-US" sz="2400" dirty="0">
                  <a:latin typeface="Times New Roman" panose="02020603050405020304" pitchFamily="18" charset="0"/>
                </a:rPr>
                <a:t>减速器</a:t>
              </a:r>
            </a:p>
          </p:txBody>
        </p:sp>
        <p:sp>
          <p:nvSpPr>
            <p:cNvPr id="5200" name="Text Box 80"/>
            <p:cNvSpPr txBox="1"/>
            <p:nvPr/>
          </p:nvSpPr>
          <p:spPr>
            <a:xfrm>
              <a:off x="833" y="1667"/>
              <a:ext cx="264" cy="288"/>
            </a:xfrm>
            <a:prstGeom prst="rect">
              <a:avLst/>
            </a:prstGeom>
            <a:noFill/>
            <a:ln w="31750">
              <a:noFill/>
            </a:ln>
          </p:spPr>
          <p:txBody>
            <a:bodyPr wrap="none">
              <a:spAutoFit/>
            </a:bodyPr>
            <a:lstStyle/>
            <a:p>
              <a:r>
                <a:rPr lang="en-US" altLang="zh-CN" sz="2400" i="1" dirty="0">
                  <a:latin typeface="Times New Roman" panose="02020603050405020304" pitchFamily="18" charset="0"/>
                </a:rPr>
                <a:t>u</a:t>
              </a:r>
              <a:r>
                <a:rPr lang="en-US" altLang="zh-CN" sz="2000" baseline="-25000" dirty="0">
                  <a:latin typeface="Times New Roman" panose="02020603050405020304" pitchFamily="18" charset="0"/>
                </a:rPr>
                <a:t>2</a:t>
              </a:r>
              <a:endParaRPr lang="en-US" altLang="zh-CN" sz="2400" dirty="0">
                <a:latin typeface="Times New Roman" panose="02020603050405020304" pitchFamily="18" charset="0"/>
              </a:endParaRPr>
            </a:p>
          </p:txBody>
        </p:sp>
        <p:sp>
          <p:nvSpPr>
            <p:cNvPr id="5201" name="Text Box 81"/>
            <p:cNvSpPr txBox="1"/>
            <p:nvPr/>
          </p:nvSpPr>
          <p:spPr>
            <a:xfrm>
              <a:off x="1655" y="754"/>
              <a:ext cx="264" cy="288"/>
            </a:xfrm>
            <a:prstGeom prst="rect">
              <a:avLst/>
            </a:prstGeom>
            <a:noFill/>
            <a:ln w="31750">
              <a:noFill/>
            </a:ln>
          </p:spPr>
          <p:txBody>
            <a:bodyPr wrap="none">
              <a:spAutoFit/>
            </a:bodyPr>
            <a:lstStyle/>
            <a:p>
              <a:r>
                <a:rPr lang="en-US" altLang="zh-CN" sz="2400" i="1" dirty="0">
                  <a:latin typeface="Times New Roman" panose="02020603050405020304" pitchFamily="18" charset="0"/>
                </a:rPr>
                <a:t>u</a:t>
              </a:r>
              <a:r>
                <a:rPr lang="en-US" altLang="zh-CN" sz="2000" baseline="-25000" dirty="0">
                  <a:latin typeface="Times New Roman" panose="02020603050405020304" pitchFamily="18" charset="0"/>
                </a:rPr>
                <a:t>1</a:t>
              </a:r>
              <a:endParaRPr lang="en-US" altLang="zh-CN" sz="2400" dirty="0">
                <a:latin typeface="Times New Roman" panose="02020603050405020304" pitchFamily="18" charset="0"/>
              </a:endParaRPr>
            </a:p>
          </p:txBody>
        </p:sp>
        <p:sp>
          <p:nvSpPr>
            <p:cNvPr id="5202" name="Text Box 82"/>
            <p:cNvSpPr txBox="1"/>
            <p:nvPr/>
          </p:nvSpPr>
          <p:spPr>
            <a:xfrm>
              <a:off x="1655" y="981"/>
              <a:ext cx="224" cy="288"/>
            </a:xfrm>
            <a:prstGeom prst="rect">
              <a:avLst/>
            </a:prstGeom>
            <a:noFill/>
            <a:ln w="31750">
              <a:noFill/>
            </a:ln>
          </p:spPr>
          <p:txBody>
            <a:bodyPr wrap="none">
              <a:spAutoFit/>
            </a:bodyPr>
            <a:lstStyle/>
            <a:p>
              <a:r>
                <a:rPr lang="en-US" altLang="zh-CN" sz="2400" dirty="0">
                  <a:latin typeface="Times New Roman" panose="02020603050405020304" pitchFamily="18" charset="0"/>
                </a:rPr>
                <a:t>+</a:t>
              </a:r>
            </a:p>
          </p:txBody>
        </p:sp>
        <p:sp>
          <p:nvSpPr>
            <p:cNvPr id="5203" name="Text Box 83"/>
            <p:cNvSpPr txBox="1"/>
            <p:nvPr/>
          </p:nvSpPr>
          <p:spPr>
            <a:xfrm>
              <a:off x="1610" y="1508"/>
              <a:ext cx="224" cy="288"/>
            </a:xfrm>
            <a:prstGeom prst="rect">
              <a:avLst/>
            </a:prstGeom>
            <a:noFill/>
            <a:ln w="31750">
              <a:noFill/>
            </a:ln>
          </p:spPr>
          <p:txBody>
            <a:bodyPr wrap="none">
              <a:spAutoFit/>
            </a:bodyPr>
            <a:lstStyle/>
            <a:p>
              <a:r>
                <a:rPr lang="en-US" altLang="zh-CN" sz="2400" dirty="0">
                  <a:latin typeface="Times New Roman" panose="02020603050405020304" pitchFamily="18" charset="0"/>
                </a:rPr>
                <a:t>+</a:t>
              </a:r>
            </a:p>
          </p:txBody>
        </p:sp>
        <p:sp>
          <p:nvSpPr>
            <p:cNvPr id="5204" name="Text Box 84"/>
            <p:cNvSpPr txBox="1"/>
            <p:nvPr/>
          </p:nvSpPr>
          <p:spPr>
            <a:xfrm>
              <a:off x="1994" y="1270"/>
              <a:ext cx="329" cy="288"/>
            </a:xfrm>
            <a:prstGeom prst="rect">
              <a:avLst/>
            </a:prstGeom>
            <a:noFill/>
            <a:ln w="31750">
              <a:noFill/>
            </a:ln>
          </p:spPr>
          <p:txBody>
            <a:bodyPr wrap="none">
              <a:spAutoFit/>
            </a:bodyPr>
            <a:lstStyle/>
            <a:p>
              <a:r>
                <a:rPr lang="en-US" altLang="zh-CN" sz="2400" dirty="0">
                  <a:latin typeface="Times New Roman" panose="02020603050405020304" pitchFamily="18" charset="0"/>
                  <a:sym typeface="Symbol" panose="05050102010706020507" pitchFamily="18" charset="2"/>
                </a:rPr>
                <a:t></a:t>
              </a:r>
              <a:r>
                <a:rPr lang="en-US" altLang="zh-CN" sz="2400" i="1" dirty="0">
                  <a:latin typeface="Times New Roman" panose="02020603050405020304" pitchFamily="18" charset="0"/>
                </a:rPr>
                <a:t>u</a:t>
              </a:r>
              <a:endParaRPr lang="en-US" altLang="zh-CN" sz="2400" dirty="0">
                <a:latin typeface="Times New Roman" panose="02020603050405020304" pitchFamily="18" charset="0"/>
              </a:endParaRPr>
            </a:p>
          </p:txBody>
        </p:sp>
        <p:sp>
          <p:nvSpPr>
            <p:cNvPr id="5205" name="Text Box 85"/>
            <p:cNvSpPr txBox="1"/>
            <p:nvPr/>
          </p:nvSpPr>
          <p:spPr>
            <a:xfrm>
              <a:off x="1921" y="3758"/>
              <a:ext cx="1844" cy="288"/>
            </a:xfrm>
            <a:prstGeom prst="rect">
              <a:avLst/>
            </a:prstGeom>
            <a:solidFill>
              <a:schemeClr val="bg1"/>
            </a:solidFill>
            <a:ln w="22225">
              <a:noFill/>
            </a:ln>
          </p:spPr>
          <p:txBody>
            <a:bodyPr wrap="none">
              <a:spAutoFit/>
            </a:bodyPr>
            <a:lstStyle/>
            <a:p>
              <a:r>
                <a:rPr lang="zh-CN" altLang="en-US" sz="2400" dirty="0">
                  <a:latin typeface="Times New Roman" panose="02020603050405020304" pitchFamily="18" charset="0"/>
                </a:rPr>
                <a:t>恒温箱自动控制系统</a:t>
              </a:r>
            </a:p>
          </p:txBody>
        </p:sp>
        <p:sp>
          <p:nvSpPr>
            <p:cNvPr id="5206" name="Rectangle 86"/>
            <p:cNvSpPr/>
            <p:nvPr/>
          </p:nvSpPr>
          <p:spPr>
            <a:xfrm>
              <a:off x="1327" y="436"/>
              <a:ext cx="943" cy="874"/>
            </a:xfrm>
            <a:prstGeom prst="rect">
              <a:avLst/>
            </a:prstGeom>
            <a:noFill/>
            <a:ln w="25400" cap="flat" cmpd="sng">
              <a:solidFill>
                <a:schemeClr val="tx1"/>
              </a:solidFill>
              <a:prstDash val="lgDashDot"/>
              <a:miter/>
              <a:headEnd type="none" w="med" len="med"/>
              <a:tailEnd type="none" w="med" len="med"/>
            </a:ln>
          </p:spPr>
          <p:txBody>
            <a:bodyPr wrap="none" anchor="ctr" anchorCtr="0"/>
            <a:lstStyle/>
            <a:p>
              <a:endParaRPr lang="zh-CN" altLang="en-US" dirty="0">
                <a:latin typeface="Arial" panose="020B0604020202020204" pitchFamily="34" charset="0"/>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8" name="Text Box 4"/>
          <p:cNvSpPr txBox="1"/>
          <p:nvPr/>
        </p:nvSpPr>
        <p:spPr>
          <a:xfrm>
            <a:off x="900113" y="1628775"/>
            <a:ext cx="7391400" cy="2054225"/>
          </a:xfrm>
          <a:prstGeom prst="rect">
            <a:avLst/>
          </a:prstGeom>
          <a:noFill/>
          <a:ln w="22225">
            <a:noFill/>
          </a:ln>
        </p:spPr>
        <p:txBody>
          <a:bodyPr>
            <a:spAutoFit/>
          </a:bodyPr>
          <a:lstStyle/>
          <a:p>
            <a:pPr>
              <a:lnSpc>
                <a:spcPct val="115000"/>
              </a:lnSpc>
            </a:pPr>
            <a:r>
              <a:rPr lang="zh-CN" altLang="en-US" sz="2800" dirty="0">
                <a:latin typeface="宋体" panose="02010600030101010101" pitchFamily="2" charset="-122"/>
              </a:rPr>
              <a:t>测量、给定、比较、放大及执行元件与被控对象一起构成系统的基本组成部分</a:t>
            </a:r>
            <a:r>
              <a:rPr lang="en-US" altLang="zh-CN" sz="2800" dirty="0">
                <a:latin typeface="宋体" panose="02010600030101010101" pitchFamily="2" charset="-122"/>
              </a:rPr>
              <a:t>(</a:t>
            </a:r>
            <a:r>
              <a:rPr lang="zh-CN" altLang="en-US" sz="2800" dirty="0">
                <a:latin typeface="宋体" panose="02010600030101010101" pitchFamily="2" charset="-122"/>
              </a:rPr>
              <a:t>固有部分</a:t>
            </a:r>
            <a:r>
              <a:rPr lang="en-US" altLang="zh-CN" sz="2800" dirty="0">
                <a:latin typeface="宋体" panose="02010600030101010101" pitchFamily="2" charset="-122"/>
              </a:rPr>
              <a:t>)</a:t>
            </a:r>
            <a:r>
              <a:rPr lang="zh-CN" altLang="en-US" sz="2800" dirty="0">
                <a:latin typeface="宋体" panose="02010600030101010101" pitchFamily="2" charset="-122"/>
              </a:rPr>
              <a:t>，固有部分除增益可调外，其余结构和参数一般不能任意改变。</a:t>
            </a:r>
          </a:p>
        </p:txBody>
      </p:sp>
      <p:sp>
        <p:nvSpPr>
          <p:cNvPr id="11269" name="Text Box 5"/>
          <p:cNvSpPr txBox="1"/>
          <p:nvPr/>
        </p:nvSpPr>
        <p:spPr>
          <a:xfrm>
            <a:off x="900113" y="3679825"/>
            <a:ext cx="7391400" cy="2054225"/>
          </a:xfrm>
          <a:prstGeom prst="rect">
            <a:avLst/>
          </a:prstGeom>
          <a:noFill/>
          <a:ln w="22225">
            <a:noFill/>
          </a:ln>
        </p:spPr>
        <p:txBody>
          <a:bodyPr>
            <a:spAutoFit/>
          </a:bodyPr>
          <a:lstStyle/>
          <a:p>
            <a:pPr>
              <a:lnSpc>
                <a:spcPct val="115000"/>
              </a:lnSpc>
            </a:pPr>
            <a:r>
              <a:rPr lang="zh-CN" altLang="en-US" sz="2800" dirty="0">
                <a:latin typeface="宋体" panose="02010600030101010101" pitchFamily="2" charset="-122"/>
              </a:rPr>
              <a:t>由固有部分组成的系统往往不能同时满足各项性能的要求，甚至不稳定。尽管增益可调，但大多数情况下，只调整增益不能使系统的性能得到充分地改变，以满足给定的性能指标。</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268"/>
                                        </p:tgtEl>
                                        <p:attrNameLst>
                                          <p:attrName>style.visibility</p:attrName>
                                        </p:attrNameLst>
                                      </p:cBhvr>
                                      <p:to>
                                        <p:strVal val="visible"/>
                                      </p:to>
                                    </p:set>
                                    <p:anim calcmode="lin" valueType="num">
                                      <p:cBhvr additive="base">
                                        <p:cTn id="7" dur="500" fill="hold"/>
                                        <p:tgtEl>
                                          <p:spTgt spid="11268"/>
                                        </p:tgtEl>
                                        <p:attrNameLst>
                                          <p:attrName>ppt_x</p:attrName>
                                        </p:attrNameLst>
                                      </p:cBhvr>
                                      <p:tavLst>
                                        <p:tav tm="0">
                                          <p:val>
                                            <p:strVal val="#ppt_x"/>
                                          </p:val>
                                        </p:tav>
                                        <p:tav tm="100000">
                                          <p:val>
                                            <p:strVal val="#ppt_x"/>
                                          </p:val>
                                        </p:tav>
                                      </p:tavLst>
                                    </p:anim>
                                    <p:anim calcmode="lin" valueType="num">
                                      <p:cBhvr additive="base">
                                        <p:cTn id="8" dur="500" fill="hold"/>
                                        <p:tgtEl>
                                          <p:spTgt spid="1126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1269"/>
                                        </p:tgtEl>
                                        <p:attrNameLst>
                                          <p:attrName>style.visibility</p:attrName>
                                        </p:attrNameLst>
                                      </p:cBhvr>
                                      <p:to>
                                        <p:strVal val="visible"/>
                                      </p:to>
                                    </p:set>
                                    <p:anim calcmode="lin" valueType="num">
                                      <p:cBhvr additive="base">
                                        <p:cTn id="13" dur="500" fill="hold"/>
                                        <p:tgtEl>
                                          <p:spTgt spid="11269"/>
                                        </p:tgtEl>
                                        <p:attrNameLst>
                                          <p:attrName>ppt_x</p:attrName>
                                        </p:attrNameLst>
                                      </p:cBhvr>
                                      <p:tavLst>
                                        <p:tav tm="0">
                                          <p:val>
                                            <p:strVal val="#ppt_x"/>
                                          </p:val>
                                        </p:tav>
                                        <p:tav tm="100000">
                                          <p:val>
                                            <p:strVal val="#ppt_x"/>
                                          </p:val>
                                        </p:tav>
                                      </p:tavLst>
                                    </p:anim>
                                    <p:anim calcmode="lin" valueType="num">
                                      <p:cBhvr additive="base">
                                        <p:cTn id="14" dur="500" fill="hold"/>
                                        <p:tgtEl>
                                          <p:spTgt spid="1126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8" grpId="0"/>
      <p:bldP spid="1126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ext Box 2"/>
          <p:cNvSpPr txBox="1"/>
          <p:nvPr/>
        </p:nvSpPr>
        <p:spPr>
          <a:xfrm>
            <a:off x="684213" y="620713"/>
            <a:ext cx="1296987" cy="519112"/>
          </a:xfrm>
          <a:prstGeom prst="rect">
            <a:avLst/>
          </a:prstGeom>
          <a:noFill/>
          <a:ln w="9525">
            <a:noFill/>
          </a:ln>
        </p:spPr>
        <p:txBody>
          <a:bodyPr>
            <a:spAutoFit/>
          </a:bodyPr>
          <a:lstStyle/>
          <a:p>
            <a:r>
              <a:rPr lang="zh-CN" altLang="en-US" sz="2800" b="1" dirty="0">
                <a:latin typeface="Arial Black" panose="020B0A04020102020204" pitchFamily="34" charset="0"/>
              </a:rPr>
              <a:t>例：</a:t>
            </a:r>
          </a:p>
        </p:txBody>
      </p:sp>
      <p:graphicFrame>
        <p:nvGraphicFramePr>
          <p:cNvPr id="12291" name="Object 3"/>
          <p:cNvGraphicFramePr>
            <a:graphicFrameLocks noChangeAspect="1"/>
          </p:cNvGraphicFramePr>
          <p:nvPr/>
        </p:nvGraphicFramePr>
        <p:xfrm>
          <a:off x="2411413" y="1989138"/>
          <a:ext cx="2520950" cy="901700"/>
        </p:xfrm>
        <a:graphic>
          <a:graphicData uri="http://schemas.openxmlformats.org/presentationml/2006/ole">
            <mc:AlternateContent xmlns:mc="http://schemas.openxmlformats.org/markup-compatibility/2006">
              <mc:Choice xmlns:v="urn:schemas-microsoft-com:vml" Requires="v">
                <p:oleObj r:id="rId3" imgW="1066800" imgH="381000" progId="Equation.3">
                  <p:embed/>
                </p:oleObj>
              </mc:Choice>
              <mc:Fallback>
                <p:oleObj r:id="rId3" imgW="1066800" imgH="381000" progId="Equation.3">
                  <p:embed/>
                  <p:pic>
                    <p:nvPicPr>
                      <p:cNvPr id="0" name="图片 3078"/>
                      <p:cNvPicPr/>
                      <p:nvPr/>
                    </p:nvPicPr>
                    <p:blipFill>
                      <a:blip r:embed="rId4"/>
                      <a:stretch>
                        <a:fillRect/>
                      </a:stretch>
                    </p:blipFill>
                    <p:spPr>
                      <a:xfrm>
                        <a:off x="2411413" y="1989138"/>
                        <a:ext cx="2520950" cy="901700"/>
                      </a:xfrm>
                      <a:prstGeom prst="rect">
                        <a:avLst/>
                      </a:prstGeom>
                      <a:noFill/>
                      <a:ln w="38100">
                        <a:noFill/>
                        <a:miter/>
                      </a:ln>
                    </p:spPr>
                  </p:pic>
                </p:oleObj>
              </mc:Fallback>
            </mc:AlternateContent>
          </a:graphicData>
        </a:graphic>
      </p:graphicFrame>
      <p:sp>
        <p:nvSpPr>
          <p:cNvPr id="12292" name="Text Box 4"/>
          <p:cNvSpPr txBox="1"/>
          <p:nvPr/>
        </p:nvSpPr>
        <p:spPr>
          <a:xfrm>
            <a:off x="1042988" y="3141663"/>
            <a:ext cx="5086350" cy="457200"/>
          </a:xfrm>
          <a:prstGeom prst="rect">
            <a:avLst/>
          </a:prstGeom>
          <a:noFill/>
          <a:ln w="9525">
            <a:noFill/>
          </a:ln>
        </p:spPr>
        <p:txBody>
          <a:bodyPr wrap="none">
            <a:spAutoFit/>
          </a:bodyPr>
          <a:lstStyle/>
          <a:p>
            <a:r>
              <a:rPr lang="zh-CN" altLang="en-US" sz="2400" b="1" dirty="0">
                <a:latin typeface="Arial" panose="020B0604020202020204" pitchFamily="34" charset="0"/>
              </a:rPr>
              <a:t>我们希望闭环系统能满足如下要求：</a:t>
            </a:r>
          </a:p>
        </p:txBody>
      </p:sp>
      <p:sp>
        <p:nvSpPr>
          <p:cNvPr id="7173" name="Text Box 5"/>
          <p:cNvSpPr txBox="1"/>
          <p:nvPr/>
        </p:nvSpPr>
        <p:spPr>
          <a:xfrm>
            <a:off x="950913" y="1339850"/>
            <a:ext cx="4779962" cy="457200"/>
          </a:xfrm>
          <a:prstGeom prst="rect">
            <a:avLst/>
          </a:prstGeom>
          <a:noFill/>
          <a:ln w="22225">
            <a:noFill/>
          </a:ln>
        </p:spPr>
        <p:txBody>
          <a:bodyPr wrap="none">
            <a:spAutoFit/>
          </a:bodyPr>
          <a:lstStyle/>
          <a:p>
            <a:r>
              <a:rPr lang="zh-CN" altLang="en-US" sz="2400" b="1" dirty="0">
                <a:latin typeface="Arial" panose="020B0604020202020204" pitchFamily="34" charset="0"/>
              </a:rPr>
              <a:t>已知控制系统的开环传递函数为：</a:t>
            </a:r>
          </a:p>
        </p:txBody>
      </p:sp>
      <p:sp>
        <p:nvSpPr>
          <p:cNvPr id="12294" name="Text Box 6"/>
          <p:cNvSpPr txBox="1"/>
          <p:nvPr/>
        </p:nvSpPr>
        <p:spPr>
          <a:xfrm>
            <a:off x="1116013" y="3789363"/>
            <a:ext cx="7559675" cy="830997"/>
          </a:xfrm>
          <a:prstGeom prst="rect">
            <a:avLst/>
          </a:prstGeom>
          <a:noFill/>
          <a:ln w="9525">
            <a:noFill/>
          </a:ln>
        </p:spPr>
        <p:txBody>
          <a:bodyPr>
            <a:spAutoFit/>
          </a:bodyPr>
          <a:lstStyle/>
          <a:p>
            <a:pPr marL="342900" indent="-342900">
              <a:buAutoNum type="arabicPeriod"/>
            </a:pPr>
            <a:r>
              <a:rPr lang="zh-CN" altLang="en-US" sz="2400" b="1" dirty="0">
                <a:latin typeface="Arial" panose="020B0604020202020204" pitchFamily="34" charset="0"/>
              </a:rPr>
              <a:t>单位斜坡信号作用下的误差不超过输入信号斜率的</a:t>
            </a:r>
            <a:r>
              <a:rPr lang="en-US" altLang="zh-CN" sz="2400" b="1" dirty="0">
                <a:latin typeface="Arial" panose="020B0604020202020204" pitchFamily="34" charset="0"/>
              </a:rPr>
              <a:t>0.32% </a:t>
            </a:r>
            <a:r>
              <a:rPr lang="zh-CN" altLang="en-US" sz="2400" b="1" dirty="0">
                <a:latin typeface="Arial" panose="020B0604020202020204" pitchFamily="34" charset="0"/>
              </a:rPr>
              <a:t>。</a:t>
            </a:r>
          </a:p>
        </p:txBody>
      </p:sp>
      <p:sp>
        <p:nvSpPr>
          <p:cNvPr id="12295" name="Text Box 7"/>
          <p:cNvSpPr txBox="1"/>
          <p:nvPr/>
        </p:nvSpPr>
        <p:spPr>
          <a:xfrm>
            <a:off x="1187450" y="5084763"/>
            <a:ext cx="3890963" cy="457200"/>
          </a:xfrm>
          <a:prstGeom prst="rect">
            <a:avLst/>
          </a:prstGeom>
          <a:noFill/>
          <a:ln w="9525">
            <a:noFill/>
          </a:ln>
        </p:spPr>
        <p:txBody>
          <a:bodyPr wrap="none">
            <a:spAutoFit/>
          </a:bodyPr>
          <a:lstStyle/>
          <a:p>
            <a:r>
              <a:rPr lang="en-US" altLang="zh-CN" sz="2400" b="1" dirty="0">
                <a:latin typeface="Arial" panose="020B0604020202020204" pitchFamily="34" charset="0"/>
              </a:rPr>
              <a:t>2. </a:t>
            </a:r>
            <a:r>
              <a:rPr lang="zh-CN" altLang="en-US" sz="2400" b="1" dirty="0">
                <a:latin typeface="Arial" panose="020B0604020202020204" pitchFamily="34" charset="0"/>
              </a:rPr>
              <a:t>最大超调量不超过</a:t>
            </a:r>
            <a:r>
              <a:rPr lang="en-US" altLang="zh-CN" sz="2400" b="1" dirty="0">
                <a:latin typeface="Arial" panose="020B0604020202020204" pitchFamily="34" charset="0"/>
              </a:rPr>
              <a:t>20%</a:t>
            </a:r>
            <a:r>
              <a:rPr lang="zh-CN" altLang="en-US" sz="2400" b="1" dirty="0">
                <a:latin typeface="Arial" panose="020B0604020202020204" pitchFamily="34"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12291"/>
                                        </p:tgtEl>
                                        <p:attrNameLst>
                                          <p:attrName>style.visibility</p:attrName>
                                        </p:attrNameLst>
                                      </p:cBhvr>
                                      <p:to>
                                        <p:strVal val="visible"/>
                                      </p:to>
                                    </p:set>
                                    <p:anim calcmode="lin" valueType="num">
                                      <p:cBhvr>
                                        <p:cTn id="7" dur="1000" fill="hold"/>
                                        <p:tgtEl>
                                          <p:spTgt spid="12291"/>
                                        </p:tgtEl>
                                        <p:attrNameLst>
                                          <p:attrName>ppt_w</p:attrName>
                                        </p:attrNameLst>
                                      </p:cBhvr>
                                      <p:tavLst>
                                        <p:tav tm="0">
                                          <p:val>
                                            <p:strVal val="#ppt_w*0.70"/>
                                          </p:val>
                                        </p:tav>
                                        <p:tav tm="100000">
                                          <p:val>
                                            <p:strVal val="#ppt_w"/>
                                          </p:val>
                                        </p:tav>
                                      </p:tavLst>
                                    </p:anim>
                                    <p:anim calcmode="lin" valueType="num">
                                      <p:cBhvr>
                                        <p:cTn id="8" dur="1000" fill="hold"/>
                                        <p:tgtEl>
                                          <p:spTgt spid="12291"/>
                                        </p:tgtEl>
                                        <p:attrNameLst>
                                          <p:attrName>ppt_h</p:attrName>
                                        </p:attrNameLst>
                                      </p:cBhvr>
                                      <p:tavLst>
                                        <p:tav tm="0">
                                          <p:val>
                                            <p:strVal val="#ppt_h"/>
                                          </p:val>
                                        </p:tav>
                                        <p:tav tm="100000">
                                          <p:val>
                                            <p:strVal val="#ppt_h"/>
                                          </p:val>
                                        </p:tav>
                                      </p:tavLst>
                                    </p:anim>
                                    <p:animEffect transition="in" filter="fade">
                                      <p:cBhvr>
                                        <p:cTn id="9" dur="1000"/>
                                        <p:tgtEl>
                                          <p:spTgt spid="12291"/>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p:stCondLst>
                                    <p:cond delay="0"/>
                                  </p:stCondLst>
                                  <p:childTnLst>
                                    <p:set>
                                      <p:cBhvr>
                                        <p:cTn id="13" dur="1" fill="hold">
                                          <p:stCondLst>
                                            <p:cond delay="0"/>
                                          </p:stCondLst>
                                        </p:cTn>
                                        <p:tgtEl>
                                          <p:spTgt spid="12292"/>
                                        </p:tgtEl>
                                        <p:attrNameLst>
                                          <p:attrName>style.visibility</p:attrName>
                                        </p:attrNameLst>
                                      </p:cBhvr>
                                      <p:to>
                                        <p:strVal val="visible"/>
                                      </p:to>
                                    </p:set>
                                    <p:animEffect transition="in" filter="slide(fromBottom)">
                                      <p:cBhvr>
                                        <p:cTn id="14" dur="500"/>
                                        <p:tgtEl>
                                          <p:spTgt spid="12292"/>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12294"/>
                                        </p:tgtEl>
                                        <p:attrNameLst>
                                          <p:attrName>style.visibility</p:attrName>
                                        </p:attrNameLst>
                                      </p:cBhvr>
                                      <p:to>
                                        <p:strVal val="visible"/>
                                      </p:to>
                                    </p:set>
                                    <p:animEffect transition="in" filter="slide(fromBottom)">
                                      <p:cBhvr>
                                        <p:cTn id="19" dur="500"/>
                                        <p:tgtEl>
                                          <p:spTgt spid="12294"/>
                                        </p:tgtEl>
                                      </p:cBhvr>
                                    </p:animEffect>
                                  </p:childTnLst>
                                </p:cTn>
                              </p:par>
                            </p:childTnLst>
                          </p:cTn>
                        </p:par>
                      </p:childTnLst>
                    </p:cTn>
                  </p:par>
                  <p:par>
                    <p:cTn id="20" fill="hold">
                      <p:stCondLst>
                        <p:cond delay="indefinite"/>
                      </p:stCondLst>
                      <p:childTnLst>
                        <p:par>
                          <p:cTn id="21" fill="hold">
                            <p:stCondLst>
                              <p:cond delay="0"/>
                            </p:stCondLst>
                            <p:childTnLst>
                              <p:par>
                                <p:cTn id="22" presetID="12" presetClass="entr" presetSubtype="4" fill="hold" grpId="0" nodeType="clickEffect">
                                  <p:stCondLst>
                                    <p:cond delay="0"/>
                                  </p:stCondLst>
                                  <p:childTnLst>
                                    <p:set>
                                      <p:cBhvr>
                                        <p:cTn id="23" dur="1" fill="hold">
                                          <p:stCondLst>
                                            <p:cond delay="0"/>
                                          </p:stCondLst>
                                        </p:cTn>
                                        <p:tgtEl>
                                          <p:spTgt spid="12295"/>
                                        </p:tgtEl>
                                        <p:attrNameLst>
                                          <p:attrName>style.visibility</p:attrName>
                                        </p:attrNameLst>
                                      </p:cBhvr>
                                      <p:to>
                                        <p:strVal val="visible"/>
                                      </p:to>
                                    </p:set>
                                    <p:animEffect transition="in" filter="slide(fromBottom)">
                                      <p:cBhvr>
                                        <p:cTn id="24" dur="500"/>
                                        <p:tgtEl>
                                          <p:spTgt spid="122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2" grpId="0"/>
      <p:bldP spid="12294" grpId="0"/>
      <p:bldP spid="1229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ext Box 2"/>
          <p:cNvSpPr txBox="1"/>
          <p:nvPr/>
        </p:nvSpPr>
        <p:spPr>
          <a:xfrm>
            <a:off x="755650" y="1196975"/>
            <a:ext cx="7777163" cy="822325"/>
          </a:xfrm>
          <a:prstGeom prst="rect">
            <a:avLst/>
          </a:prstGeom>
          <a:noFill/>
          <a:ln w="9525">
            <a:noFill/>
          </a:ln>
        </p:spPr>
        <p:txBody>
          <a:bodyPr>
            <a:spAutoFit/>
          </a:bodyPr>
          <a:lstStyle/>
          <a:p>
            <a:r>
              <a:rPr lang="en-US" altLang="zh-CN" sz="2400" b="1" dirty="0">
                <a:latin typeface="Arial" panose="020B0604020202020204" pitchFamily="34" charset="0"/>
              </a:rPr>
              <a:t>       </a:t>
            </a:r>
            <a:r>
              <a:rPr lang="zh-CN" altLang="en-US" sz="2400" b="1" dirty="0">
                <a:latin typeface="Arial" panose="020B0604020202020204" pitchFamily="34" charset="0"/>
              </a:rPr>
              <a:t>由前面的知识知，稳态误差和增益值有直接的关系，因此为满足第</a:t>
            </a:r>
            <a:r>
              <a:rPr lang="en-US" altLang="zh-CN" sz="2400" b="1" dirty="0">
                <a:latin typeface="Arial" panose="020B0604020202020204" pitchFamily="34" charset="0"/>
              </a:rPr>
              <a:t>1</a:t>
            </a:r>
            <a:r>
              <a:rPr lang="zh-CN" altLang="en-US" sz="2400" b="1" dirty="0">
                <a:latin typeface="Arial" panose="020B0604020202020204" pitchFamily="34" charset="0"/>
              </a:rPr>
              <a:t>个要求，我们可计算出</a:t>
            </a:r>
            <a:r>
              <a:rPr lang="en-US" altLang="zh-CN" sz="2400" b="1" dirty="0">
                <a:latin typeface="Arial" panose="020B0604020202020204" pitchFamily="34" charset="0"/>
              </a:rPr>
              <a:t>K</a:t>
            </a:r>
            <a:r>
              <a:rPr lang="zh-CN" altLang="en-US" sz="2400" b="1" dirty="0">
                <a:latin typeface="Arial" panose="020B0604020202020204" pitchFamily="34" charset="0"/>
              </a:rPr>
              <a:t>值为：</a:t>
            </a:r>
          </a:p>
        </p:txBody>
      </p:sp>
      <p:graphicFrame>
        <p:nvGraphicFramePr>
          <p:cNvPr id="13315" name="Object 3"/>
          <p:cNvGraphicFramePr>
            <a:graphicFrameLocks noChangeAspect="1"/>
          </p:cNvGraphicFramePr>
          <p:nvPr/>
        </p:nvGraphicFramePr>
        <p:xfrm>
          <a:off x="1331913" y="2133600"/>
          <a:ext cx="3455987" cy="968375"/>
        </p:xfrm>
        <a:graphic>
          <a:graphicData uri="http://schemas.openxmlformats.org/presentationml/2006/ole">
            <mc:AlternateContent xmlns:mc="http://schemas.openxmlformats.org/markup-compatibility/2006">
              <mc:Choice xmlns:v="urn:schemas-microsoft-com:vml" Requires="v">
                <p:oleObj r:id="rId3" imgW="1358265" imgH="381000" progId="Equation.3">
                  <p:embed/>
                </p:oleObj>
              </mc:Choice>
              <mc:Fallback>
                <p:oleObj r:id="rId3" imgW="1358265" imgH="381000" progId="Equation.3">
                  <p:embed/>
                  <p:pic>
                    <p:nvPicPr>
                      <p:cNvPr id="0" name="图片 3079"/>
                      <p:cNvPicPr/>
                      <p:nvPr/>
                    </p:nvPicPr>
                    <p:blipFill>
                      <a:blip r:embed="rId4"/>
                      <a:stretch>
                        <a:fillRect/>
                      </a:stretch>
                    </p:blipFill>
                    <p:spPr>
                      <a:xfrm>
                        <a:off x="1331913" y="2133600"/>
                        <a:ext cx="3455987" cy="968375"/>
                      </a:xfrm>
                      <a:prstGeom prst="rect">
                        <a:avLst/>
                      </a:prstGeom>
                      <a:noFill/>
                      <a:ln w="38100">
                        <a:noFill/>
                        <a:miter/>
                      </a:ln>
                    </p:spPr>
                  </p:pic>
                </p:oleObj>
              </mc:Fallback>
            </mc:AlternateContent>
          </a:graphicData>
        </a:graphic>
      </p:graphicFrame>
      <p:sp>
        <p:nvSpPr>
          <p:cNvPr id="13316" name="AutoShape 4"/>
          <p:cNvSpPr/>
          <p:nvPr/>
        </p:nvSpPr>
        <p:spPr>
          <a:xfrm>
            <a:off x="5003800" y="2492375"/>
            <a:ext cx="647700" cy="71438"/>
          </a:xfrm>
          <a:prstGeom prst="rightArrow">
            <a:avLst>
              <a:gd name="adj1" fmla="val 50000"/>
              <a:gd name="adj2" fmla="val 226623"/>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ndParaRPr>
          </a:p>
        </p:txBody>
      </p:sp>
      <p:graphicFrame>
        <p:nvGraphicFramePr>
          <p:cNvPr id="13317" name="Object 5"/>
          <p:cNvGraphicFramePr>
            <a:graphicFrameLocks noChangeAspect="1"/>
          </p:cNvGraphicFramePr>
          <p:nvPr/>
        </p:nvGraphicFramePr>
        <p:xfrm>
          <a:off x="5940425" y="2420938"/>
          <a:ext cx="1296988" cy="420687"/>
        </p:xfrm>
        <a:graphic>
          <a:graphicData uri="http://schemas.openxmlformats.org/presentationml/2006/ole">
            <mc:AlternateContent xmlns:mc="http://schemas.openxmlformats.org/markup-compatibility/2006">
              <mc:Choice xmlns:v="urn:schemas-microsoft-com:vml" Requires="v">
                <p:oleObj r:id="rId5" imgW="469900" imgH="152400" progId="Equation.3">
                  <p:embed/>
                </p:oleObj>
              </mc:Choice>
              <mc:Fallback>
                <p:oleObj r:id="rId5" imgW="469900" imgH="152400" progId="Equation.3">
                  <p:embed/>
                  <p:pic>
                    <p:nvPicPr>
                      <p:cNvPr id="0" name="图片 3077"/>
                      <p:cNvPicPr/>
                      <p:nvPr/>
                    </p:nvPicPr>
                    <p:blipFill>
                      <a:blip r:embed="rId6"/>
                      <a:stretch>
                        <a:fillRect/>
                      </a:stretch>
                    </p:blipFill>
                    <p:spPr>
                      <a:xfrm>
                        <a:off x="5940425" y="2420938"/>
                        <a:ext cx="1296988" cy="420687"/>
                      </a:xfrm>
                      <a:prstGeom prst="rect">
                        <a:avLst/>
                      </a:prstGeom>
                      <a:noFill/>
                      <a:ln w="38100">
                        <a:noFill/>
                        <a:miter/>
                      </a:ln>
                    </p:spPr>
                  </p:pic>
                </p:oleObj>
              </mc:Fallback>
            </mc:AlternateContent>
          </a:graphicData>
        </a:graphic>
      </p:graphicFrame>
      <p:sp>
        <p:nvSpPr>
          <p:cNvPr id="8198" name="Text Box 6"/>
          <p:cNvSpPr txBox="1"/>
          <p:nvPr/>
        </p:nvSpPr>
        <p:spPr>
          <a:xfrm>
            <a:off x="684213" y="620713"/>
            <a:ext cx="1296987" cy="519112"/>
          </a:xfrm>
          <a:prstGeom prst="rect">
            <a:avLst/>
          </a:prstGeom>
          <a:noFill/>
          <a:ln w="9525">
            <a:noFill/>
          </a:ln>
        </p:spPr>
        <p:txBody>
          <a:bodyPr>
            <a:spAutoFit/>
          </a:bodyPr>
          <a:lstStyle/>
          <a:p>
            <a:r>
              <a:rPr lang="zh-CN" altLang="en-US" sz="2800" b="1" dirty="0">
                <a:latin typeface="Arial Black" panose="020B0A04020102020204" pitchFamily="34" charset="0"/>
              </a:rPr>
              <a:t>解：</a:t>
            </a:r>
          </a:p>
        </p:txBody>
      </p:sp>
      <p:sp>
        <p:nvSpPr>
          <p:cNvPr id="13319" name="Text Box 7"/>
          <p:cNvSpPr txBox="1"/>
          <p:nvPr/>
        </p:nvSpPr>
        <p:spPr>
          <a:xfrm>
            <a:off x="971550" y="3141663"/>
            <a:ext cx="7777163" cy="1200150"/>
          </a:xfrm>
          <a:prstGeom prst="rect">
            <a:avLst/>
          </a:prstGeom>
          <a:noFill/>
          <a:ln w="9525">
            <a:noFill/>
          </a:ln>
        </p:spPr>
        <p:txBody>
          <a:bodyPr>
            <a:spAutoFit/>
          </a:bodyPr>
          <a:lstStyle/>
          <a:p>
            <a:r>
              <a:rPr lang="en-US" altLang="zh-CN" sz="2400" b="1" dirty="0">
                <a:latin typeface="Arial" panose="020B0604020202020204" pitchFamily="34" charset="0"/>
              </a:rPr>
              <a:t>       </a:t>
            </a:r>
            <a:r>
              <a:rPr lang="zh-CN" altLang="en-US" sz="2400" b="1" dirty="0">
                <a:latin typeface="Arial" panose="020B0604020202020204" pitchFamily="34" charset="0"/>
              </a:rPr>
              <a:t>对于第</a:t>
            </a:r>
            <a:r>
              <a:rPr lang="en-US" altLang="zh-CN" sz="2400" b="1" dirty="0">
                <a:latin typeface="Arial" panose="020B0604020202020204" pitchFamily="34" charset="0"/>
              </a:rPr>
              <a:t>2</a:t>
            </a:r>
            <a:r>
              <a:rPr lang="zh-CN" altLang="en-US" sz="2400" b="1" dirty="0">
                <a:latin typeface="Arial" panose="020B0604020202020204" pitchFamily="34" charset="0"/>
              </a:rPr>
              <a:t>个要求，</a:t>
            </a:r>
            <a:r>
              <a:rPr lang="en-US" altLang="zh-CN" b="1" dirty="0">
                <a:latin typeface="Arial" panose="020B0604020202020204" pitchFamily="34" charset="0"/>
              </a:rPr>
              <a:t>M</a:t>
            </a:r>
            <a:r>
              <a:rPr lang="en-US" altLang="zh-CN" b="1" baseline="-25000" dirty="0">
                <a:latin typeface="Arial" panose="020B0604020202020204" pitchFamily="34" charset="0"/>
              </a:rPr>
              <a:t>p</a:t>
            </a:r>
            <a:r>
              <a:rPr lang="en-US" altLang="zh-CN" sz="2400" b="1" dirty="0">
                <a:latin typeface="Arial" panose="020B0604020202020204" pitchFamily="34" charset="0"/>
              </a:rPr>
              <a:t>≤20%</a:t>
            </a:r>
            <a:r>
              <a:rPr lang="zh-CN" altLang="en-US" sz="2400" b="1" dirty="0">
                <a:latin typeface="Arial" panose="020B0604020202020204" pitchFamily="34" charset="0"/>
              </a:rPr>
              <a:t>，我们知道</a:t>
            </a:r>
            <a:r>
              <a:rPr lang="en-US" altLang="zh-CN" b="1" dirty="0">
                <a:latin typeface="Arial" panose="020B0604020202020204" pitchFamily="34" charset="0"/>
              </a:rPr>
              <a:t>Mp</a:t>
            </a:r>
            <a:r>
              <a:rPr lang="zh-CN" altLang="en-US" sz="2400" b="1" dirty="0">
                <a:latin typeface="Arial" panose="020B0604020202020204" pitchFamily="34" charset="0"/>
              </a:rPr>
              <a:t>与</a:t>
            </a:r>
            <a:r>
              <a:rPr lang="zh-CN" altLang="en-US" sz="2400" b="1" dirty="0">
                <a:latin typeface="Arial" panose="020B0604020202020204" pitchFamily="34" charset="0"/>
                <a:sym typeface="Symbol" panose="05050102010706020507" pitchFamily="18" charset="2"/>
              </a:rPr>
              <a:t>一一对应，</a:t>
            </a:r>
            <a:r>
              <a:rPr lang="zh-CN" altLang="en-US" sz="2400" b="1" dirty="0">
                <a:latin typeface="Arial" panose="020B0604020202020204" pitchFamily="34" charset="0"/>
              </a:rPr>
              <a:t>可查出</a:t>
            </a:r>
            <a:r>
              <a:rPr lang="zh-CN" altLang="en-US" sz="2400" b="1" dirty="0">
                <a:latin typeface="Arial" panose="020B0604020202020204" pitchFamily="34" charset="0"/>
                <a:sym typeface="Symbol" panose="05050102010706020507" pitchFamily="18" charset="2"/>
              </a:rPr>
              <a:t></a:t>
            </a:r>
            <a:r>
              <a:rPr lang="en-US" altLang="zh-CN" sz="2400" b="1" dirty="0">
                <a:latin typeface="Arial" panose="020B0604020202020204" pitchFamily="34" charset="0"/>
                <a:sym typeface="Symbol" panose="05050102010706020507" pitchFamily="18" charset="2"/>
              </a:rPr>
              <a:t>=0.45</a:t>
            </a:r>
            <a:r>
              <a:rPr lang="en-US" altLang="zh-CN" sz="2400" b="1" dirty="0">
                <a:latin typeface="Arial" panose="020B0604020202020204" pitchFamily="34" charset="0"/>
              </a:rPr>
              <a:t> </a:t>
            </a:r>
            <a:r>
              <a:rPr lang="zh-CN" altLang="en-US" sz="2400" b="1" dirty="0">
                <a:latin typeface="Arial" panose="020B0604020202020204" pitchFamily="34" charset="0"/>
              </a:rPr>
              <a:t>，根据时域和频域的对应关系，可求出相位裕量</a:t>
            </a:r>
            <a:r>
              <a:rPr lang="zh-CN" altLang="en-US" sz="2400" b="1" dirty="0">
                <a:latin typeface="Arial" panose="020B0604020202020204" pitchFamily="34" charset="0"/>
                <a:sym typeface="Symbol" panose="05050102010706020507" pitchFamily="18" charset="2"/>
              </a:rPr>
              <a:t> ≈</a:t>
            </a:r>
            <a:r>
              <a:rPr lang="en-US" altLang="zh-CN" sz="2400" b="1" dirty="0">
                <a:latin typeface="Arial" panose="020B0604020202020204" pitchFamily="34" charset="0"/>
                <a:sym typeface="Symbol" panose="05050102010706020507" pitchFamily="18" charset="2"/>
              </a:rPr>
              <a:t>100=45</a:t>
            </a:r>
            <a:r>
              <a:rPr lang="zh-CN" altLang="en-US" sz="2400" b="1" dirty="0">
                <a:latin typeface="Arial" panose="020B0604020202020204" pitchFamily="34" charset="0"/>
                <a:sym typeface="Symbol" panose="05050102010706020507" pitchFamily="18" charset="2"/>
              </a:rPr>
              <a:t>。</a:t>
            </a:r>
            <a:endParaRPr lang="zh-CN" altLang="en-US" sz="2400" b="1" dirty="0">
              <a:latin typeface="Arial" panose="020B0604020202020204" pitchFamily="34" charset="0"/>
            </a:endParaRPr>
          </a:p>
        </p:txBody>
      </p:sp>
      <p:sp>
        <p:nvSpPr>
          <p:cNvPr id="13320" name="Text Box 8"/>
          <p:cNvSpPr txBox="1"/>
          <p:nvPr/>
        </p:nvSpPr>
        <p:spPr>
          <a:xfrm>
            <a:off x="1042988" y="4365625"/>
            <a:ext cx="7561262" cy="822325"/>
          </a:xfrm>
          <a:prstGeom prst="rect">
            <a:avLst/>
          </a:prstGeom>
          <a:noFill/>
          <a:ln w="9525">
            <a:noFill/>
          </a:ln>
        </p:spPr>
        <p:txBody>
          <a:bodyPr>
            <a:spAutoFit/>
          </a:bodyPr>
          <a:lstStyle/>
          <a:p>
            <a:r>
              <a:rPr lang="en-US" altLang="zh-CN" sz="2400" b="1" dirty="0">
                <a:latin typeface="Arial" panose="020B0604020202020204" pitchFamily="34" charset="0"/>
              </a:rPr>
              <a:t>     </a:t>
            </a:r>
            <a:r>
              <a:rPr lang="zh-CN" altLang="en-US" sz="2400" b="1" dirty="0">
                <a:latin typeface="Arial" panose="020B0604020202020204" pitchFamily="34" charset="0"/>
              </a:rPr>
              <a:t>现在我们绘制</a:t>
            </a:r>
            <a:r>
              <a:rPr lang="en-US" altLang="zh-CN" sz="2400" b="1" dirty="0">
                <a:latin typeface="Arial" panose="020B0604020202020204" pitchFamily="34" charset="0"/>
              </a:rPr>
              <a:t>Bode</a:t>
            </a:r>
            <a:r>
              <a:rPr lang="zh-CN" altLang="en-US" sz="2400" b="1" dirty="0">
                <a:latin typeface="Arial" panose="020B0604020202020204" pitchFamily="34" charset="0"/>
              </a:rPr>
              <a:t>图来看一下仅靠调整</a:t>
            </a:r>
            <a:r>
              <a:rPr lang="en-US" altLang="zh-CN" sz="2400" b="1" dirty="0">
                <a:latin typeface="Arial" panose="020B0604020202020204" pitchFamily="34" charset="0"/>
              </a:rPr>
              <a:t>K</a:t>
            </a:r>
            <a:r>
              <a:rPr lang="zh-CN" altLang="en-US" sz="2400" b="1" dirty="0">
                <a:latin typeface="Arial" panose="020B0604020202020204" pitchFamily="34" charset="0"/>
              </a:rPr>
              <a:t>值能否满足两个性能要求。</a:t>
            </a:r>
          </a:p>
        </p:txBody>
      </p:sp>
      <p:sp>
        <p:nvSpPr>
          <p:cNvPr id="13321" name="Text Box 9"/>
          <p:cNvSpPr txBox="1"/>
          <p:nvPr/>
        </p:nvSpPr>
        <p:spPr>
          <a:xfrm>
            <a:off x="1476375" y="5229225"/>
            <a:ext cx="4781550" cy="457200"/>
          </a:xfrm>
          <a:prstGeom prst="rect">
            <a:avLst/>
          </a:prstGeom>
          <a:noFill/>
          <a:ln w="9525">
            <a:noFill/>
          </a:ln>
        </p:spPr>
        <p:txBody>
          <a:bodyPr wrap="none">
            <a:spAutoFit/>
          </a:bodyPr>
          <a:lstStyle/>
          <a:p>
            <a:r>
              <a:rPr lang="en-US" altLang="zh-CN" sz="2400" b="1" dirty="0">
                <a:latin typeface="Arial" panose="020B0604020202020204" pitchFamily="34" charset="0"/>
              </a:rPr>
              <a:t>1). </a:t>
            </a:r>
            <a:r>
              <a:rPr lang="zh-CN" altLang="en-US" sz="2400" b="1" dirty="0">
                <a:latin typeface="Arial" panose="020B0604020202020204" pitchFamily="34" charset="0"/>
              </a:rPr>
              <a:t>检验当 </a:t>
            </a:r>
            <a:r>
              <a:rPr lang="en-US" altLang="zh-CN" sz="2400" b="1" dirty="0">
                <a:latin typeface="Arial" panose="020B0604020202020204" pitchFamily="34" charset="0"/>
              </a:rPr>
              <a:t>K=316</a:t>
            </a:r>
            <a:r>
              <a:rPr lang="zh-CN" altLang="en-US" sz="2400" b="1" dirty="0">
                <a:latin typeface="Arial" panose="020B0604020202020204" pitchFamily="34" charset="0"/>
              </a:rPr>
              <a:t>时的相位裕量值</a:t>
            </a:r>
            <a:r>
              <a:rPr lang="en-US" altLang="zh-CN" sz="2400" b="1" dirty="0">
                <a:latin typeface="Arial" panose="020B0604020202020204" pitchFamily="34" charset="0"/>
              </a:rPr>
              <a:t>;</a:t>
            </a:r>
          </a:p>
        </p:txBody>
      </p:sp>
      <p:sp>
        <p:nvSpPr>
          <p:cNvPr id="13322" name="Text Box 10"/>
          <p:cNvSpPr txBox="1"/>
          <p:nvPr/>
        </p:nvSpPr>
        <p:spPr>
          <a:xfrm>
            <a:off x="1476375" y="5734050"/>
            <a:ext cx="7056438" cy="457200"/>
          </a:xfrm>
          <a:prstGeom prst="rect">
            <a:avLst/>
          </a:prstGeom>
          <a:noFill/>
          <a:ln w="9525">
            <a:noFill/>
          </a:ln>
        </p:spPr>
        <p:txBody>
          <a:bodyPr wrap="none">
            <a:spAutoFit/>
          </a:bodyPr>
          <a:lstStyle/>
          <a:p>
            <a:r>
              <a:rPr lang="en-US" altLang="zh-CN" sz="2400" b="1" dirty="0">
                <a:latin typeface="Arial" panose="020B0604020202020204" pitchFamily="34" charset="0"/>
              </a:rPr>
              <a:t>2) </a:t>
            </a:r>
            <a:r>
              <a:rPr lang="zh-CN" altLang="en-US" sz="2400" b="1" dirty="0">
                <a:latin typeface="Arial" panose="020B0604020202020204" pitchFamily="34" charset="0"/>
              </a:rPr>
              <a:t>若相位裕量不满足要求</a:t>
            </a:r>
            <a:r>
              <a:rPr lang="en-US" altLang="zh-CN" sz="2400" b="1" dirty="0">
                <a:latin typeface="Arial" panose="020B0604020202020204" pitchFamily="34" charset="0"/>
              </a:rPr>
              <a:t>, </a:t>
            </a:r>
            <a:r>
              <a:rPr lang="zh-CN" altLang="en-US" sz="2400" b="1" dirty="0">
                <a:latin typeface="Arial" panose="020B0604020202020204" pitchFamily="34" charset="0"/>
              </a:rPr>
              <a:t>确定能满足要求的</a:t>
            </a:r>
            <a:r>
              <a:rPr lang="en-US" altLang="zh-CN" sz="2400" b="1" dirty="0">
                <a:latin typeface="Arial" panose="020B0604020202020204" pitchFamily="34" charset="0"/>
              </a:rPr>
              <a:t>K</a:t>
            </a:r>
            <a:r>
              <a:rPr lang="zh-CN" altLang="en-US" sz="2400" b="1" dirty="0">
                <a:latin typeface="Arial" panose="020B0604020202020204" pitchFamily="34" charset="0"/>
              </a:rPr>
              <a:t>值。</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13314"/>
                                        </p:tgtEl>
                                        <p:attrNameLst>
                                          <p:attrName>style.visibility</p:attrName>
                                        </p:attrNameLst>
                                      </p:cBhvr>
                                      <p:to>
                                        <p:strVal val="visible"/>
                                      </p:to>
                                    </p:set>
                                    <p:animEffect transition="in" filter="slide(fromBottom)">
                                      <p:cBhvr>
                                        <p:cTn id="7" dur="500"/>
                                        <p:tgtEl>
                                          <p:spTgt spid="13314"/>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13315"/>
                                        </p:tgtEl>
                                        <p:attrNameLst>
                                          <p:attrName>style.visibility</p:attrName>
                                        </p:attrNameLst>
                                      </p:cBhvr>
                                      <p:to>
                                        <p:strVal val="visible"/>
                                      </p:to>
                                    </p:set>
                                    <p:animEffect transition="in" filter="checkerboard(across)">
                                      <p:cBhvr>
                                        <p:cTn id="12" dur="500"/>
                                        <p:tgtEl>
                                          <p:spTgt spid="13315"/>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13316"/>
                                        </p:tgtEl>
                                        <p:attrNameLst>
                                          <p:attrName>style.visibility</p:attrName>
                                        </p:attrNameLst>
                                      </p:cBhvr>
                                      <p:to>
                                        <p:strVal val="visible"/>
                                      </p:to>
                                    </p:set>
                                    <p:animEffect transition="in" filter="checkerboard(across)">
                                      <p:cBhvr>
                                        <p:cTn id="17" dur="500"/>
                                        <p:tgtEl>
                                          <p:spTgt spid="13316"/>
                                        </p:tgtEl>
                                      </p:cBhvr>
                                    </p:animEffect>
                                  </p:childTnLst>
                                </p:cTn>
                              </p:par>
                              <p:par>
                                <p:cTn id="18" presetID="5" presetClass="entr" presetSubtype="10" fill="hold" nodeType="withEffect">
                                  <p:stCondLst>
                                    <p:cond delay="0"/>
                                  </p:stCondLst>
                                  <p:childTnLst>
                                    <p:set>
                                      <p:cBhvr>
                                        <p:cTn id="19" dur="1" fill="hold">
                                          <p:stCondLst>
                                            <p:cond delay="0"/>
                                          </p:stCondLst>
                                        </p:cTn>
                                        <p:tgtEl>
                                          <p:spTgt spid="13317"/>
                                        </p:tgtEl>
                                        <p:attrNameLst>
                                          <p:attrName>style.visibility</p:attrName>
                                        </p:attrNameLst>
                                      </p:cBhvr>
                                      <p:to>
                                        <p:strVal val="visible"/>
                                      </p:to>
                                    </p:set>
                                    <p:animEffect transition="in" filter="checkerboard(across)">
                                      <p:cBhvr>
                                        <p:cTn id="20" dur="500"/>
                                        <p:tgtEl>
                                          <p:spTgt spid="13317"/>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13319"/>
                                        </p:tgtEl>
                                        <p:attrNameLst>
                                          <p:attrName>style.visibility</p:attrName>
                                        </p:attrNameLst>
                                      </p:cBhvr>
                                      <p:to>
                                        <p:strVal val="visible"/>
                                      </p:to>
                                    </p:set>
                                    <p:animEffect transition="in" filter="slide(fromBottom)">
                                      <p:cBhvr>
                                        <p:cTn id="25" dur="500"/>
                                        <p:tgtEl>
                                          <p:spTgt spid="13319"/>
                                        </p:tgtEl>
                                      </p:cBhvr>
                                    </p:animEffect>
                                  </p:childTnLst>
                                </p:cTn>
                              </p:par>
                            </p:childTnLst>
                          </p:cTn>
                        </p:par>
                      </p:childTnLst>
                    </p:cTn>
                  </p:par>
                  <p:par>
                    <p:cTn id="26" fill="hold">
                      <p:stCondLst>
                        <p:cond delay="indefinite"/>
                      </p:stCondLst>
                      <p:childTnLst>
                        <p:par>
                          <p:cTn id="27" fill="hold">
                            <p:stCondLst>
                              <p:cond delay="0"/>
                            </p:stCondLst>
                            <p:childTnLst>
                              <p:par>
                                <p:cTn id="28" presetID="12" presetClass="entr" presetSubtype="4" fill="hold" grpId="0" nodeType="clickEffect">
                                  <p:stCondLst>
                                    <p:cond delay="0"/>
                                  </p:stCondLst>
                                  <p:childTnLst>
                                    <p:set>
                                      <p:cBhvr>
                                        <p:cTn id="29" dur="1" fill="hold">
                                          <p:stCondLst>
                                            <p:cond delay="0"/>
                                          </p:stCondLst>
                                        </p:cTn>
                                        <p:tgtEl>
                                          <p:spTgt spid="13320"/>
                                        </p:tgtEl>
                                        <p:attrNameLst>
                                          <p:attrName>style.visibility</p:attrName>
                                        </p:attrNameLst>
                                      </p:cBhvr>
                                      <p:to>
                                        <p:strVal val="visible"/>
                                      </p:to>
                                    </p:set>
                                    <p:animEffect transition="in" filter="slide(fromBottom)">
                                      <p:cBhvr>
                                        <p:cTn id="30" dur="500"/>
                                        <p:tgtEl>
                                          <p:spTgt spid="13320"/>
                                        </p:tgtEl>
                                      </p:cBhvr>
                                    </p:animEffect>
                                  </p:childTnLst>
                                </p:cTn>
                              </p:par>
                            </p:childTnLst>
                          </p:cTn>
                        </p:par>
                      </p:childTnLst>
                    </p:cTn>
                  </p:par>
                  <p:par>
                    <p:cTn id="31" fill="hold">
                      <p:stCondLst>
                        <p:cond delay="indefinite"/>
                      </p:stCondLst>
                      <p:childTnLst>
                        <p:par>
                          <p:cTn id="32" fill="hold">
                            <p:stCondLst>
                              <p:cond delay="0"/>
                            </p:stCondLst>
                            <p:childTnLst>
                              <p:par>
                                <p:cTn id="33" presetID="55" presetClass="entr" presetSubtype="0" fill="hold" grpId="0" nodeType="clickEffect">
                                  <p:stCondLst>
                                    <p:cond delay="0"/>
                                  </p:stCondLst>
                                  <p:childTnLst>
                                    <p:set>
                                      <p:cBhvr>
                                        <p:cTn id="34" dur="1" fill="hold">
                                          <p:stCondLst>
                                            <p:cond delay="0"/>
                                          </p:stCondLst>
                                        </p:cTn>
                                        <p:tgtEl>
                                          <p:spTgt spid="13321"/>
                                        </p:tgtEl>
                                        <p:attrNameLst>
                                          <p:attrName>style.visibility</p:attrName>
                                        </p:attrNameLst>
                                      </p:cBhvr>
                                      <p:to>
                                        <p:strVal val="visible"/>
                                      </p:to>
                                    </p:set>
                                    <p:anim calcmode="lin" valueType="num">
                                      <p:cBhvr>
                                        <p:cTn id="35" dur="1000" fill="hold"/>
                                        <p:tgtEl>
                                          <p:spTgt spid="13321"/>
                                        </p:tgtEl>
                                        <p:attrNameLst>
                                          <p:attrName>ppt_w</p:attrName>
                                        </p:attrNameLst>
                                      </p:cBhvr>
                                      <p:tavLst>
                                        <p:tav tm="0">
                                          <p:val>
                                            <p:strVal val="#ppt_w*0.70"/>
                                          </p:val>
                                        </p:tav>
                                        <p:tav tm="100000">
                                          <p:val>
                                            <p:strVal val="#ppt_w"/>
                                          </p:val>
                                        </p:tav>
                                      </p:tavLst>
                                    </p:anim>
                                    <p:anim calcmode="lin" valueType="num">
                                      <p:cBhvr>
                                        <p:cTn id="36" dur="1000" fill="hold"/>
                                        <p:tgtEl>
                                          <p:spTgt spid="13321"/>
                                        </p:tgtEl>
                                        <p:attrNameLst>
                                          <p:attrName>ppt_h</p:attrName>
                                        </p:attrNameLst>
                                      </p:cBhvr>
                                      <p:tavLst>
                                        <p:tav tm="0">
                                          <p:val>
                                            <p:strVal val="#ppt_h"/>
                                          </p:val>
                                        </p:tav>
                                        <p:tav tm="100000">
                                          <p:val>
                                            <p:strVal val="#ppt_h"/>
                                          </p:val>
                                        </p:tav>
                                      </p:tavLst>
                                    </p:anim>
                                    <p:animEffect transition="in" filter="fade">
                                      <p:cBhvr>
                                        <p:cTn id="37" dur="1000"/>
                                        <p:tgtEl>
                                          <p:spTgt spid="13321"/>
                                        </p:tgtEl>
                                      </p:cBhvr>
                                    </p:animEffect>
                                  </p:childTnLst>
                                </p:cTn>
                              </p:par>
                            </p:childTnLst>
                          </p:cTn>
                        </p:par>
                      </p:childTnLst>
                    </p:cTn>
                  </p:par>
                  <p:par>
                    <p:cTn id="38" fill="hold">
                      <p:stCondLst>
                        <p:cond delay="indefinite"/>
                      </p:stCondLst>
                      <p:childTnLst>
                        <p:par>
                          <p:cTn id="39" fill="hold">
                            <p:stCondLst>
                              <p:cond delay="0"/>
                            </p:stCondLst>
                            <p:childTnLst>
                              <p:par>
                                <p:cTn id="40" presetID="55" presetClass="entr" presetSubtype="0" fill="hold" grpId="0" nodeType="clickEffect">
                                  <p:stCondLst>
                                    <p:cond delay="0"/>
                                  </p:stCondLst>
                                  <p:childTnLst>
                                    <p:set>
                                      <p:cBhvr>
                                        <p:cTn id="41" dur="1" fill="hold">
                                          <p:stCondLst>
                                            <p:cond delay="0"/>
                                          </p:stCondLst>
                                        </p:cTn>
                                        <p:tgtEl>
                                          <p:spTgt spid="13322"/>
                                        </p:tgtEl>
                                        <p:attrNameLst>
                                          <p:attrName>style.visibility</p:attrName>
                                        </p:attrNameLst>
                                      </p:cBhvr>
                                      <p:to>
                                        <p:strVal val="visible"/>
                                      </p:to>
                                    </p:set>
                                    <p:anim calcmode="lin" valueType="num">
                                      <p:cBhvr>
                                        <p:cTn id="42" dur="1000" fill="hold"/>
                                        <p:tgtEl>
                                          <p:spTgt spid="13322"/>
                                        </p:tgtEl>
                                        <p:attrNameLst>
                                          <p:attrName>ppt_w</p:attrName>
                                        </p:attrNameLst>
                                      </p:cBhvr>
                                      <p:tavLst>
                                        <p:tav tm="0">
                                          <p:val>
                                            <p:strVal val="#ppt_w*0.70"/>
                                          </p:val>
                                        </p:tav>
                                        <p:tav tm="100000">
                                          <p:val>
                                            <p:strVal val="#ppt_w"/>
                                          </p:val>
                                        </p:tav>
                                      </p:tavLst>
                                    </p:anim>
                                    <p:anim calcmode="lin" valueType="num">
                                      <p:cBhvr>
                                        <p:cTn id="43" dur="1000" fill="hold"/>
                                        <p:tgtEl>
                                          <p:spTgt spid="13322"/>
                                        </p:tgtEl>
                                        <p:attrNameLst>
                                          <p:attrName>ppt_h</p:attrName>
                                        </p:attrNameLst>
                                      </p:cBhvr>
                                      <p:tavLst>
                                        <p:tav tm="0">
                                          <p:val>
                                            <p:strVal val="#ppt_h"/>
                                          </p:val>
                                        </p:tav>
                                        <p:tav tm="100000">
                                          <p:val>
                                            <p:strVal val="#ppt_h"/>
                                          </p:val>
                                        </p:tav>
                                      </p:tavLst>
                                    </p:anim>
                                    <p:animEffect transition="in" filter="fade">
                                      <p:cBhvr>
                                        <p:cTn id="44" dur="1000"/>
                                        <p:tgtEl>
                                          <p:spTgt spid="133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4" grpId="0"/>
      <p:bldP spid="13316" grpId="0" animBg="1"/>
      <p:bldP spid="13319" grpId="0"/>
      <p:bldP spid="13320" grpId="0"/>
      <p:bldP spid="13321" grpId="0"/>
      <p:bldP spid="1332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p:cNvPicPr>
          <p:nvPr/>
        </p:nvPicPr>
        <p:blipFill>
          <a:blip r:embed="rId3">
            <a:lum contrast="48000"/>
          </a:blip>
          <a:stretch>
            <a:fillRect/>
          </a:stretch>
        </p:blipFill>
        <p:spPr>
          <a:xfrm>
            <a:off x="684213" y="620713"/>
            <a:ext cx="7769225" cy="5661025"/>
          </a:xfrm>
          <a:prstGeom prst="rect">
            <a:avLst/>
          </a:prstGeom>
          <a:noFill/>
          <a:ln w="9525">
            <a:noFill/>
          </a:ln>
        </p:spPr>
      </p:pic>
      <p:sp>
        <p:nvSpPr>
          <p:cNvPr id="14339" name="Line 3"/>
          <p:cNvSpPr/>
          <p:nvPr/>
        </p:nvSpPr>
        <p:spPr>
          <a:xfrm flipH="1">
            <a:off x="4284663" y="5084763"/>
            <a:ext cx="935037" cy="0"/>
          </a:xfrm>
          <a:prstGeom prst="line">
            <a:avLst/>
          </a:prstGeom>
          <a:ln w="9525" cap="flat" cmpd="sng">
            <a:solidFill>
              <a:schemeClr val="tx1"/>
            </a:solidFill>
            <a:prstDash val="solid"/>
            <a:headEnd type="none" w="med" len="med"/>
            <a:tailEnd type="none" w="med" len="med"/>
          </a:ln>
        </p:spPr>
      </p:sp>
      <p:sp>
        <p:nvSpPr>
          <p:cNvPr id="14340" name="Line 4"/>
          <p:cNvSpPr/>
          <p:nvPr/>
        </p:nvSpPr>
        <p:spPr>
          <a:xfrm>
            <a:off x="4572000" y="5084763"/>
            <a:ext cx="0" cy="360362"/>
          </a:xfrm>
          <a:prstGeom prst="line">
            <a:avLst/>
          </a:prstGeom>
          <a:ln w="9525" cap="flat" cmpd="sng">
            <a:solidFill>
              <a:schemeClr val="tx1"/>
            </a:solidFill>
            <a:prstDash val="solid"/>
            <a:headEnd type="triangle" w="med" len="med"/>
            <a:tailEnd type="triangle" w="med" len="med"/>
          </a:ln>
        </p:spPr>
      </p:sp>
      <p:graphicFrame>
        <p:nvGraphicFramePr>
          <p:cNvPr id="14341" name="Object 5"/>
          <p:cNvGraphicFramePr>
            <a:graphicFrameLocks noChangeAspect="1"/>
          </p:cNvGraphicFramePr>
          <p:nvPr/>
        </p:nvGraphicFramePr>
        <p:xfrm>
          <a:off x="4067175" y="5084763"/>
          <a:ext cx="468313" cy="412750"/>
        </p:xfrm>
        <a:graphic>
          <a:graphicData uri="http://schemas.openxmlformats.org/presentationml/2006/ole">
            <mc:AlternateContent xmlns:mc="http://schemas.openxmlformats.org/markup-compatibility/2006">
              <mc:Choice xmlns:v="urn:schemas-microsoft-com:vml" Requires="v">
                <p:oleObj r:id="rId4" imgW="215900" imgH="190500" progId="Equation.3">
                  <p:embed/>
                </p:oleObj>
              </mc:Choice>
              <mc:Fallback>
                <p:oleObj r:id="rId4" imgW="215900" imgH="190500" progId="Equation.3">
                  <p:embed/>
                  <p:pic>
                    <p:nvPicPr>
                      <p:cNvPr id="0" name="图片 3075"/>
                      <p:cNvPicPr/>
                      <p:nvPr/>
                    </p:nvPicPr>
                    <p:blipFill>
                      <a:blip r:embed="rId5"/>
                      <a:stretch>
                        <a:fillRect/>
                      </a:stretch>
                    </p:blipFill>
                    <p:spPr>
                      <a:xfrm>
                        <a:off x="4067175" y="5084763"/>
                        <a:ext cx="468313" cy="412750"/>
                      </a:xfrm>
                      <a:prstGeom prst="rect">
                        <a:avLst/>
                      </a:prstGeom>
                      <a:noFill/>
                      <a:ln w="38100">
                        <a:noFill/>
                        <a:miter/>
                      </a:ln>
                    </p:spPr>
                  </p:pic>
                </p:oleObj>
              </mc:Fallback>
            </mc:AlternateContent>
          </a:graphicData>
        </a:graphic>
      </p:graphicFrame>
      <p:sp>
        <p:nvSpPr>
          <p:cNvPr id="14342" name="Line 6"/>
          <p:cNvSpPr/>
          <p:nvPr/>
        </p:nvSpPr>
        <p:spPr>
          <a:xfrm>
            <a:off x="5148263" y="2276475"/>
            <a:ext cx="0" cy="431800"/>
          </a:xfrm>
          <a:prstGeom prst="line">
            <a:avLst/>
          </a:prstGeom>
          <a:ln w="28575" cap="flat" cmpd="sng">
            <a:solidFill>
              <a:srgbClr val="FF3300"/>
            </a:solidFill>
            <a:prstDash val="solid"/>
            <a:headEnd type="none" w="med" len="med"/>
            <a:tailEnd type="triangle" w="med" len="med"/>
          </a:ln>
        </p:spPr>
      </p:sp>
      <p:sp>
        <p:nvSpPr>
          <p:cNvPr id="14343" name="Text Box 7"/>
          <p:cNvSpPr txBox="1"/>
          <p:nvPr/>
        </p:nvSpPr>
        <p:spPr>
          <a:xfrm>
            <a:off x="3779838" y="2060575"/>
            <a:ext cx="1428750" cy="641350"/>
          </a:xfrm>
          <a:prstGeom prst="rect">
            <a:avLst/>
          </a:prstGeom>
          <a:noFill/>
          <a:ln w="9525">
            <a:noFill/>
          </a:ln>
        </p:spPr>
        <p:txBody>
          <a:bodyPr wrap="none">
            <a:spAutoFit/>
          </a:bodyPr>
          <a:lstStyle/>
          <a:p>
            <a:r>
              <a:rPr lang="en-US" altLang="zh-CN" b="1" dirty="0">
                <a:solidFill>
                  <a:schemeClr val="hlink"/>
                </a:solidFill>
                <a:latin typeface="Arial" panose="020B0604020202020204" pitchFamily="34" charset="0"/>
              </a:rPr>
              <a:t>Move down</a:t>
            </a:r>
          </a:p>
          <a:p>
            <a:r>
              <a:rPr lang="en-US" altLang="zh-CN" b="1" dirty="0">
                <a:solidFill>
                  <a:schemeClr val="hlink"/>
                </a:solidFill>
                <a:latin typeface="Arial" panose="020B0604020202020204" pitchFamily="34" charset="0"/>
              </a:rPr>
              <a:t> by 34 dB</a:t>
            </a:r>
          </a:p>
        </p:txBody>
      </p:sp>
      <p:graphicFrame>
        <p:nvGraphicFramePr>
          <p:cNvPr id="14344" name="Object 8"/>
          <p:cNvGraphicFramePr>
            <a:graphicFrameLocks noChangeAspect="1"/>
          </p:cNvGraphicFramePr>
          <p:nvPr/>
        </p:nvGraphicFramePr>
        <p:xfrm>
          <a:off x="6623050" y="0"/>
          <a:ext cx="2520950" cy="901700"/>
        </p:xfrm>
        <a:graphic>
          <a:graphicData uri="http://schemas.openxmlformats.org/presentationml/2006/ole">
            <mc:AlternateContent xmlns:mc="http://schemas.openxmlformats.org/markup-compatibility/2006">
              <mc:Choice xmlns:v="urn:schemas-microsoft-com:vml" Requires="v">
                <p:oleObj r:id="rId6" imgW="1066800" imgH="381000" progId="Equation.3">
                  <p:embed/>
                </p:oleObj>
              </mc:Choice>
              <mc:Fallback>
                <p:oleObj r:id="rId6" imgW="1066800" imgH="381000" progId="Equation.3">
                  <p:embed/>
                  <p:pic>
                    <p:nvPicPr>
                      <p:cNvPr id="0" name="图片 3076"/>
                      <p:cNvPicPr/>
                      <p:nvPr/>
                    </p:nvPicPr>
                    <p:blipFill>
                      <a:blip r:embed="rId7"/>
                      <a:stretch>
                        <a:fillRect/>
                      </a:stretch>
                    </p:blipFill>
                    <p:spPr>
                      <a:xfrm>
                        <a:off x="6623050" y="0"/>
                        <a:ext cx="2520950" cy="90170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34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8" presetClass="entr" presetSubtype="12" fill="hold" nodeType="clickEffect">
                                  <p:stCondLst>
                                    <p:cond delay="0"/>
                                  </p:stCondLst>
                                  <p:childTnLst>
                                    <p:set>
                                      <p:cBhvr>
                                        <p:cTn id="10" dur="1" fill="hold">
                                          <p:stCondLst>
                                            <p:cond delay="0"/>
                                          </p:stCondLst>
                                        </p:cTn>
                                        <p:tgtEl>
                                          <p:spTgt spid="14339"/>
                                        </p:tgtEl>
                                        <p:attrNameLst>
                                          <p:attrName>style.visibility</p:attrName>
                                        </p:attrNameLst>
                                      </p:cBhvr>
                                      <p:to>
                                        <p:strVal val="visible"/>
                                      </p:to>
                                    </p:set>
                                    <p:animEffect transition="in" filter="strips(downLeft)">
                                      <p:cBhvr>
                                        <p:cTn id="11" dur="500"/>
                                        <p:tgtEl>
                                          <p:spTgt spid="14339"/>
                                        </p:tgtEl>
                                      </p:cBhvr>
                                    </p:animEffect>
                                  </p:childTnLst>
                                </p:cTn>
                              </p:par>
                            </p:childTnLst>
                          </p:cTn>
                        </p:par>
                      </p:childTnLst>
                    </p:cTn>
                  </p:par>
                  <p:par>
                    <p:cTn id="12" fill="hold">
                      <p:stCondLst>
                        <p:cond delay="indefinite"/>
                      </p:stCondLst>
                      <p:childTnLst>
                        <p:par>
                          <p:cTn id="13" fill="hold">
                            <p:stCondLst>
                              <p:cond delay="0"/>
                            </p:stCondLst>
                            <p:childTnLst>
                              <p:par>
                                <p:cTn id="14" presetID="18" presetClass="entr" presetSubtype="12" fill="hold" nodeType="clickEffect">
                                  <p:stCondLst>
                                    <p:cond delay="0"/>
                                  </p:stCondLst>
                                  <p:childTnLst>
                                    <p:set>
                                      <p:cBhvr>
                                        <p:cTn id="15" dur="1" fill="hold">
                                          <p:stCondLst>
                                            <p:cond delay="0"/>
                                          </p:stCondLst>
                                        </p:cTn>
                                        <p:tgtEl>
                                          <p:spTgt spid="14340"/>
                                        </p:tgtEl>
                                        <p:attrNameLst>
                                          <p:attrName>style.visibility</p:attrName>
                                        </p:attrNameLst>
                                      </p:cBhvr>
                                      <p:to>
                                        <p:strVal val="visible"/>
                                      </p:to>
                                    </p:set>
                                    <p:animEffect transition="in" filter="strips(downLeft)">
                                      <p:cBhvr>
                                        <p:cTn id="16" dur="500"/>
                                        <p:tgtEl>
                                          <p:spTgt spid="14340"/>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434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7" presetClass="entr" presetSubtype="1" fill="hold" nodeType="clickEffect">
                                  <p:stCondLst>
                                    <p:cond delay="0"/>
                                  </p:stCondLst>
                                  <p:childTnLst>
                                    <p:set>
                                      <p:cBhvr>
                                        <p:cTn id="24" dur="1" fill="hold">
                                          <p:stCondLst>
                                            <p:cond delay="0"/>
                                          </p:stCondLst>
                                        </p:cTn>
                                        <p:tgtEl>
                                          <p:spTgt spid="14342"/>
                                        </p:tgtEl>
                                        <p:attrNameLst>
                                          <p:attrName>style.visibility</p:attrName>
                                        </p:attrNameLst>
                                      </p:cBhvr>
                                      <p:to>
                                        <p:strVal val="visible"/>
                                      </p:to>
                                    </p:set>
                                    <p:anim calcmode="lin" valueType="num">
                                      <p:cBhvr>
                                        <p:cTn id="25" dur="500" fill="hold"/>
                                        <p:tgtEl>
                                          <p:spTgt spid="14342"/>
                                        </p:tgtEl>
                                        <p:attrNameLst>
                                          <p:attrName>ppt_x</p:attrName>
                                        </p:attrNameLst>
                                      </p:cBhvr>
                                      <p:tavLst>
                                        <p:tav tm="0">
                                          <p:val>
                                            <p:strVal val="#ppt_x"/>
                                          </p:val>
                                        </p:tav>
                                        <p:tav tm="100000">
                                          <p:val>
                                            <p:strVal val="#ppt_x"/>
                                          </p:val>
                                        </p:tav>
                                      </p:tavLst>
                                    </p:anim>
                                    <p:anim calcmode="lin" valueType="num">
                                      <p:cBhvr>
                                        <p:cTn id="26" dur="500" fill="hold"/>
                                        <p:tgtEl>
                                          <p:spTgt spid="14342"/>
                                        </p:tgtEl>
                                        <p:attrNameLst>
                                          <p:attrName>ppt_y</p:attrName>
                                        </p:attrNameLst>
                                      </p:cBhvr>
                                      <p:tavLst>
                                        <p:tav tm="0">
                                          <p:val>
                                            <p:strVal val="#ppt_y-#ppt_h/2"/>
                                          </p:val>
                                        </p:tav>
                                        <p:tav tm="100000">
                                          <p:val>
                                            <p:strVal val="#ppt_y"/>
                                          </p:val>
                                        </p:tav>
                                      </p:tavLst>
                                    </p:anim>
                                    <p:anim calcmode="lin" valueType="num">
                                      <p:cBhvr>
                                        <p:cTn id="27" dur="500" fill="hold"/>
                                        <p:tgtEl>
                                          <p:spTgt spid="14342"/>
                                        </p:tgtEl>
                                        <p:attrNameLst>
                                          <p:attrName>ppt_w</p:attrName>
                                        </p:attrNameLst>
                                      </p:cBhvr>
                                      <p:tavLst>
                                        <p:tav tm="0">
                                          <p:val>
                                            <p:strVal val="#ppt_w"/>
                                          </p:val>
                                        </p:tav>
                                        <p:tav tm="100000">
                                          <p:val>
                                            <p:strVal val="#ppt_w"/>
                                          </p:val>
                                        </p:tav>
                                      </p:tavLst>
                                    </p:anim>
                                    <p:anim calcmode="lin" valueType="num">
                                      <p:cBhvr>
                                        <p:cTn id="28" dur="500" fill="hold"/>
                                        <p:tgtEl>
                                          <p:spTgt spid="14342"/>
                                        </p:tgtEl>
                                        <p:attrNameLst>
                                          <p:attrName>ppt_h</p:attrName>
                                        </p:attrNameLst>
                                      </p:cBhvr>
                                      <p:tavLst>
                                        <p:tav tm="0">
                                          <p:val>
                                            <p:fltVal val="0"/>
                                          </p:val>
                                        </p:tav>
                                        <p:tav tm="100000">
                                          <p:val>
                                            <p:strVal val="#ppt_h"/>
                                          </p:val>
                                        </p:tav>
                                      </p:tavLst>
                                    </p:anim>
                                  </p:childTnLst>
                                </p:cTn>
                              </p:par>
                              <p:par>
                                <p:cTn id="29" presetID="17" presetClass="entr" presetSubtype="1" fill="hold" grpId="0" nodeType="withEffect">
                                  <p:stCondLst>
                                    <p:cond delay="0"/>
                                  </p:stCondLst>
                                  <p:childTnLst>
                                    <p:set>
                                      <p:cBhvr>
                                        <p:cTn id="30" dur="1" fill="hold">
                                          <p:stCondLst>
                                            <p:cond delay="0"/>
                                          </p:stCondLst>
                                        </p:cTn>
                                        <p:tgtEl>
                                          <p:spTgt spid="14343"/>
                                        </p:tgtEl>
                                        <p:attrNameLst>
                                          <p:attrName>style.visibility</p:attrName>
                                        </p:attrNameLst>
                                      </p:cBhvr>
                                      <p:to>
                                        <p:strVal val="visible"/>
                                      </p:to>
                                    </p:set>
                                    <p:anim calcmode="lin" valueType="num">
                                      <p:cBhvr>
                                        <p:cTn id="31" dur="500" fill="hold"/>
                                        <p:tgtEl>
                                          <p:spTgt spid="14343"/>
                                        </p:tgtEl>
                                        <p:attrNameLst>
                                          <p:attrName>ppt_x</p:attrName>
                                        </p:attrNameLst>
                                      </p:cBhvr>
                                      <p:tavLst>
                                        <p:tav tm="0">
                                          <p:val>
                                            <p:strVal val="#ppt_x"/>
                                          </p:val>
                                        </p:tav>
                                        <p:tav tm="100000">
                                          <p:val>
                                            <p:strVal val="#ppt_x"/>
                                          </p:val>
                                        </p:tav>
                                      </p:tavLst>
                                    </p:anim>
                                    <p:anim calcmode="lin" valueType="num">
                                      <p:cBhvr>
                                        <p:cTn id="32" dur="500" fill="hold"/>
                                        <p:tgtEl>
                                          <p:spTgt spid="14343"/>
                                        </p:tgtEl>
                                        <p:attrNameLst>
                                          <p:attrName>ppt_y</p:attrName>
                                        </p:attrNameLst>
                                      </p:cBhvr>
                                      <p:tavLst>
                                        <p:tav tm="0">
                                          <p:val>
                                            <p:strVal val="#ppt_y-#ppt_h/2"/>
                                          </p:val>
                                        </p:tav>
                                        <p:tav tm="100000">
                                          <p:val>
                                            <p:strVal val="#ppt_y"/>
                                          </p:val>
                                        </p:tav>
                                      </p:tavLst>
                                    </p:anim>
                                    <p:anim calcmode="lin" valueType="num">
                                      <p:cBhvr>
                                        <p:cTn id="33" dur="500" fill="hold"/>
                                        <p:tgtEl>
                                          <p:spTgt spid="14343"/>
                                        </p:tgtEl>
                                        <p:attrNameLst>
                                          <p:attrName>ppt_w</p:attrName>
                                        </p:attrNameLst>
                                      </p:cBhvr>
                                      <p:tavLst>
                                        <p:tav tm="0">
                                          <p:val>
                                            <p:strVal val="#ppt_w"/>
                                          </p:val>
                                        </p:tav>
                                        <p:tav tm="100000">
                                          <p:val>
                                            <p:strVal val="#ppt_w"/>
                                          </p:val>
                                        </p:tav>
                                      </p:tavLst>
                                    </p:anim>
                                    <p:anim calcmode="lin" valueType="num">
                                      <p:cBhvr>
                                        <p:cTn id="34" dur="500" fill="hold"/>
                                        <p:tgtEl>
                                          <p:spTgt spid="14343"/>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4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ext Box 2"/>
          <p:cNvSpPr txBox="1"/>
          <p:nvPr/>
        </p:nvSpPr>
        <p:spPr>
          <a:xfrm>
            <a:off x="395288" y="765175"/>
            <a:ext cx="8064500" cy="1563688"/>
          </a:xfrm>
          <a:prstGeom prst="rect">
            <a:avLst/>
          </a:prstGeom>
          <a:noFill/>
          <a:ln w="22225">
            <a:noFill/>
          </a:ln>
        </p:spPr>
        <p:txBody>
          <a:bodyPr>
            <a:spAutoFit/>
          </a:bodyPr>
          <a:lstStyle/>
          <a:p>
            <a:pPr>
              <a:lnSpc>
                <a:spcPct val="115000"/>
              </a:lnSpc>
            </a:pPr>
            <a:r>
              <a:rPr lang="en-US" altLang="zh-CN" sz="2800" b="1" dirty="0">
                <a:latin typeface="楷体_GB2312" pitchFamily="49" charset="-122"/>
                <a:ea typeface="楷体_GB2312" pitchFamily="49" charset="-122"/>
              </a:rPr>
              <a:t>    </a:t>
            </a:r>
            <a:r>
              <a:rPr lang="zh-CN" altLang="en-US" sz="2800" b="1" dirty="0">
                <a:latin typeface="楷体_GB2312" pitchFamily="49" charset="-122"/>
                <a:ea typeface="楷体_GB2312" pitchFamily="49" charset="-122"/>
              </a:rPr>
              <a:t>显然，仅靠调整增益值</a:t>
            </a:r>
            <a:r>
              <a:rPr lang="en-US" altLang="zh-CN" sz="2800" b="1" dirty="0">
                <a:latin typeface="楷体_GB2312" pitchFamily="49" charset="-122"/>
                <a:ea typeface="楷体_GB2312" pitchFamily="49" charset="-122"/>
              </a:rPr>
              <a:t>k</a:t>
            </a:r>
            <a:r>
              <a:rPr lang="zh-CN" altLang="en-US" sz="2800" b="1" dirty="0">
                <a:latin typeface="楷体_GB2312" pitchFamily="49" charset="-122"/>
                <a:ea typeface="楷体_GB2312" pitchFamily="49" charset="-122"/>
              </a:rPr>
              <a:t>来满足系统的多个性能要求是不可能的，必须通过其它手段，即引入校正装置，来使系统的各项性能指标满足要求。</a:t>
            </a:r>
          </a:p>
        </p:txBody>
      </p:sp>
      <p:sp>
        <p:nvSpPr>
          <p:cNvPr id="68611" name="Text Box 3"/>
          <p:cNvSpPr txBox="1"/>
          <p:nvPr/>
        </p:nvSpPr>
        <p:spPr>
          <a:xfrm>
            <a:off x="468313" y="2349500"/>
            <a:ext cx="7850187" cy="1563688"/>
          </a:xfrm>
          <a:prstGeom prst="rect">
            <a:avLst/>
          </a:prstGeom>
          <a:noFill/>
          <a:ln w="22225">
            <a:noFill/>
          </a:ln>
        </p:spPr>
        <p:txBody>
          <a:bodyPr>
            <a:spAutoFit/>
          </a:bodyPr>
          <a:lstStyle/>
          <a:p>
            <a:pPr>
              <a:lnSpc>
                <a:spcPct val="115000"/>
              </a:lnSpc>
            </a:pPr>
            <a:r>
              <a:rPr lang="en-US" altLang="zh-CN" sz="2800" b="1" dirty="0">
                <a:solidFill>
                  <a:srgbClr val="FF0000"/>
                </a:solidFill>
                <a:latin typeface="楷体_GB2312" pitchFamily="49" charset="-122"/>
                <a:ea typeface="楷体_GB2312" pitchFamily="49" charset="-122"/>
              </a:rPr>
              <a:t>    </a:t>
            </a:r>
            <a:r>
              <a:rPr lang="zh-CN" altLang="en-US" sz="2800" b="1" dirty="0">
                <a:solidFill>
                  <a:srgbClr val="FF0000"/>
                </a:solidFill>
                <a:latin typeface="楷体_GB2312" pitchFamily="49" charset="-122"/>
                <a:ea typeface="楷体_GB2312" pitchFamily="49" charset="-122"/>
              </a:rPr>
              <a:t>校正</a:t>
            </a:r>
            <a:r>
              <a:rPr lang="en-US" altLang="zh-CN" sz="2800" b="1" dirty="0">
                <a:solidFill>
                  <a:srgbClr val="FF0000"/>
                </a:solidFill>
                <a:latin typeface="楷体_GB2312" pitchFamily="49" charset="-122"/>
                <a:ea typeface="楷体_GB2312" pitchFamily="49" charset="-122"/>
              </a:rPr>
              <a:t>(</a:t>
            </a:r>
            <a:r>
              <a:rPr lang="zh-CN" altLang="en-US" sz="2800" b="1" dirty="0">
                <a:solidFill>
                  <a:srgbClr val="FF0000"/>
                </a:solidFill>
                <a:latin typeface="楷体_GB2312" pitchFamily="49" charset="-122"/>
                <a:ea typeface="楷体_GB2312" pitchFamily="49" charset="-122"/>
              </a:rPr>
              <a:t>补偿</a:t>
            </a:r>
            <a:r>
              <a:rPr lang="en-US" altLang="zh-CN" sz="2800" b="1" dirty="0">
                <a:solidFill>
                  <a:srgbClr val="FF0000"/>
                </a:solidFill>
                <a:latin typeface="楷体_GB2312" pitchFamily="49" charset="-122"/>
                <a:ea typeface="楷体_GB2312" pitchFamily="49" charset="-122"/>
              </a:rPr>
              <a:t>)</a:t>
            </a:r>
            <a:r>
              <a:rPr lang="zh-CN" altLang="en-US" sz="2800" b="1" dirty="0">
                <a:solidFill>
                  <a:srgbClr val="FF0000"/>
                </a:solidFill>
                <a:latin typeface="楷体_GB2312" pitchFamily="49" charset="-122"/>
                <a:ea typeface="楷体_GB2312" pitchFamily="49" charset="-122"/>
              </a:rPr>
              <a:t>：</a:t>
            </a:r>
            <a:r>
              <a:rPr lang="zh-CN" altLang="en-US" sz="2800" b="1" dirty="0">
                <a:latin typeface="楷体_GB2312" pitchFamily="49" charset="-122"/>
                <a:ea typeface="楷体_GB2312" pitchFamily="49" charset="-122"/>
              </a:rPr>
              <a:t>通过改变系统结构，或在系统中增加附加装置或元件</a:t>
            </a:r>
            <a:r>
              <a:rPr lang="en-US" altLang="zh-CN" sz="2800" b="1" dirty="0">
                <a:latin typeface="楷体_GB2312" pitchFamily="49" charset="-122"/>
                <a:ea typeface="楷体_GB2312" pitchFamily="49" charset="-122"/>
              </a:rPr>
              <a:t>(</a:t>
            </a:r>
            <a:r>
              <a:rPr lang="zh-CN" altLang="en-US" sz="2800" b="1" dirty="0">
                <a:solidFill>
                  <a:srgbClr val="FF0000"/>
                </a:solidFill>
                <a:latin typeface="楷体_GB2312" pitchFamily="49" charset="-122"/>
                <a:ea typeface="楷体_GB2312" pitchFamily="49" charset="-122"/>
              </a:rPr>
              <a:t>校正装置</a:t>
            </a:r>
            <a:r>
              <a:rPr lang="en-US" altLang="zh-CN" sz="2800" b="1" dirty="0">
                <a:latin typeface="楷体_GB2312" pitchFamily="49" charset="-122"/>
                <a:ea typeface="楷体_GB2312" pitchFamily="49" charset="-122"/>
              </a:rPr>
              <a:t>)</a:t>
            </a:r>
            <a:r>
              <a:rPr lang="zh-CN" altLang="en-US" sz="2800" b="1" dirty="0">
                <a:latin typeface="楷体_GB2312" pitchFamily="49" charset="-122"/>
                <a:ea typeface="楷体_GB2312" pitchFamily="49" charset="-122"/>
              </a:rPr>
              <a:t>，对已有的系统（固有部分）进行再设计使之满足性能要求。</a:t>
            </a:r>
          </a:p>
        </p:txBody>
      </p:sp>
      <p:sp>
        <p:nvSpPr>
          <p:cNvPr id="15364" name="Text Box 4"/>
          <p:cNvSpPr txBox="1"/>
          <p:nvPr/>
        </p:nvSpPr>
        <p:spPr>
          <a:xfrm>
            <a:off x="611188" y="3933825"/>
            <a:ext cx="7777162" cy="2054225"/>
          </a:xfrm>
          <a:prstGeom prst="rect">
            <a:avLst/>
          </a:prstGeom>
          <a:noFill/>
          <a:ln w="22225">
            <a:noFill/>
          </a:ln>
        </p:spPr>
        <p:txBody>
          <a:bodyPr>
            <a:spAutoFit/>
          </a:bodyPr>
          <a:lstStyle/>
          <a:p>
            <a:pPr>
              <a:lnSpc>
                <a:spcPct val="115000"/>
              </a:lnSpc>
            </a:pPr>
            <a:r>
              <a:rPr lang="en-US" altLang="zh-CN" sz="2800" b="1" dirty="0">
                <a:latin typeface="楷体_GB2312" pitchFamily="49" charset="-122"/>
                <a:ea typeface="楷体_GB2312" pitchFamily="49" charset="-122"/>
              </a:rPr>
              <a:t>    </a:t>
            </a:r>
            <a:r>
              <a:rPr lang="zh-CN" altLang="en-US" sz="2800" b="1" dirty="0">
                <a:latin typeface="楷体_GB2312" pitchFamily="49" charset="-122"/>
                <a:ea typeface="楷体_GB2312" pitchFamily="49" charset="-122"/>
              </a:rPr>
              <a:t>校正是控制系统设计的基本技术，控制系统的设计一般都需通过校正这一步骤才能最终完成。从这个意义上讲，控制系统的设计本质上是寻找合适的校正装置。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86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15364"/>
                                        </p:tgtEl>
                                        <p:attrNameLst>
                                          <p:attrName>style.visibility</p:attrName>
                                        </p:attrNameLst>
                                      </p:cBhvr>
                                      <p:to>
                                        <p:strVal val="visible"/>
                                      </p:to>
                                    </p:set>
                                    <p:anim calcmode="lin" valueType="num">
                                      <p:cBhvr additive="base">
                                        <p:cTn id="11" dur="500" fill="hold"/>
                                        <p:tgtEl>
                                          <p:spTgt spid="15364"/>
                                        </p:tgtEl>
                                        <p:attrNameLst>
                                          <p:attrName>ppt_x</p:attrName>
                                        </p:attrNameLst>
                                      </p:cBhvr>
                                      <p:tavLst>
                                        <p:tav tm="0">
                                          <p:val>
                                            <p:strVal val="#ppt_x"/>
                                          </p:val>
                                        </p:tav>
                                        <p:tav tm="100000">
                                          <p:val>
                                            <p:strVal val="#ppt_x"/>
                                          </p:val>
                                        </p:tav>
                                      </p:tavLst>
                                    </p:anim>
                                    <p:anim calcmode="lin" valueType="num">
                                      <p:cBhvr additive="base">
                                        <p:cTn id="12" dur="500" fill="hold"/>
                                        <p:tgtEl>
                                          <p:spTgt spid="1536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611" grpId="0"/>
      <p:bldP spid="1536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3"/>
          <p:cNvSpPr/>
          <p:nvPr/>
        </p:nvSpPr>
        <p:spPr>
          <a:xfrm>
            <a:off x="611188" y="476250"/>
            <a:ext cx="4892675" cy="519113"/>
          </a:xfrm>
          <a:prstGeom prst="rect">
            <a:avLst/>
          </a:prstGeom>
          <a:noFill/>
          <a:ln w="22225">
            <a:noFill/>
          </a:ln>
        </p:spPr>
        <p:txBody>
          <a:bodyPr>
            <a:spAutoFit/>
          </a:bodyPr>
          <a:lstStyle/>
          <a:p>
            <a:pPr>
              <a:buFont typeface="Wingdings" panose="05000000000000000000" pitchFamily="2" charset="2"/>
              <a:buChar char="l"/>
            </a:pPr>
            <a:r>
              <a:rPr lang="en-US" altLang="zh-CN" sz="2800" dirty="0">
                <a:latin typeface="Times New Roman" panose="02020603050405020304" pitchFamily="18" charset="0"/>
                <a:ea typeface="黑体" panose="02010609060101010101" pitchFamily="49" charset="-122"/>
              </a:rPr>
              <a:t> </a:t>
            </a:r>
            <a:r>
              <a:rPr lang="zh-CN" altLang="en-US" sz="2800" b="1" dirty="0">
                <a:latin typeface="宋体" panose="02010600030101010101" pitchFamily="2" charset="-122"/>
              </a:rPr>
              <a:t>控制系统的校正方式</a:t>
            </a:r>
            <a:endParaRPr lang="zh-CN" altLang="en-US" sz="2800" b="1" dirty="0">
              <a:latin typeface="Times New Roman" panose="02020603050405020304" pitchFamily="18" charset="0"/>
            </a:endParaRPr>
          </a:p>
        </p:txBody>
      </p:sp>
      <p:sp>
        <p:nvSpPr>
          <p:cNvPr id="16388" name="Text Box 4"/>
          <p:cNvSpPr txBox="1"/>
          <p:nvPr/>
        </p:nvSpPr>
        <p:spPr>
          <a:xfrm>
            <a:off x="1116013" y="1277938"/>
            <a:ext cx="7010400" cy="582612"/>
          </a:xfrm>
          <a:prstGeom prst="rect">
            <a:avLst/>
          </a:prstGeom>
          <a:noFill/>
          <a:ln w="22225">
            <a:noFill/>
          </a:ln>
        </p:spPr>
        <p:txBody>
          <a:bodyPr>
            <a:spAutoFit/>
          </a:bodyPr>
          <a:lstStyle/>
          <a:p>
            <a:pPr>
              <a:lnSpc>
                <a:spcPct val="115000"/>
              </a:lnSpc>
              <a:buFont typeface="Wingdings" panose="05000000000000000000" pitchFamily="2" charset="2"/>
              <a:buChar char="Ø"/>
            </a:pPr>
            <a:r>
              <a:rPr lang="en-US" altLang="zh-CN" sz="2800" dirty="0">
                <a:latin typeface="Times New Roman" panose="02020603050405020304" pitchFamily="18" charset="0"/>
              </a:rPr>
              <a:t> </a:t>
            </a:r>
            <a:r>
              <a:rPr lang="zh-CN" altLang="en-US" sz="2800" dirty="0">
                <a:latin typeface="Times New Roman" panose="02020603050405020304" pitchFamily="18" charset="0"/>
              </a:rPr>
              <a:t>串联校正</a:t>
            </a:r>
            <a:r>
              <a:rPr lang="zh-CN" altLang="en-US" sz="2800" dirty="0">
                <a:latin typeface="宋体" panose="02010600030101010101" pitchFamily="2" charset="-122"/>
              </a:rPr>
              <a:t> </a:t>
            </a:r>
          </a:p>
        </p:txBody>
      </p:sp>
      <p:grpSp>
        <p:nvGrpSpPr>
          <p:cNvPr id="2" name="Group 5"/>
          <p:cNvGrpSpPr/>
          <p:nvPr/>
        </p:nvGrpSpPr>
        <p:grpSpPr>
          <a:xfrm>
            <a:off x="3013075" y="1649413"/>
            <a:ext cx="4487863" cy="1676400"/>
            <a:chOff x="144" y="425"/>
            <a:chExt cx="2892" cy="1111"/>
          </a:xfrm>
        </p:grpSpPr>
        <p:sp>
          <p:nvSpPr>
            <p:cNvPr id="11304" name="Oval 6"/>
            <p:cNvSpPr/>
            <p:nvPr/>
          </p:nvSpPr>
          <p:spPr>
            <a:xfrm>
              <a:off x="672" y="672"/>
              <a:ext cx="193" cy="193"/>
            </a:xfrm>
            <a:prstGeom prst="ellipse">
              <a:avLst/>
            </a:prstGeom>
            <a:noFill/>
            <a:ln w="22225" cap="flat" cmpd="sng">
              <a:solidFill>
                <a:schemeClr val="tx1"/>
              </a:solidFill>
              <a:prstDash val="solid"/>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11305" name="Line 7"/>
            <p:cNvSpPr/>
            <p:nvPr/>
          </p:nvSpPr>
          <p:spPr>
            <a:xfrm flipH="1">
              <a:off x="720" y="721"/>
              <a:ext cx="96" cy="96"/>
            </a:xfrm>
            <a:prstGeom prst="line">
              <a:avLst/>
            </a:prstGeom>
            <a:ln w="22225" cap="flat" cmpd="sng">
              <a:solidFill>
                <a:schemeClr val="tx1"/>
              </a:solidFill>
              <a:prstDash val="solid"/>
              <a:headEnd type="none" w="med" len="med"/>
              <a:tailEnd type="none" w="med" len="med"/>
            </a:ln>
          </p:spPr>
        </p:sp>
        <p:sp>
          <p:nvSpPr>
            <p:cNvPr id="11306" name="Line 8"/>
            <p:cNvSpPr/>
            <p:nvPr/>
          </p:nvSpPr>
          <p:spPr>
            <a:xfrm>
              <a:off x="720" y="721"/>
              <a:ext cx="96" cy="96"/>
            </a:xfrm>
            <a:prstGeom prst="line">
              <a:avLst/>
            </a:prstGeom>
            <a:ln w="22225" cap="flat" cmpd="sng">
              <a:solidFill>
                <a:schemeClr val="tx1"/>
              </a:solidFill>
              <a:prstDash val="solid"/>
              <a:headEnd type="none" w="med" len="med"/>
              <a:tailEnd type="none" w="med" len="med"/>
            </a:ln>
          </p:spPr>
        </p:sp>
        <p:sp>
          <p:nvSpPr>
            <p:cNvPr id="11307" name="Line 9"/>
            <p:cNvSpPr/>
            <p:nvPr/>
          </p:nvSpPr>
          <p:spPr>
            <a:xfrm>
              <a:off x="192" y="769"/>
              <a:ext cx="480" cy="0"/>
            </a:xfrm>
            <a:prstGeom prst="line">
              <a:avLst/>
            </a:prstGeom>
            <a:ln w="22225" cap="flat" cmpd="sng">
              <a:solidFill>
                <a:schemeClr val="tx1"/>
              </a:solidFill>
              <a:prstDash val="solid"/>
              <a:headEnd type="none" w="med" len="med"/>
              <a:tailEnd type="triangle" w="med" len="med"/>
            </a:ln>
          </p:spPr>
        </p:sp>
        <p:sp>
          <p:nvSpPr>
            <p:cNvPr id="11308" name="Line 10"/>
            <p:cNvSpPr/>
            <p:nvPr/>
          </p:nvSpPr>
          <p:spPr>
            <a:xfrm flipV="1">
              <a:off x="864" y="769"/>
              <a:ext cx="336" cy="0"/>
            </a:xfrm>
            <a:prstGeom prst="line">
              <a:avLst/>
            </a:prstGeom>
            <a:ln w="22225" cap="flat" cmpd="sng">
              <a:solidFill>
                <a:schemeClr val="tx1"/>
              </a:solidFill>
              <a:prstDash val="solid"/>
              <a:headEnd type="none" w="med" len="med"/>
              <a:tailEnd type="triangle" w="med" len="med"/>
            </a:ln>
          </p:spPr>
        </p:sp>
        <p:sp>
          <p:nvSpPr>
            <p:cNvPr id="11309" name="Rectangle 11"/>
            <p:cNvSpPr/>
            <p:nvPr/>
          </p:nvSpPr>
          <p:spPr>
            <a:xfrm>
              <a:off x="1200" y="576"/>
              <a:ext cx="480" cy="384"/>
            </a:xfrm>
            <a:prstGeom prst="rect">
              <a:avLst/>
            </a:prstGeom>
            <a:noFill/>
            <a:ln w="22225" cap="flat" cmpd="sng">
              <a:solidFill>
                <a:schemeClr val="tx1"/>
              </a:solidFill>
              <a:prstDash val="solid"/>
              <a:miter/>
              <a:headEnd type="none" w="med" len="med"/>
              <a:tailEnd type="none" w="med" len="med"/>
            </a:ln>
          </p:spPr>
          <p:txBody>
            <a:bodyPr wrap="none" anchor="ctr" anchorCtr="0"/>
            <a:lstStyle/>
            <a:p>
              <a:pPr algn="ctr"/>
              <a:r>
                <a:rPr lang="en-US" altLang="zh-CN" sz="2400" i="1" dirty="0">
                  <a:latin typeface="Times New Roman" panose="02020603050405020304" pitchFamily="18" charset="0"/>
                </a:rPr>
                <a:t>G</a:t>
              </a:r>
              <a:r>
                <a:rPr lang="en-US" altLang="zh-CN" sz="2400" i="1" baseline="-18000" dirty="0">
                  <a:latin typeface="Times New Roman" panose="02020603050405020304" pitchFamily="18" charset="0"/>
                </a:rPr>
                <a:t>c</a:t>
              </a:r>
              <a:r>
                <a:rPr lang="en-US" altLang="zh-CN" sz="2400" dirty="0">
                  <a:latin typeface="Times New Roman" panose="02020603050405020304" pitchFamily="18" charset="0"/>
                </a:rPr>
                <a:t>(</a:t>
              </a:r>
              <a:r>
                <a:rPr lang="en-US" altLang="zh-CN" sz="2400" i="1" dirty="0">
                  <a:latin typeface="Times New Roman" panose="02020603050405020304" pitchFamily="18" charset="0"/>
                </a:rPr>
                <a:t>s</a:t>
              </a:r>
              <a:r>
                <a:rPr lang="en-US" altLang="zh-CN" sz="2400" dirty="0">
                  <a:latin typeface="Times New Roman" panose="02020603050405020304" pitchFamily="18" charset="0"/>
                </a:rPr>
                <a:t>)</a:t>
              </a:r>
            </a:p>
          </p:txBody>
        </p:sp>
        <p:sp>
          <p:nvSpPr>
            <p:cNvPr id="11310" name="Rectangle 12"/>
            <p:cNvSpPr/>
            <p:nvPr/>
          </p:nvSpPr>
          <p:spPr>
            <a:xfrm>
              <a:off x="2016" y="576"/>
              <a:ext cx="480" cy="384"/>
            </a:xfrm>
            <a:prstGeom prst="rect">
              <a:avLst/>
            </a:prstGeom>
            <a:noFill/>
            <a:ln w="22225" cap="flat" cmpd="sng">
              <a:solidFill>
                <a:schemeClr val="tx1"/>
              </a:solidFill>
              <a:prstDash val="solid"/>
              <a:miter/>
              <a:headEnd type="none" w="med" len="med"/>
              <a:tailEnd type="none" w="med" len="med"/>
            </a:ln>
          </p:spPr>
          <p:txBody>
            <a:bodyPr wrap="none" anchor="ctr" anchorCtr="0"/>
            <a:lstStyle/>
            <a:p>
              <a:pPr algn="ctr"/>
              <a:r>
                <a:rPr lang="en-US" altLang="zh-CN" sz="2400" i="1" dirty="0">
                  <a:latin typeface="Times New Roman" panose="02020603050405020304" pitchFamily="18" charset="0"/>
                </a:rPr>
                <a:t>G</a:t>
              </a:r>
              <a:r>
                <a:rPr lang="en-US" altLang="zh-CN" sz="2400" i="1" baseline="-18000" dirty="0">
                  <a:latin typeface="Times New Roman" panose="02020603050405020304" pitchFamily="18" charset="0"/>
                </a:rPr>
                <a:t> </a:t>
              </a:r>
              <a:r>
                <a:rPr lang="en-US" altLang="zh-CN" sz="2400" dirty="0">
                  <a:latin typeface="Times New Roman" panose="02020603050405020304" pitchFamily="18" charset="0"/>
                </a:rPr>
                <a:t>(</a:t>
              </a:r>
              <a:r>
                <a:rPr lang="en-US" altLang="zh-CN" sz="2400" i="1" dirty="0">
                  <a:latin typeface="Times New Roman" panose="02020603050405020304" pitchFamily="18" charset="0"/>
                </a:rPr>
                <a:t>s</a:t>
              </a:r>
              <a:r>
                <a:rPr lang="en-US" altLang="zh-CN" sz="2400" dirty="0">
                  <a:latin typeface="Times New Roman" panose="02020603050405020304" pitchFamily="18" charset="0"/>
                </a:rPr>
                <a:t>)</a:t>
              </a:r>
            </a:p>
          </p:txBody>
        </p:sp>
        <p:sp>
          <p:nvSpPr>
            <p:cNvPr id="11311" name="Line 13"/>
            <p:cNvSpPr/>
            <p:nvPr/>
          </p:nvSpPr>
          <p:spPr>
            <a:xfrm>
              <a:off x="1680" y="768"/>
              <a:ext cx="336" cy="0"/>
            </a:xfrm>
            <a:prstGeom prst="line">
              <a:avLst/>
            </a:prstGeom>
            <a:ln w="22225" cap="flat" cmpd="sng">
              <a:solidFill>
                <a:schemeClr val="tx1"/>
              </a:solidFill>
              <a:prstDash val="solid"/>
              <a:headEnd type="none" w="med" len="med"/>
              <a:tailEnd type="triangle" w="med" len="med"/>
            </a:ln>
          </p:spPr>
        </p:sp>
        <p:sp>
          <p:nvSpPr>
            <p:cNvPr id="11312" name="Line 14"/>
            <p:cNvSpPr/>
            <p:nvPr/>
          </p:nvSpPr>
          <p:spPr>
            <a:xfrm>
              <a:off x="2496" y="768"/>
              <a:ext cx="528" cy="0"/>
            </a:xfrm>
            <a:prstGeom prst="line">
              <a:avLst/>
            </a:prstGeom>
            <a:ln w="22225" cap="flat" cmpd="sng">
              <a:solidFill>
                <a:schemeClr val="tx1"/>
              </a:solidFill>
              <a:prstDash val="solid"/>
              <a:headEnd type="none" w="med" len="med"/>
              <a:tailEnd type="triangle" w="med" len="med"/>
            </a:ln>
          </p:spPr>
        </p:sp>
        <p:sp>
          <p:nvSpPr>
            <p:cNvPr id="11313" name="Rectangle 15"/>
            <p:cNvSpPr/>
            <p:nvPr/>
          </p:nvSpPr>
          <p:spPr>
            <a:xfrm>
              <a:off x="1584" y="1152"/>
              <a:ext cx="480" cy="384"/>
            </a:xfrm>
            <a:prstGeom prst="rect">
              <a:avLst/>
            </a:prstGeom>
            <a:noFill/>
            <a:ln w="22225" cap="flat" cmpd="sng">
              <a:solidFill>
                <a:schemeClr val="tx1"/>
              </a:solidFill>
              <a:prstDash val="solid"/>
              <a:miter/>
              <a:headEnd type="none" w="med" len="med"/>
              <a:tailEnd type="none" w="med" len="med"/>
            </a:ln>
          </p:spPr>
          <p:txBody>
            <a:bodyPr wrap="none" anchor="ctr" anchorCtr="0"/>
            <a:lstStyle/>
            <a:p>
              <a:pPr algn="ctr"/>
              <a:r>
                <a:rPr lang="en-US" altLang="zh-CN" sz="2400" i="1" dirty="0">
                  <a:latin typeface="Times New Roman" panose="02020603050405020304" pitchFamily="18" charset="0"/>
                </a:rPr>
                <a:t>H</a:t>
              </a:r>
              <a:r>
                <a:rPr lang="en-US" altLang="zh-CN" sz="2400" dirty="0">
                  <a:latin typeface="Times New Roman" panose="02020603050405020304" pitchFamily="18" charset="0"/>
                </a:rPr>
                <a:t>(</a:t>
              </a:r>
              <a:r>
                <a:rPr lang="en-US" altLang="zh-CN" sz="2400" i="1" dirty="0">
                  <a:latin typeface="Times New Roman" panose="02020603050405020304" pitchFamily="18" charset="0"/>
                </a:rPr>
                <a:t>s</a:t>
              </a:r>
              <a:r>
                <a:rPr lang="en-US" altLang="zh-CN" sz="2400" dirty="0">
                  <a:latin typeface="Times New Roman" panose="02020603050405020304" pitchFamily="18" charset="0"/>
                </a:rPr>
                <a:t>)</a:t>
              </a:r>
            </a:p>
          </p:txBody>
        </p:sp>
        <p:sp>
          <p:nvSpPr>
            <p:cNvPr id="11314" name="Line 16"/>
            <p:cNvSpPr/>
            <p:nvPr/>
          </p:nvSpPr>
          <p:spPr>
            <a:xfrm>
              <a:off x="2640" y="768"/>
              <a:ext cx="0" cy="576"/>
            </a:xfrm>
            <a:prstGeom prst="line">
              <a:avLst/>
            </a:prstGeom>
            <a:ln w="22225" cap="flat" cmpd="sng">
              <a:solidFill>
                <a:schemeClr val="tx1"/>
              </a:solidFill>
              <a:prstDash val="solid"/>
              <a:headEnd type="none" w="med" len="med"/>
              <a:tailEnd type="none" w="med" len="med"/>
            </a:ln>
          </p:spPr>
        </p:sp>
        <p:sp>
          <p:nvSpPr>
            <p:cNvPr id="11315" name="Line 17"/>
            <p:cNvSpPr/>
            <p:nvPr/>
          </p:nvSpPr>
          <p:spPr>
            <a:xfrm flipH="1">
              <a:off x="2064" y="1344"/>
              <a:ext cx="576" cy="0"/>
            </a:xfrm>
            <a:prstGeom prst="line">
              <a:avLst/>
            </a:prstGeom>
            <a:ln w="22225" cap="flat" cmpd="sng">
              <a:solidFill>
                <a:schemeClr val="tx1"/>
              </a:solidFill>
              <a:prstDash val="solid"/>
              <a:headEnd type="none" w="med" len="med"/>
              <a:tailEnd type="triangle" w="med" len="med"/>
            </a:ln>
          </p:spPr>
        </p:sp>
        <p:sp>
          <p:nvSpPr>
            <p:cNvPr id="11316" name="Line 18"/>
            <p:cNvSpPr/>
            <p:nvPr/>
          </p:nvSpPr>
          <p:spPr>
            <a:xfrm flipH="1">
              <a:off x="768" y="1344"/>
              <a:ext cx="816" cy="0"/>
            </a:xfrm>
            <a:prstGeom prst="line">
              <a:avLst/>
            </a:prstGeom>
            <a:ln w="22225" cap="flat" cmpd="sng">
              <a:solidFill>
                <a:schemeClr val="tx1"/>
              </a:solidFill>
              <a:prstDash val="solid"/>
              <a:headEnd type="none" w="med" len="med"/>
              <a:tailEnd type="none" w="med" len="med"/>
            </a:ln>
          </p:spPr>
        </p:sp>
        <p:sp>
          <p:nvSpPr>
            <p:cNvPr id="11317" name="Line 19"/>
            <p:cNvSpPr/>
            <p:nvPr/>
          </p:nvSpPr>
          <p:spPr>
            <a:xfrm flipV="1">
              <a:off x="768" y="864"/>
              <a:ext cx="0" cy="480"/>
            </a:xfrm>
            <a:prstGeom prst="line">
              <a:avLst/>
            </a:prstGeom>
            <a:ln w="22225" cap="flat" cmpd="sng">
              <a:solidFill>
                <a:schemeClr val="tx1"/>
              </a:solidFill>
              <a:prstDash val="solid"/>
              <a:headEnd type="none" w="med" len="med"/>
              <a:tailEnd type="triangle" w="med" len="med"/>
            </a:ln>
          </p:spPr>
        </p:sp>
        <p:sp>
          <p:nvSpPr>
            <p:cNvPr id="11318" name="Line 20"/>
            <p:cNvSpPr/>
            <p:nvPr/>
          </p:nvSpPr>
          <p:spPr>
            <a:xfrm>
              <a:off x="816" y="1008"/>
              <a:ext cx="96" cy="0"/>
            </a:xfrm>
            <a:prstGeom prst="line">
              <a:avLst/>
            </a:prstGeom>
            <a:ln w="22225" cap="flat" cmpd="sng">
              <a:solidFill>
                <a:schemeClr val="tx1"/>
              </a:solidFill>
              <a:prstDash val="solid"/>
              <a:headEnd type="none" w="med" len="med"/>
              <a:tailEnd type="none" w="med" len="med"/>
            </a:ln>
          </p:spPr>
        </p:sp>
        <p:sp>
          <p:nvSpPr>
            <p:cNvPr id="11319" name="Rectangle 21"/>
            <p:cNvSpPr/>
            <p:nvPr/>
          </p:nvSpPr>
          <p:spPr>
            <a:xfrm>
              <a:off x="144" y="425"/>
              <a:ext cx="483" cy="303"/>
            </a:xfrm>
            <a:prstGeom prst="rect">
              <a:avLst/>
            </a:prstGeom>
            <a:noFill/>
            <a:ln w="22225">
              <a:noFill/>
            </a:ln>
          </p:spPr>
          <p:txBody>
            <a:bodyPr wrap="none">
              <a:spAutoFit/>
            </a:bodyPr>
            <a:lstStyle/>
            <a:p>
              <a:r>
                <a:rPr lang="en-US" altLang="zh-CN" sz="2400" i="1" dirty="0">
                  <a:latin typeface="Times New Roman" panose="02020603050405020304" pitchFamily="18" charset="0"/>
                </a:rPr>
                <a:t>X</a:t>
              </a:r>
              <a:r>
                <a:rPr lang="en-US" altLang="zh-CN" sz="2400" i="1" baseline="-18000" dirty="0">
                  <a:latin typeface="Times New Roman" panose="02020603050405020304" pitchFamily="18" charset="0"/>
                </a:rPr>
                <a:t>i</a:t>
              </a:r>
              <a:r>
                <a:rPr lang="en-US" altLang="zh-CN" sz="2400" dirty="0">
                  <a:latin typeface="Times New Roman" panose="02020603050405020304" pitchFamily="18" charset="0"/>
                </a:rPr>
                <a:t>(</a:t>
              </a:r>
              <a:r>
                <a:rPr lang="en-US" altLang="zh-CN" sz="2400" i="1" dirty="0">
                  <a:latin typeface="Times New Roman" panose="02020603050405020304" pitchFamily="18" charset="0"/>
                </a:rPr>
                <a:t>s</a:t>
              </a:r>
              <a:r>
                <a:rPr lang="en-US" altLang="zh-CN" sz="2400" dirty="0">
                  <a:latin typeface="Times New Roman" panose="02020603050405020304" pitchFamily="18" charset="0"/>
                </a:rPr>
                <a:t>)</a:t>
              </a:r>
            </a:p>
          </p:txBody>
        </p:sp>
        <p:sp>
          <p:nvSpPr>
            <p:cNvPr id="11320" name="Rectangle 22"/>
            <p:cNvSpPr/>
            <p:nvPr/>
          </p:nvSpPr>
          <p:spPr>
            <a:xfrm>
              <a:off x="2524" y="425"/>
              <a:ext cx="512" cy="303"/>
            </a:xfrm>
            <a:prstGeom prst="rect">
              <a:avLst/>
            </a:prstGeom>
            <a:noFill/>
            <a:ln w="22225">
              <a:noFill/>
            </a:ln>
          </p:spPr>
          <p:txBody>
            <a:bodyPr wrap="none">
              <a:spAutoFit/>
            </a:bodyPr>
            <a:lstStyle/>
            <a:p>
              <a:r>
                <a:rPr lang="en-US" altLang="zh-CN" sz="2400" i="1" dirty="0">
                  <a:latin typeface="Times New Roman" panose="02020603050405020304" pitchFamily="18" charset="0"/>
                </a:rPr>
                <a:t>X</a:t>
              </a:r>
              <a:r>
                <a:rPr lang="en-US" altLang="zh-CN" sz="2400" i="1" baseline="-18000" dirty="0">
                  <a:latin typeface="Times New Roman" panose="02020603050405020304" pitchFamily="18" charset="0"/>
                </a:rPr>
                <a:t>o</a:t>
              </a:r>
              <a:r>
                <a:rPr lang="en-US" altLang="zh-CN" sz="2400" dirty="0">
                  <a:latin typeface="Times New Roman" panose="02020603050405020304" pitchFamily="18" charset="0"/>
                </a:rPr>
                <a:t>(</a:t>
              </a:r>
              <a:r>
                <a:rPr lang="en-US" altLang="zh-CN" sz="2400" i="1" dirty="0">
                  <a:latin typeface="Times New Roman" panose="02020603050405020304" pitchFamily="18" charset="0"/>
                </a:rPr>
                <a:t>s</a:t>
              </a:r>
              <a:r>
                <a:rPr lang="en-US" altLang="zh-CN" sz="2400" dirty="0">
                  <a:latin typeface="Times New Roman" panose="02020603050405020304" pitchFamily="18" charset="0"/>
                </a:rPr>
                <a:t>)</a:t>
              </a:r>
            </a:p>
          </p:txBody>
        </p:sp>
        <p:sp>
          <p:nvSpPr>
            <p:cNvPr id="11321" name="Oval 23"/>
            <p:cNvSpPr/>
            <p:nvPr/>
          </p:nvSpPr>
          <p:spPr>
            <a:xfrm>
              <a:off x="2622" y="738"/>
              <a:ext cx="48" cy="48"/>
            </a:xfrm>
            <a:prstGeom prst="ellipse">
              <a:avLst/>
            </a:prstGeom>
            <a:solidFill>
              <a:schemeClr val="tx1"/>
            </a:solidFill>
            <a:ln w="22225" cap="flat" cmpd="sng">
              <a:solidFill>
                <a:schemeClr val="tx1"/>
              </a:solidFill>
              <a:prstDash val="solid"/>
              <a:headEnd type="none" w="med" len="med"/>
              <a:tailEnd type="none" w="med" len="med"/>
            </a:ln>
          </p:spPr>
          <p:txBody>
            <a:bodyPr wrap="none" anchor="ctr" anchorCtr="0"/>
            <a:lstStyle/>
            <a:p>
              <a:endParaRPr lang="zh-CN" altLang="en-US" dirty="0">
                <a:latin typeface="Arial" panose="020B0604020202020204" pitchFamily="34" charset="0"/>
              </a:endParaRPr>
            </a:p>
          </p:txBody>
        </p:sp>
      </p:grpSp>
      <p:sp>
        <p:nvSpPr>
          <p:cNvPr id="16408" name="Text Box 24"/>
          <p:cNvSpPr txBox="1"/>
          <p:nvPr/>
        </p:nvSpPr>
        <p:spPr>
          <a:xfrm>
            <a:off x="1116013" y="3429000"/>
            <a:ext cx="7010400" cy="582613"/>
          </a:xfrm>
          <a:prstGeom prst="rect">
            <a:avLst/>
          </a:prstGeom>
          <a:noFill/>
          <a:ln w="22225">
            <a:noFill/>
          </a:ln>
        </p:spPr>
        <p:txBody>
          <a:bodyPr>
            <a:spAutoFit/>
          </a:bodyPr>
          <a:lstStyle/>
          <a:p>
            <a:pPr>
              <a:lnSpc>
                <a:spcPct val="115000"/>
              </a:lnSpc>
              <a:buFont typeface="Wingdings" panose="05000000000000000000" pitchFamily="2" charset="2"/>
              <a:buChar char="Ø"/>
            </a:pPr>
            <a:r>
              <a:rPr lang="en-US" altLang="zh-CN" sz="2800" dirty="0">
                <a:latin typeface="Times New Roman" panose="02020603050405020304" pitchFamily="18" charset="0"/>
              </a:rPr>
              <a:t> </a:t>
            </a:r>
            <a:r>
              <a:rPr lang="zh-CN" altLang="en-US" sz="2800" dirty="0">
                <a:latin typeface="Times New Roman" panose="02020603050405020304" pitchFamily="18" charset="0"/>
              </a:rPr>
              <a:t>并联校正</a:t>
            </a:r>
            <a:r>
              <a:rPr lang="zh-CN" altLang="en-US" sz="2800" dirty="0">
                <a:latin typeface="宋体" panose="02010600030101010101" pitchFamily="2" charset="-122"/>
              </a:rPr>
              <a:t>（反馈校正）</a:t>
            </a:r>
          </a:p>
        </p:txBody>
      </p:sp>
      <p:grpSp>
        <p:nvGrpSpPr>
          <p:cNvPr id="3" name="Group 25"/>
          <p:cNvGrpSpPr/>
          <p:nvPr/>
        </p:nvGrpSpPr>
        <p:grpSpPr>
          <a:xfrm>
            <a:off x="1344613" y="3963988"/>
            <a:ext cx="7086600" cy="2333625"/>
            <a:chOff x="53" y="18"/>
            <a:chExt cx="4171" cy="1374"/>
          </a:xfrm>
        </p:grpSpPr>
        <p:grpSp>
          <p:nvGrpSpPr>
            <p:cNvPr id="11271" name="Group 26"/>
            <p:cNvGrpSpPr/>
            <p:nvPr/>
          </p:nvGrpSpPr>
          <p:grpSpPr>
            <a:xfrm>
              <a:off x="501" y="213"/>
              <a:ext cx="171" cy="158"/>
              <a:chOff x="754" y="1499"/>
              <a:chExt cx="171" cy="158"/>
            </a:xfrm>
          </p:grpSpPr>
          <p:sp>
            <p:nvSpPr>
              <p:cNvPr id="11301" name="Oval 27"/>
              <p:cNvSpPr/>
              <p:nvPr/>
            </p:nvSpPr>
            <p:spPr>
              <a:xfrm>
                <a:off x="754" y="1499"/>
                <a:ext cx="171" cy="158"/>
              </a:xfrm>
              <a:prstGeom prst="ellipse">
                <a:avLst/>
              </a:prstGeom>
              <a:noFill/>
              <a:ln w="22225" cap="flat" cmpd="sng">
                <a:solidFill>
                  <a:schemeClr val="tx1"/>
                </a:solidFill>
                <a:prstDash val="solid"/>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11302" name="Line 28"/>
              <p:cNvSpPr/>
              <p:nvPr/>
            </p:nvSpPr>
            <p:spPr>
              <a:xfrm flipH="1">
                <a:off x="797" y="1539"/>
                <a:ext cx="85" cy="79"/>
              </a:xfrm>
              <a:prstGeom prst="line">
                <a:avLst/>
              </a:prstGeom>
              <a:ln w="22225" cap="flat" cmpd="sng">
                <a:solidFill>
                  <a:schemeClr val="tx1"/>
                </a:solidFill>
                <a:prstDash val="solid"/>
                <a:headEnd type="none" w="med" len="med"/>
                <a:tailEnd type="none" w="med" len="med"/>
              </a:ln>
            </p:spPr>
          </p:sp>
          <p:sp>
            <p:nvSpPr>
              <p:cNvPr id="11303" name="Line 29"/>
              <p:cNvSpPr/>
              <p:nvPr/>
            </p:nvSpPr>
            <p:spPr>
              <a:xfrm>
                <a:off x="797" y="1539"/>
                <a:ext cx="85" cy="79"/>
              </a:xfrm>
              <a:prstGeom prst="line">
                <a:avLst/>
              </a:prstGeom>
              <a:ln w="22225" cap="flat" cmpd="sng">
                <a:solidFill>
                  <a:schemeClr val="tx1"/>
                </a:solidFill>
                <a:prstDash val="solid"/>
                <a:headEnd type="none" w="med" len="med"/>
                <a:tailEnd type="none" w="med" len="med"/>
              </a:ln>
            </p:spPr>
          </p:sp>
        </p:grpSp>
        <p:sp>
          <p:nvSpPr>
            <p:cNvPr id="11272" name="Line 30"/>
            <p:cNvSpPr/>
            <p:nvPr/>
          </p:nvSpPr>
          <p:spPr>
            <a:xfrm>
              <a:off x="83" y="300"/>
              <a:ext cx="424" cy="0"/>
            </a:xfrm>
            <a:prstGeom prst="line">
              <a:avLst/>
            </a:prstGeom>
            <a:ln w="22225" cap="flat" cmpd="sng">
              <a:solidFill>
                <a:schemeClr val="tx1"/>
              </a:solidFill>
              <a:prstDash val="solid"/>
              <a:headEnd type="none" w="med" len="med"/>
              <a:tailEnd type="triangle" w="med" len="med"/>
            </a:ln>
          </p:spPr>
        </p:sp>
        <p:sp>
          <p:nvSpPr>
            <p:cNvPr id="11273" name="Line 31"/>
            <p:cNvSpPr/>
            <p:nvPr/>
          </p:nvSpPr>
          <p:spPr>
            <a:xfrm flipV="1">
              <a:off x="672" y="303"/>
              <a:ext cx="297" cy="0"/>
            </a:xfrm>
            <a:prstGeom prst="line">
              <a:avLst/>
            </a:prstGeom>
            <a:ln w="22225" cap="flat" cmpd="sng">
              <a:solidFill>
                <a:schemeClr val="tx1"/>
              </a:solidFill>
              <a:prstDash val="solid"/>
              <a:headEnd type="none" w="med" len="med"/>
              <a:tailEnd type="triangle" w="med" len="med"/>
            </a:ln>
          </p:spPr>
        </p:sp>
        <p:sp>
          <p:nvSpPr>
            <p:cNvPr id="11274" name="Rectangle 32"/>
            <p:cNvSpPr/>
            <p:nvPr/>
          </p:nvSpPr>
          <p:spPr>
            <a:xfrm>
              <a:off x="2160" y="657"/>
              <a:ext cx="424" cy="315"/>
            </a:xfrm>
            <a:prstGeom prst="rect">
              <a:avLst/>
            </a:prstGeom>
            <a:noFill/>
            <a:ln w="22225" cap="flat" cmpd="sng">
              <a:solidFill>
                <a:schemeClr val="tx1"/>
              </a:solidFill>
              <a:prstDash val="solid"/>
              <a:miter/>
              <a:headEnd type="none" w="med" len="med"/>
              <a:tailEnd type="none" w="med" len="med"/>
            </a:ln>
          </p:spPr>
          <p:txBody>
            <a:bodyPr wrap="none" anchor="ctr" anchorCtr="0"/>
            <a:lstStyle/>
            <a:p>
              <a:pPr algn="ctr"/>
              <a:r>
                <a:rPr lang="en-US" altLang="zh-CN" sz="2400" i="1" dirty="0">
                  <a:latin typeface="Times New Roman" panose="02020603050405020304" pitchFamily="18" charset="0"/>
                </a:rPr>
                <a:t>G</a:t>
              </a:r>
              <a:r>
                <a:rPr lang="en-US" altLang="zh-CN" sz="2400" i="1" baseline="-18000" dirty="0">
                  <a:latin typeface="Times New Roman" panose="02020603050405020304" pitchFamily="18" charset="0"/>
                </a:rPr>
                <a:t>c</a:t>
              </a:r>
              <a:r>
                <a:rPr lang="en-US" altLang="zh-CN" sz="2400" dirty="0">
                  <a:latin typeface="Times New Roman" panose="02020603050405020304" pitchFamily="18" charset="0"/>
                </a:rPr>
                <a:t>(</a:t>
              </a:r>
              <a:r>
                <a:rPr lang="en-US" altLang="zh-CN" sz="2400" i="1" dirty="0">
                  <a:latin typeface="Times New Roman" panose="02020603050405020304" pitchFamily="18" charset="0"/>
                </a:rPr>
                <a:t>s</a:t>
              </a:r>
              <a:r>
                <a:rPr lang="en-US" altLang="zh-CN" sz="2400" dirty="0">
                  <a:latin typeface="Times New Roman" panose="02020603050405020304" pitchFamily="18" charset="0"/>
                </a:rPr>
                <a:t>)</a:t>
              </a:r>
            </a:p>
          </p:txBody>
        </p:sp>
        <p:sp>
          <p:nvSpPr>
            <p:cNvPr id="11275" name="Rectangle 33"/>
            <p:cNvSpPr/>
            <p:nvPr/>
          </p:nvSpPr>
          <p:spPr>
            <a:xfrm>
              <a:off x="2160" y="145"/>
              <a:ext cx="424" cy="315"/>
            </a:xfrm>
            <a:prstGeom prst="rect">
              <a:avLst/>
            </a:prstGeom>
            <a:noFill/>
            <a:ln w="22225" cap="flat" cmpd="sng">
              <a:solidFill>
                <a:schemeClr val="tx1"/>
              </a:solidFill>
              <a:prstDash val="solid"/>
              <a:miter/>
              <a:headEnd type="none" w="med" len="med"/>
              <a:tailEnd type="none" w="med" len="med"/>
            </a:ln>
          </p:spPr>
          <p:txBody>
            <a:bodyPr wrap="none" anchor="ctr" anchorCtr="0"/>
            <a:lstStyle/>
            <a:p>
              <a:pPr algn="ctr"/>
              <a:r>
                <a:rPr lang="en-US" altLang="zh-CN" sz="2400" i="1" dirty="0">
                  <a:latin typeface="Times New Roman" panose="02020603050405020304" pitchFamily="18" charset="0"/>
                </a:rPr>
                <a:t>G</a:t>
              </a:r>
              <a:r>
                <a:rPr lang="en-US" altLang="zh-CN" sz="2400" baseline="-18000" dirty="0">
                  <a:latin typeface="Times New Roman" panose="02020603050405020304" pitchFamily="18" charset="0"/>
                </a:rPr>
                <a:t>2</a:t>
              </a:r>
              <a:r>
                <a:rPr lang="en-US" altLang="zh-CN" sz="2400" dirty="0">
                  <a:latin typeface="Times New Roman" panose="02020603050405020304" pitchFamily="18" charset="0"/>
                </a:rPr>
                <a:t>(</a:t>
              </a:r>
              <a:r>
                <a:rPr lang="en-US" altLang="zh-CN" sz="2400" i="1" dirty="0">
                  <a:latin typeface="Times New Roman" panose="02020603050405020304" pitchFamily="18" charset="0"/>
                </a:rPr>
                <a:t>s</a:t>
              </a:r>
              <a:r>
                <a:rPr lang="en-US" altLang="zh-CN" sz="2400" dirty="0">
                  <a:latin typeface="Times New Roman" panose="02020603050405020304" pitchFamily="18" charset="0"/>
                </a:rPr>
                <a:t>)</a:t>
              </a:r>
            </a:p>
          </p:txBody>
        </p:sp>
        <p:sp>
          <p:nvSpPr>
            <p:cNvPr id="11276" name="Line 34"/>
            <p:cNvSpPr/>
            <p:nvPr/>
          </p:nvSpPr>
          <p:spPr>
            <a:xfrm>
              <a:off x="1863" y="309"/>
              <a:ext cx="297" cy="0"/>
            </a:xfrm>
            <a:prstGeom prst="line">
              <a:avLst/>
            </a:prstGeom>
            <a:ln w="22225" cap="flat" cmpd="sng">
              <a:solidFill>
                <a:schemeClr val="tx1"/>
              </a:solidFill>
              <a:prstDash val="solid"/>
              <a:headEnd type="none" w="med" len="med"/>
              <a:tailEnd type="triangle" w="med" len="med"/>
            </a:ln>
          </p:spPr>
        </p:sp>
        <p:sp>
          <p:nvSpPr>
            <p:cNvPr id="11277" name="Line 35"/>
            <p:cNvSpPr/>
            <p:nvPr/>
          </p:nvSpPr>
          <p:spPr>
            <a:xfrm>
              <a:off x="2592" y="296"/>
              <a:ext cx="480" cy="0"/>
            </a:xfrm>
            <a:prstGeom prst="line">
              <a:avLst/>
            </a:prstGeom>
            <a:ln w="22225" cap="flat" cmpd="sng">
              <a:solidFill>
                <a:schemeClr val="tx1"/>
              </a:solidFill>
              <a:prstDash val="solid"/>
              <a:headEnd type="none" w="med" len="med"/>
              <a:tailEnd type="triangle" w="med" len="med"/>
            </a:ln>
          </p:spPr>
        </p:sp>
        <p:sp>
          <p:nvSpPr>
            <p:cNvPr id="11278" name="Rectangle 36"/>
            <p:cNvSpPr/>
            <p:nvPr/>
          </p:nvSpPr>
          <p:spPr>
            <a:xfrm>
              <a:off x="2160" y="1077"/>
              <a:ext cx="424" cy="315"/>
            </a:xfrm>
            <a:prstGeom prst="rect">
              <a:avLst/>
            </a:prstGeom>
            <a:noFill/>
            <a:ln w="22225" cap="flat" cmpd="sng">
              <a:solidFill>
                <a:schemeClr val="tx1"/>
              </a:solidFill>
              <a:prstDash val="solid"/>
              <a:miter/>
              <a:headEnd type="none" w="med" len="med"/>
              <a:tailEnd type="none" w="med" len="med"/>
            </a:ln>
          </p:spPr>
          <p:txBody>
            <a:bodyPr wrap="none" anchor="ctr" anchorCtr="0"/>
            <a:lstStyle/>
            <a:p>
              <a:pPr algn="ctr"/>
              <a:r>
                <a:rPr lang="en-US" altLang="zh-CN" sz="2400" i="1" dirty="0">
                  <a:latin typeface="Times New Roman" panose="02020603050405020304" pitchFamily="18" charset="0"/>
                </a:rPr>
                <a:t>H</a:t>
              </a:r>
              <a:r>
                <a:rPr lang="en-US" altLang="zh-CN" sz="2400" dirty="0">
                  <a:latin typeface="Times New Roman" panose="02020603050405020304" pitchFamily="18" charset="0"/>
                </a:rPr>
                <a:t>(</a:t>
              </a:r>
              <a:r>
                <a:rPr lang="en-US" altLang="zh-CN" sz="2400" i="1" dirty="0">
                  <a:latin typeface="Times New Roman" panose="02020603050405020304" pitchFamily="18" charset="0"/>
                </a:rPr>
                <a:t>s</a:t>
              </a:r>
              <a:r>
                <a:rPr lang="en-US" altLang="zh-CN" sz="2400" dirty="0">
                  <a:latin typeface="Times New Roman" panose="02020603050405020304" pitchFamily="18" charset="0"/>
                </a:rPr>
                <a:t>)</a:t>
              </a:r>
            </a:p>
          </p:txBody>
        </p:sp>
        <p:sp>
          <p:nvSpPr>
            <p:cNvPr id="11279" name="Line 37"/>
            <p:cNvSpPr/>
            <p:nvPr/>
          </p:nvSpPr>
          <p:spPr>
            <a:xfrm>
              <a:off x="2832" y="309"/>
              <a:ext cx="0" cy="507"/>
            </a:xfrm>
            <a:prstGeom prst="line">
              <a:avLst/>
            </a:prstGeom>
            <a:ln w="22225" cap="flat" cmpd="sng">
              <a:solidFill>
                <a:schemeClr val="tx1"/>
              </a:solidFill>
              <a:prstDash val="solid"/>
              <a:headEnd type="none" w="med" len="med"/>
              <a:tailEnd type="none" w="med" len="med"/>
            </a:ln>
          </p:spPr>
        </p:sp>
        <p:sp>
          <p:nvSpPr>
            <p:cNvPr id="11280" name="Line 38"/>
            <p:cNvSpPr/>
            <p:nvPr/>
          </p:nvSpPr>
          <p:spPr>
            <a:xfrm flipH="1">
              <a:off x="576" y="1221"/>
              <a:ext cx="1584" cy="0"/>
            </a:xfrm>
            <a:prstGeom prst="line">
              <a:avLst/>
            </a:prstGeom>
            <a:ln w="22225" cap="flat" cmpd="sng">
              <a:solidFill>
                <a:schemeClr val="tx1"/>
              </a:solidFill>
              <a:prstDash val="solid"/>
              <a:headEnd type="none" w="med" len="med"/>
              <a:tailEnd type="none" w="med" len="med"/>
            </a:ln>
          </p:spPr>
        </p:sp>
        <p:sp>
          <p:nvSpPr>
            <p:cNvPr id="11281" name="Line 39"/>
            <p:cNvSpPr/>
            <p:nvPr/>
          </p:nvSpPr>
          <p:spPr>
            <a:xfrm flipH="1" flipV="1">
              <a:off x="576" y="357"/>
              <a:ext cx="0" cy="864"/>
            </a:xfrm>
            <a:prstGeom prst="line">
              <a:avLst/>
            </a:prstGeom>
            <a:ln w="22225" cap="flat" cmpd="sng">
              <a:solidFill>
                <a:schemeClr val="tx1"/>
              </a:solidFill>
              <a:prstDash val="solid"/>
              <a:headEnd type="none" w="med" len="med"/>
              <a:tailEnd type="triangle" w="med" len="med"/>
            </a:ln>
          </p:spPr>
        </p:sp>
        <p:sp>
          <p:nvSpPr>
            <p:cNvPr id="11282" name="Line 40"/>
            <p:cNvSpPr/>
            <p:nvPr/>
          </p:nvSpPr>
          <p:spPr>
            <a:xfrm>
              <a:off x="594" y="499"/>
              <a:ext cx="84" cy="0"/>
            </a:xfrm>
            <a:prstGeom prst="line">
              <a:avLst/>
            </a:prstGeom>
            <a:ln w="22225" cap="flat" cmpd="sng">
              <a:solidFill>
                <a:schemeClr val="tx1"/>
              </a:solidFill>
              <a:prstDash val="solid"/>
              <a:headEnd type="none" w="med" len="med"/>
              <a:tailEnd type="none" w="med" len="med"/>
            </a:ln>
          </p:spPr>
        </p:sp>
        <p:sp>
          <p:nvSpPr>
            <p:cNvPr id="11283" name="Rectangle 41"/>
            <p:cNvSpPr/>
            <p:nvPr/>
          </p:nvSpPr>
          <p:spPr>
            <a:xfrm>
              <a:off x="53" y="18"/>
              <a:ext cx="441" cy="269"/>
            </a:xfrm>
            <a:prstGeom prst="rect">
              <a:avLst/>
            </a:prstGeom>
            <a:noFill/>
            <a:ln w="22225">
              <a:noFill/>
            </a:ln>
          </p:spPr>
          <p:txBody>
            <a:bodyPr wrap="none">
              <a:spAutoFit/>
            </a:bodyPr>
            <a:lstStyle/>
            <a:p>
              <a:r>
                <a:rPr lang="en-US" altLang="zh-CN" sz="2400" i="1" dirty="0">
                  <a:latin typeface="Times New Roman" panose="02020603050405020304" pitchFamily="18" charset="0"/>
                </a:rPr>
                <a:t>X</a:t>
              </a:r>
              <a:r>
                <a:rPr lang="en-US" altLang="zh-CN" sz="2400" i="1" baseline="-18000" dirty="0">
                  <a:latin typeface="Times New Roman" panose="02020603050405020304" pitchFamily="18" charset="0"/>
                </a:rPr>
                <a:t>i</a:t>
              </a:r>
              <a:r>
                <a:rPr lang="en-US" altLang="zh-CN" sz="2400" dirty="0">
                  <a:latin typeface="Times New Roman" panose="02020603050405020304" pitchFamily="18" charset="0"/>
                </a:rPr>
                <a:t>(</a:t>
              </a:r>
              <a:r>
                <a:rPr lang="en-US" altLang="zh-CN" sz="2400" i="1" dirty="0">
                  <a:latin typeface="Times New Roman" panose="02020603050405020304" pitchFamily="18" charset="0"/>
                </a:rPr>
                <a:t>s</a:t>
              </a:r>
              <a:r>
                <a:rPr lang="en-US" altLang="zh-CN" sz="2400" dirty="0">
                  <a:latin typeface="Times New Roman" panose="02020603050405020304" pitchFamily="18" charset="0"/>
                </a:rPr>
                <a:t>)</a:t>
              </a:r>
            </a:p>
          </p:txBody>
        </p:sp>
        <p:sp>
          <p:nvSpPr>
            <p:cNvPr id="11284" name="Rectangle 42"/>
            <p:cNvSpPr/>
            <p:nvPr/>
          </p:nvSpPr>
          <p:spPr>
            <a:xfrm>
              <a:off x="3694" y="21"/>
              <a:ext cx="467" cy="269"/>
            </a:xfrm>
            <a:prstGeom prst="rect">
              <a:avLst/>
            </a:prstGeom>
            <a:noFill/>
            <a:ln w="22225">
              <a:noFill/>
            </a:ln>
          </p:spPr>
          <p:txBody>
            <a:bodyPr wrap="none">
              <a:spAutoFit/>
            </a:bodyPr>
            <a:lstStyle/>
            <a:p>
              <a:r>
                <a:rPr lang="en-US" altLang="zh-CN" sz="2400" i="1" dirty="0">
                  <a:latin typeface="Times New Roman" panose="02020603050405020304" pitchFamily="18" charset="0"/>
                </a:rPr>
                <a:t>X</a:t>
              </a:r>
              <a:r>
                <a:rPr lang="en-US" altLang="zh-CN" sz="2400" i="1" baseline="-18000" dirty="0">
                  <a:latin typeface="Times New Roman" panose="02020603050405020304" pitchFamily="18" charset="0"/>
                </a:rPr>
                <a:t>o</a:t>
              </a:r>
              <a:r>
                <a:rPr lang="en-US" altLang="zh-CN" sz="2400" dirty="0">
                  <a:latin typeface="Times New Roman" panose="02020603050405020304" pitchFamily="18" charset="0"/>
                </a:rPr>
                <a:t>(</a:t>
              </a:r>
              <a:r>
                <a:rPr lang="en-US" altLang="zh-CN" sz="2400" i="1" dirty="0">
                  <a:latin typeface="Times New Roman" panose="02020603050405020304" pitchFamily="18" charset="0"/>
                </a:rPr>
                <a:t>s</a:t>
              </a:r>
              <a:r>
                <a:rPr lang="en-US" altLang="zh-CN" sz="2400" dirty="0">
                  <a:latin typeface="Times New Roman" panose="02020603050405020304" pitchFamily="18" charset="0"/>
                </a:rPr>
                <a:t>)</a:t>
              </a:r>
            </a:p>
          </p:txBody>
        </p:sp>
        <p:sp>
          <p:nvSpPr>
            <p:cNvPr id="11285" name="Oval 43"/>
            <p:cNvSpPr/>
            <p:nvPr/>
          </p:nvSpPr>
          <p:spPr>
            <a:xfrm>
              <a:off x="2806" y="278"/>
              <a:ext cx="42" cy="39"/>
            </a:xfrm>
            <a:prstGeom prst="ellipse">
              <a:avLst/>
            </a:prstGeom>
            <a:solidFill>
              <a:schemeClr val="tx1"/>
            </a:solidFill>
            <a:ln w="22225" cap="flat" cmpd="sng">
              <a:solidFill>
                <a:schemeClr val="tx1"/>
              </a:solidFill>
              <a:prstDash val="solid"/>
              <a:headEnd type="none" w="med" len="med"/>
              <a:tailEnd type="none" w="med" len="med"/>
            </a:ln>
          </p:spPr>
          <p:txBody>
            <a:bodyPr wrap="none" anchor="ctr" anchorCtr="0"/>
            <a:lstStyle/>
            <a:p>
              <a:endParaRPr lang="zh-CN" altLang="en-US" dirty="0">
                <a:latin typeface="Arial" panose="020B0604020202020204" pitchFamily="34" charset="0"/>
              </a:endParaRPr>
            </a:p>
          </p:txBody>
        </p:sp>
        <p:grpSp>
          <p:nvGrpSpPr>
            <p:cNvPr id="11286" name="Group 44"/>
            <p:cNvGrpSpPr/>
            <p:nvPr/>
          </p:nvGrpSpPr>
          <p:grpSpPr>
            <a:xfrm>
              <a:off x="1680" y="229"/>
              <a:ext cx="171" cy="158"/>
              <a:chOff x="1968" y="1488"/>
              <a:chExt cx="171" cy="158"/>
            </a:xfrm>
          </p:grpSpPr>
          <p:sp>
            <p:nvSpPr>
              <p:cNvPr id="11298" name="Oval 45"/>
              <p:cNvSpPr/>
              <p:nvPr/>
            </p:nvSpPr>
            <p:spPr>
              <a:xfrm>
                <a:off x="1968" y="1488"/>
                <a:ext cx="171" cy="158"/>
              </a:xfrm>
              <a:prstGeom prst="ellipse">
                <a:avLst/>
              </a:prstGeom>
              <a:noFill/>
              <a:ln w="22225" cap="flat" cmpd="sng">
                <a:solidFill>
                  <a:schemeClr val="tx1"/>
                </a:solidFill>
                <a:prstDash val="solid"/>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11299" name="Line 46"/>
              <p:cNvSpPr/>
              <p:nvPr/>
            </p:nvSpPr>
            <p:spPr>
              <a:xfrm flipH="1">
                <a:off x="2011" y="1528"/>
                <a:ext cx="85" cy="79"/>
              </a:xfrm>
              <a:prstGeom prst="line">
                <a:avLst/>
              </a:prstGeom>
              <a:ln w="22225" cap="flat" cmpd="sng">
                <a:solidFill>
                  <a:schemeClr val="tx1"/>
                </a:solidFill>
                <a:prstDash val="solid"/>
                <a:headEnd type="none" w="med" len="med"/>
                <a:tailEnd type="none" w="med" len="med"/>
              </a:ln>
            </p:spPr>
          </p:sp>
          <p:sp>
            <p:nvSpPr>
              <p:cNvPr id="11300" name="Line 47"/>
              <p:cNvSpPr/>
              <p:nvPr/>
            </p:nvSpPr>
            <p:spPr>
              <a:xfrm>
                <a:off x="2011" y="1528"/>
                <a:ext cx="85" cy="79"/>
              </a:xfrm>
              <a:prstGeom prst="line">
                <a:avLst/>
              </a:prstGeom>
              <a:ln w="22225" cap="flat" cmpd="sng">
                <a:solidFill>
                  <a:schemeClr val="tx1"/>
                </a:solidFill>
                <a:prstDash val="solid"/>
                <a:headEnd type="none" w="med" len="med"/>
                <a:tailEnd type="none" w="med" len="med"/>
              </a:ln>
            </p:spPr>
          </p:sp>
        </p:grpSp>
        <p:sp>
          <p:nvSpPr>
            <p:cNvPr id="11287" name="Line 48"/>
            <p:cNvSpPr/>
            <p:nvPr/>
          </p:nvSpPr>
          <p:spPr>
            <a:xfrm flipH="1" flipV="1">
              <a:off x="1776" y="384"/>
              <a:ext cx="0" cy="432"/>
            </a:xfrm>
            <a:prstGeom prst="line">
              <a:avLst/>
            </a:prstGeom>
            <a:ln w="22225" cap="flat" cmpd="sng">
              <a:solidFill>
                <a:schemeClr val="tx1"/>
              </a:solidFill>
              <a:prstDash val="solid"/>
              <a:headEnd type="none" w="med" len="med"/>
              <a:tailEnd type="triangle" w="med" len="med"/>
            </a:ln>
          </p:spPr>
        </p:sp>
        <p:sp>
          <p:nvSpPr>
            <p:cNvPr id="11288" name="Line 49"/>
            <p:cNvSpPr/>
            <p:nvPr/>
          </p:nvSpPr>
          <p:spPr>
            <a:xfrm>
              <a:off x="1808" y="488"/>
              <a:ext cx="84" cy="0"/>
            </a:xfrm>
            <a:prstGeom prst="line">
              <a:avLst/>
            </a:prstGeom>
            <a:ln w="22225" cap="flat" cmpd="sng">
              <a:solidFill>
                <a:schemeClr val="tx1"/>
              </a:solidFill>
              <a:prstDash val="solid"/>
              <a:headEnd type="none" w="med" len="med"/>
              <a:tailEnd type="none" w="med" len="med"/>
            </a:ln>
          </p:spPr>
        </p:sp>
        <p:sp>
          <p:nvSpPr>
            <p:cNvPr id="11289" name="Line 50"/>
            <p:cNvSpPr/>
            <p:nvPr/>
          </p:nvSpPr>
          <p:spPr>
            <a:xfrm flipH="1">
              <a:off x="2592" y="816"/>
              <a:ext cx="240" cy="0"/>
            </a:xfrm>
            <a:prstGeom prst="line">
              <a:avLst/>
            </a:prstGeom>
            <a:ln w="22225" cap="flat" cmpd="sng">
              <a:solidFill>
                <a:schemeClr val="tx1"/>
              </a:solidFill>
              <a:prstDash val="solid"/>
              <a:headEnd type="none" w="med" len="med"/>
              <a:tailEnd type="triangle" w="med" len="med"/>
            </a:ln>
          </p:spPr>
        </p:sp>
        <p:sp>
          <p:nvSpPr>
            <p:cNvPr id="11290" name="Line 51"/>
            <p:cNvSpPr/>
            <p:nvPr/>
          </p:nvSpPr>
          <p:spPr>
            <a:xfrm flipH="1">
              <a:off x="1776" y="816"/>
              <a:ext cx="384" cy="0"/>
            </a:xfrm>
            <a:prstGeom prst="line">
              <a:avLst/>
            </a:prstGeom>
            <a:ln w="22225" cap="flat" cmpd="sng">
              <a:solidFill>
                <a:schemeClr val="tx1"/>
              </a:solidFill>
              <a:prstDash val="solid"/>
              <a:headEnd type="none" w="med" len="med"/>
              <a:tailEnd type="none" w="med" len="med"/>
            </a:ln>
          </p:spPr>
        </p:sp>
        <p:sp>
          <p:nvSpPr>
            <p:cNvPr id="11291" name="Rectangle 52"/>
            <p:cNvSpPr/>
            <p:nvPr/>
          </p:nvSpPr>
          <p:spPr>
            <a:xfrm>
              <a:off x="960" y="147"/>
              <a:ext cx="424" cy="315"/>
            </a:xfrm>
            <a:prstGeom prst="rect">
              <a:avLst/>
            </a:prstGeom>
            <a:noFill/>
            <a:ln w="22225" cap="flat" cmpd="sng">
              <a:solidFill>
                <a:schemeClr val="tx1"/>
              </a:solidFill>
              <a:prstDash val="solid"/>
              <a:miter/>
              <a:headEnd type="none" w="med" len="med"/>
              <a:tailEnd type="none" w="med" len="med"/>
            </a:ln>
          </p:spPr>
          <p:txBody>
            <a:bodyPr wrap="none" anchor="ctr" anchorCtr="0"/>
            <a:lstStyle/>
            <a:p>
              <a:pPr algn="ctr"/>
              <a:r>
                <a:rPr lang="en-US" altLang="zh-CN" sz="2400" i="1" dirty="0">
                  <a:latin typeface="Times New Roman" panose="02020603050405020304" pitchFamily="18" charset="0"/>
                </a:rPr>
                <a:t>G</a:t>
              </a:r>
              <a:r>
                <a:rPr lang="en-US" altLang="zh-CN" sz="2400" baseline="-18000" dirty="0">
                  <a:latin typeface="Times New Roman" panose="02020603050405020304" pitchFamily="18" charset="0"/>
                </a:rPr>
                <a:t>1</a:t>
              </a:r>
              <a:r>
                <a:rPr lang="en-US" altLang="zh-CN" sz="2400" dirty="0">
                  <a:latin typeface="Times New Roman" panose="02020603050405020304" pitchFamily="18" charset="0"/>
                </a:rPr>
                <a:t>(</a:t>
              </a:r>
              <a:r>
                <a:rPr lang="en-US" altLang="zh-CN" sz="2400" i="1" dirty="0">
                  <a:latin typeface="Times New Roman" panose="02020603050405020304" pitchFamily="18" charset="0"/>
                </a:rPr>
                <a:t>s</a:t>
              </a:r>
              <a:r>
                <a:rPr lang="en-US" altLang="zh-CN" sz="2400" dirty="0">
                  <a:latin typeface="Times New Roman" panose="02020603050405020304" pitchFamily="18" charset="0"/>
                </a:rPr>
                <a:t>)</a:t>
              </a:r>
            </a:p>
          </p:txBody>
        </p:sp>
        <p:sp>
          <p:nvSpPr>
            <p:cNvPr id="11292" name="Line 53"/>
            <p:cNvSpPr/>
            <p:nvPr/>
          </p:nvSpPr>
          <p:spPr>
            <a:xfrm>
              <a:off x="1392" y="309"/>
              <a:ext cx="288" cy="0"/>
            </a:xfrm>
            <a:prstGeom prst="line">
              <a:avLst/>
            </a:prstGeom>
            <a:ln w="22225" cap="flat" cmpd="sng">
              <a:solidFill>
                <a:schemeClr val="tx1"/>
              </a:solidFill>
              <a:prstDash val="solid"/>
              <a:headEnd type="none" w="med" len="med"/>
              <a:tailEnd type="triangle" w="med" len="med"/>
            </a:ln>
          </p:spPr>
        </p:sp>
        <p:sp>
          <p:nvSpPr>
            <p:cNvPr id="11293" name="Rectangle 54"/>
            <p:cNvSpPr/>
            <p:nvPr/>
          </p:nvSpPr>
          <p:spPr>
            <a:xfrm>
              <a:off x="3080" y="138"/>
              <a:ext cx="424" cy="315"/>
            </a:xfrm>
            <a:prstGeom prst="rect">
              <a:avLst/>
            </a:prstGeom>
            <a:noFill/>
            <a:ln w="22225" cap="flat" cmpd="sng">
              <a:solidFill>
                <a:schemeClr val="tx1"/>
              </a:solidFill>
              <a:prstDash val="solid"/>
              <a:miter/>
              <a:headEnd type="none" w="med" len="med"/>
              <a:tailEnd type="none" w="med" len="med"/>
            </a:ln>
          </p:spPr>
          <p:txBody>
            <a:bodyPr wrap="none" anchor="ctr" anchorCtr="0"/>
            <a:lstStyle/>
            <a:p>
              <a:pPr algn="ctr"/>
              <a:r>
                <a:rPr lang="en-US" altLang="zh-CN" sz="2400" i="1" dirty="0">
                  <a:latin typeface="Times New Roman" panose="02020603050405020304" pitchFamily="18" charset="0"/>
                </a:rPr>
                <a:t>G</a:t>
              </a:r>
              <a:r>
                <a:rPr lang="en-US" altLang="zh-CN" sz="2400" baseline="-18000" dirty="0">
                  <a:latin typeface="Times New Roman" panose="02020603050405020304" pitchFamily="18" charset="0"/>
                </a:rPr>
                <a:t>3</a:t>
              </a:r>
              <a:r>
                <a:rPr lang="en-US" altLang="zh-CN" sz="2400" dirty="0">
                  <a:latin typeface="Times New Roman" panose="02020603050405020304" pitchFamily="18" charset="0"/>
                </a:rPr>
                <a:t>(</a:t>
              </a:r>
              <a:r>
                <a:rPr lang="en-US" altLang="zh-CN" sz="2400" i="1" dirty="0">
                  <a:latin typeface="Times New Roman" panose="02020603050405020304" pitchFamily="18" charset="0"/>
                </a:rPr>
                <a:t>s</a:t>
              </a:r>
              <a:r>
                <a:rPr lang="en-US" altLang="zh-CN" sz="2400" dirty="0">
                  <a:latin typeface="Times New Roman" panose="02020603050405020304" pitchFamily="18" charset="0"/>
                </a:rPr>
                <a:t>)</a:t>
              </a:r>
            </a:p>
          </p:txBody>
        </p:sp>
        <p:sp>
          <p:nvSpPr>
            <p:cNvPr id="11294" name="Line 55"/>
            <p:cNvSpPr/>
            <p:nvPr/>
          </p:nvSpPr>
          <p:spPr>
            <a:xfrm>
              <a:off x="3504" y="309"/>
              <a:ext cx="720" cy="0"/>
            </a:xfrm>
            <a:prstGeom prst="line">
              <a:avLst/>
            </a:prstGeom>
            <a:ln w="22225" cap="flat" cmpd="sng">
              <a:solidFill>
                <a:schemeClr val="tx1"/>
              </a:solidFill>
              <a:prstDash val="solid"/>
              <a:headEnd type="none" w="med" len="med"/>
              <a:tailEnd type="triangle" w="med" len="med"/>
            </a:ln>
          </p:spPr>
        </p:sp>
        <p:sp>
          <p:nvSpPr>
            <p:cNvPr id="11295" name="Line 56"/>
            <p:cNvSpPr/>
            <p:nvPr/>
          </p:nvSpPr>
          <p:spPr>
            <a:xfrm>
              <a:off x="3744" y="309"/>
              <a:ext cx="0" cy="912"/>
            </a:xfrm>
            <a:prstGeom prst="line">
              <a:avLst/>
            </a:prstGeom>
            <a:ln w="22225" cap="flat" cmpd="sng">
              <a:solidFill>
                <a:schemeClr val="tx1"/>
              </a:solidFill>
              <a:prstDash val="solid"/>
              <a:headEnd type="none" w="med" len="med"/>
              <a:tailEnd type="none" w="med" len="med"/>
            </a:ln>
          </p:spPr>
        </p:sp>
        <p:sp>
          <p:nvSpPr>
            <p:cNvPr id="11296" name="Line 57"/>
            <p:cNvSpPr/>
            <p:nvPr/>
          </p:nvSpPr>
          <p:spPr>
            <a:xfrm flipH="1">
              <a:off x="2592" y="1221"/>
              <a:ext cx="1152" cy="0"/>
            </a:xfrm>
            <a:prstGeom prst="line">
              <a:avLst/>
            </a:prstGeom>
            <a:ln w="22225" cap="flat" cmpd="sng">
              <a:solidFill>
                <a:schemeClr val="tx1"/>
              </a:solidFill>
              <a:prstDash val="solid"/>
              <a:headEnd type="none" w="med" len="med"/>
              <a:tailEnd type="triangle" w="med" len="med"/>
            </a:ln>
          </p:spPr>
        </p:sp>
        <p:sp>
          <p:nvSpPr>
            <p:cNvPr id="11297" name="Oval 58"/>
            <p:cNvSpPr/>
            <p:nvPr/>
          </p:nvSpPr>
          <p:spPr>
            <a:xfrm>
              <a:off x="3720" y="291"/>
              <a:ext cx="42" cy="39"/>
            </a:xfrm>
            <a:prstGeom prst="ellipse">
              <a:avLst/>
            </a:prstGeom>
            <a:solidFill>
              <a:schemeClr val="tx1"/>
            </a:solidFill>
            <a:ln w="22225" cap="flat" cmpd="sng">
              <a:solidFill>
                <a:schemeClr val="tx1"/>
              </a:solidFill>
              <a:prstDash val="solid"/>
              <a:headEnd type="none" w="med" len="med"/>
              <a:tailEnd type="none" w="med" len="med"/>
            </a:ln>
          </p:spPr>
          <p:txBody>
            <a:bodyPr wrap="none" anchor="ctr" anchorCtr="0"/>
            <a:lstStyle/>
            <a:p>
              <a:endParaRPr lang="zh-CN" altLang="en-US" dirty="0">
                <a:latin typeface="Arial" panose="020B0604020202020204" pitchFamily="34"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388"/>
                                        </p:tgtEl>
                                        <p:attrNameLst>
                                          <p:attrName>style.visibility</p:attrName>
                                        </p:attrNameLst>
                                      </p:cBhvr>
                                      <p:to>
                                        <p:strVal val="visible"/>
                                      </p:to>
                                    </p:set>
                                    <p:anim calcmode="lin" valueType="num">
                                      <p:cBhvr additive="base">
                                        <p:cTn id="7" dur="500" fill="hold"/>
                                        <p:tgtEl>
                                          <p:spTgt spid="16388"/>
                                        </p:tgtEl>
                                        <p:attrNameLst>
                                          <p:attrName>ppt_x</p:attrName>
                                        </p:attrNameLst>
                                      </p:cBhvr>
                                      <p:tavLst>
                                        <p:tav tm="0">
                                          <p:val>
                                            <p:strVal val="#ppt_x"/>
                                          </p:val>
                                        </p:tav>
                                        <p:tav tm="100000">
                                          <p:val>
                                            <p:strVal val="#ppt_x"/>
                                          </p:val>
                                        </p:tav>
                                      </p:tavLst>
                                    </p:anim>
                                    <p:anim calcmode="lin" valueType="num">
                                      <p:cBhvr additive="base">
                                        <p:cTn id="8" dur="500" fill="hold"/>
                                        <p:tgtEl>
                                          <p:spTgt spid="1638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6408"/>
                                        </p:tgtEl>
                                        <p:attrNameLst>
                                          <p:attrName>style.visibility</p:attrName>
                                        </p:attrNameLst>
                                      </p:cBhvr>
                                      <p:to>
                                        <p:strVal val="visible"/>
                                      </p:to>
                                    </p:set>
                                    <p:anim calcmode="lin" valueType="num">
                                      <p:cBhvr additive="base">
                                        <p:cTn id="19" dur="500" fill="hold"/>
                                        <p:tgtEl>
                                          <p:spTgt spid="16408"/>
                                        </p:tgtEl>
                                        <p:attrNameLst>
                                          <p:attrName>ppt_x</p:attrName>
                                        </p:attrNameLst>
                                      </p:cBhvr>
                                      <p:tavLst>
                                        <p:tav tm="0">
                                          <p:val>
                                            <p:strVal val="#ppt_x"/>
                                          </p:val>
                                        </p:tav>
                                        <p:tav tm="100000">
                                          <p:val>
                                            <p:strVal val="#ppt_x"/>
                                          </p:val>
                                        </p:tav>
                                      </p:tavLst>
                                    </p:anim>
                                    <p:anim calcmode="lin" valueType="num">
                                      <p:cBhvr additive="base">
                                        <p:cTn id="20" dur="500" fill="hold"/>
                                        <p:tgtEl>
                                          <p:spTgt spid="16408"/>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gtEl>
                                        <p:attrNameLst>
                                          <p:attrName>style.visibility</p:attrName>
                                        </p:attrNameLst>
                                      </p:cBhvr>
                                      <p:to>
                                        <p:strVal val="visible"/>
                                      </p:to>
                                    </p:set>
                                    <p:anim calcmode="lin" valueType="num">
                                      <p:cBhvr additive="base">
                                        <p:cTn id="25" dur="500" fill="hold"/>
                                        <p:tgtEl>
                                          <p:spTgt spid="3"/>
                                        </p:tgtEl>
                                        <p:attrNameLst>
                                          <p:attrName>ppt_x</p:attrName>
                                        </p:attrNameLst>
                                      </p:cBhvr>
                                      <p:tavLst>
                                        <p:tav tm="0">
                                          <p:val>
                                            <p:strVal val="#ppt_x"/>
                                          </p:val>
                                        </p:tav>
                                        <p:tav tm="100000">
                                          <p:val>
                                            <p:strVal val="#ppt_x"/>
                                          </p:val>
                                        </p:tav>
                                      </p:tavLst>
                                    </p:anim>
                                    <p:anim calcmode="lin" valueType="num">
                                      <p:cBhvr additive="base">
                                        <p:cTn id="26"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8" grpId="0"/>
      <p:bldP spid="1640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 Box 3"/>
          <p:cNvSpPr txBox="1"/>
          <p:nvPr/>
        </p:nvSpPr>
        <p:spPr>
          <a:xfrm>
            <a:off x="1187450" y="981075"/>
            <a:ext cx="7010400" cy="582613"/>
          </a:xfrm>
          <a:prstGeom prst="rect">
            <a:avLst/>
          </a:prstGeom>
          <a:noFill/>
          <a:ln w="22225">
            <a:noFill/>
          </a:ln>
        </p:spPr>
        <p:txBody>
          <a:bodyPr>
            <a:spAutoFit/>
          </a:bodyPr>
          <a:lstStyle/>
          <a:p>
            <a:pPr>
              <a:lnSpc>
                <a:spcPct val="115000"/>
              </a:lnSpc>
              <a:buFont typeface="Wingdings" panose="05000000000000000000" pitchFamily="2" charset="2"/>
              <a:buChar char="Ø"/>
            </a:pPr>
            <a:r>
              <a:rPr lang="en-US" altLang="zh-CN" sz="2800" dirty="0">
                <a:latin typeface="Times New Roman" panose="02020603050405020304" pitchFamily="18" charset="0"/>
              </a:rPr>
              <a:t> </a:t>
            </a:r>
            <a:r>
              <a:rPr lang="zh-CN" altLang="en-US" sz="2800" dirty="0">
                <a:latin typeface="Times New Roman" panose="02020603050405020304" pitchFamily="18" charset="0"/>
              </a:rPr>
              <a:t>复合（前馈、顺馈）校正</a:t>
            </a:r>
            <a:endParaRPr lang="zh-CN" altLang="en-US" sz="2800" dirty="0">
              <a:latin typeface="宋体" panose="02010600030101010101" pitchFamily="2" charset="-122"/>
            </a:endParaRPr>
          </a:p>
        </p:txBody>
      </p:sp>
      <p:grpSp>
        <p:nvGrpSpPr>
          <p:cNvPr id="2" name="Group 4"/>
          <p:cNvGrpSpPr/>
          <p:nvPr/>
        </p:nvGrpSpPr>
        <p:grpSpPr>
          <a:xfrm>
            <a:off x="1857375" y="3951288"/>
            <a:ext cx="5562600" cy="2135187"/>
            <a:chOff x="1152" y="2783"/>
            <a:chExt cx="3504" cy="1345"/>
          </a:xfrm>
        </p:grpSpPr>
        <p:sp>
          <p:nvSpPr>
            <p:cNvPr id="12323" name="Line 5"/>
            <p:cNvSpPr/>
            <p:nvPr/>
          </p:nvSpPr>
          <p:spPr>
            <a:xfrm flipV="1">
              <a:off x="2016" y="3567"/>
              <a:ext cx="333" cy="9"/>
            </a:xfrm>
            <a:prstGeom prst="line">
              <a:avLst/>
            </a:prstGeom>
            <a:ln w="22225" cap="flat" cmpd="sng">
              <a:solidFill>
                <a:schemeClr val="tx1"/>
              </a:solidFill>
              <a:prstDash val="solid"/>
              <a:headEnd type="none" w="med" len="med"/>
              <a:tailEnd type="triangle" w="med" len="med"/>
            </a:ln>
          </p:spPr>
        </p:sp>
        <p:sp>
          <p:nvSpPr>
            <p:cNvPr id="12324" name="Rectangle 6"/>
            <p:cNvSpPr/>
            <p:nvPr/>
          </p:nvSpPr>
          <p:spPr>
            <a:xfrm>
              <a:off x="2336" y="2879"/>
              <a:ext cx="448" cy="337"/>
            </a:xfrm>
            <a:prstGeom prst="rect">
              <a:avLst/>
            </a:prstGeom>
            <a:noFill/>
            <a:ln w="22225" cap="flat" cmpd="sng">
              <a:solidFill>
                <a:schemeClr val="tx1"/>
              </a:solidFill>
              <a:prstDash val="solid"/>
              <a:miter/>
              <a:headEnd type="none" w="med" len="med"/>
              <a:tailEnd type="none" w="med" len="med"/>
            </a:ln>
          </p:spPr>
          <p:txBody>
            <a:bodyPr wrap="none" anchor="ctr" anchorCtr="0"/>
            <a:lstStyle/>
            <a:p>
              <a:pPr algn="ctr"/>
              <a:r>
                <a:rPr lang="en-US" altLang="zh-CN" sz="2400" i="1" dirty="0">
                  <a:latin typeface="Times New Roman" panose="02020603050405020304" pitchFamily="18" charset="0"/>
                </a:rPr>
                <a:t>G</a:t>
              </a:r>
              <a:r>
                <a:rPr lang="en-US" altLang="zh-CN" sz="2400" i="1" baseline="-18000" dirty="0">
                  <a:latin typeface="Times New Roman" panose="02020603050405020304" pitchFamily="18" charset="0"/>
                </a:rPr>
                <a:t>c</a:t>
              </a:r>
              <a:r>
                <a:rPr lang="en-US" altLang="zh-CN" sz="2400" dirty="0">
                  <a:latin typeface="Times New Roman" panose="02020603050405020304" pitchFamily="18" charset="0"/>
                </a:rPr>
                <a:t>(</a:t>
              </a:r>
              <a:r>
                <a:rPr lang="en-US" altLang="zh-CN" sz="2400" i="1" dirty="0">
                  <a:latin typeface="Times New Roman" panose="02020603050405020304" pitchFamily="18" charset="0"/>
                </a:rPr>
                <a:t>s</a:t>
              </a:r>
              <a:r>
                <a:rPr lang="en-US" altLang="zh-CN" sz="2400" dirty="0">
                  <a:latin typeface="Times New Roman" panose="02020603050405020304" pitchFamily="18" charset="0"/>
                </a:rPr>
                <a:t>)</a:t>
              </a:r>
            </a:p>
          </p:txBody>
        </p:sp>
        <p:sp>
          <p:nvSpPr>
            <p:cNvPr id="12325" name="Rectangle 7"/>
            <p:cNvSpPr/>
            <p:nvPr/>
          </p:nvSpPr>
          <p:spPr>
            <a:xfrm>
              <a:off x="3600" y="3383"/>
              <a:ext cx="486" cy="337"/>
            </a:xfrm>
            <a:prstGeom prst="rect">
              <a:avLst/>
            </a:prstGeom>
            <a:noFill/>
            <a:ln w="22225" cap="flat" cmpd="sng">
              <a:solidFill>
                <a:schemeClr val="tx1"/>
              </a:solidFill>
              <a:prstDash val="solid"/>
              <a:miter/>
              <a:headEnd type="none" w="med" len="med"/>
              <a:tailEnd type="none" w="med" len="med"/>
            </a:ln>
          </p:spPr>
          <p:txBody>
            <a:bodyPr wrap="none" anchor="ctr" anchorCtr="0"/>
            <a:lstStyle/>
            <a:p>
              <a:pPr algn="ctr"/>
              <a:r>
                <a:rPr lang="en-US" altLang="zh-CN" sz="2400" i="1" dirty="0">
                  <a:latin typeface="Times New Roman" panose="02020603050405020304" pitchFamily="18" charset="0"/>
                </a:rPr>
                <a:t>G</a:t>
              </a:r>
              <a:r>
                <a:rPr lang="en-US" altLang="zh-CN" sz="2400" baseline="-18000" dirty="0">
                  <a:latin typeface="Times New Roman" panose="02020603050405020304" pitchFamily="18" charset="0"/>
                </a:rPr>
                <a:t>2</a:t>
              </a:r>
              <a:r>
                <a:rPr lang="en-US" altLang="zh-CN" sz="2400" dirty="0">
                  <a:latin typeface="Times New Roman" panose="02020603050405020304" pitchFamily="18" charset="0"/>
                </a:rPr>
                <a:t>(</a:t>
              </a:r>
              <a:r>
                <a:rPr lang="en-US" altLang="zh-CN" sz="2400" i="1" dirty="0">
                  <a:latin typeface="Times New Roman" panose="02020603050405020304" pitchFamily="18" charset="0"/>
                </a:rPr>
                <a:t>s</a:t>
              </a:r>
              <a:r>
                <a:rPr lang="en-US" altLang="zh-CN" sz="2400" dirty="0">
                  <a:latin typeface="Times New Roman" panose="02020603050405020304" pitchFamily="18" charset="0"/>
                </a:rPr>
                <a:t>)</a:t>
              </a:r>
            </a:p>
          </p:txBody>
        </p:sp>
        <p:sp>
          <p:nvSpPr>
            <p:cNvPr id="12326" name="Line 8"/>
            <p:cNvSpPr/>
            <p:nvPr/>
          </p:nvSpPr>
          <p:spPr>
            <a:xfrm flipV="1">
              <a:off x="3314" y="3552"/>
              <a:ext cx="286" cy="6"/>
            </a:xfrm>
            <a:prstGeom prst="line">
              <a:avLst/>
            </a:prstGeom>
            <a:ln w="22225" cap="flat" cmpd="sng">
              <a:solidFill>
                <a:schemeClr val="tx1"/>
              </a:solidFill>
              <a:prstDash val="solid"/>
              <a:headEnd type="none" w="med" len="med"/>
              <a:tailEnd type="triangle" w="med" len="med"/>
            </a:ln>
          </p:spPr>
        </p:sp>
        <p:sp>
          <p:nvSpPr>
            <p:cNvPr id="12327" name="Line 9"/>
            <p:cNvSpPr/>
            <p:nvPr/>
          </p:nvSpPr>
          <p:spPr>
            <a:xfrm>
              <a:off x="4094" y="3544"/>
              <a:ext cx="562" cy="8"/>
            </a:xfrm>
            <a:prstGeom prst="line">
              <a:avLst/>
            </a:prstGeom>
            <a:ln w="22225" cap="flat" cmpd="sng">
              <a:solidFill>
                <a:schemeClr val="tx1"/>
              </a:solidFill>
              <a:prstDash val="solid"/>
              <a:headEnd type="none" w="med" len="med"/>
              <a:tailEnd type="triangle" w="med" len="med"/>
            </a:ln>
          </p:spPr>
        </p:sp>
        <p:sp>
          <p:nvSpPr>
            <p:cNvPr id="12328" name="Rectangle 10"/>
            <p:cNvSpPr/>
            <p:nvPr/>
          </p:nvSpPr>
          <p:spPr>
            <a:xfrm>
              <a:off x="4156" y="3240"/>
              <a:ext cx="500" cy="288"/>
            </a:xfrm>
            <a:prstGeom prst="rect">
              <a:avLst/>
            </a:prstGeom>
            <a:noFill/>
            <a:ln w="22225">
              <a:noFill/>
            </a:ln>
          </p:spPr>
          <p:txBody>
            <a:bodyPr wrap="none">
              <a:spAutoFit/>
            </a:bodyPr>
            <a:lstStyle/>
            <a:p>
              <a:r>
                <a:rPr lang="en-US" altLang="zh-CN" sz="2400" i="1" dirty="0">
                  <a:latin typeface="Times New Roman" panose="02020603050405020304" pitchFamily="18" charset="0"/>
                </a:rPr>
                <a:t>X</a:t>
              </a:r>
              <a:r>
                <a:rPr lang="en-US" altLang="zh-CN" sz="2400" i="1" baseline="-18000" dirty="0">
                  <a:latin typeface="Times New Roman" panose="02020603050405020304" pitchFamily="18" charset="0"/>
                </a:rPr>
                <a:t>o</a:t>
              </a:r>
              <a:r>
                <a:rPr lang="en-US" altLang="zh-CN" sz="2400" dirty="0">
                  <a:latin typeface="Times New Roman" panose="02020603050405020304" pitchFamily="18" charset="0"/>
                </a:rPr>
                <a:t>(</a:t>
              </a:r>
              <a:r>
                <a:rPr lang="en-US" altLang="zh-CN" sz="2400" i="1" dirty="0">
                  <a:latin typeface="Times New Roman" panose="02020603050405020304" pitchFamily="18" charset="0"/>
                </a:rPr>
                <a:t>s</a:t>
              </a:r>
              <a:r>
                <a:rPr lang="en-US" altLang="zh-CN" sz="2400" dirty="0">
                  <a:latin typeface="Times New Roman" panose="02020603050405020304" pitchFamily="18" charset="0"/>
                </a:rPr>
                <a:t>)</a:t>
              </a:r>
            </a:p>
          </p:txBody>
        </p:sp>
        <p:grpSp>
          <p:nvGrpSpPr>
            <p:cNvPr id="12329" name="Group 11"/>
            <p:cNvGrpSpPr/>
            <p:nvPr/>
          </p:nvGrpSpPr>
          <p:grpSpPr>
            <a:xfrm>
              <a:off x="3118" y="3473"/>
              <a:ext cx="183" cy="169"/>
              <a:chOff x="1968" y="1488"/>
              <a:chExt cx="171" cy="158"/>
            </a:xfrm>
          </p:grpSpPr>
          <p:sp>
            <p:nvSpPr>
              <p:cNvPr id="12351" name="Oval 12"/>
              <p:cNvSpPr/>
              <p:nvPr/>
            </p:nvSpPr>
            <p:spPr>
              <a:xfrm>
                <a:off x="1968" y="1488"/>
                <a:ext cx="171" cy="158"/>
              </a:xfrm>
              <a:prstGeom prst="ellipse">
                <a:avLst/>
              </a:prstGeom>
              <a:noFill/>
              <a:ln w="22225" cap="flat" cmpd="sng">
                <a:solidFill>
                  <a:schemeClr val="tx1"/>
                </a:solidFill>
                <a:prstDash val="solid"/>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12352" name="Line 13"/>
              <p:cNvSpPr/>
              <p:nvPr/>
            </p:nvSpPr>
            <p:spPr>
              <a:xfrm flipH="1">
                <a:off x="2011" y="1528"/>
                <a:ext cx="85" cy="79"/>
              </a:xfrm>
              <a:prstGeom prst="line">
                <a:avLst/>
              </a:prstGeom>
              <a:ln w="22225" cap="flat" cmpd="sng">
                <a:solidFill>
                  <a:schemeClr val="tx1"/>
                </a:solidFill>
                <a:prstDash val="solid"/>
                <a:headEnd type="none" w="med" len="med"/>
                <a:tailEnd type="none" w="med" len="med"/>
              </a:ln>
            </p:spPr>
          </p:sp>
          <p:sp>
            <p:nvSpPr>
              <p:cNvPr id="12353" name="Line 14"/>
              <p:cNvSpPr/>
              <p:nvPr/>
            </p:nvSpPr>
            <p:spPr>
              <a:xfrm>
                <a:off x="2011" y="1528"/>
                <a:ext cx="85" cy="79"/>
              </a:xfrm>
              <a:prstGeom prst="line">
                <a:avLst/>
              </a:prstGeom>
              <a:ln w="22225" cap="flat" cmpd="sng">
                <a:solidFill>
                  <a:schemeClr val="tx1"/>
                </a:solidFill>
                <a:prstDash val="solid"/>
                <a:headEnd type="none" w="med" len="med"/>
                <a:tailEnd type="none" w="med" len="med"/>
              </a:ln>
            </p:spPr>
          </p:sp>
        </p:grpSp>
        <p:sp>
          <p:nvSpPr>
            <p:cNvPr id="12330" name="Rectangle 15"/>
            <p:cNvSpPr/>
            <p:nvPr/>
          </p:nvSpPr>
          <p:spPr>
            <a:xfrm>
              <a:off x="2348" y="3383"/>
              <a:ext cx="453" cy="337"/>
            </a:xfrm>
            <a:prstGeom prst="rect">
              <a:avLst/>
            </a:prstGeom>
            <a:noFill/>
            <a:ln w="22225" cap="flat" cmpd="sng">
              <a:solidFill>
                <a:schemeClr val="tx1"/>
              </a:solidFill>
              <a:prstDash val="solid"/>
              <a:miter/>
              <a:headEnd type="none" w="med" len="med"/>
              <a:tailEnd type="none" w="med" len="med"/>
            </a:ln>
          </p:spPr>
          <p:txBody>
            <a:bodyPr wrap="none" anchor="ctr" anchorCtr="0"/>
            <a:lstStyle/>
            <a:p>
              <a:pPr algn="ctr"/>
              <a:r>
                <a:rPr lang="en-US" altLang="zh-CN" sz="2400" i="1" dirty="0">
                  <a:latin typeface="Times New Roman" panose="02020603050405020304" pitchFamily="18" charset="0"/>
                </a:rPr>
                <a:t>G</a:t>
              </a:r>
              <a:r>
                <a:rPr lang="en-US" altLang="zh-CN" sz="2400" baseline="-18000" dirty="0">
                  <a:latin typeface="Times New Roman" panose="02020603050405020304" pitchFamily="18" charset="0"/>
                </a:rPr>
                <a:t>1</a:t>
              </a:r>
              <a:r>
                <a:rPr lang="en-US" altLang="zh-CN" sz="2400" dirty="0">
                  <a:latin typeface="Times New Roman" panose="02020603050405020304" pitchFamily="18" charset="0"/>
                </a:rPr>
                <a:t>(</a:t>
              </a:r>
              <a:r>
                <a:rPr lang="en-US" altLang="zh-CN" sz="2400" i="1" dirty="0">
                  <a:latin typeface="Times New Roman" panose="02020603050405020304" pitchFamily="18" charset="0"/>
                </a:rPr>
                <a:t>s</a:t>
              </a:r>
              <a:r>
                <a:rPr lang="en-US" altLang="zh-CN" sz="2400" dirty="0">
                  <a:latin typeface="Times New Roman" panose="02020603050405020304" pitchFamily="18" charset="0"/>
                </a:rPr>
                <a:t>)</a:t>
              </a:r>
            </a:p>
          </p:txBody>
        </p:sp>
        <p:sp>
          <p:nvSpPr>
            <p:cNvPr id="12331" name="Line 16"/>
            <p:cNvSpPr/>
            <p:nvPr/>
          </p:nvSpPr>
          <p:spPr>
            <a:xfrm>
              <a:off x="2810" y="3558"/>
              <a:ext cx="308" cy="0"/>
            </a:xfrm>
            <a:prstGeom prst="line">
              <a:avLst/>
            </a:prstGeom>
            <a:ln w="22225" cap="flat" cmpd="sng">
              <a:solidFill>
                <a:schemeClr val="tx1"/>
              </a:solidFill>
              <a:prstDash val="solid"/>
              <a:headEnd type="none" w="med" len="med"/>
              <a:tailEnd type="triangle" w="med" len="med"/>
            </a:ln>
          </p:spPr>
        </p:sp>
        <p:sp>
          <p:nvSpPr>
            <p:cNvPr id="12332" name="Line 17"/>
            <p:cNvSpPr/>
            <p:nvPr/>
          </p:nvSpPr>
          <p:spPr>
            <a:xfrm flipH="1">
              <a:off x="3216" y="2808"/>
              <a:ext cx="0" cy="672"/>
            </a:xfrm>
            <a:prstGeom prst="line">
              <a:avLst/>
            </a:prstGeom>
            <a:ln w="22225" cap="flat" cmpd="sng">
              <a:solidFill>
                <a:schemeClr val="tx1"/>
              </a:solidFill>
              <a:prstDash val="solid"/>
              <a:miter/>
              <a:headEnd type="none" w="med" len="med"/>
              <a:tailEnd type="triangle" w="med" len="med"/>
            </a:ln>
          </p:spPr>
        </p:sp>
        <p:sp>
          <p:nvSpPr>
            <p:cNvPr id="12333" name="Line 18"/>
            <p:cNvSpPr/>
            <p:nvPr/>
          </p:nvSpPr>
          <p:spPr>
            <a:xfrm flipH="1">
              <a:off x="2768" y="3048"/>
              <a:ext cx="432" cy="0"/>
            </a:xfrm>
            <a:prstGeom prst="line">
              <a:avLst/>
            </a:prstGeom>
            <a:ln w="22225" cap="flat" cmpd="sng">
              <a:solidFill>
                <a:schemeClr val="tx1"/>
              </a:solidFill>
              <a:prstDash val="solid"/>
              <a:miter/>
              <a:headEnd type="none" w="med" len="med"/>
              <a:tailEnd type="triangle" w="med" len="med"/>
            </a:ln>
          </p:spPr>
        </p:sp>
        <p:sp>
          <p:nvSpPr>
            <p:cNvPr id="12334" name="Line 19"/>
            <p:cNvSpPr/>
            <p:nvPr/>
          </p:nvSpPr>
          <p:spPr>
            <a:xfrm flipH="1">
              <a:off x="1920" y="3048"/>
              <a:ext cx="416" cy="0"/>
            </a:xfrm>
            <a:prstGeom prst="line">
              <a:avLst/>
            </a:prstGeom>
            <a:ln w="22225" cap="flat" cmpd="sng">
              <a:solidFill>
                <a:schemeClr val="tx1"/>
              </a:solidFill>
              <a:prstDash val="solid"/>
              <a:miter/>
              <a:headEnd type="none" w="med" len="med"/>
              <a:tailEnd type="none" w="med" len="med"/>
            </a:ln>
          </p:spPr>
        </p:sp>
        <p:sp>
          <p:nvSpPr>
            <p:cNvPr id="12335" name="Line 20"/>
            <p:cNvSpPr/>
            <p:nvPr/>
          </p:nvSpPr>
          <p:spPr>
            <a:xfrm flipH="1">
              <a:off x="1920" y="3048"/>
              <a:ext cx="0" cy="432"/>
            </a:xfrm>
            <a:prstGeom prst="line">
              <a:avLst/>
            </a:prstGeom>
            <a:ln w="22225" cap="flat" cmpd="sng">
              <a:solidFill>
                <a:schemeClr val="tx1"/>
              </a:solidFill>
              <a:prstDash val="solid"/>
              <a:miter/>
              <a:headEnd type="none" w="med" len="med"/>
              <a:tailEnd type="triangle" w="med" len="med"/>
            </a:ln>
          </p:spPr>
        </p:sp>
        <p:sp>
          <p:nvSpPr>
            <p:cNvPr id="12336" name="Rectangle 21"/>
            <p:cNvSpPr/>
            <p:nvPr/>
          </p:nvSpPr>
          <p:spPr>
            <a:xfrm>
              <a:off x="3196" y="2783"/>
              <a:ext cx="447" cy="288"/>
            </a:xfrm>
            <a:prstGeom prst="rect">
              <a:avLst/>
            </a:prstGeom>
            <a:noFill/>
            <a:ln w="22225">
              <a:noFill/>
            </a:ln>
          </p:spPr>
          <p:txBody>
            <a:bodyPr wrap="none">
              <a:spAutoFit/>
            </a:bodyPr>
            <a:lstStyle/>
            <a:p>
              <a:r>
                <a:rPr lang="en-US" altLang="zh-CN" sz="2400" i="1" dirty="0">
                  <a:latin typeface="Times New Roman" panose="02020603050405020304" pitchFamily="18" charset="0"/>
                </a:rPr>
                <a:t>N</a:t>
              </a:r>
              <a:r>
                <a:rPr lang="en-US" altLang="zh-CN" sz="2400" dirty="0">
                  <a:latin typeface="Times New Roman" panose="02020603050405020304" pitchFamily="18" charset="0"/>
                </a:rPr>
                <a:t>(</a:t>
              </a:r>
              <a:r>
                <a:rPr lang="en-US" altLang="zh-CN" sz="2400" i="1" dirty="0">
                  <a:latin typeface="Times New Roman" panose="02020603050405020304" pitchFamily="18" charset="0"/>
                </a:rPr>
                <a:t>s</a:t>
              </a:r>
              <a:r>
                <a:rPr lang="en-US" altLang="zh-CN" sz="2400" dirty="0">
                  <a:latin typeface="Times New Roman" panose="02020603050405020304" pitchFamily="18" charset="0"/>
                </a:rPr>
                <a:t>)</a:t>
              </a:r>
            </a:p>
          </p:txBody>
        </p:sp>
        <p:grpSp>
          <p:nvGrpSpPr>
            <p:cNvPr id="12337" name="Group 22"/>
            <p:cNvGrpSpPr/>
            <p:nvPr/>
          </p:nvGrpSpPr>
          <p:grpSpPr>
            <a:xfrm>
              <a:off x="1833" y="3480"/>
              <a:ext cx="183" cy="169"/>
              <a:chOff x="1968" y="1488"/>
              <a:chExt cx="171" cy="158"/>
            </a:xfrm>
          </p:grpSpPr>
          <p:sp>
            <p:nvSpPr>
              <p:cNvPr id="12348" name="Oval 23"/>
              <p:cNvSpPr/>
              <p:nvPr/>
            </p:nvSpPr>
            <p:spPr>
              <a:xfrm>
                <a:off x="1968" y="1488"/>
                <a:ext cx="171" cy="158"/>
              </a:xfrm>
              <a:prstGeom prst="ellipse">
                <a:avLst/>
              </a:prstGeom>
              <a:noFill/>
              <a:ln w="22225" cap="flat" cmpd="sng">
                <a:solidFill>
                  <a:schemeClr val="tx1"/>
                </a:solidFill>
                <a:prstDash val="solid"/>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12349" name="Line 24"/>
              <p:cNvSpPr/>
              <p:nvPr/>
            </p:nvSpPr>
            <p:spPr>
              <a:xfrm flipH="1">
                <a:off x="2011" y="1528"/>
                <a:ext cx="85" cy="79"/>
              </a:xfrm>
              <a:prstGeom prst="line">
                <a:avLst/>
              </a:prstGeom>
              <a:ln w="22225" cap="flat" cmpd="sng">
                <a:solidFill>
                  <a:schemeClr val="tx1"/>
                </a:solidFill>
                <a:prstDash val="solid"/>
                <a:headEnd type="none" w="med" len="med"/>
                <a:tailEnd type="none" w="med" len="med"/>
              </a:ln>
            </p:spPr>
          </p:sp>
          <p:sp>
            <p:nvSpPr>
              <p:cNvPr id="12350" name="Line 25"/>
              <p:cNvSpPr/>
              <p:nvPr/>
            </p:nvSpPr>
            <p:spPr>
              <a:xfrm>
                <a:off x="2011" y="1528"/>
                <a:ext cx="85" cy="79"/>
              </a:xfrm>
              <a:prstGeom prst="line">
                <a:avLst/>
              </a:prstGeom>
              <a:ln w="22225" cap="flat" cmpd="sng">
                <a:solidFill>
                  <a:schemeClr val="tx1"/>
                </a:solidFill>
                <a:prstDash val="solid"/>
                <a:headEnd type="none" w="med" len="med"/>
                <a:tailEnd type="none" w="med" len="med"/>
              </a:ln>
            </p:spPr>
          </p:sp>
        </p:grpSp>
        <p:sp>
          <p:nvSpPr>
            <p:cNvPr id="12338" name="Line 26"/>
            <p:cNvSpPr/>
            <p:nvPr/>
          </p:nvSpPr>
          <p:spPr>
            <a:xfrm>
              <a:off x="1152" y="3584"/>
              <a:ext cx="672" cy="0"/>
            </a:xfrm>
            <a:prstGeom prst="line">
              <a:avLst/>
            </a:prstGeom>
            <a:ln w="22225" cap="flat" cmpd="sng">
              <a:solidFill>
                <a:schemeClr val="tx1"/>
              </a:solidFill>
              <a:prstDash val="solid"/>
              <a:headEnd type="none" w="med" len="med"/>
              <a:tailEnd type="triangle" w="med" len="med"/>
            </a:ln>
          </p:spPr>
        </p:sp>
        <p:sp>
          <p:nvSpPr>
            <p:cNvPr id="12339" name="Rectangle 27"/>
            <p:cNvSpPr/>
            <p:nvPr/>
          </p:nvSpPr>
          <p:spPr>
            <a:xfrm>
              <a:off x="1200" y="3288"/>
              <a:ext cx="472" cy="288"/>
            </a:xfrm>
            <a:prstGeom prst="rect">
              <a:avLst/>
            </a:prstGeom>
            <a:noFill/>
            <a:ln w="22225">
              <a:noFill/>
            </a:ln>
          </p:spPr>
          <p:txBody>
            <a:bodyPr wrap="none">
              <a:spAutoFit/>
            </a:bodyPr>
            <a:lstStyle/>
            <a:p>
              <a:r>
                <a:rPr lang="en-US" altLang="zh-CN" sz="2400" i="1" dirty="0">
                  <a:latin typeface="Times New Roman" panose="02020603050405020304" pitchFamily="18" charset="0"/>
                </a:rPr>
                <a:t>X</a:t>
              </a:r>
              <a:r>
                <a:rPr lang="en-US" altLang="zh-CN" sz="2400" i="1" baseline="-18000" dirty="0">
                  <a:latin typeface="Times New Roman" panose="02020603050405020304" pitchFamily="18" charset="0"/>
                </a:rPr>
                <a:t>i</a:t>
              </a:r>
              <a:r>
                <a:rPr lang="en-US" altLang="zh-CN" sz="2400" dirty="0">
                  <a:latin typeface="Times New Roman" panose="02020603050405020304" pitchFamily="18" charset="0"/>
                </a:rPr>
                <a:t>(</a:t>
              </a:r>
              <a:r>
                <a:rPr lang="en-US" altLang="zh-CN" sz="2400" i="1" dirty="0">
                  <a:latin typeface="Times New Roman" panose="02020603050405020304" pitchFamily="18" charset="0"/>
                </a:rPr>
                <a:t>s</a:t>
              </a:r>
              <a:r>
                <a:rPr lang="en-US" altLang="zh-CN" sz="2400" dirty="0">
                  <a:latin typeface="Times New Roman" panose="02020603050405020304" pitchFamily="18" charset="0"/>
                </a:rPr>
                <a:t>)</a:t>
              </a:r>
            </a:p>
          </p:txBody>
        </p:sp>
        <p:sp>
          <p:nvSpPr>
            <p:cNvPr id="12340" name="Line 28"/>
            <p:cNvSpPr/>
            <p:nvPr/>
          </p:nvSpPr>
          <p:spPr>
            <a:xfrm>
              <a:off x="4272" y="3528"/>
              <a:ext cx="0" cy="432"/>
            </a:xfrm>
            <a:prstGeom prst="line">
              <a:avLst/>
            </a:prstGeom>
            <a:ln w="22225" cap="flat" cmpd="sng">
              <a:solidFill>
                <a:schemeClr val="tx1"/>
              </a:solidFill>
              <a:prstDash val="solid"/>
              <a:miter/>
              <a:headEnd type="none" w="med" len="med"/>
              <a:tailEnd type="none" w="med" len="med"/>
            </a:ln>
          </p:spPr>
        </p:sp>
        <p:sp>
          <p:nvSpPr>
            <p:cNvPr id="12341" name="Line 29"/>
            <p:cNvSpPr/>
            <p:nvPr/>
          </p:nvSpPr>
          <p:spPr>
            <a:xfrm flipH="1">
              <a:off x="3456" y="3960"/>
              <a:ext cx="816" cy="0"/>
            </a:xfrm>
            <a:prstGeom prst="line">
              <a:avLst/>
            </a:prstGeom>
            <a:ln w="22225" cap="flat" cmpd="sng">
              <a:solidFill>
                <a:schemeClr val="tx1"/>
              </a:solidFill>
              <a:prstDash val="solid"/>
              <a:miter/>
              <a:headEnd type="none" w="med" len="med"/>
              <a:tailEnd type="triangle" w="med" len="med"/>
            </a:ln>
          </p:spPr>
        </p:sp>
        <p:sp>
          <p:nvSpPr>
            <p:cNvPr id="12342" name="Line 30"/>
            <p:cNvSpPr/>
            <p:nvPr/>
          </p:nvSpPr>
          <p:spPr>
            <a:xfrm flipV="1">
              <a:off x="1920" y="3624"/>
              <a:ext cx="0" cy="336"/>
            </a:xfrm>
            <a:prstGeom prst="line">
              <a:avLst/>
            </a:prstGeom>
            <a:ln w="22225" cap="flat" cmpd="sng">
              <a:solidFill>
                <a:schemeClr val="tx1"/>
              </a:solidFill>
              <a:prstDash val="solid"/>
              <a:miter/>
              <a:headEnd type="none" w="med" len="med"/>
              <a:tailEnd type="triangle" w="med" len="med"/>
            </a:ln>
          </p:spPr>
        </p:sp>
        <p:sp>
          <p:nvSpPr>
            <p:cNvPr id="12343" name="Oval 31"/>
            <p:cNvSpPr/>
            <p:nvPr/>
          </p:nvSpPr>
          <p:spPr>
            <a:xfrm>
              <a:off x="4248" y="3520"/>
              <a:ext cx="48" cy="48"/>
            </a:xfrm>
            <a:prstGeom prst="ellipse">
              <a:avLst/>
            </a:prstGeom>
            <a:solidFill>
              <a:schemeClr val="tx1"/>
            </a:solidFill>
            <a:ln w="22225" cap="flat" cmpd="sng">
              <a:solidFill>
                <a:schemeClr val="tx1"/>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12344" name="Oval 32"/>
            <p:cNvSpPr/>
            <p:nvPr/>
          </p:nvSpPr>
          <p:spPr>
            <a:xfrm>
              <a:off x="3184" y="3023"/>
              <a:ext cx="48" cy="48"/>
            </a:xfrm>
            <a:prstGeom prst="ellipse">
              <a:avLst/>
            </a:prstGeom>
            <a:solidFill>
              <a:schemeClr val="tx1"/>
            </a:solidFill>
            <a:ln w="22225" cap="flat" cmpd="sng">
              <a:solidFill>
                <a:schemeClr val="tx1"/>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12345" name="Line 33"/>
            <p:cNvSpPr/>
            <p:nvPr/>
          </p:nvSpPr>
          <p:spPr>
            <a:xfrm>
              <a:off x="1968" y="3720"/>
              <a:ext cx="96" cy="0"/>
            </a:xfrm>
            <a:prstGeom prst="line">
              <a:avLst/>
            </a:prstGeom>
            <a:ln w="22225" cap="flat" cmpd="sng">
              <a:solidFill>
                <a:schemeClr val="tx1"/>
              </a:solidFill>
              <a:prstDash val="solid"/>
              <a:miter/>
              <a:headEnd type="none" w="med" len="med"/>
              <a:tailEnd type="none" w="med" len="med"/>
            </a:ln>
          </p:spPr>
        </p:sp>
        <p:sp>
          <p:nvSpPr>
            <p:cNvPr id="12346" name="Rectangle 34"/>
            <p:cNvSpPr/>
            <p:nvPr/>
          </p:nvSpPr>
          <p:spPr>
            <a:xfrm>
              <a:off x="3002" y="3791"/>
              <a:ext cx="454" cy="337"/>
            </a:xfrm>
            <a:prstGeom prst="rect">
              <a:avLst/>
            </a:prstGeom>
            <a:noFill/>
            <a:ln w="22225" cap="flat" cmpd="sng">
              <a:solidFill>
                <a:schemeClr val="tx1"/>
              </a:solidFill>
              <a:prstDash val="solid"/>
              <a:miter/>
              <a:headEnd type="none" w="med" len="med"/>
              <a:tailEnd type="none" w="med" len="med"/>
            </a:ln>
          </p:spPr>
          <p:txBody>
            <a:bodyPr wrap="none" anchor="ctr" anchorCtr="0"/>
            <a:lstStyle/>
            <a:p>
              <a:pPr algn="ctr"/>
              <a:r>
                <a:rPr lang="en-US" altLang="zh-CN" sz="2400" i="1" dirty="0">
                  <a:latin typeface="Times New Roman" panose="02020603050405020304" pitchFamily="18" charset="0"/>
                </a:rPr>
                <a:t>H</a:t>
              </a:r>
              <a:r>
                <a:rPr lang="en-US" altLang="zh-CN" sz="2400" dirty="0">
                  <a:latin typeface="Times New Roman" panose="02020603050405020304" pitchFamily="18" charset="0"/>
                </a:rPr>
                <a:t>(</a:t>
              </a:r>
              <a:r>
                <a:rPr lang="en-US" altLang="zh-CN" sz="2400" i="1" dirty="0">
                  <a:latin typeface="Times New Roman" panose="02020603050405020304" pitchFamily="18" charset="0"/>
                </a:rPr>
                <a:t>s</a:t>
              </a:r>
              <a:r>
                <a:rPr lang="en-US" altLang="zh-CN" sz="2400" dirty="0">
                  <a:latin typeface="Times New Roman" panose="02020603050405020304" pitchFamily="18" charset="0"/>
                </a:rPr>
                <a:t>)</a:t>
              </a:r>
            </a:p>
          </p:txBody>
        </p:sp>
        <p:sp>
          <p:nvSpPr>
            <p:cNvPr id="12347" name="Line 35"/>
            <p:cNvSpPr/>
            <p:nvPr/>
          </p:nvSpPr>
          <p:spPr>
            <a:xfrm flipH="1">
              <a:off x="1920" y="3960"/>
              <a:ext cx="1056" cy="0"/>
            </a:xfrm>
            <a:prstGeom prst="line">
              <a:avLst/>
            </a:prstGeom>
            <a:ln w="22225" cap="flat" cmpd="sng">
              <a:solidFill>
                <a:schemeClr val="tx1"/>
              </a:solidFill>
              <a:prstDash val="solid"/>
              <a:miter/>
              <a:headEnd type="none" w="med" len="med"/>
              <a:tailEnd type="none" w="med" len="med"/>
            </a:ln>
          </p:spPr>
        </p:sp>
      </p:grpSp>
      <p:grpSp>
        <p:nvGrpSpPr>
          <p:cNvPr id="5" name="Group 36"/>
          <p:cNvGrpSpPr/>
          <p:nvPr/>
        </p:nvGrpSpPr>
        <p:grpSpPr>
          <a:xfrm>
            <a:off x="1793875" y="1743075"/>
            <a:ext cx="5702300" cy="1982788"/>
            <a:chOff x="1256" y="1392"/>
            <a:chExt cx="3592" cy="1249"/>
          </a:xfrm>
        </p:grpSpPr>
        <p:sp>
          <p:nvSpPr>
            <p:cNvPr id="12293" name="Line 37"/>
            <p:cNvSpPr/>
            <p:nvPr/>
          </p:nvSpPr>
          <p:spPr>
            <a:xfrm flipV="1">
              <a:off x="2208" y="2049"/>
              <a:ext cx="288" cy="0"/>
            </a:xfrm>
            <a:prstGeom prst="line">
              <a:avLst/>
            </a:prstGeom>
            <a:ln w="22225" cap="flat" cmpd="sng">
              <a:solidFill>
                <a:schemeClr val="tx1"/>
              </a:solidFill>
              <a:prstDash val="solid"/>
              <a:headEnd type="none" w="med" len="med"/>
              <a:tailEnd type="triangle" w="med" len="med"/>
            </a:ln>
          </p:spPr>
        </p:sp>
        <p:sp>
          <p:nvSpPr>
            <p:cNvPr id="12294" name="Rectangle 38"/>
            <p:cNvSpPr/>
            <p:nvPr/>
          </p:nvSpPr>
          <p:spPr>
            <a:xfrm>
              <a:off x="2496" y="1392"/>
              <a:ext cx="486" cy="337"/>
            </a:xfrm>
            <a:prstGeom prst="rect">
              <a:avLst/>
            </a:prstGeom>
            <a:noFill/>
            <a:ln w="22225" cap="flat" cmpd="sng">
              <a:solidFill>
                <a:schemeClr val="tx1"/>
              </a:solidFill>
              <a:prstDash val="solid"/>
              <a:miter/>
              <a:headEnd type="none" w="med" len="med"/>
              <a:tailEnd type="none" w="med" len="med"/>
            </a:ln>
          </p:spPr>
          <p:txBody>
            <a:bodyPr wrap="none" anchor="ctr" anchorCtr="0"/>
            <a:lstStyle/>
            <a:p>
              <a:pPr algn="ctr"/>
              <a:r>
                <a:rPr lang="en-US" altLang="zh-CN" sz="2400" i="1" dirty="0">
                  <a:latin typeface="Times New Roman" panose="02020603050405020304" pitchFamily="18" charset="0"/>
                </a:rPr>
                <a:t>G</a:t>
              </a:r>
              <a:r>
                <a:rPr lang="en-US" altLang="zh-CN" sz="2400" i="1" baseline="-18000" dirty="0">
                  <a:latin typeface="Times New Roman" panose="02020603050405020304" pitchFamily="18" charset="0"/>
                </a:rPr>
                <a:t>c</a:t>
              </a:r>
              <a:r>
                <a:rPr lang="en-US" altLang="zh-CN" sz="2400" dirty="0">
                  <a:latin typeface="Times New Roman" panose="02020603050405020304" pitchFamily="18" charset="0"/>
                </a:rPr>
                <a:t>(</a:t>
              </a:r>
              <a:r>
                <a:rPr lang="en-US" altLang="zh-CN" sz="2400" i="1" dirty="0">
                  <a:latin typeface="Times New Roman" panose="02020603050405020304" pitchFamily="18" charset="0"/>
                </a:rPr>
                <a:t>s</a:t>
              </a:r>
              <a:r>
                <a:rPr lang="en-US" altLang="zh-CN" sz="2400" dirty="0">
                  <a:latin typeface="Times New Roman" panose="02020603050405020304" pitchFamily="18" charset="0"/>
                </a:rPr>
                <a:t>)</a:t>
              </a:r>
            </a:p>
          </p:txBody>
        </p:sp>
        <p:sp>
          <p:nvSpPr>
            <p:cNvPr id="12295" name="Rectangle 39"/>
            <p:cNvSpPr/>
            <p:nvPr/>
          </p:nvSpPr>
          <p:spPr>
            <a:xfrm>
              <a:off x="3824" y="1872"/>
              <a:ext cx="454" cy="337"/>
            </a:xfrm>
            <a:prstGeom prst="rect">
              <a:avLst/>
            </a:prstGeom>
            <a:noFill/>
            <a:ln w="22225" cap="flat" cmpd="sng">
              <a:solidFill>
                <a:schemeClr val="tx1"/>
              </a:solidFill>
              <a:prstDash val="solid"/>
              <a:miter/>
              <a:headEnd type="none" w="med" len="med"/>
              <a:tailEnd type="none" w="med" len="med"/>
            </a:ln>
          </p:spPr>
          <p:txBody>
            <a:bodyPr wrap="none" anchor="ctr" anchorCtr="0"/>
            <a:lstStyle/>
            <a:p>
              <a:pPr algn="ctr"/>
              <a:r>
                <a:rPr lang="en-US" altLang="zh-CN" sz="2400" i="1" dirty="0">
                  <a:latin typeface="Times New Roman" panose="02020603050405020304" pitchFamily="18" charset="0"/>
                </a:rPr>
                <a:t>G</a:t>
              </a:r>
              <a:r>
                <a:rPr lang="en-US" altLang="zh-CN" sz="2400" baseline="-18000" dirty="0">
                  <a:latin typeface="Times New Roman" panose="02020603050405020304" pitchFamily="18" charset="0"/>
                </a:rPr>
                <a:t>2</a:t>
              </a:r>
              <a:r>
                <a:rPr lang="en-US" altLang="zh-CN" sz="2400" dirty="0">
                  <a:latin typeface="Times New Roman" panose="02020603050405020304" pitchFamily="18" charset="0"/>
                </a:rPr>
                <a:t>(</a:t>
              </a:r>
              <a:r>
                <a:rPr lang="en-US" altLang="zh-CN" sz="2400" i="1" dirty="0">
                  <a:latin typeface="Times New Roman" panose="02020603050405020304" pitchFamily="18" charset="0"/>
                </a:rPr>
                <a:t>s</a:t>
              </a:r>
              <a:r>
                <a:rPr lang="en-US" altLang="zh-CN" sz="2400" dirty="0">
                  <a:latin typeface="Times New Roman" panose="02020603050405020304" pitchFamily="18" charset="0"/>
                </a:rPr>
                <a:t>)</a:t>
              </a:r>
            </a:p>
          </p:txBody>
        </p:sp>
        <p:sp>
          <p:nvSpPr>
            <p:cNvPr id="12296" name="Line 40"/>
            <p:cNvSpPr/>
            <p:nvPr/>
          </p:nvSpPr>
          <p:spPr>
            <a:xfrm>
              <a:off x="3506" y="2047"/>
              <a:ext cx="318" cy="0"/>
            </a:xfrm>
            <a:prstGeom prst="line">
              <a:avLst/>
            </a:prstGeom>
            <a:ln w="22225" cap="flat" cmpd="sng">
              <a:solidFill>
                <a:schemeClr val="tx1"/>
              </a:solidFill>
              <a:prstDash val="solid"/>
              <a:headEnd type="none" w="med" len="med"/>
              <a:tailEnd type="triangle" w="med" len="med"/>
            </a:ln>
          </p:spPr>
        </p:sp>
        <p:sp>
          <p:nvSpPr>
            <p:cNvPr id="12297" name="Line 41"/>
            <p:cNvSpPr/>
            <p:nvPr/>
          </p:nvSpPr>
          <p:spPr>
            <a:xfrm>
              <a:off x="4286" y="2033"/>
              <a:ext cx="514" cy="0"/>
            </a:xfrm>
            <a:prstGeom prst="line">
              <a:avLst/>
            </a:prstGeom>
            <a:ln w="22225" cap="flat" cmpd="sng">
              <a:solidFill>
                <a:schemeClr val="tx1"/>
              </a:solidFill>
              <a:prstDash val="solid"/>
              <a:headEnd type="none" w="med" len="med"/>
              <a:tailEnd type="triangle" w="med" len="med"/>
            </a:ln>
          </p:spPr>
        </p:sp>
        <p:sp>
          <p:nvSpPr>
            <p:cNvPr id="12298" name="Rectangle 42"/>
            <p:cNvSpPr/>
            <p:nvPr/>
          </p:nvSpPr>
          <p:spPr>
            <a:xfrm>
              <a:off x="4348" y="1729"/>
              <a:ext cx="500" cy="288"/>
            </a:xfrm>
            <a:prstGeom prst="rect">
              <a:avLst/>
            </a:prstGeom>
            <a:noFill/>
            <a:ln w="22225">
              <a:noFill/>
            </a:ln>
          </p:spPr>
          <p:txBody>
            <a:bodyPr wrap="none">
              <a:spAutoFit/>
            </a:bodyPr>
            <a:lstStyle/>
            <a:p>
              <a:r>
                <a:rPr lang="en-US" altLang="zh-CN" sz="2400" i="1" dirty="0">
                  <a:latin typeface="Times New Roman" panose="02020603050405020304" pitchFamily="18" charset="0"/>
                </a:rPr>
                <a:t>X</a:t>
              </a:r>
              <a:r>
                <a:rPr lang="en-US" altLang="zh-CN" sz="2400" i="1" baseline="-18000" dirty="0">
                  <a:latin typeface="Times New Roman" panose="02020603050405020304" pitchFamily="18" charset="0"/>
                </a:rPr>
                <a:t>o</a:t>
              </a:r>
              <a:r>
                <a:rPr lang="en-US" altLang="zh-CN" sz="2400" dirty="0">
                  <a:latin typeface="Times New Roman" panose="02020603050405020304" pitchFamily="18" charset="0"/>
                </a:rPr>
                <a:t>(</a:t>
              </a:r>
              <a:r>
                <a:rPr lang="en-US" altLang="zh-CN" sz="2400" i="1" dirty="0">
                  <a:latin typeface="Times New Roman" panose="02020603050405020304" pitchFamily="18" charset="0"/>
                </a:rPr>
                <a:t>s</a:t>
              </a:r>
              <a:r>
                <a:rPr lang="en-US" altLang="zh-CN" sz="2400" dirty="0">
                  <a:latin typeface="Times New Roman" panose="02020603050405020304" pitchFamily="18" charset="0"/>
                </a:rPr>
                <a:t>)</a:t>
              </a:r>
            </a:p>
          </p:txBody>
        </p:sp>
        <p:grpSp>
          <p:nvGrpSpPr>
            <p:cNvPr id="12299" name="Group 43"/>
            <p:cNvGrpSpPr/>
            <p:nvPr/>
          </p:nvGrpSpPr>
          <p:grpSpPr>
            <a:xfrm>
              <a:off x="3310" y="1962"/>
              <a:ext cx="183" cy="169"/>
              <a:chOff x="1968" y="1488"/>
              <a:chExt cx="171" cy="158"/>
            </a:xfrm>
          </p:grpSpPr>
          <p:sp>
            <p:nvSpPr>
              <p:cNvPr id="12320" name="Oval 44"/>
              <p:cNvSpPr/>
              <p:nvPr/>
            </p:nvSpPr>
            <p:spPr>
              <a:xfrm>
                <a:off x="1968" y="1488"/>
                <a:ext cx="171" cy="158"/>
              </a:xfrm>
              <a:prstGeom prst="ellipse">
                <a:avLst/>
              </a:prstGeom>
              <a:noFill/>
              <a:ln w="22225" cap="flat" cmpd="sng">
                <a:solidFill>
                  <a:schemeClr val="tx1"/>
                </a:solidFill>
                <a:prstDash val="solid"/>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12321" name="Line 45"/>
              <p:cNvSpPr/>
              <p:nvPr/>
            </p:nvSpPr>
            <p:spPr>
              <a:xfrm flipH="1">
                <a:off x="2011" y="1528"/>
                <a:ext cx="85" cy="79"/>
              </a:xfrm>
              <a:prstGeom prst="line">
                <a:avLst/>
              </a:prstGeom>
              <a:ln w="22225" cap="flat" cmpd="sng">
                <a:solidFill>
                  <a:schemeClr val="tx1"/>
                </a:solidFill>
                <a:prstDash val="solid"/>
                <a:headEnd type="none" w="med" len="med"/>
                <a:tailEnd type="none" w="med" len="med"/>
              </a:ln>
            </p:spPr>
          </p:sp>
          <p:sp>
            <p:nvSpPr>
              <p:cNvPr id="12322" name="Line 46"/>
              <p:cNvSpPr/>
              <p:nvPr/>
            </p:nvSpPr>
            <p:spPr>
              <a:xfrm>
                <a:off x="2011" y="1528"/>
                <a:ext cx="85" cy="79"/>
              </a:xfrm>
              <a:prstGeom prst="line">
                <a:avLst/>
              </a:prstGeom>
              <a:ln w="22225" cap="flat" cmpd="sng">
                <a:solidFill>
                  <a:schemeClr val="tx1"/>
                </a:solidFill>
                <a:prstDash val="solid"/>
                <a:headEnd type="none" w="med" len="med"/>
                <a:tailEnd type="none" w="med" len="med"/>
              </a:ln>
            </p:spPr>
          </p:sp>
        </p:grpSp>
        <p:sp>
          <p:nvSpPr>
            <p:cNvPr id="12300" name="Rectangle 47"/>
            <p:cNvSpPr/>
            <p:nvPr/>
          </p:nvSpPr>
          <p:spPr>
            <a:xfrm>
              <a:off x="2496" y="1872"/>
              <a:ext cx="497" cy="337"/>
            </a:xfrm>
            <a:prstGeom prst="rect">
              <a:avLst/>
            </a:prstGeom>
            <a:noFill/>
            <a:ln w="22225" cap="flat" cmpd="sng">
              <a:solidFill>
                <a:schemeClr val="tx1"/>
              </a:solidFill>
              <a:prstDash val="solid"/>
              <a:miter/>
              <a:headEnd type="none" w="med" len="med"/>
              <a:tailEnd type="none" w="med" len="med"/>
            </a:ln>
          </p:spPr>
          <p:txBody>
            <a:bodyPr wrap="none" anchor="ctr" anchorCtr="0"/>
            <a:lstStyle/>
            <a:p>
              <a:pPr algn="ctr"/>
              <a:r>
                <a:rPr lang="en-US" altLang="zh-CN" sz="2400" i="1" dirty="0">
                  <a:latin typeface="Times New Roman" panose="02020603050405020304" pitchFamily="18" charset="0"/>
                </a:rPr>
                <a:t>G</a:t>
              </a:r>
              <a:r>
                <a:rPr lang="en-US" altLang="zh-CN" sz="2400" baseline="-18000" dirty="0">
                  <a:latin typeface="Times New Roman" panose="02020603050405020304" pitchFamily="18" charset="0"/>
                </a:rPr>
                <a:t>1</a:t>
              </a:r>
              <a:r>
                <a:rPr lang="en-US" altLang="zh-CN" sz="2400" dirty="0">
                  <a:latin typeface="Times New Roman" panose="02020603050405020304" pitchFamily="18" charset="0"/>
                </a:rPr>
                <a:t>(</a:t>
              </a:r>
              <a:r>
                <a:rPr lang="en-US" altLang="zh-CN" sz="2400" i="1" dirty="0">
                  <a:latin typeface="Times New Roman" panose="02020603050405020304" pitchFamily="18" charset="0"/>
                </a:rPr>
                <a:t>s</a:t>
              </a:r>
              <a:r>
                <a:rPr lang="en-US" altLang="zh-CN" sz="2400" dirty="0">
                  <a:latin typeface="Times New Roman" panose="02020603050405020304" pitchFamily="18" charset="0"/>
                </a:rPr>
                <a:t>)</a:t>
              </a:r>
            </a:p>
          </p:txBody>
        </p:sp>
        <p:sp>
          <p:nvSpPr>
            <p:cNvPr id="12301" name="Line 48"/>
            <p:cNvSpPr/>
            <p:nvPr/>
          </p:nvSpPr>
          <p:spPr>
            <a:xfrm>
              <a:off x="3002" y="2047"/>
              <a:ext cx="308" cy="0"/>
            </a:xfrm>
            <a:prstGeom prst="line">
              <a:avLst/>
            </a:prstGeom>
            <a:ln w="22225" cap="flat" cmpd="sng">
              <a:solidFill>
                <a:schemeClr val="tx1"/>
              </a:solidFill>
              <a:prstDash val="solid"/>
              <a:headEnd type="none" w="med" len="med"/>
              <a:tailEnd type="triangle" w="med" len="med"/>
            </a:ln>
          </p:spPr>
        </p:sp>
        <p:sp>
          <p:nvSpPr>
            <p:cNvPr id="12302" name="Line 49"/>
            <p:cNvSpPr/>
            <p:nvPr/>
          </p:nvSpPr>
          <p:spPr>
            <a:xfrm flipH="1">
              <a:off x="3408" y="1561"/>
              <a:ext cx="0" cy="392"/>
            </a:xfrm>
            <a:prstGeom prst="line">
              <a:avLst/>
            </a:prstGeom>
            <a:ln w="22225" cap="flat" cmpd="sng">
              <a:solidFill>
                <a:schemeClr val="tx1"/>
              </a:solidFill>
              <a:prstDash val="solid"/>
              <a:miter/>
              <a:headEnd type="none" w="med" len="med"/>
              <a:tailEnd type="triangle" w="med" len="med"/>
            </a:ln>
          </p:spPr>
        </p:sp>
        <p:sp>
          <p:nvSpPr>
            <p:cNvPr id="12303" name="Line 50"/>
            <p:cNvSpPr/>
            <p:nvPr/>
          </p:nvSpPr>
          <p:spPr>
            <a:xfrm flipH="1">
              <a:off x="2976" y="1561"/>
              <a:ext cx="432" cy="0"/>
            </a:xfrm>
            <a:prstGeom prst="line">
              <a:avLst/>
            </a:prstGeom>
            <a:ln w="22225" cap="flat" cmpd="sng">
              <a:solidFill>
                <a:schemeClr val="tx1"/>
              </a:solidFill>
              <a:prstDash val="solid"/>
              <a:miter/>
              <a:headEnd type="none" w="med" len="med"/>
              <a:tailEnd type="none" w="med" len="med"/>
            </a:ln>
          </p:spPr>
        </p:sp>
        <p:sp>
          <p:nvSpPr>
            <p:cNvPr id="12304" name="Line 51"/>
            <p:cNvSpPr/>
            <p:nvPr/>
          </p:nvSpPr>
          <p:spPr>
            <a:xfrm flipH="1">
              <a:off x="1776" y="1560"/>
              <a:ext cx="720" cy="0"/>
            </a:xfrm>
            <a:prstGeom prst="line">
              <a:avLst/>
            </a:prstGeom>
            <a:ln w="22225" cap="flat" cmpd="sng">
              <a:solidFill>
                <a:schemeClr val="tx1"/>
              </a:solidFill>
              <a:prstDash val="solid"/>
              <a:miter/>
              <a:headEnd type="none" w="med" len="med"/>
              <a:tailEnd type="none" w="med" len="med"/>
            </a:ln>
          </p:spPr>
        </p:sp>
        <p:grpSp>
          <p:nvGrpSpPr>
            <p:cNvPr id="12305" name="Group 52"/>
            <p:cNvGrpSpPr/>
            <p:nvPr/>
          </p:nvGrpSpPr>
          <p:grpSpPr>
            <a:xfrm>
              <a:off x="2025" y="1953"/>
              <a:ext cx="183" cy="169"/>
              <a:chOff x="1968" y="1488"/>
              <a:chExt cx="171" cy="158"/>
            </a:xfrm>
          </p:grpSpPr>
          <p:sp>
            <p:nvSpPr>
              <p:cNvPr id="12317" name="Oval 53"/>
              <p:cNvSpPr/>
              <p:nvPr/>
            </p:nvSpPr>
            <p:spPr>
              <a:xfrm>
                <a:off x="1968" y="1488"/>
                <a:ext cx="171" cy="158"/>
              </a:xfrm>
              <a:prstGeom prst="ellipse">
                <a:avLst/>
              </a:prstGeom>
              <a:noFill/>
              <a:ln w="22225" cap="flat" cmpd="sng">
                <a:solidFill>
                  <a:schemeClr val="tx1"/>
                </a:solidFill>
                <a:prstDash val="solid"/>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12318" name="Line 54"/>
              <p:cNvSpPr/>
              <p:nvPr/>
            </p:nvSpPr>
            <p:spPr>
              <a:xfrm flipH="1">
                <a:off x="2011" y="1528"/>
                <a:ext cx="85" cy="79"/>
              </a:xfrm>
              <a:prstGeom prst="line">
                <a:avLst/>
              </a:prstGeom>
              <a:ln w="22225" cap="flat" cmpd="sng">
                <a:solidFill>
                  <a:schemeClr val="tx1"/>
                </a:solidFill>
                <a:prstDash val="solid"/>
                <a:headEnd type="none" w="med" len="med"/>
                <a:tailEnd type="none" w="med" len="med"/>
              </a:ln>
            </p:spPr>
          </p:sp>
          <p:sp>
            <p:nvSpPr>
              <p:cNvPr id="12319" name="Line 55"/>
              <p:cNvSpPr/>
              <p:nvPr/>
            </p:nvSpPr>
            <p:spPr>
              <a:xfrm>
                <a:off x="2011" y="1528"/>
                <a:ext cx="85" cy="79"/>
              </a:xfrm>
              <a:prstGeom prst="line">
                <a:avLst/>
              </a:prstGeom>
              <a:ln w="22225" cap="flat" cmpd="sng">
                <a:solidFill>
                  <a:schemeClr val="tx1"/>
                </a:solidFill>
                <a:prstDash val="solid"/>
                <a:headEnd type="none" w="med" len="med"/>
                <a:tailEnd type="none" w="med" len="med"/>
              </a:ln>
            </p:spPr>
          </p:sp>
        </p:grpSp>
        <p:sp>
          <p:nvSpPr>
            <p:cNvPr id="12306" name="Line 56"/>
            <p:cNvSpPr/>
            <p:nvPr/>
          </p:nvSpPr>
          <p:spPr>
            <a:xfrm flipV="1">
              <a:off x="1296" y="2041"/>
              <a:ext cx="720" cy="0"/>
            </a:xfrm>
            <a:prstGeom prst="line">
              <a:avLst/>
            </a:prstGeom>
            <a:ln w="22225" cap="flat" cmpd="sng">
              <a:solidFill>
                <a:schemeClr val="tx1"/>
              </a:solidFill>
              <a:prstDash val="solid"/>
              <a:headEnd type="none" w="med" len="med"/>
              <a:tailEnd type="triangle" w="med" len="med"/>
            </a:ln>
          </p:spPr>
        </p:sp>
        <p:sp>
          <p:nvSpPr>
            <p:cNvPr id="12307" name="Rectangle 57"/>
            <p:cNvSpPr/>
            <p:nvPr/>
          </p:nvSpPr>
          <p:spPr>
            <a:xfrm>
              <a:off x="1256" y="1730"/>
              <a:ext cx="472" cy="288"/>
            </a:xfrm>
            <a:prstGeom prst="rect">
              <a:avLst/>
            </a:prstGeom>
            <a:noFill/>
            <a:ln w="22225">
              <a:noFill/>
            </a:ln>
          </p:spPr>
          <p:txBody>
            <a:bodyPr wrap="none">
              <a:spAutoFit/>
            </a:bodyPr>
            <a:lstStyle/>
            <a:p>
              <a:r>
                <a:rPr lang="en-US" altLang="zh-CN" sz="2400" i="1" dirty="0">
                  <a:latin typeface="Times New Roman" panose="02020603050405020304" pitchFamily="18" charset="0"/>
                </a:rPr>
                <a:t>X</a:t>
              </a:r>
              <a:r>
                <a:rPr lang="en-US" altLang="zh-CN" sz="2400" i="1" baseline="-18000" dirty="0">
                  <a:latin typeface="Times New Roman" panose="02020603050405020304" pitchFamily="18" charset="0"/>
                </a:rPr>
                <a:t>i</a:t>
              </a:r>
              <a:r>
                <a:rPr lang="en-US" altLang="zh-CN" sz="2400" dirty="0">
                  <a:latin typeface="Times New Roman" panose="02020603050405020304" pitchFamily="18" charset="0"/>
                </a:rPr>
                <a:t>(</a:t>
              </a:r>
              <a:r>
                <a:rPr lang="en-US" altLang="zh-CN" sz="2400" i="1" dirty="0">
                  <a:latin typeface="Times New Roman" panose="02020603050405020304" pitchFamily="18" charset="0"/>
                </a:rPr>
                <a:t>s</a:t>
              </a:r>
              <a:r>
                <a:rPr lang="en-US" altLang="zh-CN" sz="2400" dirty="0">
                  <a:latin typeface="Times New Roman" panose="02020603050405020304" pitchFamily="18" charset="0"/>
                </a:rPr>
                <a:t>)</a:t>
              </a:r>
            </a:p>
          </p:txBody>
        </p:sp>
        <p:sp>
          <p:nvSpPr>
            <p:cNvPr id="12308" name="Line 58"/>
            <p:cNvSpPr/>
            <p:nvPr/>
          </p:nvSpPr>
          <p:spPr>
            <a:xfrm>
              <a:off x="4464" y="2017"/>
              <a:ext cx="0" cy="456"/>
            </a:xfrm>
            <a:prstGeom prst="line">
              <a:avLst/>
            </a:prstGeom>
            <a:ln w="22225" cap="flat" cmpd="sng">
              <a:solidFill>
                <a:schemeClr val="tx1"/>
              </a:solidFill>
              <a:prstDash val="solid"/>
              <a:miter/>
              <a:headEnd type="none" w="med" len="med"/>
              <a:tailEnd type="none" w="med" len="med"/>
            </a:ln>
          </p:spPr>
        </p:sp>
        <p:sp>
          <p:nvSpPr>
            <p:cNvPr id="12309" name="Line 59"/>
            <p:cNvSpPr/>
            <p:nvPr/>
          </p:nvSpPr>
          <p:spPr>
            <a:xfrm flipH="1">
              <a:off x="3648" y="2473"/>
              <a:ext cx="816" cy="0"/>
            </a:xfrm>
            <a:prstGeom prst="line">
              <a:avLst/>
            </a:prstGeom>
            <a:ln w="22225" cap="flat" cmpd="sng">
              <a:solidFill>
                <a:schemeClr val="tx1"/>
              </a:solidFill>
              <a:prstDash val="solid"/>
              <a:miter/>
              <a:headEnd type="none" w="med" len="med"/>
              <a:tailEnd type="triangle" w="med" len="med"/>
            </a:ln>
          </p:spPr>
        </p:sp>
        <p:sp>
          <p:nvSpPr>
            <p:cNvPr id="12310" name="Line 60"/>
            <p:cNvSpPr/>
            <p:nvPr/>
          </p:nvSpPr>
          <p:spPr>
            <a:xfrm flipV="1">
              <a:off x="2112" y="2113"/>
              <a:ext cx="0" cy="360"/>
            </a:xfrm>
            <a:prstGeom prst="line">
              <a:avLst/>
            </a:prstGeom>
            <a:ln w="22225" cap="flat" cmpd="sng">
              <a:solidFill>
                <a:schemeClr val="tx1"/>
              </a:solidFill>
              <a:prstDash val="solid"/>
              <a:miter/>
              <a:headEnd type="none" w="med" len="med"/>
              <a:tailEnd type="triangle" w="med" len="med"/>
            </a:ln>
          </p:spPr>
        </p:sp>
        <p:sp>
          <p:nvSpPr>
            <p:cNvPr id="12311" name="Oval 61"/>
            <p:cNvSpPr/>
            <p:nvPr/>
          </p:nvSpPr>
          <p:spPr>
            <a:xfrm>
              <a:off x="4440" y="2009"/>
              <a:ext cx="48" cy="48"/>
            </a:xfrm>
            <a:prstGeom prst="ellipse">
              <a:avLst/>
            </a:prstGeom>
            <a:solidFill>
              <a:schemeClr val="tx1"/>
            </a:solidFill>
            <a:ln w="22225" cap="flat" cmpd="sng">
              <a:solidFill>
                <a:schemeClr val="tx1"/>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12312" name="Line 62"/>
            <p:cNvSpPr/>
            <p:nvPr/>
          </p:nvSpPr>
          <p:spPr>
            <a:xfrm>
              <a:off x="2160" y="2209"/>
              <a:ext cx="96" cy="0"/>
            </a:xfrm>
            <a:prstGeom prst="line">
              <a:avLst/>
            </a:prstGeom>
            <a:ln w="22225" cap="flat" cmpd="sng">
              <a:solidFill>
                <a:schemeClr val="tx1"/>
              </a:solidFill>
              <a:prstDash val="solid"/>
              <a:miter/>
              <a:headEnd type="none" w="med" len="med"/>
              <a:tailEnd type="none" w="med" len="med"/>
            </a:ln>
          </p:spPr>
        </p:sp>
        <p:sp>
          <p:nvSpPr>
            <p:cNvPr id="12313" name="Rectangle 63"/>
            <p:cNvSpPr/>
            <p:nvPr/>
          </p:nvSpPr>
          <p:spPr>
            <a:xfrm>
              <a:off x="3168" y="2304"/>
              <a:ext cx="480" cy="337"/>
            </a:xfrm>
            <a:prstGeom prst="rect">
              <a:avLst/>
            </a:prstGeom>
            <a:noFill/>
            <a:ln w="22225" cap="flat" cmpd="sng">
              <a:solidFill>
                <a:schemeClr val="tx1"/>
              </a:solidFill>
              <a:prstDash val="solid"/>
              <a:miter/>
              <a:headEnd type="none" w="med" len="med"/>
              <a:tailEnd type="none" w="med" len="med"/>
            </a:ln>
          </p:spPr>
          <p:txBody>
            <a:bodyPr wrap="none" anchor="ctr" anchorCtr="0"/>
            <a:lstStyle/>
            <a:p>
              <a:pPr algn="ctr"/>
              <a:r>
                <a:rPr lang="en-US" altLang="zh-CN" sz="2400" i="1" dirty="0">
                  <a:latin typeface="Times New Roman" panose="02020603050405020304" pitchFamily="18" charset="0"/>
                </a:rPr>
                <a:t>H</a:t>
              </a:r>
              <a:r>
                <a:rPr lang="en-US" altLang="zh-CN" sz="2400" dirty="0">
                  <a:latin typeface="Times New Roman" panose="02020603050405020304" pitchFamily="18" charset="0"/>
                </a:rPr>
                <a:t>(</a:t>
              </a:r>
              <a:r>
                <a:rPr lang="en-US" altLang="zh-CN" sz="2400" i="1" dirty="0">
                  <a:latin typeface="Times New Roman" panose="02020603050405020304" pitchFamily="18" charset="0"/>
                </a:rPr>
                <a:t>s</a:t>
              </a:r>
              <a:r>
                <a:rPr lang="en-US" altLang="zh-CN" sz="2400" dirty="0">
                  <a:latin typeface="Times New Roman" panose="02020603050405020304" pitchFamily="18" charset="0"/>
                </a:rPr>
                <a:t>)</a:t>
              </a:r>
            </a:p>
          </p:txBody>
        </p:sp>
        <p:sp>
          <p:nvSpPr>
            <p:cNvPr id="12314" name="Line 64"/>
            <p:cNvSpPr/>
            <p:nvPr/>
          </p:nvSpPr>
          <p:spPr>
            <a:xfrm flipH="1">
              <a:off x="2112" y="2473"/>
              <a:ext cx="1056" cy="0"/>
            </a:xfrm>
            <a:prstGeom prst="line">
              <a:avLst/>
            </a:prstGeom>
            <a:ln w="22225" cap="flat" cmpd="sng">
              <a:solidFill>
                <a:schemeClr val="tx1"/>
              </a:solidFill>
              <a:prstDash val="solid"/>
              <a:miter/>
              <a:headEnd type="none" w="med" len="med"/>
              <a:tailEnd type="none" w="med" len="med"/>
            </a:ln>
          </p:spPr>
        </p:sp>
        <p:sp>
          <p:nvSpPr>
            <p:cNvPr id="12315" name="Line 65"/>
            <p:cNvSpPr/>
            <p:nvPr/>
          </p:nvSpPr>
          <p:spPr>
            <a:xfrm>
              <a:off x="1776" y="1560"/>
              <a:ext cx="0" cy="481"/>
            </a:xfrm>
            <a:prstGeom prst="line">
              <a:avLst/>
            </a:prstGeom>
            <a:ln w="22225" cap="flat" cmpd="sng">
              <a:solidFill>
                <a:schemeClr val="tx1"/>
              </a:solidFill>
              <a:prstDash val="solid"/>
              <a:miter/>
              <a:headEnd type="none" w="med" len="med"/>
              <a:tailEnd type="none" w="med" len="med"/>
            </a:ln>
          </p:spPr>
        </p:sp>
        <p:sp>
          <p:nvSpPr>
            <p:cNvPr id="12316" name="Oval 66"/>
            <p:cNvSpPr/>
            <p:nvPr/>
          </p:nvSpPr>
          <p:spPr>
            <a:xfrm>
              <a:off x="1744" y="2016"/>
              <a:ext cx="48" cy="48"/>
            </a:xfrm>
            <a:prstGeom prst="ellipse">
              <a:avLst/>
            </a:prstGeom>
            <a:solidFill>
              <a:schemeClr val="tx1"/>
            </a:solidFill>
            <a:ln w="22225" cap="flat" cmpd="sng">
              <a:solidFill>
                <a:schemeClr val="tx1"/>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Text Box 3"/>
          <p:cNvSpPr txBox="1"/>
          <p:nvPr/>
        </p:nvSpPr>
        <p:spPr>
          <a:xfrm>
            <a:off x="1139825" y="1441450"/>
            <a:ext cx="7010400" cy="582613"/>
          </a:xfrm>
          <a:prstGeom prst="rect">
            <a:avLst/>
          </a:prstGeom>
          <a:noFill/>
          <a:ln w="22225">
            <a:noFill/>
          </a:ln>
        </p:spPr>
        <p:txBody>
          <a:bodyPr>
            <a:spAutoFit/>
          </a:bodyPr>
          <a:lstStyle/>
          <a:p>
            <a:pPr>
              <a:lnSpc>
                <a:spcPct val="115000"/>
              </a:lnSpc>
              <a:buFont typeface="Wingdings" panose="05000000000000000000" pitchFamily="2" charset="2"/>
              <a:buChar char="Ø"/>
            </a:pPr>
            <a:r>
              <a:rPr lang="en-US" altLang="zh-CN" sz="2800" dirty="0">
                <a:latin typeface="Times New Roman" panose="02020603050405020304" pitchFamily="18" charset="0"/>
              </a:rPr>
              <a:t> </a:t>
            </a:r>
            <a:r>
              <a:rPr lang="zh-CN" altLang="en-US" sz="2800" dirty="0">
                <a:latin typeface="Times New Roman" panose="02020603050405020304" pitchFamily="18" charset="0"/>
              </a:rPr>
              <a:t>分析法（</a:t>
            </a:r>
            <a:r>
              <a:rPr lang="zh-CN" altLang="en-US" sz="2800" dirty="0">
                <a:latin typeface="宋体" panose="02010600030101010101" pitchFamily="2" charset="-122"/>
              </a:rPr>
              <a:t>试探法）</a:t>
            </a:r>
          </a:p>
        </p:txBody>
      </p:sp>
      <p:sp>
        <p:nvSpPr>
          <p:cNvPr id="19460" name="Text Box 4"/>
          <p:cNvSpPr txBox="1"/>
          <p:nvPr/>
        </p:nvSpPr>
        <p:spPr>
          <a:xfrm>
            <a:off x="1139825" y="2590800"/>
            <a:ext cx="7010400" cy="582613"/>
          </a:xfrm>
          <a:prstGeom prst="rect">
            <a:avLst/>
          </a:prstGeom>
          <a:noFill/>
          <a:ln w="22225">
            <a:noFill/>
          </a:ln>
        </p:spPr>
        <p:txBody>
          <a:bodyPr>
            <a:spAutoFit/>
          </a:bodyPr>
          <a:lstStyle/>
          <a:p>
            <a:pPr>
              <a:lnSpc>
                <a:spcPct val="115000"/>
              </a:lnSpc>
              <a:buFont typeface="Wingdings" panose="05000000000000000000" pitchFamily="2" charset="2"/>
              <a:buChar char="Ø"/>
            </a:pPr>
            <a:r>
              <a:rPr lang="en-US" altLang="zh-CN" sz="2800" dirty="0">
                <a:latin typeface="Times New Roman" panose="02020603050405020304" pitchFamily="18" charset="0"/>
              </a:rPr>
              <a:t> </a:t>
            </a:r>
            <a:r>
              <a:rPr lang="zh-CN" altLang="en-US" sz="2800" dirty="0">
                <a:latin typeface="Times New Roman" panose="02020603050405020304" pitchFamily="18" charset="0"/>
              </a:rPr>
              <a:t>综合法（</a:t>
            </a:r>
            <a:r>
              <a:rPr lang="zh-CN" altLang="en-US" sz="2800" dirty="0">
                <a:latin typeface="宋体" panose="02010600030101010101" pitchFamily="2" charset="-122"/>
              </a:rPr>
              <a:t>期望特性法</a:t>
            </a:r>
            <a:r>
              <a:rPr lang="zh-CN" altLang="en-US" sz="2800" dirty="0">
                <a:latin typeface="Times New Roman" panose="02020603050405020304" pitchFamily="18" charset="0"/>
              </a:rPr>
              <a:t>）</a:t>
            </a:r>
          </a:p>
        </p:txBody>
      </p:sp>
      <p:sp>
        <p:nvSpPr>
          <p:cNvPr id="13316" name="Rectangle 5"/>
          <p:cNvSpPr/>
          <p:nvPr/>
        </p:nvSpPr>
        <p:spPr>
          <a:xfrm>
            <a:off x="611188" y="476250"/>
            <a:ext cx="4892675" cy="519113"/>
          </a:xfrm>
          <a:prstGeom prst="rect">
            <a:avLst/>
          </a:prstGeom>
          <a:noFill/>
          <a:ln w="22225">
            <a:noFill/>
          </a:ln>
        </p:spPr>
        <p:txBody>
          <a:bodyPr>
            <a:spAutoFit/>
          </a:bodyPr>
          <a:lstStyle/>
          <a:p>
            <a:pPr>
              <a:buFont typeface="Wingdings" panose="05000000000000000000" pitchFamily="2" charset="2"/>
              <a:buChar char="l"/>
            </a:pPr>
            <a:r>
              <a:rPr lang="en-US" altLang="zh-CN" sz="2800" dirty="0">
                <a:latin typeface="Times New Roman" panose="02020603050405020304" pitchFamily="18" charset="0"/>
                <a:ea typeface="黑体" panose="02010609060101010101" pitchFamily="49" charset="-122"/>
              </a:rPr>
              <a:t> </a:t>
            </a:r>
            <a:r>
              <a:rPr lang="zh-CN" altLang="en-US" sz="2800" b="1" dirty="0">
                <a:latin typeface="宋体" panose="02010600030101010101" pitchFamily="2" charset="-122"/>
              </a:rPr>
              <a:t>控制系统的校正方法</a:t>
            </a:r>
            <a:endParaRPr lang="zh-CN" altLang="en-US" sz="2800" b="1" dirty="0">
              <a:latin typeface="Times New Roman" panose="02020603050405020304" pitchFamily="18" charset="0"/>
            </a:endParaRPr>
          </a:p>
        </p:txBody>
      </p:sp>
      <p:sp>
        <p:nvSpPr>
          <p:cNvPr id="19462" name="Text Box 6"/>
          <p:cNvSpPr txBox="1"/>
          <p:nvPr/>
        </p:nvSpPr>
        <p:spPr>
          <a:xfrm>
            <a:off x="1139825" y="1974850"/>
            <a:ext cx="7391400" cy="582613"/>
          </a:xfrm>
          <a:prstGeom prst="rect">
            <a:avLst/>
          </a:prstGeom>
          <a:noFill/>
          <a:ln w="22225">
            <a:noFill/>
          </a:ln>
        </p:spPr>
        <p:txBody>
          <a:bodyPr>
            <a:spAutoFit/>
          </a:bodyPr>
          <a:lstStyle/>
          <a:p>
            <a:pPr>
              <a:lnSpc>
                <a:spcPct val="115000"/>
              </a:lnSpc>
            </a:pPr>
            <a:r>
              <a:rPr lang="zh-CN" altLang="en-US" sz="2800" dirty="0">
                <a:latin typeface="宋体" panose="02010600030101010101" pitchFamily="2" charset="-122"/>
              </a:rPr>
              <a:t>直观、设计的校正装置物理上易于实现。</a:t>
            </a:r>
            <a:endParaRPr lang="zh-CN" altLang="en-US" sz="2800" dirty="0">
              <a:latin typeface="Times New Roman" panose="02020603050405020304" pitchFamily="18" charset="0"/>
            </a:endParaRPr>
          </a:p>
        </p:txBody>
      </p:sp>
      <p:sp>
        <p:nvSpPr>
          <p:cNvPr id="19463" name="Text Box 7"/>
          <p:cNvSpPr txBox="1"/>
          <p:nvPr/>
        </p:nvSpPr>
        <p:spPr>
          <a:xfrm>
            <a:off x="1139825" y="3160713"/>
            <a:ext cx="7391400" cy="1563687"/>
          </a:xfrm>
          <a:prstGeom prst="rect">
            <a:avLst/>
          </a:prstGeom>
          <a:noFill/>
          <a:ln w="22225">
            <a:noFill/>
          </a:ln>
        </p:spPr>
        <p:txBody>
          <a:bodyPr>
            <a:spAutoFit/>
          </a:bodyPr>
          <a:lstStyle/>
          <a:p>
            <a:pPr>
              <a:lnSpc>
                <a:spcPct val="115000"/>
              </a:lnSpc>
            </a:pPr>
            <a:r>
              <a:rPr lang="zh-CN" altLang="en-US" sz="2800" dirty="0">
                <a:latin typeface="宋体" panose="02010600030101010101" pitchFamily="2" charset="-122"/>
              </a:rPr>
              <a:t>根据性能指标要求确定系统期望的开环特性，再与原有开环特性进行比较，从而确定校正方式、校正装置的形式及参数。</a:t>
            </a:r>
            <a:endParaRPr lang="zh-CN" altLang="en-US" sz="2800" dirty="0">
              <a:latin typeface="Times New Roman" panose="02020603050405020304" pitchFamily="18" charset="0"/>
            </a:endParaRPr>
          </a:p>
        </p:txBody>
      </p:sp>
      <p:sp>
        <p:nvSpPr>
          <p:cNvPr id="19464" name="Text Box 8"/>
          <p:cNvSpPr txBox="1"/>
          <p:nvPr/>
        </p:nvSpPr>
        <p:spPr>
          <a:xfrm>
            <a:off x="1139825" y="4718050"/>
            <a:ext cx="7391400" cy="1073150"/>
          </a:xfrm>
          <a:prstGeom prst="rect">
            <a:avLst/>
          </a:prstGeom>
          <a:noFill/>
          <a:ln w="22225">
            <a:noFill/>
          </a:ln>
        </p:spPr>
        <p:txBody>
          <a:bodyPr>
            <a:spAutoFit/>
          </a:bodyPr>
          <a:lstStyle/>
          <a:p>
            <a:pPr>
              <a:lnSpc>
                <a:spcPct val="115000"/>
              </a:lnSpc>
            </a:pPr>
            <a:r>
              <a:rPr lang="zh-CN" altLang="en-US" sz="2800" dirty="0">
                <a:latin typeface="Times New Roman" panose="02020603050405020304" pitchFamily="18" charset="0"/>
              </a:rPr>
              <a:t>分析法或者综合法都可应用</a:t>
            </a:r>
            <a:r>
              <a:rPr lang="zh-CN" altLang="en-US" sz="2800" dirty="0">
                <a:solidFill>
                  <a:srgbClr val="FF0000"/>
                </a:solidFill>
                <a:latin typeface="Times New Roman" panose="02020603050405020304" pitchFamily="18" charset="0"/>
              </a:rPr>
              <a:t>根轨迹法</a:t>
            </a:r>
            <a:r>
              <a:rPr lang="zh-CN" altLang="en-US" sz="2800" dirty="0">
                <a:latin typeface="Times New Roman" panose="02020603050405020304" pitchFamily="18" charset="0"/>
              </a:rPr>
              <a:t>和</a:t>
            </a:r>
            <a:r>
              <a:rPr lang="zh-CN" altLang="en-US" sz="2800" dirty="0">
                <a:solidFill>
                  <a:srgbClr val="FF0000"/>
                </a:solidFill>
                <a:latin typeface="Times New Roman" panose="02020603050405020304" pitchFamily="18" charset="0"/>
              </a:rPr>
              <a:t>频率响应法</a:t>
            </a:r>
            <a:r>
              <a:rPr lang="zh-CN" altLang="en-US" sz="2800" dirty="0">
                <a:latin typeface="Times New Roman" panose="02020603050405020304" pitchFamily="18" charset="0"/>
              </a:rPr>
              <a:t>实现。</a:t>
            </a:r>
            <a:endParaRPr lang="zh-CN" altLang="en-US" sz="2800" dirty="0">
              <a:latin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9459"/>
                                        </p:tgtEl>
                                        <p:attrNameLst>
                                          <p:attrName>style.visibility</p:attrName>
                                        </p:attrNameLst>
                                      </p:cBhvr>
                                      <p:to>
                                        <p:strVal val="visible"/>
                                      </p:to>
                                    </p:set>
                                    <p:anim calcmode="lin" valueType="num">
                                      <p:cBhvr additive="base">
                                        <p:cTn id="7" dur="500" fill="hold"/>
                                        <p:tgtEl>
                                          <p:spTgt spid="19459"/>
                                        </p:tgtEl>
                                        <p:attrNameLst>
                                          <p:attrName>ppt_x</p:attrName>
                                        </p:attrNameLst>
                                      </p:cBhvr>
                                      <p:tavLst>
                                        <p:tav tm="0">
                                          <p:val>
                                            <p:strVal val="#ppt_x"/>
                                          </p:val>
                                        </p:tav>
                                        <p:tav tm="100000">
                                          <p:val>
                                            <p:strVal val="#ppt_x"/>
                                          </p:val>
                                        </p:tav>
                                      </p:tavLst>
                                    </p:anim>
                                    <p:anim calcmode="lin" valueType="num">
                                      <p:cBhvr additive="base">
                                        <p:cTn id="8" dur="500" fill="hold"/>
                                        <p:tgtEl>
                                          <p:spTgt spid="1945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9462"/>
                                        </p:tgtEl>
                                        <p:attrNameLst>
                                          <p:attrName>style.visibility</p:attrName>
                                        </p:attrNameLst>
                                      </p:cBhvr>
                                      <p:to>
                                        <p:strVal val="visible"/>
                                      </p:to>
                                    </p:set>
                                    <p:anim calcmode="lin" valueType="num">
                                      <p:cBhvr additive="base">
                                        <p:cTn id="13" dur="500" fill="hold"/>
                                        <p:tgtEl>
                                          <p:spTgt spid="19462"/>
                                        </p:tgtEl>
                                        <p:attrNameLst>
                                          <p:attrName>ppt_x</p:attrName>
                                        </p:attrNameLst>
                                      </p:cBhvr>
                                      <p:tavLst>
                                        <p:tav tm="0">
                                          <p:val>
                                            <p:strVal val="#ppt_x"/>
                                          </p:val>
                                        </p:tav>
                                        <p:tav tm="100000">
                                          <p:val>
                                            <p:strVal val="#ppt_x"/>
                                          </p:val>
                                        </p:tav>
                                      </p:tavLst>
                                    </p:anim>
                                    <p:anim calcmode="lin" valueType="num">
                                      <p:cBhvr additive="base">
                                        <p:cTn id="14" dur="500" fill="hold"/>
                                        <p:tgtEl>
                                          <p:spTgt spid="1946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9460"/>
                                        </p:tgtEl>
                                        <p:attrNameLst>
                                          <p:attrName>style.visibility</p:attrName>
                                        </p:attrNameLst>
                                      </p:cBhvr>
                                      <p:to>
                                        <p:strVal val="visible"/>
                                      </p:to>
                                    </p:set>
                                    <p:anim calcmode="lin" valueType="num">
                                      <p:cBhvr additive="base">
                                        <p:cTn id="19" dur="500" fill="hold"/>
                                        <p:tgtEl>
                                          <p:spTgt spid="19460"/>
                                        </p:tgtEl>
                                        <p:attrNameLst>
                                          <p:attrName>ppt_x</p:attrName>
                                        </p:attrNameLst>
                                      </p:cBhvr>
                                      <p:tavLst>
                                        <p:tav tm="0">
                                          <p:val>
                                            <p:strVal val="#ppt_x"/>
                                          </p:val>
                                        </p:tav>
                                        <p:tav tm="100000">
                                          <p:val>
                                            <p:strVal val="#ppt_x"/>
                                          </p:val>
                                        </p:tav>
                                      </p:tavLst>
                                    </p:anim>
                                    <p:anim calcmode="lin" valueType="num">
                                      <p:cBhvr additive="base">
                                        <p:cTn id="20" dur="500" fill="hold"/>
                                        <p:tgtEl>
                                          <p:spTgt spid="19460"/>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9463"/>
                                        </p:tgtEl>
                                        <p:attrNameLst>
                                          <p:attrName>style.visibility</p:attrName>
                                        </p:attrNameLst>
                                      </p:cBhvr>
                                      <p:to>
                                        <p:strVal val="visible"/>
                                      </p:to>
                                    </p:set>
                                    <p:anim calcmode="lin" valueType="num">
                                      <p:cBhvr additive="base">
                                        <p:cTn id="25" dur="500" fill="hold"/>
                                        <p:tgtEl>
                                          <p:spTgt spid="19463"/>
                                        </p:tgtEl>
                                        <p:attrNameLst>
                                          <p:attrName>ppt_x</p:attrName>
                                        </p:attrNameLst>
                                      </p:cBhvr>
                                      <p:tavLst>
                                        <p:tav tm="0">
                                          <p:val>
                                            <p:strVal val="#ppt_x"/>
                                          </p:val>
                                        </p:tav>
                                        <p:tav tm="100000">
                                          <p:val>
                                            <p:strVal val="#ppt_x"/>
                                          </p:val>
                                        </p:tav>
                                      </p:tavLst>
                                    </p:anim>
                                    <p:anim calcmode="lin" valueType="num">
                                      <p:cBhvr additive="base">
                                        <p:cTn id="26" dur="500" fill="hold"/>
                                        <p:tgtEl>
                                          <p:spTgt spid="19463"/>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9464"/>
                                        </p:tgtEl>
                                        <p:attrNameLst>
                                          <p:attrName>style.visibility</p:attrName>
                                        </p:attrNameLst>
                                      </p:cBhvr>
                                      <p:to>
                                        <p:strVal val="visible"/>
                                      </p:to>
                                    </p:set>
                                    <p:anim calcmode="lin" valueType="num">
                                      <p:cBhvr additive="base">
                                        <p:cTn id="31" dur="500" fill="hold"/>
                                        <p:tgtEl>
                                          <p:spTgt spid="19464"/>
                                        </p:tgtEl>
                                        <p:attrNameLst>
                                          <p:attrName>ppt_x</p:attrName>
                                        </p:attrNameLst>
                                      </p:cBhvr>
                                      <p:tavLst>
                                        <p:tav tm="0">
                                          <p:val>
                                            <p:strVal val="#ppt_x"/>
                                          </p:val>
                                        </p:tav>
                                        <p:tav tm="100000">
                                          <p:val>
                                            <p:strVal val="#ppt_x"/>
                                          </p:val>
                                        </p:tav>
                                      </p:tavLst>
                                    </p:anim>
                                    <p:anim calcmode="lin" valueType="num">
                                      <p:cBhvr additive="base">
                                        <p:cTn id="32" dur="500" fill="hold"/>
                                        <p:tgtEl>
                                          <p:spTgt spid="1946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9" grpId="0"/>
      <p:bldP spid="19460" grpId="0"/>
      <p:bldP spid="19462" grpId="0"/>
      <p:bldP spid="19463" grpId="0"/>
      <p:bldP spid="1946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3"/>
          <p:cNvSpPr/>
          <p:nvPr/>
        </p:nvSpPr>
        <p:spPr>
          <a:xfrm>
            <a:off x="827088" y="765175"/>
            <a:ext cx="4892675" cy="519113"/>
          </a:xfrm>
          <a:prstGeom prst="rect">
            <a:avLst/>
          </a:prstGeom>
          <a:noFill/>
          <a:ln w="22225">
            <a:noFill/>
          </a:ln>
        </p:spPr>
        <p:txBody>
          <a:bodyPr>
            <a:spAutoFit/>
          </a:bodyPr>
          <a:lstStyle/>
          <a:p>
            <a:pPr>
              <a:buFont typeface="Wingdings" panose="05000000000000000000" pitchFamily="2" charset="2"/>
              <a:buChar char="l"/>
            </a:pPr>
            <a:r>
              <a:rPr lang="en-US" altLang="zh-CN" sz="2800" dirty="0">
                <a:latin typeface="Times New Roman" panose="02020603050405020304" pitchFamily="18" charset="0"/>
                <a:ea typeface="黑体" panose="02010609060101010101" pitchFamily="49" charset="-122"/>
              </a:rPr>
              <a:t> </a:t>
            </a:r>
            <a:r>
              <a:rPr lang="zh-CN" altLang="en-US" sz="2800" b="1" dirty="0">
                <a:latin typeface="宋体" panose="02010600030101010101" pitchFamily="2" charset="-122"/>
              </a:rPr>
              <a:t>频率响应设计法的优点</a:t>
            </a:r>
            <a:endParaRPr lang="zh-CN" altLang="en-US" sz="2800" b="1" dirty="0">
              <a:latin typeface="Times New Roman" panose="02020603050405020304" pitchFamily="18" charset="0"/>
            </a:endParaRPr>
          </a:p>
        </p:txBody>
      </p:sp>
      <p:sp>
        <p:nvSpPr>
          <p:cNvPr id="20484" name="Text Box 4"/>
          <p:cNvSpPr txBox="1"/>
          <p:nvPr/>
        </p:nvSpPr>
        <p:spPr>
          <a:xfrm>
            <a:off x="1042988" y="1412875"/>
            <a:ext cx="7010400" cy="1073150"/>
          </a:xfrm>
          <a:prstGeom prst="rect">
            <a:avLst/>
          </a:prstGeom>
          <a:noFill/>
          <a:ln w="22225">
            <a:noFill/>
          </a:ln>
        </p:spPr>
        <p:txBody>
          <a:bodyPr>
            <a:spAutoFit/>
          </a:bodyPr>
          <a:lstStyle/>
          <a:p>
            <a:pPr>
              <a:lnSpc>
                <a:spcPct val="115000"/>
              </a:lnSpc>
              <a:buFont typeface="Wingdings" panose="05000000000000000000" pitchFamily="2" charset="2"/>
              <a:buChar char="Ø"/>
            </a:pPr>
            <a:r>
              <a:rPr lang="en-US" altLang="zh-CN" sz="2800" dirty="0">
                <a:latin typeface="Times New Roman" panose="02020603050405020304" pitchFamily="18" charset="0"/>
              </a:rPr>
              <a:t> </a:t>
            </a:r>
            <a:r>
              <a:rPr lang="zh-CN" altLang="en-US" sz="2800" dirty="0">
                <a:latin typeface="Times New Roman" panose="02020603050405020304" pitchFamily="18" charset="0"/>
              </a:rPr>
              <a:t>频率特性图可以清楚表明系统改变性能指</a:t>
            </a:r>
          </a:p>
          <a:p>
            <a:pPr>
              <a:lnSpc>
                <a:spcPct val="115000"/>
              </a:lnSpc>
            </a:pPr>
            <a:r>
              <a:rPr lang="zh-CN" altLang="en-US" sz="2800" dirty="0">
                <a:latin typeface="Times New Roman" panose="02020603050405020304" pitchFamily="18" charset="0"/>
              </a:rPr>
              <a:t>    标的方向；</a:t>
            </a:r>
            <a:endParaRPr lang="zh-CN" altLang="en-US" sz="2800" dirty="0">
              <a:latin typeface="宋体" panose="02010600030101010101" pitchFamily="2" charset="-122"/>
            </a:endParaRPr>
          </a:p>
        </p:txBody>
      </p:sp>
      <p:sp>
        <p:nvSpPr>
          <p:cNvPr id="20485" name="Text Box 5"/>
          <p:cNvSpPr txBox="1"/>
          <p:nvPr/>
        </p:nvSpPr>
        <p:spPr>
          <a:xfrm>
            <a:off x="1042988" y="2565400"/>
            <a:ext cx="7086600" cy="2544763"/>
          </a:xfrm>
          <a:prstGeom prst="rect">
            <a:avLst/>
          </a:prstGeom>
          <a:noFill/>
          <a:ln w="22225">
            <a:noFill/>
          </a:ln>
        </p:spPr>
        <p:txBody>
          <a:bodyPr>
            <a:spAutoFit/>
          </a:bodyPr>
          <a:lstStyle/>
          <a:p>
            <a:pPr>
              <a:lnSpc>
                <a:spcPct val="115000"/>
              </a:lnSpc>
              <a:buFont typeface="Wingdings" panose="05000000000000000000" pitchFamily="2" charset="2"/>
              <a:buChar char="Ø"/>
            </a:pPr>
            <a:r>
              <a:rPr lang="en-US" altLang="zh-CN" sz="2800" dirty="0">
                <a:latin typeface="Times New Roman" panose="02020603050405020304" pitchFamily="18" charset="0"/>
              </a:rPr>
              <a:t> </a:t>
            </a:r>
            <a:r>
              <a:rPr lang="zh-CN" altLang="en-US" sz="2800" dirty="0">
                <a:latin typeface="宋体" panose="02010600030101010101" pitchFamily="2" charset="-122"/>
              </a:rPr>
              <a:t>频域设计通常通过</a:t>
            </a:r>
            <a:r>
              <a:rPr lang="en-US" altLang="zh-CN" sz="2800" dirty="0">
                <a:latin typeface="Times New Roman" panose="02020603050405020304" pitchFamily="18" charset="0"/>
              </a:rPr>
              <a:t>Bode</a:t>
            </a:r>
            <a:r>
              <a:rPr lang="zh-CN" altLang="en-US" sz="2800" dirty="0">
                <a:latin typeface="宋体" panose="02010600030101010101" pitchFamily="2" charset="-122"/>
              </a:rPr>
              <a:t>图进行，由于</a:t>
            </a:r>
            <a:r>
              <a:rPr lang="en-US" altLang="zh-CN" sz="2800" dirty="0">
                <a:latin typeface="Times New Roman" panose="02020603050405020304" pitchFamily="18" charset="0"/>
              </a:rPr>
              <a:t>Bode</a:t>
            </a:r>
          </a:p>
          <a:p>
            <a:pPr>
              <a:lnSpc>
                <a:spcPct val="115000"/>
              </a:lnSpc>
            </a:pPr>
            <a:r>
              <a:rPr lang="en-US" altLang="zh-CN" sz="2800" dirty="0">
                <a:latin typeface="宋体" panose="02010600030101010101" pitchFamily="2" charset="-122"/>
              </a:rPr>
              <a:t>  </a:t>
            </a:r>
            <a:r>
              <a:rPr lang="zh-CN" altLang="en-US" sz="2800" dirty="0">
                <a:latin typeface="宋体" panose="02010600030101010101" pitchFamily="2" charset="-122"/>
              </a:rPr>
              <a:t>图的取对数操作，当采用串联校正时，</a:t>
            </a:r>
            <a:r>
              <a:rPr lang="zh-CN" altLang="en-US" sz="2800" dirty="0">
                <a:latin typeface="Times New Roman" panose="02020603050405020304" pitchFamily="18" charset="0"/>
              </a:rPr>
              <a:t> </a:t>
            </a:r>
            <a:r>
              <a:rPr lang="zh-CN" altLang="en-US" sz="2800" dirty="0">
                <a:latin typeface="宋体" panose="02010600030101010101" pitchFamily="2" charset="-122"/>
              </a:rPr>
              <a:t>使</a:t>
            </a:r>
          </a:p>
          <a:p>
            <a:pPr>
              <a:lnSpc>
                <a:spcPct val="115000"/>
              </a:lnSpc>
            </a:pPr>
            <a:r>
              <a:rPr lang="zh-CN" altLang="en-US" sz="2800" dirty="0">
                <a:latin typeface="宋体" panose="02010600030101010101" pitchFamily="2" charset="-122"/>
              </a:rPr>
              <a:t>  得校正后系统的</a:t>
            </a:r>
            <a:r>
              <a:rPr lang="en-US" altLang="zh-CN" sz="2800" dirty="0">
                <a:latin typeface="Times New Roman" panose="02020603050405020304" pitchFamily="18" charset="0"/>
              </a:rPr>
              <a:t>Bode</a:t>
            </a:r>
            <a:r>
              <a:rPr lang="zh-CN" altLang="en-US" sz="2800" dirty="0">
                <a:latin typeface="宋体" panose="02010600030101010101" pitchFamily="2" charset="-122"/>
              </a:rPr>
              <a:t>图即为原有系统</a:t>
            </a:r>
            <a:r>
              <a:rPr lang="en-US" altLang="zh-CN" sz="2800" dirty="0">
                <a:latin typeface="Times New Roman" panose="02020603050405020304" pitchFamily="18" charset="0"/>
              </a:rPr>
              <a:t>Bode</a:t>
            </a:r>
          </a:p>
          <a:p>
            <a:pPr>
              <a:lnSpc>
                <a:spcPct val="115000"/>
              </a:lnSpc>
            </a:pPr>
            <a:r>
              <a:rPr lang="en-US" altLang="zh-CN" sz="2800" dirty="0">
                <a:latin typeface="Times New Roman" panose="02020603050405020304" pitchFamily="18" charset="0"/>
              </a:rPr>
              <a:t>    </a:t>
            </a:r>
            <a:r>
              <a:rPr lang="zh-CN" altLang="en-US" sz="2800" dirty="0">
                <a:latin typeface="宋体" panose="02010600030101010101" pitchFamily="2" charset="-122"/>
              </a:rPr>
              <a:t>图和校正装置的</a:t>
            </a:r>
            <a:r>
              <a:rPr lang="en-US" altLang="zh-CN" sz="2800" dirty="0">
                <a:latin typeface="Times New Roman" panose="02020603050405020304" pitchFamily="18" charset="0"/>
              </a:rPr>
              <a:t>Bode</a:t>
            </a:r>
            <a:r>
              <a:rPr lang="zh-CN" altLang="en-US" sz="2800" dirty="0">
                <a:latin typeface="宋体" panose="02010600030101010101" pitchFamily="2" charset="-122"/>
              </a:rPr>
              <a:t>图直接相加，处理起</a:t>
            </a:r>
          </a:p>
          <a:p>
            <a:pPr>
              <a:lnSpc>
                <a:spcPct val="115000"/>
              </a:lnSpc>
            </a:pPr>
            <a:r>
              <a:rPr lang="zh-CN" altLang="en-US" sz="2800" dirty="0">
                <a:latin typeface="宋体" panose="02010600030101010101" pitchFamily="2" charset="-122"/>
              </a:rPr>
              <a:t>  来十分简单；</a:t>
            </a:r>
            <a:r>
              <a:rPr lang="zh-CN" altLang="en-US" sz="2800" dirty="0">
                <a:latin typeface="Times New Roman" panose="02020603050405020304" pitchFamily="18" charset="0"/>
              </a:rPr>
              <a:t> </a:t>
            </a:r>
          </a:p>
        </p:txBody>
      </p:sp>
      <p:sp>
        <p:nvSpPr>
          <p:cNvPr id="21508" name="Text Box 4"/>
          <p:cNvSpPr txBox="1"/>
          <p:nvPr/>
        </p:nvSpPr>
        <p:spPr>
          <a:xfrm>
            <a:off x="1042988" y="5084763"/>
            <a:ext cx="7086600" cy="1073150"/>
          </a:xfrm>
          <a:prstGeom prst="rect">
            <a:avLst/>
          </a:prstGeom>
          <a:noFill/>
          <a:ln w="22225">
            <a:noFill/>
          </a:ln>
        </p:spPr>
        <p:txBody>
          <a:bodyPr>
            <a:spAutoFit/>
          </a:bodyPr>
          <a:lstStyle/>
          <a:p>
            <a:pPr>
              <a:lnSpc>
                <a:spcPct val="115000"/>
              </a:lnSpc>
              <a:buFont typeface="Wingdings" panose="05000000000000000000" pitchFamily="2" charset="2"/>
              <a:buChar char="Ø"/>
            </a:pPr>
            <a:r>
              <a:rPr lang="en-US" altLang="zh-CN" sz="2800" dirty="0">
                <a:latin typeface="Times New Roman" panose="02020603050405020304" pitchFamily="18" charset="0"/>
              </a:rPr>
              <a:t> </a:t>
            </a:r>
            <a:r>
              <a:rPr lang="zh-CN" altLang="en-US" sz="2800" dirty="0">
                <a:latin typeface="宋体" panose="02010600030101010101" pitchFamily="2" charset="-122"/>
              </a:rPr>
              <a:t>在涉及到高频噪声时，频域法设计比其他</a:t>
            </a:r>
          </a:p>
          <a:p>
            <a:pPr>
              <a:lnSpc>
                <a:spcPct val="115000"/>
              </a:lnSpc>
            </a:pPr>
            <a:r>
              <a:rPr lang="zh-CN" altLang="en-US" sz="2800" dirty="0">
                <a:latin typeface="宋体" panose="02010600030101010101" pitchFamily="2" charset="-122"/>
              </a:rPr>
              <a:t>  方法更为方便。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0484"/>
                                        </p:tgtEl>
                                        <p:attrNameLst>
                                          <p:attrName>style.visibility</p:attrName>
                                        </p:attrNameLst>
                                      </p:cBhvr>
                                      <p:to>
                                        <p:strVal val="visible"/>
                                      </p:to>
                                    </p:set>
                                    <p:anim calcmode="lin" valueType="num">
                                      <p:cBhvr additive="base">
                                        <p:cTn id="7" dur="500" fill="hold"/>
                                        <p:tgtEl>
                                          <p:spTgt spid="20484"/>
                                        </p:tgtEl>
                                        <p:attrNameLst>
                                          <p:attrName>ppt_x</p:attrName>
                                        </p:attrNameLst>
                                      </p:cBhvr>
                                      <p:tavLst>
                                        <p:tav tm="0">
                                          <p:val>
                                            <p:strVal val="#ppt_x"/>
                                          </p:val>
                                        </p:tav>
                                        <p:tav tm="100000">
                                          <p:val>
                                            <p:strVal val="#ppt_x"/>
                                          </p:val>
                                        </p:tav>
                                      </p:tavLst>
                                    </p:anim>
                                    <p:anim calcmode="lin" valueType="num">
                                      <p:cBhvr additive="base">
                                        <p:cTn id="8" dur="500" fill="hold"/>
                                        <p:tgtEl>
                                          <p:spTgt spid="2048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0485"/>
                                        </p:tgtEl>
                                        <p:attrNameLst>
                                          <p:attrName>style.visibility</p:attrName>
                                        </p:attrNameLst>
                                      </p:cBhvr>
                                      <p:to>
                                        <p:strVal val="visible"/>
                                      </p:to>
                                    </p:set>
                                    <p:anim calcmode="lin" valueType="num">
                                      <p:cBhvr additive="base">
                                        <p:cTn id="13" dur="500" fill="hold"/>
                                        <p:tgtEl>
                                          <p:spTgt spid="20485"/>
                                        </p:tgtEl>
                                        <p:attrNameLst>
                                          <p:attrName>ppt_x</p:attrName>
                                        </p:attrNameLst>
                                      </p:cBhvr>
                                      <p:tavLst>
                                        <p:tav tm="0">
                                          <p:val>
                                            <p:strVal val="#ppt_x"/>
                                          </p:val>
                                        </p:tav>
                                        <p:tav tm="100000">
                                          <p:val>
                                            <p:strVal val="#ppt_x"/>
                                          </p:val>
                                        </p:tav>
                                      </p:tavLst>
                                    </p:anim>
                                    <p:anim calcmode="lin" valueType="num">
                                      <p:cBhvr additive="base">
                                        <p:cTn id="14" dur="500" fill="hold"/>
                                        <p:tgtEl>
                                          <p:spTgt spid="2048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1508"/>
                                        </p:tgtEl>
                                        <p:attrNameLst>
                                          <p:attrName>style.visibility</p:attrName>
                                        </p:attrNameLst>
                                      </p:cBhvr>
                                      <p:to>
                                        <p:strVal val="visible"/>
                                      </p:to>
                                    </p:set>
                                    <p:anim calcmode="lin" valueType="num">
                                      <p:cBhvr additive="base">
                                        <p:cTn id="19" dur="500" fill="hold"/>
                                        <p:tgtEl>
                                          <p:spTgt spid="21508"/>
                                        </p:tgtEl>
                                        <p:attrNameLst>
                                          <p:attrName>ppt_x</p:attrName>
                                        </p:attrNameLst>
                                      </p:cBhvr>
                                      <p:tavLst>
                                        <p:tav tm="0">
                                          <p:val>
                                            <p:strVal val="#ppt_x"/>
                                          </p:val>
                                        </p:tav>
                                        <p:tav tm="100000">
                                          <p:val>
                                            <p:strVal val="#ppt_x"/>
                                          </p:val>
                                        </p:tav>
                                      </p:tavLst>
                                    </p:anim>
                                    <p:anim calcmode="lin" valueType="num">
                                      <p:cBhvr additive="base">
                                        <p:cTn id="20" dur="500" fill="hold"/>
                                        <p:tgtEl>
                                          <p:spTgt spid="2150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4" grpId="0"/>
      <p:bldP spid="20485" grpId="0"/>
      <p:bldP spid="2150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ext Box 4"/>
          <p:cNvSpPr txBox="1"/>
          <p:nvPr/>
        </p:nvSpPr>
        <p:spPr>
          <a:xfrm>
            <a:off x="1331913" y="981075"/>
            <a:ext cx="6705600" cy="641350"/>
          </a:xfrm>
          <a:prstGeom prst="rect">
            <a:avLst/>
          </a:prstGeom>
          <a:noFill/>
          <a:ln w="9525">
            <a:noFill/>
          </a:ln>
        </p:spPr>
        <p:txBody>
          <a:bodyPr>
            <a:spAutoFit/>
          </a:bodyPr>
          <a:lstStyle/>
          <a:p>
            <a:r>
              <a:rPr lang="zh-CN" altLang="en-US" sz="3600" dirty="0">
                <a:latin typeface="Times New Roman" panose="02020603050405020304" pitchFamily="18" charset="0"/>
                <a:ea typeface="华文新魏" pitchFamily="2" charset="-122"/>
              </a:rPr>
              <a:t>第</a:t>
            </a:r>
            <a:r>
              <a:rPr lang="en-US" altLang="zh-CN" sz="3600" dirty="0">
                <a:latin typeface="Times New Roman" panose="02020603050405020304" pitchFamily="18" charset="0"/>
                <a:ea typeface="华文新魏" pitchFamily="2" charset="-122"/>
              </a:rPr>
              <a:t>5</a:t>
            </a:r>
            <a:r>
              <a:rPr lang="zh-CN" altLang="en-US" sz="3600" dirty="0">
                <a:latin typeface="Times New Roman" panose="02020603050405020304" pitchFamily="18" charset="0"/>
                <a:ea typeface="华文新魏" pitchFamily="2" charset="-122"/>
              </a:rPr>
              <a:t>章  控制系统的设计和校正</a:t>
            </a:r>
          </a:p>
        </p:txBody>
      </p:sp>
      <p:sp>
        <p:nvSpPr>
          <p:cNvPr id="15363" name="Rectangle 5"/>
          <p:cNvSpPr/>
          <p:nvPr/>
        </p:nvSpPr>
        <p:spPr>
          <a:xfrm>
            <a:off x="1560513" y="2357438"/>
            <a:ext cx="5562600" cy="608012"/>
          </a:xfrm>
          <a:prstGeom prst="rect">
            <a:avLst/>
          </a:prstGeom>
          <a:noFill/>
          <a:ln w="22225">
            <a:noFill/>
          </a:ln>
        </p:spPr>
        <p:txBody>
          <a:bodyPr>
            <a:spAutoFit/>
          </a:bodyPr>
          <a:lstStyle/>
          <a:p>
            <a:pPr>
              <a:lnSpc>
                <a:spcPct val="135000"/>
              </a:lnSpc>
            </a:pPr>
            <a:r>
              <a:rPr lang="en-US" altLang="zh-CN" sz="2800" dirty="0">
                <a:solidFill>
                  <a:srgbClr val="FF0000"/>
                </a:solidFill>
                <a:latin typeface="Times New Roman" panose="02020603050405020304" pitchFamily="18" charset="0"/>
                <a:ea typeface="黑体" panose="02010609060101010101" pitchFamily="49" charset="-122"/>
              </a:rPr>
              <a:t>5.2   PID</a:t>
            </a:r>
            <a:r>
              <a:rPr lang="zh-CN" altLang="en-US" sz="2800" dirty="0">
                <a:solidFill>
                  <a:srgbClr val="FF0000"/>
                </a:solidFill>
                <a:latin typeface="Times New Roman" panose="02020603050405020304" pitchFamily="18" charset="0"/>
                <a:ea typeface="黑体" panose="02010609060101010101" pitchFamily="49" charset="-122"/>
              </a:rPr>
              <a:t>控制规律</a:t>
            </a:r>
          </a:p>
        </p:txBody>
      </p:sp>
      <p:sp>
        <p:nvSpPr>
          <p:cNvPr id="15364" name="Rectangle 6"/>
          <p:cNvSpPr/>
          <p:nvPr/>
        </p:nvSpPr>
        <p:spPr>
          <a:xfrm>
            <a:off x="1560513" y="3025775"/>
            <a:ext cx="7583487" cy="523875"/>
          </a:xfrm>
          <a:prstGeom prst="rect">
            <a:avLst/>
          </a:prstGeom>
          <a:noFill/>
          <a:ln w="22225">
            <a:noFill/>
          </a:ln>
        </p:spPr>
        <p:txBody>
          <a:bodyPr>
            <a:spAutoFit/>
          </a:bodyPr>
          <a:lstStyle/>
          <a:p>
            <a:r>
              <a:rPr lang="en-US" altLang="zh-CN" sz="2800" dirty="0">
                <a:latin typeface="Times New Roman" panose="02020603050405020304" pitchFamily="18" charset="0"/>
                <a:ea typeface="黑体" panose="02010609060101010101" pitchFamily="49" charset="-122"/>
              </a:rPr>
              <a:t>5.3   PID</a:t>
            </a:r>
            <a:r>
              <a:rPr lang="zh-CN" altLang="en-US" sz="2800" dirty="0">
                <a:latin typeface="Times New Roman" panose="02020603050405020304" pitchFamily="18" charset="0"/>
                <a:ea typeface="黑体" panose="02010609060101010101" pitchFamily="49" charset="-122"/>
              </a:rPr>
              <a:t>控制规律的实现</a:t>
            </a:r>
          </a:p>
        </p:txBody>
      </p:sp>
      <p:sp>
        <p:nvSpPr>
          <p:cNvPr id="15365" name="Rectangle 7"/>
          <p:cNvSpPr/>
          <p:nvPr/>
        </p:nvSpPr>
        <p:spPr>
          <a:xfrm>
            <a:off x="1560513" y="3424238"/>
            <a:ext cx="5334000" cy="608012"/>
          </a:xfrm>
          <a:prstGeom prst="rect">
            <a:avLst/>
          </a:prstGeom>
          <a:noFill/>
          <a:ln w="22225">
            <a:noFill/>
          </a:ln>
        </p:spPr>
        <p:txBody>
          <a:bodyPr>
            <a:spAutoFit/>
          </a:bodyPr>
          <a:lstStyle/>
          <a:p>
            <a:pPr>
              <a:lnSpc>
                <a:spcPct val="135000"/>
              </a:lnSpc>
            </a:pPr>
            <a:r>
              <a:rPr lang="en-US" altLang="zh-CN" sz="2800" dirty="0">
                <a:latin typeface="Times New Roman" panose="02020603050405020304" pitchFamily="18" charset="0"/>
                <a:ea typeface="黑体" panose="02010609060101010101" pitchFamily="49" charset="-122"/>
              </a:rPr>
              <a:t>5.4   </a:t>
            </a:r>
            <a:r>
              <a:rPr lang="zh-CN" altLang="en-US" sz="2800" dirty="0">
                <a:latin typeface="Times New Roman" panose="02020603050405020304" pitchFamily="18" charset="0"/>
                <a:ea typeface="黑体" panose="02010609060101010101" pitchFamily="49" charset="-122"/>
              </a:rPr>
              <a:t>频率法设计和校正</a:t>
            </a:r>
          </a:p>
        </p:txBody>
      </p:sp>
      <p:sp>
        <p:nvSpPr>
          <p:cNvPr id="7176" name="Rectangle 8"/>
          <p:cNvSpPr>
            <a:spLocks noChangeArrowheads="1"/>
          </p:cNvSpPr>
          <p:nvPr/>
        </p:nvSpPr>
        <p:spPr bwMode="auto">
          <a:xfrm>
            <a:off x="1560513" y="3957638"/>
            <a:ext cx="5410200" cy="674688"/>
          </a:xfrm>
          <a:prstGeom prst="rect">
            <a:avLst/>
          </a:prstGeom>
          <a:solidFill>
            <a:schemeClr val="accent3"/>
          </a:solidFill>
          <a:ln>
            <a:noFill/>
          </a:ln>
        </p:spPr>
        <p:txBody>
          <a:bodyPr>
            <a:spAutoFit/>
          </a:bodyPr>
          <a:lstStyle/>
          <a:p>
            <a:pPr marL="0" marR="0" lvl="0" indent="0" algn="l" defTabSz="914400" rtl="0" eaLnBrk="1" fontAlgn="base" latinLnBrk="0" hangingPunct="1">
              <a:lnSpc>
                <a:spcPct val="135000"/>
              </a:lnSpc>
              <a:spcBef>
                <a:spcPct val="0"/>
              </a:spcBef>
              <a:spcAft>
                <a:spcPct val="0"/>
              </a:spcAft>
              <a:buClrTx/>
              <a:buSzTx/>
              <a:buFontTx/>
              <a:buNone/>
              <a:defRPr/>
            </a:pPr>
            <a:r>
              <a:rPr kumimoji="1" lang="en-US" altLang="zh-CN" sz="2800" b="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5.5   </a:t>
            </a:r>
            <a:r>
              <a:rPr kumimoji="1" lang="zh-CN" altLang="en-US" sz="2800" b="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并联校正和复合校正（自学）</a:t>
            </a:r>
          </a:p>
        </p:txBody>
      </p:sp>
      <p:sp>
        <p:nvSpPr>
          <p:cNvPr id="15367" name="Rectangle 10"/>
          <p:cNvSpPr/>
          <p:nvPr/>
        </p:nvSpPr>
        <p:spPr>
          <a:xfrm>
            <a:off x="1560513" y="1841500"/>
            <a:ext cx="4648200" cy="608013"/>
          </a:xfrm>
          <a:prstGeom prst="rect">
            <a:avLst/>
          </a:prstGeom>
          <a:noFill/>
          <a:ln w="22225">
            <a:noFill/>
          </a:ln>
        </p:spPr>
        <p:txBody>
          <a:bodyPr>
            <a:spAutoFit/>
          </a:bodyPr>
          <a:lstStyle/>
          <a:p>
            <a:pPr>
              <a:lnSpc>
                <a:spcPct val="135000"/>
              </a:lnSpc>
            </a:pPr>
            <a:r>
              <a:rPr lang="en-US" altLang="zh-CN" sz="2800" dirty="0">
                <a:latin typeface="Times New Roman" panose="02020603050405020304" pitchFamily="18" charset="0"/>
                <a:ea typeface="黑体" panose="02010609060101010101" pitchFamily="49" charset="-122"/>
              </a:rPr>
              <a:t>5.1   </a:t>
            </a:r>
            <a:r>
              <a:rPr lang="zh-CN" altLang="en-US" sz="2800" dirty="0">
                <a:latin typeface="Times New Roman" panose="02020603050405020304" pitchFamily="18" charset="0"/>
                <a:ea typeface="黑体" panose="02010609060101010101" pitchFamily="49" charset="-122"/>
              </a:rPr>
              <a:t>系统设计概述</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4"/>
          <p:cNvSpPr/>
          <p:nvPr/>
        </p:nvSpPr>
        <p:spPr>
          <a:xfrm>
            <a:off x="735013" y="779463"/>
            <a:ext cx="4892675" cy="519112"/>
          </a:xfrm>
          <a:prstGeom prst="rect">
            <a:avLst/>
          </a:prstGeom>
          <a:noFill/>
          <a:ln w="22225">
            <a:noFill/>
          </a:ln>
        </p:spPr>
        <p:txBody>
          <a:bodyPr>
            <a:spAutoFit/>
          </a:bodyPr>
          <a:lstStyle/>
          <a:p>
            <a:r>
              <a:rPr lang="en-US" altLang="zh-CN" sz="2800" dirty="0">
                <a:latin typeface="Times New Roman" panose="02020603050405020304" pitchFamily="18" charset="0"/>
                <a:ea typeface="黑体" panose="02010609060101010101" pitchFamily="49" charset="-122"/>
              </a:rPr>
              <a:t>5.2 </a:t>
            </a:r>
            <a:r>
              <a:rPr lang="en-US" altLang="zh-CN" sz="2800" b="1" dirty="0">
                <a:latin typeface="Times New Roman" panose="02020603050405020304" pitchFamily="18" charset="0"/>
                <a:ea typeface="黑体" panose="02010609060101010101" pitchFamily="49" charset="-122"/>
              </a:rPr>
              <a:t>PID</a:t>
            </a:r>
            <a:r>
              <a:rPr lang="zh-CN" altLang="en-US" sz="2800" b="1" dirty="0">
                <a:latin typeface="宋体" panose="02010600030101010101" pitchFamily="2" charset="-122"/>
              </a:rPr>
              <a:t>控制规律</a:t>
            </a:r>
          </a:p>
        </p:txBody>
      </p:sp>
      <p:sp>
        <p:nvSpPr>
          <p:cNvPr id="23557" name="Text Box 5"/>
          <p:cNvSpPr txBox="1"/>
          <p:nvPr/>
        </p:nvSpPr>
        <p:spPr>
          <a:xfrm>
            <a:off x="706438" y="1812925"/>
            <a:ext cx="7239000" cy="582613"/>
          </a:xfrm>
          <a:prstGeom prst="rect">
            <a:avLst/>
          </a:prstGeom>
          <a:noFill/>
          <a:ln w="22225">
            <a:noFill/>
          </a:ln>
        </p:spPr>
        <p:txBody>
          <a:bodyPr>
            <a:spAutoFit/>
          </a:bodyPr>
          <a:lstStyle/>
          <a:p>
            <a:pPr>
              <a:lnSpc>
                <a:spcPct val="115000"/>
              </a:lnSpc>
            </a:pPr>
            <a:r>
              <a:rPr lang="en-US" altLang="zh-CN" sz="2800" dirty="0">
                <a:latin typeface="Times New Roman" panose="02020603050405020304" pitchFamily="18" charset="0"/>
              </a:rPr>
              <a:t>PID</a:t>
            </a:r>
            <a:r>
              <a:rPr lang="zh-CN" altLang="en-US" sz="2800" dirty="0">
                <a:latin typeface="Times New Roman" panose="02020603050405020304" pitchFamily="18" charset="0"/>
              </a:rPr>
              <a:t>：</a:t>
            </a:r>
            <a:r>
              <a:rPr lang="en-US" altLang="zh-CN" sz="2800" dirty="0">
                <a:solidFill>
                  <a:srgbClr val="FF0000"/>
                </a:solidFill>
                <a:latin typeface="Times New Roman" panose="02020603050405020304" pitchFamily="18" charset="0"/>
              </a:rPr>
              <a:t>P</a:t>
            </a:r>
            <a:r>
              <a:rPr lang="en-US" altLang="zh-CN" sz="2800" dirty="0">
                <a:latin typeface="Times New Roman" panose="02020603050405020304" pitchFamily="18" charset="0"/>
              </a:rPr>
              <a:t>roportional </a:t>
            </a:r>
            <a:r>
              <a:rPr lang="en-US" altLang="zh-CN" sz="2800" dirty="0">
                <a:solidFill>
                  <a:srgbClr val="FF0000"/>
                </a:solidFill>
                <a:latin typeface="Times New Roman" panose="02020603050405020304" pitchFamily="18" charset="0"/>
              </a:rPr>
              <a:t>I</a:t>
            </a:r>
            <a:r>
              <a:rPr lang="en-US" altLang="zh-CN" sz="2800" dirty="0">
                <a:latin typeface="Times New Roman" panose="02020603050405020304" pitchFamily="18" charset="0"/>
              </a:rPr>
              <a:t>ntegral </a:t>
            </a:r>
            <a:r>
              <a:rPr lang="en-US" altLang="zh-CN" sz="2800" dirty="0">
                <a:solidFill>
                  <a:srgbClr val="FF0000"/>
                </a:solidFill>
                <a:latin typeface="Times New Roman" panose="02020603050405020304" pitchFamily="18" charset="0"/>
              </a:rPr>
              <a:t>D</a:t>
            </a:r>
            <a:r>
              <a:rPr lang="en-US" altLang="zh-CN" sz="2800" dirty="0">
                <a:latin typeface="Times New Roman" panose="02020603050405020304" pitchFamily="18" charset="0"/>
              </a:rPr>
              <a:t>erivative</a:t>
            </a:r>
          </a:p>
        </p:txBody>
      </p:sp>
      <p:sp>
        <p:nvSpPr>
          <p:cNvPr id="23558" name="Text Box 6"/>
          <p:cNvSpPr txBox="1"/>
          <p:nvPr/>
        </p:nvSpPr>
        <p:spPr>
          <a:xfrm>
            <a:off x="981075" y="2665413"/>
            <a:ext cx="7086600" cy="1073150"/>
          </a:xfrm>
          <a:prstGeom prst="rect">
            <a:avLst/>
          </a:prstGeom>
          <a:noFill/>
          <a:ln w="22225">
            <a:noFill/>
          </a:ln>
        </p:spPr>
        <p:txBody>
          <a:bodyPr>
            <a:spAutoFit/>
          </a:bodyPr>
          <a:lstStyle/>
          <a:p>
            <a:pPr>
              <a:lnSpc>
                <a:spcPct val="115000"/>
              </a:lnSpc>
            </a:pPr>
            <a:r>
              <a:rPr lang="en-US" altLang="zh-CN" sz="2800" dirty="0">
                <a:solidFill>
                  <a:srgbClr val="FF0000"/>
                </a:solidFill>
                <a:latin typeface="Times New Roman" panose="02020603050405020304" pitchFamily="18" charset="0"/>
              </a:rPr>
              <a:t>PID</a:t>
            </a:r>
            <a:r>
              <a:rPr lang="zh-CN" altLang="en-US" sz="2800" dirty="0">
                <a:solidFill>
                  <a:srgbClr val="FF0000"/>
                </a:solidFill>
                <a:latin typeface="Times New Roman" panose="02020603050405020304" pitchFamily="18" charset="0"/>
              </a:rPr>
              <a:t>控制</a:t>
            </a:r>
            <a:r>
              <a:rPr lang="zh-CN" altLang="en-US" sz="2800" dirty="0">
                <a:latin typeface="Times New Roman" panose="02020603050405020304" pitchFamily="18" charset="0"/>
              </a:rPr>
              <a:t>：</a:t>
            </a:r>
            <a:r>
              <a:rPr lang="zh-CN" altLang="en-US" sz="2800" dirty="0">
                <a:latin typeface="宋体" panose="02010600030101010101" pitchFamily="2" charset="-122"/>
              </a:rPr>
              <a:t>对偏差信号</a:t>
            </a:r>
            <a:r>
              <a:rPr lang="zh-CN" altLang="en-US" sz="2800" i="1" dirty="0">
                <a:latin typeface="Times New Roman" panose="02020603050405020304" pitchFamily="18" charset="0"/>
                <a:sym typeface="Symbol" panose="05050102010706020507" pitchFamily="18" charset="2"/>
              </a:rPr>
              <a:t></a:t>
            </a:r>
            <a:r>
              <a:rPr lang="zh-CN" altLang="en-US" sz="2800" i="1" dirty="0">
                <a:latin typeface="Times New Roman" panose="02020603050405020304" pitchFamily="18" charset="0"/>
              </a:rPr>
              <a:t> </a:t>
            </a:r>
            <a:r>
              <a:rPr lang="en-US" altLang="zh-CN" sz="2800" dirty="0">
                <a:latin typeface="Times New Roman" panose="02020603050405020304" pitchFamily="18" charset="0"/>
              </a:rPr>
              <a:t>(</a:t>
            </a:r>
            <a:r>
              <a:rPr lang="en-US" altLang="zh-CN" sz="2800" i="1" dirty="0">
                <a:latin typeface="Times New Roman" panose="02020603050405020304" pitchFamily="18" charset="0"/>
              </a:rPr>
              <a:t>t</a:t>
            </a:r>
            <a:r>
              <a:rPr lang="en-US" altLang="zh-CN" sz="2800" dirty="0">
                <a:latin typeface="Times New Roman" panose="02020603050405020304" pitchFamily="18" charset="0"/>
              </a:rPr>
              <a:t>)</a:t>
            </a:r>
            <a:r>
              <a:rPr lang="zh-CN" altLang="en-US" sz="2800" dirty="0">
                <a:latin typeface="宋体" panose="02010600030101010101" pitchFamily="2" charset="-122"/>
              </a:rPr>
              <a:t>进行比例、积分和微分运算变换后形成的一种控制规律。</a:t>
            </a:r>
            <a:endParaRPr lang="zh-CN" altLang="en-US" sz="2800" dirty="0">
              <a:latin typeface="Times New Roman" panose="02020603050405020304" pitchFamily="18" charset="0"/>
            </a:endParaRPr>
          </a:p>
        </p:txBody>
      </p:sp>
      <p:graphicFrame>
        <p:nvGraphicFramePr>
          <p:cNvPr id="23559" name="Object 7"/>
          <p:cNvGraphicFramePr>
            <a:graphicFrameLocks noChangeAspect="1"/>
          </p:cNvGraphicFramePr>
          <p:nvPr/>
        </p:nvGraphicFramePr>
        <p:xfrm>
          <a:off x="1749425" y="3949700"/>
          <a:ext cx="5257800" cy="1022350"/>
        </p:xfrm>
        <a:graphic>
          <a:graphicData uri="http://schemas.openxmlformats.org/presentationml/2006/ole">
            <mc:AlternateContent xmlns:mc="http://schemas.openxmlformats.org/markup-compatibility/2006">
              <mc:Choice xmlns:v="urn:schemas-microsoft-com:vml" Requires="v">
                <p:oleObj r:id="rId3" imgW="2501900" imgH="482600" progId="Equation.3">
                  <p:embed/>
                </p:oleObj>
              </mc:Choice>
              <mc:Fallback>
                <p:oleObj r:id="rId3" imgW="2501900" imgH="482600" progId="Equation.3">
                  <p:embed/>
                  <p:pic>
                    <p:nvPicPr>
                      <p:cNvPr id="0" name="图片 3076"/>
                      <p:cNvPicPr/>
                      <p:nvPr/>
                    </p:nvPicPr>
                    <p:blipFill>
                      <a:blip r:embed="rId4"/>
                      <a:stretch>
                        <a:fillRect/>
                      </a:stretch>
                    </p:blipFill>
                    <p:spPr>
                      <a:xfrm>
                        <a:off x="1749425" y="3949700"/>
                        <a:ext cx="5257800" cy="1022350"/>
                      </a:xfrm>
                      <a:prstGeom prst="rect">
                        <a:avLst/>
                      </a:prstGeom>
                      <a:noFill/>
                      <a:ln w="38100">
                        <a:noFill/>
                        <a:miter/>
                      </a:ln>
                    </p:spPr>
                  </p:pic>
                </p:oleObj>
              </mc:Fallback>
            </mc:AlternateContent>
          </a:graphicData>
        </a:graphic>
      </p:graphicFrame>
      <p:sp>
        <p:nvSpPr>
          <p:cNvPr id="23560" name="Rectangle 8"/>
          <p:cNvSpPr/>
          <p:nvPr/>
        </p:nvSpPr>
        <p:spPr>
          <a:xfrm>
            <a:off x="1103313" y="5083175"/>
            <a:ext cx="6842125" cy="457200"/>
          </a:xfrm>
          <a:prstGeom prst="rect">
            <a:avLst/>
          </a:prstGeom>
          <a:noFill/>
          <a:ln w="22225">
            <a:noFill/>
          </a:ln>
        </p:spPr>
        <p:txBody>
          <a:bodyPr>
            <a:spAutoFit/>
          </a:bodyPr>
          <a:lstStyle/>
          <a:p>
            <a:r>
              <a:rPr lang="zh-CN" altLang="en-US" sz="2400" dirty="0">
                <a:latin typeface="宋体" panose="02010600030101010101" pitchFamily="2" charset="-122"/>
              </a:rPr>
              <a:t>其中： </a:t>
            </a:r>
            <a:r>
              <a:rPr lang="en-US" altLang="zh-CN" sz="2400" i="1" dirty="0">
                <a:latin typeface="Times New Roman" panose="02020603050405020304" pitchFamily="18" charset="0"/>
              </a:rPr>
              <a:t>K</a:t>
            </a:r>
            <a:r>
              <a:rPr lang="en-US" altLang="zh-CN" sz="2400" i="1" baseline="-18000" dirty="0">
                <a:latin typeface="Times New Roman" panose="02020603050405020304" pitchFamily="18" charset="0"/>
              </a:rPr>
              <a:t>p</a:t>
            </a:r>
            <a:r>
              <a:rPr lang="en-US" altLang="zh-CN" sz="2400" i="1" dirty="0">
                <a:latin typeface="Times New Roman" panose="02020603050405020304" pitchFamily="18" charset="0"/>
                <a:sym typeface="Symbol" panose="05050102010706020507" pitchFamily="18" charset="2"/>
              </a:rPr>
              <a:t></a:t>
            </a:r>
            <a:r>
              <a:rPr lang="en-US" altLang="zh-CN" sz="2400" i="1" dirty="0">
                <a:latin typeface="Times New Roman" panose="02020603050405020304" pitchFamily="18" charset="0"/>
              </a:rPr>
              <a:t> </a:t>
            </a:r>
            <a:r>
              <a:rPr lang="en-US" altLang="zh-CN" sz="2400" dirty="0">
                <a:latin typeface="Times New Roman" panose="02020603050405020304" pitchFamily="18" charset="0"/>
              </a:rPr>
              <a:t>(</a:t>
            </a:r>
            <a:r>
              <a:rPr lang="en-US" altLang="zh-CN" sz="2400" i="1" dirty="0">
                <a:latin typeface="Times New Roman" panose="02020603050405020304" pitchFamily="18" charset="0"/>
              </a:rPr>
              <a:t>t</a:t>
            </a:r>
            <a:r>
              <a:rPr lang="en-US" altLang="zh-CN" sz="2400" dirty="0">
                <a:latin typeface="Times New Roman" panose="02020603050405020304" pitchFamily="18" charset="0"/>
              </a:rPr>
              <a:t>) —— </a:t>
            </a:r>
            <a:r>
              <a:rPr lang="zh-CN" altLang="en-US" sz="2400" dirty="0">
                <a:latin typeface="宋体" panose="02010600030101010101" pitchFamily="2" charset="-122"/>
              </a:rPr>
              <a:t>比例控制项， </a:t>
            </a:r>
            <a:r>
              <a:rPr lang="en-US" altLang="zh-CN" sz="2400" i="1" dirty="0">
                <a:latin typeface="Times New Roman" panose="02020603050405020304" pitchFamily="18" charset="0"/>
              </a:rPr>
              <a:t>K</a:t>
            </a:r>
            <a:r>
              <a:rPr lang="en-US" altLang="zh-CN" sz="2400" i="1" baseline="-18000" dirty="0">
                <a:latin typeface="Times New Roman" panose="02020603050405020304" pitchFamily="18" charset="0"/>
              </a:rPr>
              <a:t>p</a:t>
            </a:r>
            <a:r>
              <a:rPr lang="zh-CN" altLang="en-US" sz="2400" dirty="0">
                <a:latin typeface="宋体" panose="02010600030101010101" pitchFamily="2" charset="-122"/>
              </a:rPr>
              <a:t>为比例系数</a:t>
            </a:r>
          </a:p>
        </p:txBody>
      </p:sp>
      <p:pic>
        <p:nvPicPr>
          <p:cNvPr id="16391" name="Picture 9"/>
          <p:cNvPicPr>
            <a:picLocks noChangeAspect="1"/>
          </p:cNvPicPr>
          <p:nvPr/>
        </p:nvPicPr>
        <p:blipFill>
          <a:blip r:embed="rId5"/>
          <a:stretch>
            <a:fillRect/>
          </a:stretch>
        </p:blipFill>
        <p:spPr>
          <a:xfrm>
            <a:off x="5435600" y="500063"/>
            <a:ext cx="3419475" cy="141287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3556"/>
                                        </p:tgtEl>
                                        <p:attrNameLst>
                                          <p:attrName>style.visibility</p:attrName>
                                        </p:attrNameLst>
                                      </p:cBhvr>
                                      <p:to>
                                        <p:strVal val="visible"/>
                                      </p:to>
                                    </p:set>
                                    <p:anim calcmode="lin" valueType="num">
                                      <p:cBhvr additive="base">
                                        <p:cTn id="7" dur="500" fill="hold"/>
                                        <p:tgtEl>
                                          <p:spTgt spid="23556"/>
                                        </p:tgtEl>
                                        <p:attrNameLst>
                                          <p:attrName>ppt_x</p:attrName>
                                        </p:attrNameLst>
                                      </p:cBhvr>
                                      <p:tavLst>
                                        <p:tav tm="0">
                                          <p:val>
                                            <p:strVal val="#ppt_x"/>
                                          </p:val>
                                        </p:tav>
                                        <p:tav tm="100000">
                                          <p:val>
                                            <p:strVal val="#ppt_x"/>
                                          </p:val>
                                        </p:tav>
                                      </p:tavLst>
                                    </p:anim>
                                    <p:anim calcmode="lin" valueType="num">
                                      <p:cBhvr additive="base">
                                        <p:cTn id="8" dur="500" fill="hold"/>
                                        <p:tgtEl>
                                          <p:spTgt spid="2355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3557"/>
                                        </p:tgtEl>
                                        <p:attrNameLst>
                                          <p:attrName>style.visibility</p:attrName>
                                        </p:attrNameLst>
                                      </p:cBhvr>
                                      <p:to>
                                        <p:strVal val="visible"/>
                                      </p:to>
                                    </p:set>
                                    <p:anim calcmode="lin" valueType="num">
                                      <p:cBhvr additive="base">
                                        <p:cTn id="13" dur="500" fill="hold"/>
                                        <p:tgtEl>
                                          <p:spTgt spid="23557"/>
                                        </p:tgtEl>
                                        <p:attrNameLst>
                                          <p:attrName>ppt_x</p:attrName>
                                        </p:attrNameLst>
                                      </p:cBhvr>
                                      <p:tavLst>
                                        <p:tav tm="0">
                                          <p:val>
                                            <p:strVal val="#ppt_x"/>
                                          </p:val>
                                        </p:tav>
                                        <p:tav tm="100000">
                                          <p:val>
                                            <p:strVal val="#ppt_x"/>
                                          </p:val>
                                        </p:tav>
                                      </p:tavLst>
                                    </p:anim>
                                    <p:anim calcmode="lin" valueType="num">
                                      <p:cBhvr additive="base">
                                        <p:cTn id="14" dur="500" fill="hold"/>
                                        <p:tgtEl>
                                          <p:spTgt spid="2355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3558"/>
                                        </p:tgtEl>
                                        <p:attrNameLst>
                                          <p:attrName>style.visibility</p:attrName>
                                        </p:attrNameLst>
                                      </p:cBhvr>
                                      <p:to>
                                        <p:strVal val="visible"/>
                                      </p:to>
                                    </p:set>
                                    <p:anim calcmode="lin" valueType="num">
                                      <p:cBhvr additive="base">
                                        <p:cTn id="19" dur="500" fill="hold"/>
                                        <p:tgtEl>
                                          <p:spTgt spid="23558"/>
                                        </p:tgtEl>
                                        <p:attrNameLst>
                                          <p:attrName>ppt_x</p:attrName>
                                        </p:attrNameLst>
                                      </p:cBhvr>
                                      <p:tavLst>
                                        <p:tav tm="0">
                                          <p:val>
                                            <p:strVal val="#ppt_x"/>
                                          </p:val>
                                        </p:tav>
                                        <p:tav tm="100000">
                                          <p:val>
                                            <p:strVal val="#ppt_x"/>
                                          </p:val>
                                        </p:tav>
                                      </p:tavLst>
                                    </p:anim>
                                    <p:anim calcmode="lin" valueType="num">
                                      <p:cBhvr additive="base">
                                        <p:cTn id="20" dur="500" fill="hold"/>
                                        <p:tgtEl>
                                          <p:spTgt spid="23558"/>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3559"/>
                                        </p:tgtEl>
                                        <p:attrNameLst>
                                          <p:attrName>style.visibility</p:attrName>
                                        </p:attrNameLst>
                                      </p:cBhvr>
                                      <p:to>
                                        <p:strVal val="visible"/>
                                      </p:to>
                                    </p:set>
                                    <p:anim calcmode="lin" valueType="num">
                                      <p:cBhvr additive="base">
                                        <p:cTn id="25" dur="500" fill="hold"/>
                                        <p:tgtEl>
                                          <p:spTgt spid="23559"/>
                                        </p:tgtEl>
                                        <p:attrNameLst>
                                          <p:attrName>ppt_x</p:attrName>
                                        </p:attrNameLst>
                                      </p:cBhvr>
                                      <p:tavLst>
                                        <p:tav tm="0">
                                          <p:val>
                                            <p:strVal val="#ppt_x"/>
                                          </p:val>
                                        </p:tav>
                                        <p:tav tm="100000">
                                          <p:val>
                                            <p:strVal val="#ppt_x"/>
                                          </p:val>
                                        </p:tav>
                                      </p:tavLst>
                                    </p:anim>
                                    <p:anim calcmode="lin" valueType="num">
                                      <p:cBhvr additive="base">
                                        <p:cTn id="26" dur="500" fill="hold"/>
                                        <p:tgtEl>
                                          <p:spTgt spid="23559"/>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3560"/>
                                        </p:tgtEl>
                                        <p:attrNameLst>
                                          <p:attrName>style.visibility</p:attrName>
                                        </p:attrNameLst>
                                      </p:cBhvr>
                                      <p:to>
                                        <p:strVal val="visible"/>
                                      </p:to>
                                    </p:set>
                                    <p:anim calcmode="lin" valueType="num">
                                      <p:cBhvr additive="base">
                                        <p:cTn id="31" dur="500" fill="hold"/>
                                        <p:tgtEl>
                                          <p:spTgt spid="23560"/>
                                        </p:tgtEl>
                                        <p:attrNameLst>
                                          <p:attrName>ppt_x</p:attrName>
                                        </p:attrNameLst>
                                      </p:cBhvr>
                                      <p:tavLst>
                                        <p:tav tm="0">
                                          <p:val>
                                            <p:strVal val="#ppt_x"/>
                                          </p:val>
                                        </p:tav>
                                        <p:tav tm="100000">
                                          <p:val>
                                            <p:strVal val="#ppt_x"/>
                                          </p:val>
                                        </p:tav>
                                      </p:tavLst>
                                    </p:anim>
                                    <p:anim calcmode="lin" valueType="num">
                                      <p:cBhvr additive="base">
                                        <p:cTn id="32" dur="500" fill="hold"/>
                                        <p:tgtEl>
                                          <p:spTgt spid="2356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6" grpId="0"/>
      <p:bldP spid="23557" grpId="0"/>
      <p:bldP spid="23558" grpId="0"/>
      <p:bldP spid="23560"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3"/>
          <p:cNvGrpSpPr/>
          <p:nvPr/>
        </p:nvGrpSpPr>
        <p:grpSpPr>
          <a:xfrm>
            <a:off x="1981200" y="1973263"/>
            <a:ext cx="6248400" cy="1030287"/>
            <a:chOff x="1248" y="1243"/>
            <a:chExt cx="3936" cy="649"/>
          </a:xfrm>
        </p:grpSpPr>
        <p:sp>
          <p:nvSpPr>
            <p:cNvPr id="17418" name="Rectangle 4"/>
            <p:cNvSpPr/>
            <p:nvPr/>
          </p:nvSpPr>
          <p:spPr>
            <a:xfrm>
              <a:off x="1248" y="1296"/>
              <a:ext cx="3936" cy="596"/>
            </a:xfrm>
            <a:prstGeom prst="rect">
              <a:avLst/>
            </a:prstGeom>
            <a:noFill/>
            <a:ln w="22225">
              <a:noFill/>
            </a:ln>
          </p:spPr>
          <p:txBody>
            <a:bodyPr>
              <a:spAutoFit/>
            </a:bodyPr>
            <a:lstStyle/>
            <a:p>
              <a:r>
                <a:rPr lang="en-US" altLang="zh-CN" sz="2800" dirty="0">
                  <a:latin typeface="宋体" panose="02010600030101010101" pitchFamily="2" charset="-122"/>
                </a:rPr>
                <a:t>         </a:t>
              </a:r>
              <a:r>
                <a:rPr lang="en-US" altLang="zh-CN" sz="2800" dirty="0">
                  <a:latin typeface="Times New Roman" panose="02020603050405020304" pitchFamily="18" charset="0"/>
                </a:rPr>
                <a:t>—— </a:t>
              </a:r>
              <a:r>
                <a:rPr lang="zh-CN" altLang="en-US" sz="2800" dirty="0">
                  <a:latin typeface="宋体" panose="02010600030101010101" pitchFamily="2" charset="-122"/>
                </a:rPr>
                <a:t>积分控制项，</a:t>
              </a:r>
              <a:r>
                <a:rPr lang="en-US" altLang="zh-CN" sz="2800" i="1" dirty="0">
                  <a:latin typeface="Times New Roman" panose="02020603050405020304" pitchFamily="18" charset="0"/>
                </a:rPr>
                <a:t>T</a:t>
              </a:r>
              <a:r>
                <a:rPr lang="en-US" altLang="zh-CN" sz="2900" i="1" baseline="-18000" dirty="0">
                  <a:latin typeface="Times New Roman" panose="02020603050405020304" pitchFamily="18" charset="0"/>
                </a:rPr>
                <a:t>i</a:t>
              </a:r>
              <a:r>
                <a:rPr lang="zh-CN" altLang="en-US" sz="2800" dirty="0">
                  <a:latin typeface="宋体" panose="02010600030101010101" pitchFamily="2" charset="-122"/>
                </a:rPr>
                <a:t>为积</a:t>
              </a:r>
            </a:p>
            <a:p>
              <a:r>
                <a:rPr lang="zh-CN" altLang="en-US" sz="2800" dirty="0">
                  <a:latin typeface="宋体" panose="02010600030101010101" pitchFamily="2" charset="-122"/>
                </a:rPr>
                <a:t>          </a:t>
              </a:r>
              <a:r>
                <a:rPr lang="zh-CN" altLang="en-US" sz="2800" dirty="0">
                  <a:latin typeface="Times New Roman" panose="02020603050405020304" pitchFamily="18" charset="0"/>
                </a:rPr>
                <a:t>       </a:t>
              </a:r>
              <a:r>
                <a:rPr lang="zh-CN" altLang="en-US" sz="2800" dirty="0">
                  <a:latin typeface="宋体" panose="02010600030101010101" pitchFamily="2" charset="-122"/>
                </a:rPr>
                <a:t>分时间常数； </a:t>
              </a:r>
            </a:p>
          </p:txBody>
        </p:sp>
        <p:graphicFrame>
          <p:nvGraphicFramePr>
            <p:cNvPr id="17419" name="Object 5"/>
            <p:cNvGraphicFramePr>
              <a:graphicFrameLocks noChangeAspect="1"/>
            </p:cNvGraphicFramePr>
            <p:nvPr/>
          </p:nvGraphicFramePr>
          <p:xfrm>
            <a:off x="1248" y="1243"/>
            <a:ext cx="912" cy="533"/>
          </p:xfrm>
          <a:graphic>
            <a:graphicData uri="http://schemas.openxmlformats.org/presentationml/2006/ole">
              <mc:AlternateContent xmlns:mc="http://schemas.openxmlformats.org/markup-compatibility/2006">
                <mc:Choice xmlns:v="urn:schemas-microsoft-com:vml" Requires="v">
                  <p:oleObj r:id="rId3" imgW="736600" imgH="431800" progId="Equation.3">
                    <p:embed/>
                  </p:oleObj>
                </mc:Choice>
                <mc:Fallback>
                  <p:oleObj r:id="rId3" imgW="736600" imgH="431800" progId="Equation.3">
                    <p:embed/>
                    <p:pic>
                      <p:nvPicPr>
                        <p:cNvPr id="0" name="图片 3077"/>
                        <p:cNvPicPr/>
                        <p:nvPr/>
                      </p:nvPicPr>
                      <p:blipFill>
                        <a:blip r:embed="rId4"/>
                        <a:stretch>
                          <a:fillRect/>
                        </a:stretch>
                      </p:blipFill>
                      <p:spPr>
                        <a:xfrm>
                          <a:off x="1248" y="1243"/>
                          <a:ext cx="912" cy="533"/>
                        </a:xfrm>
                        <a:prstGeom prst="rect">
                          <a:avLst/>
                        </a:prstGeom>
                        <a:noFill/>
                        <a:ln w="38100">
                          <a:noFill/>
                          <a:miter/>
                        </a:ln>
                      </p:spPr>
                    </p:pic>
                  </p:oleObj>
                </mc:Fallback>
              </mc:AlternateContent>
            </a:graphicData>
          </a:graphic>
        </p:graphicFrame>
      </p:grpSp>
      <p:grpSp>
        <p:nvGrpSpPr>
          <p:cNvPr id="3" name="Group 6"/>
          <p:cNvGrpSpPr/>
          <p:nvPr/>
        </p:nvGrpSpPr>
        <p:grpSpPr>
          <a:xfrm>
            <a:off x="1981200" y="2971800"/>
            <a:ext cx="5867400" cy="1022350"/>
            <a:chOff x="1248" y="1872"/>
            <a:chExt cx="3696" cy="644"/>
          </a:xfrm>
        </p:grpSpPr>
        <p:sp>
          <p:nvSpPr>
            <p:cNvPr id="17416" name="Rectangle 7"/>
            <p:cNvSpPr/>
            <p:nvPr/>
          </p:nvSpPr>
          <p:spPr>
            <a:xfrm>
              <a:off x="1248" y="1920"/>
              <a:ext cx="3696" cy="596"/>
            </a:xfrm>
            <a:prstGeom prst="rect">
              <a:avLst/>
            </a:prstGeom>
            <a:noFill/>
            <a:ln w="22225">
              <a:noFill/>
            </a:ln>
          </p:spPr>
          <p:txBody>
            <a:bodyPr>
              <a:spAutoFit/>
            </a:bodyPr>
            <a:lstStyle/>
            <a:p>
              <a:r>
                <a:rPr lang="en-US" altLang="zh-CN" sz="2800" dirty="0">
                  <a:latin typeface="宋体" panose="02010600030101010101" pitchFamily="2" charset="-122"/>
                </a:rPr>
                <a:t>         </a:t>
              </a:r>
              <a:r>
                <a:rPr lang="en-US" altLang="zh-CN" sz="2800" dirty="0">
                  <a:latin typeface="Times New Roman" panose="02020603050405020304" pitchFamily="18" charset="0"/>
                </a:rPr>
                <a:t>—— </a:t>
              </a:r>
              <a:r>
                <a:rPr lang="zh-CN" altLang="en-US" sz="2800" dirty="0">
                  <a:latin typeface="宋体" panose="02010600030101010101" pitchFamily="2" charset="-122"/>
                </a:rPr>
                <a:t>微分控制项，</a:t>
              </a:r>
              <a:r>
                <a:rPr lang="en-US" altLang="zh-CN" sz="2800" i="1" dirty="0">
                  <a:latin typeface="Times New Roman" panose="02020603050405020304" pitchFamily="18" charset="0"/>
                  <a:sym typeface="Symbol" panose="05050102010706020507" pitchFamily="18" charset="2"/>
                </a:rPr>
                <a:t>T</a:t>
              </a:r>
              <a:r>
                <a:rPr lang="en-US" altLang="zh-CN" sz="2900" i="1" baseline="-18000" dirty="0">
                  <a:latin typeface="Times New Roman" panose="02020603050405020304" pitchFamily="18" charset="0"/>
                </a:rPr>
                <a:t>d</a:t>
              </a:r>
              <a:r>
                <a:rPr lang="zh-CN" altLang="en-US" sz="2800" dirty="0">
                  <a:latin typeface="宋体" panose="02010600030101010101" pitchFamily="2" charset="-122"/>
                </a:rPr>
                <a:t>为微</a:t>
              </a:r>
            </a:p>
            <a:p>
              <a:r>
                <a:rPr lang="zh-CN" altLang="en-US" sz="2800" dirty="0">
                  <a:latin typeface="宋体" panose="02010600030101010101" pitchFamily="2" charset="-122"/>
                </a:rPr>
                <a:t>          </a:t>
              </a:r>
              <a:r>
                <a:rPr lang="zh-CN" altLang="en-US" sz="2800" dirty="0">
                  <a:latin typeface="Times New Roman" panose="02020603050405020304" pitchFamily="18" charset="0"/>
                </a:rPr>
                <a:t>       </a:t>
              </a:r>
              <a:r>
                <a:rPr lang="zh-CN" altLang="en-US" sz="2800" dirty="0">
                  <a:latin typeface="宋体" panose="02010600030101010101" pitchFamily="2" charset="-122"/>
                </a:rPr>
                <a:t>分时间常数； </a:t>
              </a:r>
            </a:p>
          </p:txBody>
        </p:sp>
        <p:graphicFrame>
          <p:nvGraphicFramePr>
            <p:cNvPr id="17417" name="Object 8"/>
            <p:cNvGraphicFramePr>
              <a:graphicFrameLocks noChangeAspect="1"/>
            </p:cNvGraphicFramePr>
            <p:nvPr/>
          </p:nvGraphicFramePr>
          <p:xfrm>
            <a:off x="1248" y="1872"/>
            <a:ext cx="768" cy="488"/>
          </p:xfrm>
          <a:graphic>
            <a:graphicData uri="http://schemas.openxmlformats.org/presentationml/2006/ole">
              <mc:AlternateContent xmlns:mc="http://schemas.openxmlformats.org/markup-compatibility/2006">
                <mc:Choice xmlns:v="urn:schemas-microsoft-com:vml" Requires="v">
                  <p:oleObj r:id="rId5" imgW="609600" imgH="393700" progId="Equation.3">
                    <p:embed/>
                  </p:oleObj>
                </mc:Choice>
                <mc:Fallback>
                  <p:oleObj r:id="rId5" imgW="609600" imgH="393700" progId="Equation.3">
                    <p:embed/>
                    <p:pic>
                      <p:nvPicPr>
                        <p:cNvPr id="0" name="图片 3075"/>
                        <p:cNvPicPr/>
                        <p:nvPr/>
                      </p:nvPicPr>
                      <p:blipFill>
                        <a:blip r:embed="rId6"/>
                        <a:stretch>
                          <a:fillRect/>
                        </a:stretch>
                      </p:blipFill>
                      <p:spPr>
                        <a:xfrm>
                          <a:off x="1248" y="1872"/>
                          <a:ext cx="768" cy="488"/>
                        </a:xfrm>
                        <a:prstGeom prst="rect">
                          <a:avLst/>
                        </a:prstGeom>
                        <a:noFill/>
                        <a:ln w="38100">
                          <a:noFill/>
                          <a:miter/>
                        </a:ln>
                      </p:spPr>
                    </p:pic>
                  </p:oleObj>
                </mc:Fallback>
              </mc:AlternateContent>
            </a:graphicData>
          </a:graphic>
        </p:graphicFrame>
      </p:grpSp>
      <p:grpSp>
        <p:nvGrpSpPr>
          <p:cNvPr id="4" name="Group 9"/>
          <p:cNvGrpSpPr/>
          <p:nvPr/>
        </p:nvGrpSpPr>
        <p:grpSpPr>
          <a:xfrm>
            <a:off x="1524000" y="4098925"/>
            <a:ext cx="7086600" cy="1692275"/>
            <a:chOff x="960" y="2582"/>
            <a:chExt cx="4464" cy="1066"/>
          </a:xfrm>
        </p:grpSpPr>
        <p:sp>
          <p:nvSpPr>
            <p:cNvPr id="17414" name="Text Box 10"/>
            <p:cNvSpPr txBox="1"/>
            <p:nvPr/>
          </p:nvSpPr>
          <p:spPr>
            <a:xfrm>
              <a:off x="960" y="2582"/>
              <a:ext cx="4464" cy="367"/>
            </a:xfrm>
            <a:prstGeom prst="rect">
              <a:avLst/>
            </a:prstGeom>
            <a:noFill/>
            <a:ln w="22225">
              <a:noFill/>
            </a:ln>
          </p:spPr>
          <p:txBody>
            <a:bodyPr>
              <a:spAutoFit/>
            </a:bodyPr>
            <a:lstStyle/>
            <a:p>
              <a:pPr>
                <a:lnSpc>
                  <a:spcPct val="115000"/>
                </a:lnSpc>
              </a:pPr>
              <a:r>
                <a:rPr lang="en-US" altLang="zh-CN" sz="2800" dirty="0">
                  <a:latin typeface="Times New Roman" panose="02020603050405020304" pitchFamily="18" charset="0"/>
                </a:rPr>
                <a:t>PID</a:t>
              </a:r>
              <a:r>
                <a:rPr lang="zh-CN" altLang="en-US" sz="2800" dirty="0">
                  <a:latin typeface="Times New Roman" panose="02020603050405020304" pitchFamily="18" charset="0"/>
                </a:rPr>
                <a:t>控制的传递函数：</a:t>
              </a:r>
            </a:p>
          </p:txBody>
        </p:sp>
        <p:graphicFrame>
          <p:nvGraphicFramePr>
            <p:cNvPr id="17415" name="Object 11"/>
            <p:cNvGraphicFramePr>
              <a:graphicFrameLocks noChangeAspect="1"/>
            </p:cNvGraphicFramePr>
            <p:nvPr/>
          </p:nvGraphicFramePr>
          <p:xfrm>
            <a:off x="1212" y="3014"/>
            <a:ext cx="2724" cy="634"/>
          </p:xfrm>
          <a:graphic>
            <a:graphicData uri="http://schemas.openxmlformats.org/presentationml/2006/ole">
              <mc:AlternateContent xmlns:mc="http://schemas.openxmlformats.org/markup-compatibility/2006">
                <mc:Choice xmlns:v="urn:schemas-microsoft-com:vml" Requires="v">
                  <p:oleObj r:id="rId7" imgW="2082800" imgH="482600" progId="Equation.3">
                    <p:embed/>
                  </p:oleObj>
                </mc:Choice>
                <mc:Fallback>
                  <p:oleObj r:id="rId7" imgW="2082800" imgH="482600" progId="Equation.3">
                    <p:embed/>
                    <p:pic>
                      <p:nvPicPr>
                        <p:cNvPr id="0" name="图片 3078"/>
                        <p:cNvPicPr/>
                        <p:nvPr/>
                      </p:nvPicPr>
                      <p:blipFill>
                        <a:blip r:embed="rId8"/>
                        <a:stretch>
                          <a:fillRect/>
                        </a:stretch>
                      </p:blipFill>
                      <p:spPr>
                        <a:xfrm>
                          <a:off x="1212" y="3014"/>
                          <a:ext cx="2724" cy="634"/>
                        </a:xfrm>
                        <a:prstGeom prst="rect">
                          <a:avLst/>
                        </a:prstGeom>
                        <a:noFill/>
                        <a:ln w="38100">
                          <a:noFill/>
                          <a:miter/>
                        </a:ln>
                      </p:spPr>
                    </p:pic>
                  </p:oleObj>
                </mc:Fallback>
              </mc:AlternateContent>
            </a:graphicData>
          </a:graphic>
        </p:graphicFrame>
      </p:grpSp>
      <p:graphicFrame>
        <p:nvGraphicFramePr>
          <p:cNvPr id="17413" name="Object 12"/>
          <p:cNvGraphicFramePr>
            <a:graphicFrameLocks noChangeAspect="1"/>
          </p:cNvGraphicFramePr>
          <p:nvPr/>
        </p:nvGraphicFramePr>
        <p:xfrm>
          <a:off x="2124075" y="404813"/>
          <a:ext cx="5257800" cy="1022350"/>
        </p:xfrm>
        <a:graphic>
          <a:graphicData uri="http://schemas.openxmlformats.org/presentationml/2006/ole">
            <mc:AlternateContent xmlns:mc="http://schemas.openxmlformats.org/markup-compatibility/2006">
              <mc:Choice xmlns:v="urn:schemas-microsoft-com:vml" Requires="v">
                <p:oleObj r:id="rId9" imgW="2501900" imgH="482600" progId="Equation.3">
                  <p:embed/>
                </p:oleObj>
              </mc:Choice>
              <mc:Fallback>
                <p:oleObj r:id="rId9" imgW="2501900" imgH="482600" progId="Equation.3">
                  <p:embed/>
                  <p:pic>
                    <p:nvPicPr>
                      <p:cNvPr id="0" name="图片 3079"/>
                      <p:cNvPicPr/>
                      <p:nvPr/>
                    </p:nvPicPr>
                    <p:blipFill>
                      <a:blip r:embed="rId10"/>
                      <a:stretch>
                        <a:fillRect/>
                      </a:stretch>
                    </p:blipFill>
                    <p:spPr>
                      <a:xfrm>
                        <a:off x="2124075" y="404813"/>
                        <a:ext cx="5257800" cy="102235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500" fill="hold"/>
                                        <p:tgtEl>
                                          <p:spTgt spid="3"/>
                                        </p:tgtEl>
                                        <p:attrNameLst>
                                          <p:attrName>ppt_x</p:attrName>
                                        </p:attrNameLst>
                                      </p:cBhvr>
                                      <p:tavLst>
                                        <p:tav tm="0">
                                          <p:val>
                                            <p:strVal val="#ppt_x"/>
                                          </p:val>
                                        </p:tav>
                                        <p:tav tm="100000">
                                          <p:val>
                                            <p:strVal val="#ppt_x"/>
                                          </p:val>
                                        </p:tav>
                                      </p:tavLst>
                                    </p:anim>
                                    <p:anim calcmode="lin" valueType="num">
                                      <p:cBhvr additive="base">
                                        <p:cTn id="13"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4"/>
                                        </p:tgtEl>
                                        <p:attrNameLst>
                                          <p:attrName>style.visibility</p:attrName>
                                        </p:attrNameLst>
                                      </p:cBhvr>
                                      <p:to>
                                        <p:strVal val="visible"/>
                                      </p:to>
                                    </p:set>
                                    <p:anim calcmode="lin" valueType="num">
                                      <p:cBhvr additive="base">
                                        <p:cTn id="18" dur="500" fill="hold"/>
                                        <p:tgtEl>
                                          <p:spTgt spid="4"/>
                                        </p:tgtEl>
                                        <p:attrNameLst>
                                          <p:attrName>ppt_x</p:attrName>
                                        </p:attrNameLst>
                                      </p:cBhvr>
                                      <p:tavLst>
                                        <p:tav tm="0">
                                          <p:val>
                                            <p:strVal val="#ppt_x"/>
                                          </p:val>
                                        </p:tav>
                                        <p:tav tm="100000">
                                          <p:val>
                                            <p:strVal val="#ppt_x"/>
                                          </p:val>
                                        </p:tav>
                                      </p:tavLst>
                                    </p:anim>
                                    <p:anim calcmode="lin" valueType="num">
                                      <p:cBhvr additive="base">
                                        <p:cTn id="19"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4" name="Text Box 4"/>
          <p:cNvSpPr txBox="1"/>
          <p:nvPr/>
        </p:nvSpPr>
        <p:spPr>
          <a:xfrm>
            <a:off x="971550" y="836613"/>
            <a:ext cx="7086600" cy="2054225"/>
          </a:xfrm>
          <a:prstGeom prst="rect">
            <a:avLst/>
          </a:prstGeom>
          <a:noFill/>
          <a:ln w="22225">
            <a:noFill/>
          </a:ln>
        </p:spPr>
        <p:txBody>
          <a:bodyPr>
            <a:spAutoFit/>
          </a:bodyPr>
          <a:lstStyle/>
          <a:p>
            <a:pPr>
              <a:lnSpc>
                <a:spcPct val="115000"/>
              </a:lnSpc>
            </a:pPr>
            <a:r>
              <a:rPr lang="zh-CN" altLang="en-US" sz="2800" dirty="0">
                <a:latin typeface="宋体" panose="02010600030101010101" pitchFamily="2" charset="-122"/>
              </a:rPr>
              <a:t>在很多情形下，</a:t>
            </a:r>
            <a:r>
              <a:rPr lang="en-US" altLang="zh-CN" sz="2800" dirty="0">
                <a:latin typeface="Times New Roman" panose="02020603050405020304" pitchFamily="18" charset="0"/>
              </a:rPr>
              <a:t>PID </a:t>
            </a:r>
            <a:r>
              <a:rPr lang="zh-CN" altLang="en-US" sz="2800" dirty="0">
                <a:latin typeface="宋体" panose="02010600030101010101" pitchFamily="2" charset="-122"/>
              </a:rPr>
              <a:t>控制并不一定需要全部的三项控制作用，而是可以方便灵活地改变控制策略，实施</a:t>
            </a:r>
            <a:r>
              <a:rPr lang="en-US" altLang="zh-CN" sz="2800" dirty="0">
                <a:latin typeface="Times New Roman" panose="02020603050405020304" pitchFamily="18" charset="0"/>
              </a:rPr>
              <a:t>P</a:t>
            </a:r>
            <a:r>
              <a:rPr lang="zh-CN" altLang="en-US" sz="2800" dirty="0">
                <a:latin typeface="Times New Roman" panose="02020603050405020304" pitchFamily="18" charset="0"/>
              </a:rPr>
              <a:t>、</a:t>
            </a:r>
            <a:r>
              <a:rPr lang="en-US" altLang="zh-CN" sz="2800" dirty="0">
                <a:latin typeface="Times New Roman" panose="02020603050405020304" pitchFamily="18" charset="0"/>
              </a:rPr>
              <a:t>PI</a:t>
            </a:r>
            <a:r>
              <a:rPr lang="zh-CN" altLang="en-US" sz="2800" dirty="0">
                <a:latin typeface="Times New Roman" panose="02020603050405020304" pitchFamily="18" charset="0"/>
              </a:rPr>
              <a:t>、</a:t>
            </a:r>
            <a:r>
              <a:rPr lang="en-US" altLang="zh-CN" sz="2800" dirty="0">
                <a:latin typeface="Times New Roman" panose="02020603050405020304" pitchFamily="18" charset="0"/>
              </a:rPr>
              <a:t>PD </a:t>
            </a:r>
            <a:r>
              <a:rPr lang="zh-CN" altLang="en-US" sz="2800" dirty="0">
                <a:latin typeface="Times New Roman" panose="02020603050405020304" pitchFamily="18" charset="0"/>
              </a:rPr>
              <a:t>或</a:t>
            </a:r>
            <a:r>
              <a:rPr lang="en-US" altLang="zh-CN" sz="2800" dirty="0">
                <a:latin typeface="Times New Roman" panose="02020603050405020304" pitchFamily="18" charset="0"/>
              </a:rPr>
              <a:t>PID </a:t>
            </a:r>
            <a:r>
              <a:rPr lang="zh-CN" altLang="en-US" sz="2800" dirty="0">
                <a:latin typeface="宋体" panose="02010600030101010101" pitchFamily="2" charset="-122"/>
              </a:rPr>
              <a:t>控制。显然，比例控制部分是必不可少的。 </a:t>
            </a:r>
          </a:p>
        </p:txBody>
      </p:sp>
      <p:sp>
        <p:nvSpPr>
          <p:cNvPr id="77827" name="Text Box 3"/>
          <p:cNvSpPr txBox="1"/>
          <p:nvPr/>
        </p:nvSpPr>
        <p:spPr>
          <a:xfrm>
            <a:off x="900113" y="3573463"/>
            <a:ext cx="7391400" cy="2030412"/>
          </a:xfrm>
          <a:prstGeom prst="rect">
            <a:avLst/>
          </a:prstGeom>
          <a:noFill/>
          <a:ln w="22225">
            <a:noFill/>
          </a:ln>
        </p:spPr>
        <p:txBody>
          <a:bodyPr>
            <a:spAutoFit/>
          </a:bodyPr>
          <a:lstStyle/>
          <a:p>
            <a:pPr>
              <a:lnSpc>
                <a:spcPct val="115000"/>
              </a:lnSpc>
            </a:pPr>
            <a:r>
              <a:rPr lang="en-US" altLang="zh-CN" sz="2800" dirty="0">
                <a:latin typeface="Times New Roman" panose="02020603050405020304" pitchFamily="18" charset="0"/>
              </a:rPr>
              <a:t>PID </a:t>
            </a:r>
            <a:r>
              <a:rPr lang="zh-CN" altLang="en-US" sz="2800" dirty="0">
                <a:latin typeface="宋体" panose="02010600030101010101" pitchFamily="2" charset="-122"/>
              </a:rPr>
              <a:t>不仅适用于数学模型已知的控制系统，而且对大多数数学模型难以确定的工业过程也可应用。并且，随着计算机技术的迅速发展，数字</a:t>
            </a:r>
            <a:r>
              <a:rPr lang="en-US" altLang="zh-CN" sz="2800" dirty="0">
                <a:latin typeface="Times New Roman" panose="02020603050405020304" pitchFamily="18" charset="0"/>
              </a:rPr>
              <a:t>PID </a:t>
            </a:r>
            <a:r>
              <a:rPr lang="zh-CN" altLang="en-US" sz="2800" dirty="0">
                <a:latin typeface="Times New Roman" panose="02020603050405020304" pitchFamily="18" charset="0"/>
              </a:rPr>
              <a:t>控制也已得到广泛和成功的应用。</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5604"/>
                                        </p:tgtEl>
                                        <p:attrNameLst>
                                          <p:attrName>style.visibility</p:attrName>
                                        </p:attrNameLst>
                                      </p:cBhvr>
                                      <p:to>
                                        <p:strVal val="visible"/>
                                      </p:to>
                                    </p:set>
                                    <p:anim calcmode="lin" valueType="num">
                                      <p:cBhvr additive="base">
                                        <p:cTn id="7" dur="500" fill="hold"/>
                                        <p:tgtEl>
                                          <p:spTgt spid="25604"/>
                                        </p:tgtEl>
                                        <p:attrNameLst>
                                          <p:attrName>ppt_x</p:attrName>
                                        </p:attrNameLst>
                                      </p:cBhvr>
                                      <p:tavLst>
                                        <p:tav tm="0">
                                          <p:val>
                                            <p:strVal val="#ppt_x"/>
                                          </p:val>
                                        </p:tav>
                                        <p:tav tm="100000">
                                          <p:val>
                                            <p:strVal val="#ppt_x"/>
                                          </p:val>
                                        </p:tav>
                                      </p:tavLst>
                                    </p:anim>
                                    <p:anim calcmode="lin" valueType="num">
                                      <p:cBhvr additive="base">
                                        <p:cTn id="8" dur="500" fill="hold"/>
                                        <p:tgtEl>
                                          <p:spTgt spid="2560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78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4" grpId="0"/>
      <p:bldP spid="77827"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3"/>
          <p:cNvSpPr/>
          <p:nvPr/>
        </p:nvSpPr>
        <p:spPr>
          <a:xfrm>
            <a:off x="755650" y="620713"/>
            <a:ext cx="4892675" cy="519112"/>
          </a:xfrm>
          <a:prstGeom prst="rect">
            <a:avLst/>
          </a:prstGeom>
          <a:noFill/>
          <a:ln w="22225">
            <a:noFill/>
          </a:ln>
        </p:spPr>
        <p:txBody>
          <a:bodyPr>
            <a:spAutoFit/>
          </a:bodyPr>
          <a:lstStyle/>
          <a:p>
            <a:pPr marL="457200" indent="-457200">
              <a:buFont typeface="Wingdings" panose="05000000000000000000" pitchFamily="2" charset="2"/>
              <a:buChar char="l"/>
            </a:pPr>
            <a:r>
              <a:rPr lang="en-US" altLang="zh-CN" sz="2800" dirty="0">
                <a:latin typeface="Times New Roman" panose="02020603050405020304" pitchFamily="18" charset="0"/>
                <a:ea typeface="黑体" panose="02010609060101010101" pitchFamily="49" charset="-122"/>
              </a:rPr>
              <a:t> </a:t>
            </a:r>
            <a:r>
              <a:rPr lang="en-US" altLang="zh-CN" sz="2800" b="1" dirty="0">
                <a:latin typeface="Times New Roman" panose="02020603050405020304" pitchFamily="18" charset="0"/>
                <a:ea typeface="黑体" panose="02010609060101010101" pitchFamily="49" charset="-122"/>
              </a:rPr>
              <a:t>P</a:t>
            </a:r>
            <a:r>
              <a:rPr lang="zh-CN" altLang="en-US" sz="2800" b="1" dirty="0">
                <a:latin typeface="宋体" panose="02010600030101010101" pitchFamily="2" charset="-122"/>
              </a:rPr>
              <a:t>控制（比例控制） </a:t>
            </a:r>
          </a:p>
        </p:txBody>
      </p:sp>
      <p:sp>
        <p:nvSpPr>
          <p:cNvPr id="27652" name="Text Box 4"/>
          <p:cNvSpPr txBox="1"/>
          <p:nvPr/>
        </p:nvSpPr>
        <p:spPr>
          <a:xfrm>
            <a:off x="827088" y="1557338"/>
            <a:ext cx="7391400" cy="582612"/>
          </a:xfrm>
          <a:prstGeom prst="rect">
            <a:avLst/>
          </a:prstGeom>
          <a:noFill/>
          <a:ln w="22225">
            <a:noFill/>
          </a:ln>
        </p:spPr>
        <p:txBody>
          <a:bodyPr>
            <a:spAutoFit/>
          </a:bodyPr>
          <a:lstStyle/>
          <a:p>
            <a:pPr>
              <a:lnSpc>
                <a:spcPct val="115000"/>
              </a:lnSpc>
            </a:pPr>
            <a:r>
              <a:rPr lang="en-US" altLang="zh-CN" sz="2800" dirty="0">
                <a:latin typeface="Times New Roman" panose="02020603050405020304" pitchFamily="18" charset="0"/>
              </a:rPr>
              <a:t>P</a:t>
            </a:r>
            <a:r>
              <a:rPr lang="zh-CN" altLang="en-US" sz="2800" dirty="0">
                <a:latin typeface="宋体" panose="02010600030101010101" pitchFamily="2" charset="-122"/>
              </a:rPr>
              <a:t>控制器的输出</a:t>
            </a:r>
            <a:r>
              <a:rPr lang="en-US" altLang="zh-CN" sz="2800" i="1" dirty="0">
                <a:latin typeface="Times New Roman" panose="02020603050405020304" pitchFamily="18" charset="0"/>
              </a:rPr>
              <a:t>u</a:t>
            </a:r>
            <a:r>
              <a:rPr lang="en-US" altLang="zh-CN" sz="2800" dirty="0">
                <a:latin typeface="Times New Roman" panose="02020603050405020304" pitchFamily="18" charset="0"/>
              </a:rPr>
              <a:t>(</a:t>
            </a:r>
            <a:r>
              <a:rPr lang="en-US" altLang="zh-CN" sz="2800" i="1" dirty="0">
                <a:latin typeface="Times New Roman" panose="02020603050405020304" pitchFamily="18" charset="0"/>
              </a:rPr>
              <a:t>t</a:t>
            </a:r>
            <a:r>
              <a:rPr lang="en-US" altLang="zh-CN" sz="2800" dirty="0">
                <a:latin typeface="Times New Roman" panose="02020603050405020304" pitchFamily="18" charset="0"/>
              </a:rPr>
              <a:t>)</a:t>
            </a:r>
            <a:r>
              <a:rPr lang="zh-CN" altLang="en-US" sz="2800" dirty="0">
                <a:latin typeface="宋体" panose="02010600030101010101" pitchFamily="2" charset="-122"/>
              </a:rPr>
              <a:t>与偏差</a:t>
            </a:r>
            <a:r>
              <a:rPr lang="zh-CN" altLang="en-US" sz="2800" i="1" dirty="0">
                <a:latin typeface="Times New Roman" panose="02020603050405020304" pitchFamily="18" charset="0"/>
                <a:sym typeface="Symbol" panose="05050102010706020507" pitchFamily="18" charset="2"/>
              </a:rPr>
              <a:t></a:t>
            </a:r>
            <a:r>
              <a:rPr lang="zh-CN" altLang="en-US" sz="2800" i="1" dirty="0">
                <a:latin typeface="Times New Roman" panose="02020603050405020304" pitchFamily="18" charset="0"/>
              </a:rPr>
              <a:t> </a:t>
            </a:r>
            <a:r>
              <a:rPr lang="en-US" altLang="zh-CN" sz="2800" dirty="0">
                <a:latin typeface="Times New Roman" panose="02020603050405020304" pitchFamily="18" charset="0"/>
              </a:rPr>
              <a:t>(</a:t>
            </a:r>
            <a:r>
              <a:rPr lang="en-US" altLang="zh-CN" sz="2800" i="1" dirty="0">
                <a:latin typeface="Times New Roman" panose="02020603050405020304" pitchFamily="18" charset="0"/>
              </a:rPr>
              <a:t>t</a:t>
            </a:r>
            <a:r>
              <a:rPr lang="en-US" altLang="zh-CN" sz="2800" dirty="0">
                <a:latin typeface="Times New Roman" panose="02020603050405020304" pitchFamily="18" charset="0"/>
              </a:rPr>
              <a:t>)</a:t>
            </a:r>
            <a:r>
              <a:rPr lang="zh-CN" altLang="en-US" sz="2800" dirty="0">
                <a:latin typeface="宋体" panose="02010600030101010101" pitchFamily="2" charset="-122"/>
              </a:rPr>
              <a:t>之间的关系为</a:t>
            </a:r>
            <a:r>
              <a:rPr lang="zh-CN" altLang="en-US" sz="2800" dirty="0">
                <a:latin typeface="Times New Roman" panose="02020603050405020304" pitchFamily="18" charset="0"/>
              </a:rPr>
              <a:t>：</a:t>
            </a:r>
          </a:p>
        </p:txBody>
      </p:sp>
      <p:grpSp>
        <p:nvGrpSpPr>
          <p:cNvPr id="2" name="Group 5"/>
          <p:cNvGrpSpPr/>
          <p:nvPr/>
        </p:nvGrpSpPr>
        <p:grpSpPr>
          <a:xfrm>
            <a:off x="1155700" y="2193925"/>
            <a:ext cx="5867400" cy="857250"/>
            <a:chOff x="960" y="1572"/>
            <a:chExt cx="3696" cy="540"/>
          </a:xfrm>
        </p:grpSpPr>
        <p:graphicFrame>
          <p:nvGraphicFramePr>
            <p:cNvPr id="19487" name="Object 6"/>
            <p:cNvGraphicFramePr>
              <a:graphicFrameLocks noChangeAspect="1"/>
            </p:cNvGraphicFramePr>
            <p:nvPr/>
          </p:nvGraphicFramePr>
          <p:xfrm>
            <a:off x="960" y="1666"/>
            <a:ext cx="1152" cy="324"/>
          </p:xfrm>
          <a:graphic>
            <a:graphicData uri="http://schemas.openxmlformats.org/presentationml/2006/ole">
              <mc:AlternateContent xmlns:mc="http://schemas.openxmlformats.org/markup-compatibility/2006">
                <mc:Choice xmlns:v="urn:schemas-microsoft-com:vml" Requires="v">
                  <p:oleObj r:id="rId3" imgW="850265" imgH="241300" progId="Equation.3">
                    <p:embed/>
                  </p:oleObj>
                </mc:Choice>
                <mc:Fallback>
                  <p:oleObj r:id="rId3" imgW="850265" imgH="241300" progId="Equation.3">
                    <p:embed/>
                    <p:pic>
                      <p:nvPicPr>
                        <p:cNvPr id="0" name="图片 3080"/>
                        <p:cNvPicPr/>
                        <p:nvPr/>
                      </p:nvPicPr>
                      <p:blipFill>
                        <a:blip r:embed="rId4"/>
                        <a:stretch>
                          <a:fillRect/>
                        </a:stretch>
                      </p:blipFill>
                      <p:spPr>
                        <a:xfrm>
                          <a:off x="960" y="1666"/>
                          <a:ext cx="1152" cy="324"/>
                        </a:xfrm>
                        <a:prstGeom prst="rect">
                          <a:avLst/>
                        </a:prstGeom>
                        <a:noFill/>
                        <a:ln w="38100">
                          <a:noFill/>
                          <a:miter/>
                        </a:ln>
                      </p:spPr>
                    </p:pic>
                  </p:oleObj>
                </mc:Fallback>
              </mc:AlternateContent>
            </a:graphicData>
          </a:graphic>
        </p:graphicFrame>
        <p:graphicFrame>
          <p:nvGraphicFramePr>
            <p:cNvPr id="19488" name="Object 7"/>
            <p:cNvGraphicFramePr>
              <a:graphicFrameLocks noChangeAspect="1"/>
            </p:cNvGraphicFramePr>
            <p:nvPr/>
          </p:nvGraphicFramePr>
          <p:xfrm>
            <a:off x="3072" y="1572"/>
            <a:ext cx="1584" cy="540"/>
          </p:xfrm>
          <a:graphic>
            <a:graphicData uri="http://schemas.openxmlformats.org/presentationml/2006/ole">
              <mc:AlternateContent xmlns:mc="http://schemas.openxmlformats.org/markup-compatibility/2006">
                <mc:Choice xmlns:v="urn:schemas-microsoft-com:vml" Requires="v">
                  <p:oleObj r:id="rId5" imgW="1231265" imgH="419100" progId="Equation.3">
                    <p:embed/>
                  </p:oleObj>
                </mc:Choice>
                <mc:Fallback>
                  <p:oleObj r:id="rId5" imgW="1231265" imgH="419100" progId="Equation.3">
                    <p:embed/>
                    <p:pic>
                      <p:nvPicPr>
                        <p:cNvPr id="0" name="图片 3082"/>
                        <p:cNvPicPr/>
                        <p:nvPr/>
                      </p:nvPicPr>
                      <p:blipFill>
                        <a:blip r:embed="rId6"/>
                        <a:stretch>
                          <a:fillRect/>
                        </a:stretch>
                      </p:blipFill>
                      <p:spPr>
                        <a:xfrm>
                          <a:off x="3072" y="1572"/>
                          <a:ext cx="1584" cy="540"/>
                        </a:xfrm>
                        <a:prstGeom prst="rect">
                          <a:avLst/>
                        </a:prstGeom>
                        <a:noFill/>
                        <a:ln w="38100">
                          <a:noFill/>
                          <a:miter/>
                        </a:ln>
                      </p:spPr>
                    </p:pic>
                  </p:oleObj>
                </mc:Fallback>
              </mc:AlternateContent>
            </a:graphicData>
          </a:graphic>
        </p:graphicFrame>
        <p:sp>
          <p:nvSpPr>
            <p:cNvPr id="19489" name="AutoShape 8"/>
            <p:cNvSpPr/>
            <p:nvPr/>
          </p:nvSpPr>
          <p:spPr>
            <a:xfrm>
              <a:off x="2448" y="1764"/>
              <a:ext cx="336" cy="144"/>
            </a:xfrm>
            <a:prstGeom prst="leftRightArrow">
              <a:avLst>
                <a:gd name="adj1" fmla="val 50000"/>
                <a:gd name="adj2" fmla="val 46655"/>
              </a:avLst>
            </a:prstGeom>
            <a:solidFill>
              <a:srgbClr val="0000FF"/>
            </a:solidFill>
            <a:ln w="22225">
              <a:noFill/>
            </a:ln>
          </p:spPr>
          <p:txBody>
            <a:bodyPr wrap="none" anchor="ctr" anchorCtr="0"/>
            <a:lstStyle/>
            <a:p>
              <a:endParaRPr lang="zh-CN" altLang="en-US" dirty="0">
                <a:latin typeface="Arial" panose="020B0604020202020204" pitchFamily="34" charset="0"/>
              </a:endParaRPr>
            </a:p>
          </p:txBody>
        </p:sp>
      </p:grpSp>
      <p:sp>
        <p:nvSpPr>
          <p:cNvPr id="27657" name="Text Box 9"/>
          <p:cNvSpPr txBox="1"/>
          <p:nvPr/>
        </p:nvSpPr>
        <p:spPr>
          <a:xfrm>
            <a:off x="827088" y="3081338"/>
            <a:ext cx="7315200" cy="582612"/>
          </a:xfrm>
          <a:prstGeom prst="rect">
            <a:avLst/>
          </a:prstGeom>
          <a:noFill/>
          <a:ln w="22225">
            <a:noFill/>
          </a:ln>
        </p:spPr>
        <p:txBody>
          <a:bodyPr>
            <a:spAutoFit/>
          </a:bodyPr>
          <a:lstStyle/>
          <a:p>
            <a:pPr>
              <a:lnSpc>
                <a:spcPct val="115000"/>
              </a:lnSpc>
            </a:pPr>
            <a:r>
              <a:rPr lang="zh-CN" altLang="en-US" sz="2800" dirty="0">
                <a:latin typeface="宋体" panose="02010600030101010101" pitchFamily="2" charset="-122"/>
              </a:rPr>
              <a:t>比例控制器实质是一种增益可调的放大器。</a:t>
            </a:r>
            <a:r>
              <a:rPr lang="zh-CN" altLang="en-US" sz="2800" dirty="0">
                <a:latin typeface="Times New Roman" panose="02020603050405020304" pitchFamily="18" charset="0"/>
              </a:rPr>
              <a:t> </a:t>
            </a:r>
          </a:p>
        </p:txBody>
      </p:sp>
      <p:grpSp>
        <p:nvGrpSpPr>
          <p:cNvPr id="3" name="Group 10"/>
          <p:cNvGrpSpPr/>
          <p:nvPr/>
        </p:nvGrpSpPr>
        <p:grpSpPr>
          <a:xfrm>
            <a:off x="1131888" y="3892550"/>
            <a:ext cx="2271712" cy="1787525"/>
            <a:chOff x="960" y="2640"/>
            <a:chExt cx="1431" cy="1126"/>
          </a:xfrm>
        </p:grpSpPr>
        <p:graphicFrame>
          <p:nvGraphicFramePr>
            <p:cNvPr id="19484" name="Object 11"/>
            <p:cNvGraphicFramePr>
              <a:graphicFrameLocks noChangeAspect="1"/>
            </p:cNvGraphicFramePr>
            <p:nvPr/>
          </p:nvGraphicFramePr>
          <p:xfrm>
            <a:off x="960" y="2640"/>
            <a:ext cx="1147" cy="322"/>
          </p:xfrm>
          <a:graphic>
            <a:graphicData uri="http://schemas.openxmlformats.org/presentationml/2006/ole">
              <mc:AlternateContent xmlns:mc="http://schemas.openxmlformats.org/markup-compatibility/2006">
                <mc:Choice xmlns:v="urn:schemas-microsoft-com:vml" Requires="v">
                  <p:oleObj r:id="rId7" imgW="850265" imgH="241300" progId="Equation.3">
                    <p:embed/>
                  </p:oleObj>
                </mc:Choice>
                <mc:Fallback>
                  <p:oleObj r:id="rId7" imgW="850265" imgH="241300" progId="Equation.3">
                    <p:embed/>
                    <p:pic>
                      <p:nvPicPr>
                        <p:cNvPr id="0" name="图片 3081"/>
                        <p:cNvPicPr/>
                        <p:nvPr/>
                      </p:nvPicPr>
                      <p:blipFill>
                        <a:blip r:embed="rId8"/>
                        <a:stretch>
                          <a:fillRect/>
                        </a:stretch>
                      </p:blipFill>
                      <p:spPr>
                        <a:xfrm>
                          <a:off x="960" y="2640"/>
                          <a:ext cx="1147" cy="322"/>
                        </a:xfrm>
                        <a:prstGeom prst="rect">
                          <a:avLst/>
                        </a:prstGeom>
                        <a:noFill/>
                        <a:ln w="38100">
                          <a:noFill/>
                          <a:miter/>
                        </a:ln>
                      </p:spPr>
                    </p:pic>
                  </p:oleObj>
                </mc:Fallback>
              </mc:AlternateContent>
            </a:graphicData>
          </a:graphic>
        </p:graphicFrame>
        <p:graphicFrame>
          <p:nvGraphicFramePr>
            <p:cNvPr id="19485" name="Object 12"/>
            <p:cNvGraphicFramePr>
              <a:graphicFrameLocks noChangeAspect="1"/>
            </p:cNvGraphicFramePr>
            <p:nvPr/>
          </p:nvGraphicFramePr>
          <p:xfrm>
            <a:off x="960" y="3059"/>
            <a:ext cx="1431" cy="323"/>
          </p:xfrm>
          <a:graphic>
            <a:graphicData uri="http://schemas.openxmlformats.org/presentationml/2006/ole">
              <mc:AlternateContent xmlns:mc="http://schemas.openxmlformats.org/markup-compatibility/2006">
                <mc:Choice xmlns:v="urn:schemas-microsoft-com:vml" Requires="v">
                  <p:oleObj r:id="rId9" imgW="1054100" imgH="241300" progId="Equation.3">
                    <p:embed/>
                  </p:oleObj>
                </mc:Choice>
                <mc:Fallback>
                  <p:oleObj r:id="rId9" imgW="1054100" imgH="241300" progId="Equation.3">
                    <p:embed/>
                    <p:pic>
                      <p:nvPicPr>
                        <p:cNvPr id="0" name="图片 3083"/>
                        <p:cNvPicPr/>
                        <p:nvPr/>
                      </p:nvPicPr>
                      <p:blipFill>
                        <a:blip r:embed="rId10"/>
                        <a:stretch>
                          <a:fillRect/>
                        </a:stretch>
                      </p:blipFill>
                      <p:spPr>
                        <a:xfrm>
                          <a:off x="960" y="3059"/>
                          <a:ext cx="1431" cy="323"/>
                        </a:xfrm>
                        <a:prstGeom prst="rect">
                          <a:avLst/>
                        </a:prstGeom>
                        <a:noFill/>
                        <a:ln w="38100">
                          <a:noFill/>
                          <a:miter/>
                        </a:ln>
                      </p:spPr>
                    </p:pic>
                  </p:oleObj>
                </mc:Fallback>
              </mc:AlternateContent>
            </a:graphicData>
          </a:graphic>
        </p:graphicFrame>
        <p:graphicFrame>
          <p:nvGraphicFramePr>
            <p:cNvPr id="19486" name="Object 13"/>
            <p:cNvGraphicFramePr>
              <a:graphicFrameLocks noChangeAspect="1"/>
            </p:cNvGraphicFramePr>
            <p:nvPr/>
          </p:nvGraphicFramePr>
          <p:xfrm>
            <a:off x="960" y="3456"/>
            <a:ext cx="864" cy="310"/>
          </p:xfrm>
          <a:graphic>
            <a:graphicData uri="http://schemas.openxmlformats.org/presentationml/2006/ole">
              <mc:AlternateContent xmlns:mc="http://schemas.openxmlformats.org/markup-compatibility/2006">
                <mc:Choice xmlns:v="urn:schemas-microsoft-com:vml" Requires="v">
                  <p:oleObj r:id="rId11" imgW="635000" imgH="228600" progId="Equation.3">
                    <p:embed/>
                  </p:oleObj>
                </mc:Choice>
                <mc:Fallback>
                  <p:oleObj r:id="rId11" imgW="635000" imgH="228600" progId="Equation.3">
                    <p:embed/>
                    <p:pic>
                      <p:nvPicPr>
                        <p:cNvPr id="0" name="图片 3084"/>
                        <p:cNvPicPr/>
                        <p:nvPr/>
                      </p:nvPicPr>
                      <p:blipFill>
                        <a:blip r:embed="rId12"/>
                        <a:stretch>
                          <a:fillRect/>
                        </a:stretch>
                      </p:blipFill>
                      <p:spPr>
                        <a:xfrm>
                          <a:off x="960" y="3456"/>
                          <a:ext cx="864" cy="310"/>
                        </a:xfrm>
                        <a:prstGeom prst="rect">
                          <a:avLst/>
                        </a:prstGeom>
                        <a:noFill/>
                        <a:ln w="38100">
                          <a:noFill/>
                          <a:miter/>
                        </a:ln>
                      </p:spPr>
                    </p:pic>
                  </p:oleObj>
                </mc:Fallback>
              </mc:AlternateContent>
            </a:graphicData>
          </a:graphic>
        </p:graphicFrame>
      </p:grpSp>
      <p:grpSp>
        <p:nvGrpSpPr>
          <p:cNvPr id="4" name="Group 14"/>
          <p:cNvGrpSpPr/>
          <p:nvPr/>
        </p:nvGrpSpPr>
        <p:grpSpPr>
          <a:xfrm>
            <a:off x="3459163" y="3994150"/>
            <a:ext cx="4932362" cy="1828800"/>
            <a:chOff x="1296" y="2736"/>
            <a:chExt cx="3107" cy="1152"/>
          </a:xfrm>
        </p:grpSpPr>
        <p:sp>
          <p:nvSpPr>
            <p:cNvPr id="19464" name="Oval 15"/>
            <p:cNvSpPr/>
            <p:nvPr/>
          </p:nvSpPr>
          <p:spPr>
            <a:xfrm>
              <a:off x="1865" y="2926"/>
              <a:ext cx="209" cy="215"/>
            </a:xfrm>
            <a:prstGeom prst="ellipse">
              <a:avLst/>
            </a:prstGeom>
            <a:noFill/>
            <a:ln w="22225" cap="flat" cmpd="sng">
              <a:solidFill>
                <a:schemeClr val="tx1"/>
              </a:solidFill>
              <a:prstDash val="solid"/>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19465" name="Line 16"/>
            <p:cNvSpPr/>
            <p:nvPr/>
          </p:nvSpPr>
          <p:spPr>
            <a:xfrm flipH="1">
              <a:off x="1918" y="2981"/>
              <a:ext cx="103" cy="107"/>
            </a:xfrm>
            <a:prstGeom prst="line">
              <a:avLst/>
            </a:prstGeom>
            <a:ln w="22225" cap="flat" cmpd="sng">
              <a:solidFill>
                <a:schemeClr val="tx1"/>
              </a:solidFill>
              <a:prstDash val="solid"/>
              <a:headEnd type="none" w="med" len="med"/>
              <a:tailEnd type="none" w="med" len="med"/>
            </a:ln>
          </p:spPr>
        </p:sp>
        <p:sp>
          <p:nvSpPr>
            <p:cNvPr id="19466" name="Line 17"/>
            <p:cNvSpPr/>
            <p:nvPr/>
          </p:nvSpPr>
          <p:spPr>
            <a:xfrm>
              <a:off x="1918" y="2981"/>
              <a:ext cx="103" cy="107"/>
            </a:xfrm>
            <a:prstGeom prst="line">
              <a:avLst/>
            </a:prstGeom>
            <a:ln w="22225" cap="flat" cmpd="sng">
              <a:solidFill>
                <a:schemeClr val="tx1"/>
              </a:solidFill>
              <a:prstDash val="solid"/>
              <a:headEnd type="none" w="med" len="med"/>
              <a:tailEnd type="none" w="med" len="med"/>
            </a:ln>
          </p:spPr>
        </p:sp>
        <p:sp>
          <p:nvSpPr>
            <p:cNvPr id="19467" name="Line 18"/>
            <p:cNvSpPr/>
            <p:nvPr/>
          </p:nvSpPr>
          <p:spPr>
            <a:xfrm>
              <a:off x="1347" y="3034"/>
              <a:ext cx="518" cy="0"/>
            </a:xfrm>
            <a:prstGeom prst="line">
              <a:avLst/>
            </a:prstGeom>
            <a:ln w="22225" cap="flat" cmpd="sng">
              <a:solidFill>
                <a:schemeClr val="tx1"/>
              </a:solidFill>
              <a:prstDash val="solid"/>
              <a:headEnd type="none" w="med" len="med"/>
              <a:tailEnd type="triangle" w="med" len="med"/>
            </a:ln>
          </p:spPr>
        </p:sp>
        <p:sp>
          <p:nvSpPr>
            <p:cNvPr id="19468" name="Line 19"/>
            <p:cNvSpPr/>
            <p:nvPr/>
          </p:nvSpPr>
          <p:spPr>
            <a:xfrm flipV="1">
              <a:off x="2073" y="3034"/>
              <a:ext cx="362" cy="0"/>
            </a:xfrm>
            <a:prstGeom prst="line">
              <a:avLst/>
            </a:prstGeom>
            <a:ln w="22225" cap="flat" cmpd="sng">
              <a:solidFill>
                <a:schemeClr val="tx1"/>
              </a:solidFill>
              <a:prstDash val="solid"/>
              <a:headEnd type="none" w="med" len="med"/>
              <a:tailEnd type="triangle" w="med" len="med"/>
            </a:ln>
          </p:spPr>
        </p:sp>
        <p:sp>
          <p:nvSpPr>
            <p:cNvPr id="19469" name="Rectangle 20"/>
            <p:cNvSpPr/>
            <p:nvPr/>
          </p:nvSpPr>
          <p:spPr>
            <a:xfrm>
              <a:off x="2435" y="2819"/>
              <a:ext cx="444" cy="427"/>
            </a:xfrm>
            <a:prstGeom prst="rect">
              <a:avLst/>
            </a:prstGeom>
            <a:noFill/>
            <a:ln w="22225" cap="flat" cmpd="sng">
              <a:solidFill>
                <a:schemeClr val="tx1"/>
              </a:solidFill>
              <a:prstDash val="solid"/>
              <a:miter/>
              <a:headEnd type="none" w="med" len="med"/>
              <a:tailEnd type="none" w="med" len="med"/>
            </a:ln>
          </p:spPr>
          <p:txBody>
            <a:bodyPr wrap="none" anchor="ctr" anchorCtr="0"/>
            <a:lstStyle/>
            <a:p>
              <a:pPr algn="ctr"/>
              <a:r>
                <a:rPr lang="en-US" altLang="zh-CN" sz="2400" i="1" dirty="0">
                  <a:latin typeface="Times New Roman" panose="02020603050405020304" pitchFamily="18" charset="0"/>
                </a:rPr>
                <a:t>K</a:t>
              </a:r>
              <a:r>
                <a:rPr lang="en-US" altLang="zh-CN" sz="2400" i="1" baseline="-16000" dirty="0">
                  <a:latin typeface="Times New Roman" panose="02020603050405020304" pitchFamily="18" charset="0"/>
                </a:rPr>
                <a:t>p</a:t>
              </a:r>
            </a:p>
          </p:txBody>
        </p:sp>
        <p:sp>
          <p:nvSpPr>
            <p:cNvPr id="19470" name="Rectangle 21"/>
            <p:cNvSpPr/>
            <p:nvPr/>
          </p:nvSpPr>
          <p:spPr>
            <a:xfrm>
              <a:off x="3316" y="2819"/>
              <a:ext cx="518" cy="427"/>
            </a:xfrm>
            <a:prstGeom prst="rect">
              <a:avLst/>
            </a:prstGeom>
            <a:noFill/>
            <a:ln w="22225" cap="flat" cmpd="sng">
              <a:solidFill>
                <a:schemeClr val="tx1"/>
              </a:solidFill>
              <a:prstDash val="solid"/>
              <a:miter/>
              <a:headEnd type="none" w="med" len="med"/>
              <a:tailEnd type="none" w="med" len="med"/>
            </a:ln>
          </p:spPr>
          <p:txBody>
            <a:bodyPr wrap="none" anchor="ctr" anchorCtr="0"/>
            <a:lstStyle/>
            <a:p>
              <a:pPr algn="ctr"/>
              <a:r>
                <a:rPr lang="en-US" altLang="zh-CN" sz="2400" i="1" dirty="0">
                  <a:latin typeface="Times New Roman" panose="02020603050405020304" pitchFamily="18" charset="0"/>
                </a:rPr>
                <a:t>G</a:t>
              </a:r>
              <a:r>
                <a:rPr lang="en-US" altLang="zh-CN" sz="2400" baseline="-16000" dirty="0">
                  <a:latin typeface="Times New Roman" panose="02020603050405020304" pitchFamily="18" charset="0"/>
                </a:rPr>
                <a:t> </a:t>
              </a:r>
              <a:r>
                <a:rPr lang="en-US" altLang="zh-CN" sz="2400" dirty="0">
                  <a:latin typeface="Times New Roman" panose="02020603050405020304" pitchFamily="18" charset="0"/>
                </a:rPr>
                <a:t>(</a:t>
              </a:r>
              <a:r>
                <a:rPr lang="en-US" altLang="zh-CN" sz="2400" i="1" dirty="0">
                  <a:latin typeface="Times New Roman" panose="02020603050405020304" pitchFamily="18" charset="0"/>
                </a:rPr>
                <a:t>s</a:t>
              </a:r>
              <a:r>
                <a:rPr lang="en-US" altLang="zh-CN" sz="2400" dirty="0">
                  <a:latin typeface="Times New Roman" panose="02020603050405020304" pitchFamily="18" charset="0"/>
                </a:rPr>
                <a:t>)</a:t>
              </a:r>
            </a:p>
          </p:txBody>
        </p:sp>
        <p:sp>
          <p:nvSpPr>
            <p:cNvPr id="19471" name="Line 22"/>
            <p:cNvSpPr/>
            <p:nvPr/>
          </p:nvSpPr>
          <p:spPr>
            <a:xfrm flipV="1">
              <a:off x="2879" y="3032"/>
              <a:ext cx="437" cy="10"/>
            </a:xfrm>
            <a:prstGeom prst="line">
              <a:avLst/>
            </a:prstGeom>
            <a:ln w="22225" cap="flat" cmpd="sng">
              <a:solidFill>
                <a:schemeClr val="tx1"/>
              </a:solidFill>
              <a:prstDash val="solid"/>
              <a:headEnd type="none" w="med" len="med"/>
              <a:tailEnd type="triangle" w="med" len="med"/>
            </a:ln>
          </p:spPr>
        </p:sp>
        <p:sp>
          <p:nvSpPr>
            <p:cNvPr id="19472" name="Line 23"/>
            <p:cNvSpPr/>
            <p:nvPr/>
          </p:nvSpPr>
          <p:spPr>
            <a:xfrm>
              <a:off x="3834" y="3032"/>
              <a:ext cx="569" cy="0"/>
            </a:xfrm>
            <a:prstGeom prst="line">
              <a:avLst/>
            </a:prstGeom>
            <a:ln w="22225" cap="flat" cmpd="sng">
              <a:solidFill>
                <a:schemeClr val="tx1"/>
              </a:solidFill>
              <a:prstDash val="solid"/>
              <a:headEnd type="none" w="med" len="med"/>
              <a:tailEnd type="triangle" w="med" len="med"/>
            </a:ln>
          </p:spPr>
        </p:sp>
        <p:sp>
          <p:nvSpPr>
            <p:cNvPr id="19473" name="Rectangle 24"/>
            <p:cNvSpPr/>
            <p:nvPr/>
          </p:nvSpPr>
          <p:spPr>
            <a:xfrm>
              <a:off x="2850" y="3461"/>
              <a:ext cx="517" cy="427"/>
            </a:xfrm>
            <a:prstGeom prst="rect">
              <a:avLst/>
            </a:prstGeom>
            <a:noFill/>
            <a:ln w="22225" cap="flat" cmpd="sng">
              <a:solidFill>
                <a:schemeClr val="tx1"/>
              </a:solidFill>
              <a:prstDash val="solid"/>
              <a:miter/>
              <a:headEnd type="none" w="med" len="med"/>
              <a:tailEnd type="none" w="med" len="med"/>
            </a:ln>
          </p:spPr>
          <p:txBody>
            <a:bodyPr wrap="none" anchor="ctr" anchorCtr="0"/>
            <a:lstStyle/>
            <a:p>
              <a:pPr algn="ctr"/>
              <a:r>
                <a:rPr lang="en-US" altLang="zh-CN" sz="2400" i="1" dirty="0">
                  <a:latin typeface="Times New Roman" panose="02020603050405020304" pitchFamily="18" charset="0"/>
                </a:rPr>
                <a:t>H</a:t>
              </a:r>
              <a:r>
                <a:rPr lang="en-US" altLang="zh-CN" sz="2400" dirty="0">
                  <a:latin typeface="Times New Roman" panose="02020603050405020304" pitchFamily="18" charset="0"/>
                </a:rPr>
                <a:t>(</a:t>
              </a:r>
              <a:r>
                <a:rPr lang="en-US" altLang="zh-CN" sz="2400" i="1" dirty="0">
                  <a:latin typeface="Times New Roman" panose="02020603050405020304" pitchFamily="18" charset="0"/>
                </a:rPr>
                <a:t>s</a:t>
              </a:r>
              <a:r>
                <a:rPr lang="en-US" altLang="zh-CN" sz="2400" dirty="0">
                  <a:latin typeface="Times New Roman" panose="02020603050405020304" pitchFamily="18" charset="0"/>
                </a:rPr>
                <a:t>)</a:t>
              </a:r>
            </a:p>
          </p:txBody>
        </p:sp>
        <p:sp>
          <p:nvSpPr>
            <p:cNvPr id="19474" name="Line 25"/>
            <p:cNvSpPr/>
            <p:nvPr/>
          </p:nvSpPr>
          <p:spPr>
            <a:xfrm>
              <a:off x="3989" y="3032"/>
              <a:ext cx="0" cy="642"/>
            </a:xfrm>
            <a:prstGeom prst="line">
              <a:avLst/>
            </a:prstGeom>
            <a:ln w="22225" cap="flat" cmpd="sng">
              <a:solidFill>
                <a:schemeClr val="tx1"/>
              </a:solidFill>
              <a:prstDash val="solid"/>
              <a:headEnd type="none" w="med" len="med"/>
              <a:tailEnd type="none" w="med" len="med"/>
            </a:ln>
          </p:spPr>
        </p:sp>
        <p:sp>
          <p:nvSpPr>
            <p:cNvPr id="19475" name="Line 26"/>
            <p:cNvSpPr/>
            <p:nvPr/>
          </p:nvSpPr>
          <p:spPr>
            <a:xfrm flipH="1">
              <a:off x="3367" y="3674"/>
              <a:ext cx="622" cy="0"/>
            </a:xfrm>
            <a:prstGeom prst="line">
              <a:avLst/>
            </a:prstGeom>
            <a:ln w="22225" cap="flat" cmpd="sng">
              <a:solidFill>
                <a:schemeClr val="tx1"/>
              </a:solidFill>
              <a:prstDash val="solid"/>
              <a:headEnd type="none" w="med" len="med"/>
              <a:tailEnd type="triangle" w="med" len="med"/>
            </a:ln>
          </p:spPr>
        </p:sp>
        <p:sp>
          <p:nvSpPr>
            <p:cNvPr id="19476" name="Line 27"/>
            <p:cNvSpPr/>
            <p:nvPr/>
          </p:nvSpPr>
          <p:spPr>
            <a:xfrm flipH="1">
              <a:off x="1969" y="3674"/>
              <a:ext cx="881" cy="0"/>
            </a:xfrm>
            <a:prstGeom prst="line">
              <a:avLst/>
            </a:prstGeom>
            <a:ln w="22225" cap="flat" cmpd="sng">
              <a:solidFill>
                <a:schemeClr val="tx1"/>
              </a:solidFill>
              <a:prstDash val="solid"/>
              <a:headEnd type="none" w="med" len="med"/>
              <a:tailEnd type="none" w="med" len="med"/>
            </a:ln>
          </p:spPr>
        </p:sp>
        <p:sp>
          <p:nvSpPr>
            <p:cNvPr id="19477" name="Line 28"/>
            <p:cNvSpPr/>
            <p:nvPr/>
          </p:nvSpPr>
          <p:spPr>
            <a:xfrm flipV="1">
              <a:off x="1969" y="3139"/>
              <a:ext cx="0" cy="535"/>
            </a:xfrm>
            <a:prstGeom prst="line">
              <a:avLst/>
            </a:prstGeom>
            <a:ln w="22225" cap="flat" cmpd="sng">
              <a:solidFill>
                <a:schemeClr val="tx1"/>
              </a:solidFill>
              <a:prstDash val="solid"/>
              <a:headEnd type="none" w="med" len="med"/>
              <a:tailEnd type="triangle" w="med" len="med"/>
            </a:ln>
          </p:spPr>
        </p:sp>
        <p:sp>
          <p:nvSpPr>
            <p:cNvPr id="19478" name="Line 29"/>
            <p:cNvSpPr/>
            <p:nvPr/>
          </p:nvSpPr>
          <p:spPr>
            <a:xfrm>
              <a:off x="2021" y="3299"/>
              <a:ext cx="103" cy="0"/>
            </a:xfrm>
            <a:prstGeom prst="line">
              <a:avLst/>
            </a:prstGeom>
            <a:ln w="22225" cap="flat" cmpd="sng">
              <a:solidFill>
                <a:schemeClr val="tx1"/>
              </a:solidFill>
              <a:prstDash val="solid"/>
              <a:headEnd type="none" w="med" len="med"/>
              <a:tailEnd type="none" w="med" len="med"/>
            </a:ln>
          </p:spPr>
        </p:sp>
        <p:sp>
          <p:nvSpPr>
            <p:cNvPr id="19479" name="Rectangle 30"/>
            <p:cNvSpPr/>
            <p:nvPr/>
          </p:nvSpPr>
          <p:spPr>
            <a:xfrm>
              <a:off x="1296" y="2744"/>
              <a:ext cx="471" cy="288"/>
            </a:xfrm>
            <a:prstGeom prst="rect">
              <a:avLst/>
            </a:prstGeom>
            <a:noFill/>
            <a:ln w="22225">
              <a:noFill/>
            </a:ln>
          </p:spPr>
          <p:txBody>
            <a:bodyPr wrap="none">
              <a:spAutoFit/>
            </a:bodyPr>
            <a:lstStyle/>
            <a:p>
              <a:r>
                <a:rPr lang="en-US" altLang="zh-CN" sz="2400" i="1" dirty="0">
                  <a:latin typeface="Times New Roman" panose="02020603050405020304" pitchFamily="18" charset="0"/>
                </a:rPr>
                <a:t>X</a:t>
              </a:r>
              <a:r>
                <a:rPr lang="en-US" altLang="zh-CN" sz="2400" i="1" baseline="-18000" dirty="0">
                  <a:latin typeface="Times New Roman" panose="02020603050405020304" pitchFamily="18" charset="0"/>
                </a:rPr>
                <a:t>i</a:t>
              </a:r>
              <a:r>
                <a:rPr lang="en-US" altLang="zh-CN" sz="2400" dirty="0">
                  <a:latin typeface="Times New Roman" panose="02020603050405020304" pitchFamily="18" charset="0"/>
                </a:rPr>
                <a:t>(</a:t>
              </a:r>
              <a:r>
                <a:rPr lang="en-US" altLang="zh-CN" sz="2400" i="1" dirty="0">
                  <a:latin typeface="Times New Roman" panose="02020603050405020304" pitchFamily="18" charset="0"/>
                </a:rPr>
                <a:t>s</a:t>
              </a:r>
              <a:r>
                <a:rPr lang="en-US" altLang="zh-CN" sz="2400" dirty="0">
                  <a:latin typeface="Times New Roman" panose="02020603050405020304" pitchFamily="18" charset="0"/>
                </a:rPr>
                <a:t>)</a:t>
              </a:r>
            </a:p>
          </p:txBody>
        </p:sp>
        <p:sp>
          <p:nvSpPr>
            <p:cNvPr id="19480" name="Rectangle 31"/>
            <p:cNvSpPr/>
            <p:nvPr/>
          </p:nvSpPr>
          <p:spPr>
            <a:xfrm>
              <a:off x="3863" y="2744"/>
              <a:ext cx="501" cy="288"/>
            </a:xfrm>
            <a:prstGeom prst="rect">
              <a:avLst/>
            </a:prstGeom>
            <a:noFill/>
            <a:ln w="22225">
              <a:noFill/>
            </a:ln>
          </p:spPr>
          <p:txBody>
            <a:bodyPr wrap="none">
              <a:spAutoFit/>
            </a:bodyPr>
            <a:lstStyle/>
            <a:p>
              <a:r>
                <a:rPr lang="en-US" altLang="zh-CN" sz="2400" i="1" dirty="0">
                  <a:latin typeface="Times New Roman" panose="02020603050405020304" pitchFamily="18" charset="0"/>
                </a:rPr>
                <a:t>X</a:t>
              </a:r>
              <a:r>
                <a:rPr lang="en-US" altLang="zh-CN" sz="2400" i="1" baseline="-18000" dirty="0">
                  <a:latin typeface="Times New Roman" panose="02020603050405020304" pitchFamily="18" charset="0"/>
                </a:rPr>
                <a:t>o</a:t>
              </a:r>
              <a:r>
                <a:rPr lang="en-US" altLang="zh-CN" sz="2400" dirty="0">
                  <a:latin typeface="Times New Roman" panose="02020603050405020304" pitchFamily="18" charset="0"/>
                </a:rPr>
                <a:t>(</a:t>
              </a:r>
              <a:r>
                <a:rPr lang="en-US" altLang="zh-CN" sz="2400" i="1" dirty="0">
                  <a:latin typeface="Times New Roman" panose="02020603050405020304" pitchFamily="18" charset="0"/>
                </a:rPr>
                <a:t>s</a:t>
              </a:r>
              <a:r>
                <a:rPr lang="en-US" altLang="zh-CN" sz="2400" dirty="0">
                  <a:latin typeface="Times New Roman" panose="02020603050405020304" pitchFamily="18" charset="0"/>
                </a:rPr>
                <a:t>)</a:t>
              </a:r>
            </a:p>
          </p:txBody>
        </p:sp>
        <p:sp>
          <p:nvSpPr>
            <p:cNvPr id="19481" name="Oval 32"/>
            <p:cNvSpPr/>
            <p:nvPr/>
          </p:nvSpPr>
          <p:spPr>
            <a:xfrm>
              <a:off x="3969" y="3000"/>
              <a:ext cx="52" cy="53"/>
            </a:xfrm>
            <a:prstGeom prst="ellipse">
              <a:avLst/>
            </a:prstGeom>
            <a:solidFill>
              <a:schemeClr val="tx1"/>
            </a:solidFill>
            <a:ln w="22225" cap="flat" cmpd="sng">
              <a:solidFill>
                <a:schemeClr val="tx1"/>
              </a:solidFill>
              <a:prstDash val="solid"/>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19482" name="Rectangle 33"/>
            <p:cNvSpPr/>
            <p:nvPr/>
          </p:nvSpPr>
          <p:spPr>
            <a:xfrm>
              <a:off x="1999" y="2736"/>
              <a:ext cx="451" cy="288"/>
            </a:xfrm>
            <a:prstGeom prst="rect">
              <a:avLst/>
            </a:prstGeom>
            <a:noFill/>
            <a:ln w="22225">
              <a:noFill/>
            </a:ln>
          </p:spPr>
          <p:txBody>
            <a:bodyPr wrap="none">
              <a:spAutoFit/>
            </a:bodyPr>
            <a:lstStyle/>
            <a:p>
              <a:r>
                <a:rPr lang="en-US" altLang="zh-CN" sz="2400" i="1" dirty="0">
                  <a:latin typeface="Times New Roman" panose="02020603050405020304" pitchFamily="18" charset="0"/>
                  <a:sym typeface="Symbol" panose="05050102010706020507" pitchFamily="18" charset="2"/>
                </a:rPr>
                <a:t></a:t>
              </a:r>
              <a:r>
                <a:rPr lang="en-US" altLang="zh-CN" sz="2400" i="1" dirty="0">
                  <a:latin typeface="Times New Roman" panose="02020603050405020304" pitchFamily="18" charset="0"/>
                </a:rPr>
                <a:t> </a:t>
              </a:r>
              <a:r>
                <a:rPr lang="en-US" altLang="zh-CN" sz="2400" dirty="0">
                  <a:latin typeface="Times New Roman" panose="02020603050405020304" pitchFamily="18" charset="0"/>
                </a:rPr>
                <a:t>(</a:t>
              </a:r>
              <a:r>
                <a:rPr lang="en-US" altLang="zh-CN" sz="2400" i="1" dirty="0">
                  <a:latin typeface="Times New Roman" panose="02020603050405020304" pitchFamily="18" charset="0"/>
                </a:rPr>
                <a:t>s</a:t>
              </a:r>
              <a:r>
                <a:rPr lang="en-US" altLang="zh-CN" sz="2400" dirty="0">
                  <a:latin typeface="Times New Roman" panose="02020603050405020304" pitchFamily="18" charset="0"/>
                </a:rPr>
                <a:t>)</a:t>
              </a:r>
            </a:p>
          </p:txBody>
        </p:sp>
        <p:sp>
          <p:nvSpPr>
            <p:cNvPr id="19483" name="Rectangle 34"/>
            <p:cNvSpPr/>
            <p:nvPr/>
          </p:nvSpPr>
          <p:spPr>
            <a:xfrm>
              <a:off x="2835" y="2744"/>
              <a:ext cx="458" cy="288"/>
            </a:xfrm>
            <a:prstGeom prst="rect">
              <a:avLst/>
            </a:prstGeom>
            <a:noFill/>
            <a:ln w="22225">
              <a:noFill/>
            </a:ln>
          </p:spPr>
          <p:txBody>
            <a:bodyPr wrap="none">
              <a:spAutoFit/>
            </a:bodyPr>
            <a:lstStyle/>
            <a:p>
              <a:r>
                <a:rPr lang="en-US" altLang="zh-CN" sz="2400" i="1" dirty="0">
                  <a:latin typeface="Times New Roman" panose="02020603050405020304" pitchFamily="18" charset="0"/>
                </a:rPr>
                <a:t>U</a:t>
              </a:r>
              <a:r>
                <a:rPr lang="en-US" altLang="zh-CN" sz="2400" dirty="0">
                  <a:latin typeface="Times New Roman" panose="02020603050405020304" pitchFamily="18" charset="0"/>
                </a:rPr>
                <a:t>(</a:t>
              </a:r>
              <a:r>
                <a:rPr lang="en-US" altLang="zh-CN" sz="2400" i="1" dirty="0">
                  <a:latin typeface="Times New Roman" panose="02020603050405020304" pitchFamily="18" charset="0"/>
                </a:rPr>
                <a:t>s</a:t>
              </a:r>
              <a:r>
                <a:rPr lang="en-US" altLang="zh-CN" sz="2400" dirty="0">
                  <a:latin typeface="Times New Roman" panose="02020603050405020304" pitchFamily="18" charset="0"/>
                </a:rPr>
                <a:t>)</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7652"/>
                                        </p:tgtEl>
                                        <p:attrNameLst>
                                          <p:attrName>style.visibility</p:attrName>
                                        </p:attrNameLst>
                                      </p:cBhvr>
                                      <p:to>
                                        <p:strVal val="visible"/>
                                      </p:to>
                                    </p:set>
                                    <p:anim calcmode="lin" valueType="num">
                                      <p:cBhvr additive="base">
                                        <p:cTn id="13" dur="500" fill="hold"/>
                                        <p:tgtEl>
                                          <p:spTgt spid="27652"/>
                                        </p:tgtEl>
                                        <p:attrNameLst>
                                          <p:attrName>ppt_x</p:attrName>
                                        </p:attrNameLst>
                                      </p:cBhvr>
                                      <p:tavLst>
                                        <p:tav tm="0">
                                          <p:val>
                                            <p:strVal val="#ppt_x"/>
                                          </p:val>
                                        </p:tav>
                                        <p:tav tm="100000">
                                          <p:val>
                                            <p:strVal val="#ppt_x"/>
                                          </p:val>
                                        </p:tav>
                                      </p:tavLst>
                                    </p:anim>
                                    <p:anim calcmode="lin" valueType="num">
                                      <p:cBhvr additive="base">
                                        <p:cTn id="14" dur="500" fill="hold"/>
                                        <p:tgtEl>
                                          <p:spTgt spid="2765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additive="base">
                                        <p:cTn id="19" dur="500" fill="hold"/>
                                        <p:tgtEl>
                                          <p:spTgt spid="2"/>
                                        </p:tgtEl>
                                        <p:attrNameLst>
                                          <p:attrName>ppt_x</p:attrName>
                                        </p:attrNameLst>
                                      </p:cBhvr>
                                      <p:tavLst>
                                        <p:tav tm="0">
                                          <p:val>
                                            <p:strVal val="#ppt_x"/>
                                          </p:val>
                                        </p:tav>
                                        <p:tav tm="100000">
                                          <p:val>
                                            <p:strVal val="#ppt_x"/>
                                          </p:val>
                                        </p:tav>
                                      </p:tavLst>
                                    </p:anim>
                                    <p:anim calcmode="lin" valueType="num">
                                      <p:cBhvr additive="base">
                                        <p:cTn id="20"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7657"/>
                                        </p:tgtEl>
                                        <p:attrNameLst>
                                          <p:attrName>style.visibility</p:attrName>
                                        </p:attrNameLst>
                                      </p:cBhvr>
                                      <p:to>
                                        <p:strVal val="visible"/>
                                      </p:to>
                                    </p:set>
                                    <p:anim calcmode="lin" valueType="num">
                                      <p:cBhvr additive="base">
                                        <p:cTn id="25" dur="500" fill="hold"/>
                                        <p:tgtEl>
                                          <p:spTgt spid="27657"/>
                                        </p:tgtEl>
                                        <p:attrNameLst>
                                          <p:attrName>ppt_x</p:attrName>
                                        </p:attrNameLst>
                                      </p:cBhvr>
                                      <p:tavLst>
                                        <p:tav tm="0">
                                          <p:val>
                                            <p:strVal val="#ppt_x"/>
                                          </p:val>
                                        </p:tav>
                                        <p:tav tm="100000">
                                          <p:val>
                                            <p:strVal val="#ppt_x"/>
                                          </p:val>
                                        </p:tav>
                                      </p:tavLst>
                                    </p:anim>
                                    <p:anim calcmode="lin" valueType="num">
                                      <p:cBhvr additive="base">
                                        <p:cTn id="26" dur="500" fill="hold"/>
                                        <p:tgtEl>
                                          <p:spTgt spid="27657"/>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gtEl>
                                        <p:attrNameLst>
                                          <p:attrName>style.visibility</p:attrName>
                                        </p:attrNameLst>
                                      </p:cBhvr>
                                      <p:to>
                                        <p:strVal val="visible"/>
                                      </p:to>
                                    </p:set>
                                    <p:anim calcmode="lin" valueType="num">
                                      <p:cBhvr additive="base">
                                        <p:cTn id="31" dur="500" fill="hold"/>
                                        <p:tgtEl>
                                          <p:spTgt spid="3"/>
                                        </p:tgtEl>
                                        <p:attrNameLst>
                                          <p:attrName>ppt_x</p:attrName>
                                        </p:attrNameLst>
                                      </p:cBhvr>
                                      <p:tavLst>
                                        <p:tav tm="0">
                                          <p:val>
                                            <p:strVal val="#ppt_x"/>
                                          </p:val>
                                        </p:tav>
                                        <p:tav tm="100000">
                                          <p:val>
                                            <p:strVal val="#ppt_x"/>
                                          </p:val>
                                        </p:tav>
                                      </p:tavLst>
                                    </p:anim>
                                    <p:anim calcmode="lin" valueType="num">
                                      <p:cBhvr additive="base">
                                        <p:cTn id="32"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2" grpId="0"/>
      <p:bldP spid="27657"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482" name="Group 2"/>
          <p:cNvGrpSpPr/>
          <p:nvPr/>
        </p:nvGrpSpPr>
        <p:grpSpPr>
          <a:xfrm>
            <a:off x="1676400" y="476250"/>
            <a:ext cx="5945188" cy="3762375"/>
            <a:chOff x="816" y="528"/>
            <a:chExt cx="3745" cy="2370"/>
          </a:xfrm>
        </p:grpSpPr>
        <p:sp>
          <p:nvSpPr>
            <p:cNvPr id="20487" name="Freeform 3"/>
            <p:cNvSpPr/>
            <p:nvPr/>
          </p:nvSpPr>
          <p:spPr>
            <a:xfrm>
              <a:off x="1584" y="1807"/>
              <a:ext cx="2804" cy="628"/>
            </a:xfrm>
            <a:custGeom>
              <a:avLst/>
              <a:gdLst/>
              <a:ahLst/>
              <a:cxnLst>
                <a:cxn ang="0">
                  <a:pos x="0" y="0"/>
                </a:cxn>
                <a:cxn ang="0">
                  <a:pos x="72" y="3"/>
                </a:cxn>
                <a:cxn ang="0">
                  <a:pos x="145" y="6"/>
                </a:cxn>
                <a:cxn ang="0">
                  <a:pos x="218" y="12"/>
                </a:cxn>
                <a:cxn ang="0">
                  <a:pos x="290" y="19"/>
                </a:cxn>
                <a:cxn ang="0">
                  <a:pos x="363" y="25"/>
                </a:cxn>
                <a:cxn ang="0">
                  <a:pos x="435" y="34"/>
                </a:cxn>
                <a:cxn ang="0">
                  <a:pos x="503" y="47"/>
                </a:cxn>
                <a:cxn ang="0">
                  <a:pos x="575" y="59"/>
                </a:cxn>
                <a:cxn ang="0">
                  <a:pos x="648" y="78"/>
                </a:cxn>
                <a:cxn ang="0">
                  <a:pos x="720" y="97"/>
                </a:cxn>
                <a:cxn ang="0">
                  <a:pos x="793" y="119"/>
                </a:cxn>
                <a:cxn ang="0">
                  <a:pos x="866" y="147"/>
                </a:cxn>
                <a:cxn ang="0">
                  <a:pos x="933" y="172"/>
                </a:cxn>
                <a:cxn ang="0">
                  <a:pos x="1005" y="200"/>
                </a:cxn>
                <a:cxn ang="0">
                  <a:pos x="1078" y="228"/>
                </a:cxn>
                <a:cxn ang="0">
                  <a:pos x="1151" y="253"/>
                </a:cxn>
                <a:cxn ang="0">
                  <a:pos x="1223" y="278"/>
                </a:cxn>
                <a:cxn ang="0">
                  <a:pos x="1295" y="303"/>
                </a:cxn>
                <a:cxn ang="0">
                  <a:pos x="1368" y="325"/>
                </a:cxn>
                <a:cxn ang="0">
                  <a:pos x="1436" y="350"/>
                </a:cxn>
                <a:cxn ang="0">
                  <a:pos x="1508" y="375"/>
                </a:cxn>
                <a:cxn ang="0">
                  <a:pos x="1581" y="400"/>
                </a:cxn>
                <a:cxn ang="0">
                  <a:pos x="1653" y="428"/>
                </a:cxn>
                <a:cxn ang="0">
                  <a:pos x="1726" y="456"/>
                </a:cxn>
                <a:cxn ang="0">
                  <a:pos x="1798" y="484"/>
                </a:cxn>
                <a:cxn ang="0">
                  <a:pos x="1866" y="509"/>
                </a:cxn>
                <a:cxn ang="0">
                  <a:pos x="1938" y="531"/>
                </a:cxn>
                <a:cxn ang="0">
                  <a:pos x="2011" y="550"/>
                </a:cxn>
                <a:cxn ang="0">
                  <a:pos x="2084" y="568"/>
                </a:cxn>
                <a:cxn ang="0">
                  <a:pos x="2156" y="581"/>
                </a:cxn>
                <a:cxn ang="0">
                  <a:pos x="2228" y="594"/>
                </a:cxn>
                <a:cxn ang="0">
                  <a:pos x="2301" y="603"/>
                </a:cxn>
                <a:cxn ang="0">
                  <a:pos x="2369" y="609"/>
                </a:cxn>
                <a:cxn ang="0">
                  <a:pos x="2441" y="616"/>
                </a:cxn>
                <a:cxn ang="0">
                  <a:pos x="2513" y="619"/>
                </a:cxn>
                <a:cxn ang="0">
                  <a:pos x="2586" y="622"/>
                </a:cxn>
                <a:cxn ang="0">
                  <a:pos x="2659" y="625"/>
                </a:cxn>
                <a:cxn ang="0">
                  <a:pos x="2731" y="628"/>
                </a:cxn>
                <a:cxn ang="0">
                  <a:pos x="2804" y="628"/>
                </a:cxn>
              </a:cxnLst>
              <a:rect l="0" t="0" r="0" b="0"/>
              <a:pathLst>
                <a:path w="4111" h="1424">
                  <a:moveTo>
                    <a:pt x="0" y="0"/>
                  </a:moveTo>
                  <a:lnTo>
                    <a:pt x="106" y="7"/>
                  </a:lnTo>
                  <a:lnTo>
                    <a:pt x="213" y="14"/>
                  </a:lnTo>
                  <a:lnTo>
                    <a:pt x="319" y="28"/>
                  </a:lnTo>
                  <a:lnTo>
                    <a:pt x="425" y="42"/>
                  </a:lnTo>
                  <a:lnTo>
                    <a:pt x="532" y="56"/>
                  </a:lnTo>
                  <a:lnTo>
                    <a:pt x="638" y="78"/>
                  </a:lnTo>
                  <a:lnTo>
                    <a:pt x="737" y="106"/>
                  </a:lnTo>
                  <a:lnTo>
                    <a:pt x="843" y="134"/>
                  </a:lnTo>
                  <a:lnTo>
                    <a:pt x="950" y="177"/>
                  </a:lnTo>
                  <a:lnTo>
                    <a:pt x="1056" y="219"/>
                  </a:lnTo>
                  <a:lnTo>
                    <a:pt x="1162" y="269"/>
                  </a:lnTo>
                  <a:lnTo>
                    <a:pt x="1269" y="333"/>
                  </a:lnTo>
                  <a:lnTo>
                    <a:pt x="1368" y="389"/>
                  </a:lnTo>
                  <a:lnTo>
                    <a:pt x="1474" y="453"/>
                  </a:lnTo>
                  <a:lnTo>
                    <a:pt x="1580" y="517"/>
                  </a:lnTo>
                  <a:lnTo>
                    <a:pt x="1687" y="574"/>
                  </a:lnTo>
                  <a:lnTo>
                    <a:pt x="1793" y="630"/>
                  </a:lnTo>
                  <a:lnTo>
                    <a:pt x="1899" y="687"/>
                  </a:lnTo>
                  <a:lnTo>
                    <a:pt x="2006" y="737"/>
                  </a:lnTo>
                  <a:lnTo>
                    <a:pt x="2105" y="793"/>
                  </a:lnTo>
                  <a:lnTo>
                    <a:pt x="2211" y="850"/>
                  </a:lnTo>
                  <a:lnTo>
                    <a:pt x="2318" y="907"/>
                  </a:lnTo>
                  <a:lnTo>
                    <a:pt x="2424" y="971"/>
                  </a:lnTo>
                  <a:lnTo>
                    <a:pt x="2530" y="1034"/>
                  </a:lnTo>
                  <a:lnTo>
                    <a:pt x="2636" y="1098"/>
                  </a:lnTo>
                  <a:lnTo>
                    <a:pt x="2736" y="1155"/>
                  </a:lnTo>
                  <a:lnTo>
                    <a:pt x="2842" y="1204"/>
                  </a:lnTo>
                  <a:lnTo>
                    <a:pt x="2948" y="1247"/>
                  </a:lnTo>
                  <a:lnTo>
                    <a:pt x="3055" y="1289"/>
                  </a:lnTo>
                  <a:lnTo>
                    <a:pt x="3161" y="1318"/>
                  </a:lnTo>
                  <a:lnTo>
                    <a:pt x="3267" y="1346"/>
                  </a:lnTo>
                  <a:lnTo>
                    <a:pt x="3374" y="1367"/>
                  </a:lnTo>
                  <a:lnTo>
                    <a:pt x="3473" y="1382"/>
                  </a:lnTo>
                  <a:lnTo>
                    <a:pt x="3579" y="1396"/>
                  </a:lnTo>
                  <a:lnTo>
                    <a:pt x="3685" y="1403"/>
                  </a:lnTo>
                  <a:lnTo>
                    <a:pt x="3792" y="1410"/>
                  </a:lnTo>
                  <a:lnTo>
                    <a:pt x="3898" y="1417"/>
                  </a:lnTo>
                  <a:lnTo>
                    <a:pt x="4004" y="1424"/>
                  </a:lnTo>
                  <a:lnTo>
                    <a:pt x="4111" y="1424"/>
                  </a:lnTo>
                </a:path>
              </a:pathLst>
            </a:custGeom>
            <a:noFill/>
            <a:ln w="28575" cap="flat" cmpd="sng">
              <a:solidFill>
                <a:srgbClr val="00A500">
                  <a:alpha val="100000"/>
                </a:srgbClr>
              </a:solidFill>
              <a:prstDash val="solid"/>
              <a:round/>
              <a:headEnd type="none" w="med" len="med"/>
              <a:tailEnd type="none" w="med" len="med"/>
            </a:ln>
          </p:spPr>
          <p:txBody>
            <a:bodyPr/>
            <a:lstStyle/>
            <a:p>
              <a:endParaRPr lang="zh-CN" altLang="en-US"/>
            </a:p>
          </p:txBody>
        </p:sp>
        <p:grpSp>
          <p:nvGrpSpPr>
            <p:cNvPr id="20488" name="Group 4"/>
            <p:cNvGrpSpPr/>
            <p:nvPr/>
          </p:nvGrpSpPr>
          <p:grpSpPr>
            <a:xfrm>
              <a:off x="1583" y="1143"/>
              <a:ext cx="2805" cy="721"/>
              <a:chOff x="958" y="958"/>
              <a:chExt cx="4178" cy="866"/>
            </a:xfrm>
          </p:grpSpPr>
          <p:sp>
            <p:nvSpPr>
              <p:cNvPr id="20530" name="Line 5"/>
              <p:cNvSpPr/>
              <p:nvPr/>
            </p:nvSpPr>
            <p:spPr>
              <a:xfrm>
                <a:off x="958" y="958"/>
                <a:ext cx="1344" cy="0"/>
              </a:xfrm>
              <a:prstGeom prst="line">
                <a:avLst/>
              </a:prstGeom>
              <a:ln w="22225" cap="flat" cmpd="sng">
                <a:solidFill>
                  <a:schemeClr val="accent2"/>
                </a:solidFill>
                <a:prstDash val="solid"/>
                <a:headEnd type="none" w="med" len="med"/>
                <a:tailEnd type="none" w="med" len="med"/>
              </a:ln>
            </p:spPr>
          </p:sp>
          <p:sp>
            <p:nvSpPr>
              <p:cNvPr id="20531" name="Line 6"/>
              <p:cNvSpPr/>
              <p:nvPr/>
            </p:nvSpPr>
            <p:spPr>
              <a:xfrm>
                <a:off x="2304" y="960"/>
                <a:ext cx="1200" cy="240"/>
              </a:xfrm>
              <a:prstGeom prst="line">
                <a:avLst/>
              </a:prstGeom>
              <a:ln w="22225" cap="flat" cmpd="sng">
                <a:solidFill>
                  <a:schemeClr val="accent2"/>
                </a:solidFill>
                <a:prstDash val="solid"/>
                <a:headEnd type="none" w="med" len="med"/>
                <a:tailEnd type="none" w="med" len="med"/>
              </a:ln>
            </p:spPr>
          </p:sp>
          <p:sp>
            <p:nvSpPr>
              <p:cNvPr id="20532" name="Line 7"/>
              <p:cNvSpPr/>
              <p:nvPr/>
            </p:nvSpPr>
            <p:spPr>
              <a:xfrm>
                <a:off x="3504" y="1200"/>
                <a:ext cx="1632" cy="624"/>
              </a:xfrm>
              <a:prstGeom prst="line">
                <a:avLst/>
              </a:prstGeom>
              <a:ln w="22225" cap="flat" cmpd="sng">
                <a:solidFill>
                  <a:schemeClr val="accent2"/>
                </a:solidFill>
                <a:prstDash val="solid"/>
                <a:headEnd type="none" w="med" len="med"/>
                <a:tailEnd type="none" w="med" len="med"/>
              </a:ln>
            </p:spPr>
          </p:sp>
        </p:grpSp>
        <p:grpSp>
          <p:nvGrpSpPr>
            <p:cNvPr id="20489" name="Group 8"/>
            <p:cNvGrpSpPr/>
            <p:nvPr/>
          </p:nvGrpSpPr>
          <p:grpSpPr>
            <a:xfrm>
              <a:off x="1585" y="814"/>
              <a:ext cx="2806" cy="721"/>
              <a:chOff x="958" y="958"/>
              <a:chExt cx="4178" cy="866"/>
            </a:xfrm>
          </p:grpSpPr>
          <p:sp>
            <p:nvSpPr>
              <p:cNvPr id="20527" name="Line 9"/>
              <p:cNvSpPr/>
              <p:nvPr/>
            </p:nvSpPr>
            <p:spPr>
              <a:xfrm>
                <a:off x="958" y="958"/>
                <a:ext cx="1344" cy="0"/>
              </a:xfrm>
              <a:prstGeom prst="line">
                <a:avLst/>
              </a:prstGeom>
              <a:ln w="22225" cap="flat" cmpd="sng">
                <a:solidFill>
                  <a:srgbClr val="FF0000"/>
                </a:solidFill>
                <a:prstDash val="dash"/>
                <a:headEnd type="none" w="med" len="med"/>
                <a:tailEnd type="none" w="med" len="med"/>
              </a:ln>
            </p:spPr>
          </p:sp>
          <p:sp>
            <p:nvSpPr>
              <p:cNvPr id="20528" name="Line 10"/>
              <p:cNvSpPr/>
              <p:nvPr/>
            </p:nvSpPr>
            <p:spPr>
              <a:xfrm>
                <a:off x="2304" y="960"/>
                <a:ext cx="1200" cy="240"/>
              </a:xfrm>
              <a:prstGeom prst="line">
                <a:avLst/>
              </a:prstGeom>
              <a:ln w="22225" cap="flat" cmpd="sng">
                <a:solidFill>
                  <a:srgbClr val="FF0000"/>
                </a:solidFill>
                <a:prstDash val="dash"/>
                <a:headEnd type="none" w="med" len="med"/>
                <a:tailEnd type="none" w="med" len="med"/>
              </a:ln>
            </p:spPr>
          </p:sp>
          <p:sp>
            <p:nvSpPr>
              <p:cNvPr id="20529" name="Line 11"/>
              <p:cNvSpPr/>
              <p:nvPr/>
            </p:nvSpPr>
            <p:spPr>
              <a:xfrm>
                <a:off x="3504" y="1200"/>
                <a:ext cx="1632" cy="624"/>
              </a:xfrm>
              <a:prstGeom prst="line">
                <a:avLst/>
              </a:prstGeom>
              <a:ln w="22225" cap="flat" cmpd="sng">
                <a:solidFill>
                  <a:srgbClr val="FF0000"/>
                </a:solidFill>
                <a:prstDash val="dash"/>
                <a:headEnd type="none" w="med" len="med"/>
                <a:tailEnd type="none" w="med" len="med"/>
              </a:ln>
            </p:spPr>
          </p:sp>
        </p:grpSp>
        <p:sp>
          <p:nvSpPr>
            <p:cNvPr id="20490" name="Line 12"/>
            <p:cNvSpPr/>
            <p:nvPr/>
          </p:nvSpPr>
          <p:spPr>
            <a:xfrm>
              <a:off x="1583" y="1440"/>
              <a:ext cx="2978" cy="1"/>
            </a:xfrm>
            <a:prstGeom prst="line">
              <a:avLst/>
            </a:prstGeom>
            <a:ln w="22225" cap="flat" cmpd="sng">
              <a:solidFill>
                <a:schemeClr val="tx1"/>
              </a:solidFill>
              <a:prstDash val="solid"/>
              <a:headEnd type="none" w="med" len="med"/>
              <a:tailEnd type="triangle" w="med" len="med"/>
            </a:ln>
          </p:spPr>
        </p:sp>
        <p:sp>
          <p:nvSpPr>
            <p:cNvPr id="20491" name="Line 13"/>
            <p:cNvSpPr/>
            <p:nvPr/>
          </p:nvSpPr>
          <p:spPr>
            <a:xfrm flipV="1">
              <a:off x="1583" y="2540"/>
              <a:ext cx="2978" cy="0"/>
            </a:xfrm>
            <a:prstGeom prst="line">
              <a:avLst/>
            </a:prstGeom>
            <a:ln w="22225" cap="flat" cmpd="sng">
              <a:solidFill>
                <a:schemeClr val="tx1"/>
              </a:solidFill>
              <a:prstDash val="solid"/>
              <a:headEnd type="none" w="med" len="med"/>
              <a:tailEnd type="triangle" w="med" len="med"/>
            </a:ln>
          </p:spPr>
        </p:sp>
        <p:sp>
          <p:nvSpPr>
            <p:cNvPr id="20492" name="Line 14"/>
            <p:cNvSpPr/>
            <p:nvPr/>
          </p:nvSpPr>
          <p:spPr>
            <a:xfrm flipV="1">
              <a:off x="1581" y="596"/>
              <a:ext cx="3" cy="2153"/>
            </a:xfrm>
            <a:prstGeom prst="line">
              <a:avLst/>
            </a:prstGeom>
            <a:ln w="22225" cap="flat" cmpd="sng">
              <a:solidFill>
                <a:schemeClr val="tx1"/>
              </a:solidFill>
              <a:prstDash val="solid"/>
              <a:headEnd type="none" w="med" len="med"/>
              <a:tailEnd type="triangle" w="med" len="med"/>
            </a:ln>
          </p:spPr>
        </p:sp>
        <p:sp>
          <p:nvSpPr>
            <p:cNvPr id="20493" name="Text Box 15"/>
            <p:cNvSpPr txBox="1"/>
            <p:nvPr/>
          </p:nvSpPr>
          <p:spPr>
            <a:xfrm>
              <a:off x="1009" y="2372"/>
              <a:ext cx="660" cy="288"/>
            </a:xfrm>
            <a:prstGeom prst="rect">
              <a:avLst/>
            </a:prstGeom>
            <a:noFill/>
            <a:ln w="22225">
              <a:noFill/>
            </a:ln>
          </p:spPr>
          <p:txBody>
            <a:bodyPr wrap="none">
              <a:spAutoFit/>
            </a:bodyPr>
            <a:lstStyle/>
            <a:p>
              <a:r>
                <a:rPr lang="en-US" altLang="zh-CN" sz="2400" dirty="0">
                  <a:latin typeface="Times New Roman" panose="02020603050405020304" pitchFamily="18" charset="0"/>
                </a:rPr>
                <a:t>-180°</a:t>
              </a:r>
            </a:p>
          </p:txBody>
        </p:sp>
        <p:sp>
          <p:nvSpPr>
            <p:cNvPr id="20494" name="Text Box 16"/>
            <p:cNvSpPr txBox="1"/>
            <p:nvPr/>
          </p:nvSpPr>
          <p:spPr>
            <a:xfrm>
              <a:off x="1104" y="2019"/>
              <a:ext cx="564" cy="288"/>
            </a:xfrm>
            <a:prstGeom prst="rect">
              <a:avLst/>
            </a:prstGeom>
            <a:noFill/>
            <a:ln w="22225">
              <a:noFill/>
            </a:ln>
          </p:spPr>
          <p:txBody>
            <a:bodyPr wrap="none">
              <a:spAutoFit/>
            </a:bodyPr>
            <a:lstStyle/>
            <a:p>
              <a:r>
                <a:rPr lang="en-US" altLang="zh-CN" sz="2400" dirty="0">
                  <a:latin typeface="Times New Roman" panose="02020603050405020304" pitchFamily="18" charset="0"/>
                </a:rPr>
                <a:t>-90°</a:t>
              </a:r>
            </a:p>
          </p:txBody>
        </p:sp>
        <p:sp>
          <p:nvSpPr>
            <p:cNvPr id="20495" name="Text Box 17"/>
            <p:cNvSpPr txBox="1"/>
            <p:nvPr/>
          </p:nvSpPr>
          <p:spPr>
            <a:xfrm>
              <a:off x="1277" y="1663"/>
              <a:ext cx="404" cy="288"/>
            </a:xfrm>
            <a:prstGeom prst="rect">
              <a:avLst/>
            </a:prstGeom>
            <a:noFill/>
            <a:ln w="22225">
              <a:noFill/>
            </a:ln>
          </p:spPr>
          <p:txBody>
            <a:bodyPr wrap="none">
              <a:spAutoFit/>
            </a:bodyPr>
            <a:lstStyle/>
            <a:p>
              <a:r>
                <a:rPr lang="en-US" altLang="zh-CN" sz="2400" dirty="0">
                  <a:latin typeface="Times New Roman" panose="02020603050405020304" pitchFamily="18" charset="0"/>
                </a:rPr>
                <a:t>0°</a:t>
              </a:r>
            </a:p>
          </p:txBody>
        </p:sp>
        <p:sp>
          <p:nvSpPr>
            <p:cNvPr id="20496" name="Line 18"/>
            <p:cNvSpPr/>
            <p:nvPr/>
          </p:nvSpPr>
          <p:spPr>
            <a:xfrm>
              <a:off x="1583" y="2173"/>
              <a:ext cx="58" cy="0"/>
            </a:xfrm>
            <a:prstGeom prst="line">
              <a:avLst/>
            </a:prstGeom>
            <a:ln w="22225" cap="flat" cmpd="sng">
              <a:solidFill>
                <a:schemeClr val="tx1"/>
              </a:solidFill>
              <a:prstDash val="solid"/>
              <a:headEnd type="none" w="med" len="med"/>
              <a:tailEnd type="none" w="med" len="med"/>
            </a:ln>
          </p:spPr>
        </p:sp>
        <p:sp>
          <p:nvSpPr>
            <p:cNvPr id="20497" name="Text Box 19"/>
            <p:cNvSpPr txBox="1"/>
            <p:nvPr/>
          </p:nvSpPr>
          <p:spPr>
            <a:xfrm rot="-5400000">
              <a:off x="690" y="1923"/>
              <a:ext cx="540" cy="288"/>
            </a:xfrm>
            <a:prstGeom prst="rect">
              <a:avLst/>
            </a:prstGeom>
            <a:noFill/>
            <a:ln w="22225">
              <a:noFill/>
            </a:ln>
          </p:spPr>
          <p:txBody>
            <a:bodyPr wrap="none">
              <a:spAutoFit/>
            </a:bodyPr>
            <a:lstStyle/>
            <a:p>
              <a:r>
                <a:rPr lang="en-US" altLang="zh-CN" sz="2400" i="1" dirty="0">
                  <a:latin typeface="Times New Roman" panose="02020603050405020304" pitchFamily="18" charset="0"/>
                  <a:sym typeface="Symbol" panose="05050102010706020507" pitchFamily="18" charset="2"/>
                </a:rPr>
                <a:t></a:t>
              </a:r>
              <a:r>
                <a:rPr lang="en-US" altLang="zh-CN" sz="2400" i="1" dirty="0">
                  <a:latin typeface="Times New Roman" panose="02020603050405020304" pitchFamily="18" charset="0"/>
                </a:rPr>
                <a:t> </a:t>
              </a:r>
              <a:r>
                <a:rPr lang="en-US" altLang="zh-CN" sz="2400" dirty="0">
                  <a:latin typeface="Times New Roman" panose="02020603050405020304" pitchFamily="18" charset="0"/>
                </a:rPr>
                <a:t>(</a:t>
              </a:r>
              <a:r>
                <a:rPr lang="en-US" altLang="zh-CN" sz="2400" i="1" dirty="0">
                  <a:latin typeface="Times New Roman" panose="02020603050405020304" pitchFamily="18" charset="0"/>
                  <a:sym typeface="Symbol" panose="05050102010706020507" pitchFamily="18" charset="2"/>
                </a:rPr>
                <a:t></a:t>
              </a:r>
              <a:r>
                <a:rPr lang="en-US" altLang="zh-CN" sz="2400" dirty="0">
                  <a:latin typeface="Times New Roman" panose="02020603050405020304" pitchFamily="18" charset="0"/>
                </a:rPr>
                <a:t>)</a:t>
              </a:r>
            </a:p>
          </p:txBody>
        </p:sp>
        <p:sp>
          <p:nvSpPr>
            <p:cNvPr id="20498" name="Text Box 20"/>
            <p:cNvSpPr txBox="1"/>
            <p:nvPr/>
          </p:nvSpPr>
          <p:spPr>
            <a:xfrm rot="-5400000">
              <a:off x="905" y="780"/>
              <a:ext cx="483" cy="518"/>
            </a:xfrm>
            <a:prstGeom prst="rect">
              <a:avLst/>
            </a:prstGeom>
            <a:noFill/>
            <a:ln w="22225">
              <a:noFill/>
            </a:ln>
          </p:spPr>
          <p:txBody>
            <a:bodyPr wrap="none">
              <a:spAutoFit/>
            </a:bodyPr>
            <a:lstStyle/>
            <a:p>
              <a:pPr algn="ctr"/>
              <a:r>
                <a:rPr lang="en-US" altLang="zh-CN" sz="2400" i="1" dirty="0">
                  <a:latin typeface="Times New Roman" panose="02020603050405020304" pitchFamily="18" charset="0"/>
                </a:rPr>
                <a:t>L</a:t>
              </a:r>
              <a:r>
                <a:rPr lang="en-US" altLang="zh-CN" sz="2400" dirty="0">
                  <a:latin typeface="Times New Roman" panose="02020603050405020304" pitchFamily="18" charset="0"/>
                </a:rPr>
                <a:t>(</a:t>
              </a:r>
              <a:r>
                <a:rPr lang="en-US" altLang="zh-CN" sz="2400" i="1" dirty="0">
                  <a:latin typeface="Times New Roman" panose="02020603050405020304" pitchFamily="18" charset="0"/>
                  <a:sym typeface="Symbol" panose="05050102010706020507" pitchFamily="18" charset="2"/>
                </a:rPr>
                <a:t></a:t>
              </a:r>
              <a:r>
                <a:rPr lang="en-US" altLang="zh-CN" sz="2400" dirty="0">
                  <a:latin typeface="Times New Roman" panose="02020603050405020304" pitchFamily="18" charset="0"/>
                </a:rPr>
                <a:t>)</a:t>
              </a:r>
            </a:p>
            <a:p>
              <a:pPr algn="ctr"/>
              <a:r>
                <a:rPr lang="en-US" altLang="zh-CN" sz="2400" dirty="0">
                  <a:latin typeface="Times New Roman" panose="02020603050405020304" pitchFamily="18" charset="0"/>
                </a:rPr>
                <a:t>dB</a:t>
              </a:r>
            </a:p>
          </p:txBody>
        </p:sp>
        <p:sp>
          <p:nvSpPr>
            <p:cNvPr id="20499" name="Line 21"/>
            <p:cNvSpPr/>
            <p:nvPr/>
          </p:nvSpPr>
          <p:spPr>
            <a:xfrm>
              <a:off x="2457" y="814"/>
              <a:ext cx="0" cy="1726"/>
            </a:xfrm>
            <a:prstGeom prst="line">
              <a:avLst/>
            </a:prstGeom>
            <a:ln w="22225" cap="flat" cmpd="sng">
              <a:solidFill>
                <a:schemeClr val="tx1"/>
              </a:solidFill>
              <a:prstDash val="dash"/>
              <a:headEnd type="none" w="med" len="med"/>
              <a:tailEnd type="none" w="med" len="med"/>
            </a:ln>
          </p:spPr>
        </p:sp>
        <p:sp>
          <p:nvSpPr>
            <p:cNvPr id="20500" name="Text Box 22"/>
            <p:cNvSpPr txBox="1"/>
            <p:nvPr/>
          </p:nvSpPr>
          <p:spPr>
            <a:xfrm>
              <a:off x="1868" y="528"/>
              <a:ext cx="212" cy="288"/>
            </a:xfrm>
            <a:prstGeom prst="rect">
              <a:avLst/>
            </a:prstGeom>
            <a:noFill/>
            <a:ln w="22225">
              <a:noFill/>
            </a:ln>
          </p:spPr>
          <p:txBody>
            <a:bodyPr wrap="none">
              <a:spAutoFit/>
            </a:bodyPr>
            <a:lstStyle/>
            <a:p>
              <a:r>
                <a:rPr lang="en-US" altLang="zh-CN" sz="2400" dirty="0">
                  <a:latin typeface="Times New Roman" panose="02020603050405020304" pitchFamily="18" charset="0"/>
                </a:rPr>
                <a:t>0</a:t>
              </a:r>
            </a:p>
          </p:txBody>
        </p:sp>
        <p:sp>
          <p:nvSpPr>
            <p:cNvPr id="20501" name="Text Box 23"/>
            <p:cNvSpPr txBox="1"/>
            <p:nvPr/>
          </p:nvSpPr>
          <p:spPr>
            <a:xfrm>
              <a:off x="1873" y="852"/>
              <a:ext cx="212" cy="288"/>
            </a:xfrm>
            <a:prstGeom prst="rect">
              <a:avLst/>
            </a:prstGeom>
            <a:noFill/>
            <a:ln w="22225">
              <a:noFill/>
            </a:ln>
          </p:spPr>
          <p:txBody>
            <a:bodyPr wrap="none">
              <a:spAutoFit/>
            </a:bodyPr>
            <a:lstStyle/>
            <a:p>
              <a:r>
                <a:rPr lang="en-US" altLang="zh-CN" sz="2400" dirty="0">
                  <a:latin typeface="Times New Roman" panose="02020603050405020304" pitchFamily="18" charset="0"/>
                </a:rPr>
                <a:t>0</a:t>
              </a:r>
            </a:p>
          </p:txBody>
        </p:sp>
        <p:sp>
          <p:nvSpPr>
            <p:cNvPr id="20502" name="Text Box 24"/>
            <p:cNvSpPr txBox="1"/>
            <p:nvPr/>
          </p:nvSpPr>
          <p:spPr>
            <a:xfrm>
              <a:off x="1343" y="1270"/>
              <a:ext cx="213" cy="288"/>
            </a:xfrm>
            <a:prstGeom prst="rect">
              <a:avLst/>
            </a:prstGeom>
            <a:noFill/>
            <a:ln w="22225">
              <a:noFill/>
            </a:ln>
          </p:spPr>
          <p:txBody>
            <a:bodyPr wrap="none">
              <a:spAutoFit/>
            </a:bodyPr>
            <a:lstStyle/>
            <a:p>
              <a:r>
                <a:rPr lang="en-US" altLang="zh-CN" sz="2400" dirty="0">
                  <a:latin typeface="Times New Roman" panose="02020603050405020304" pitchFamily="18" charset="0"/>
                </a:rPr>
                <a:t>0</a:t>
              </a:r>
            </a:p>
          </p:txBody>
        </p:sp>
        <p:sp>
          <p:nvSpPr>
            <p:cNvPr id="20503" name="Text Box 25"/>
            <p:cNvSpPr txBox="1"/>
            <p:nvPr/>
          </p:nvSpPr>
          <p:spPr>
            <a:xfrm>
              <a:off x="2633" y="623"/>
              <a:ext cx="371" cy="288"/>
            </a:xfrm>
            <a:prstGeom prst="rect">
              <a:avLst/>
            </a:prstGeom>
            <a:noFill/>
            <a:ln w="22225">
              <a:noFill/>
            </a:ln>
          </p:spPr>
          <p:txBody>
            <a:bodyPr wrap="none">
              <a:spAutoFit/>
            </a:bodyPr>
            <a:lstStyle/>
            <a:p>
              <a:r>
                <a:rPr lang="en-US" altLang="zh-CN" sz="2400" dirty="0">
                  <a:latin typeface="Times New Roman" panose="02020603050405020304" pitchFamily="18" charset="0"/>
                </a:rPr>
                <a:t>-20</a:t>
              </a:r>
            </a:p>
          </p:txBody>
        </p:sp>
        <p:sp>
          <p:nvSpPr>
            <p:cNvPr id="20504" name="Text Box 26"/>
            <p:cNvSpPr txBox="1"/>
            <p:nvPr/>
          </p:nvSpPr>
          <p:spPr>
            <a:xfrm>
              <a:off x="2633" y="926"/>
              <a:ext cx="371" cy="288"/>
            </a:xfrm>
            <a:prstGeom prst="rect">
              <a:avLst/>
            </a:prstGeom>
            <a:noFill/>
            <a:ln w="22225">
              <a:noFill/>
            </a:ln>
          </p:spPr>
          <p:txBody>
            <a:bodyPr wrap="none">
              <a:spAutoFit/>
            </a:bodyPr>
            <a:lstStyle/>
            <a:p>
              <a:r>
                <a:rPr lang="en-US" altLang="zh-CN" sz="2400" dirty="0">
                  <a:latin typeface="Times New Roman" panose="02020603050405020304" pitchFamily="18" charset="0"/>
                </a:rPr>
                <a:t>-20</a:t>
              </a:r>
            </a:p>
          </p:txBody>
        </p:sp>
        <p:sp>
          <p:nvSpPr>
            <p:cNvPr id="20505" name="Text Box 27"/>
            <p:cNvSpPr txBox="1"/>
            <p:nvPr/>
          </p:nvSpPr>
          <p:spPr>
            <a:xfrm>
              <a:off x="3634" y="926"/>
              <a:ext cx="372" cy="288"/>
            </a:xfrm>
            <a:prstGeom prst="rect">
              <a:avLst/>
            </a:prstGeom>
            <a:noFill/>
            <a:ln w="22225">
              <a:noFill/>
            </a:ln>
          </p:spPr>
          <p:txBody>
            <a:bodyPr wrap="none">
              <a:spAutoFit/>
            </a:bodyPr>
            <a:lstStyle/>
            <a:p>
              <a:r>
                <a:rPr lang="en-US" altLang="zh-CN" sz="2400" dirty="0">
                  <a:latin typeface="Times New Roman" panose="02020603050405020304" pitchFamily="18" charset="0"/>
                </a:rPr>
                <a:t>-40</a:t>
              </a:r>
            </a:p>
          </p:txBody>
        </p:sp>
        <p:sp>
          <p:nvSpPr>
            <p:cNvPr id="20506" name="Text Box 28"/>
            <p:cNvSpPr txBox="1"/>
            <p:nvPr/>
          </p:nvSpPr>
          <p:spPr>
            <a:xfrm>
              <a:off x="3736" y="1355"/>
              <a:ext cx="372" cy="288"/>
            </a:xfrm>
            <a:prstGeom prst="rect">
              <a:avLst/>
            </a:prstGeom>
            <a:noFill/>
            <a:ln w="22225">
              <a:noFill/>
            </a:ln>
          </p:spPr>
          <p:txBody>
            <a:bodyPr wrap="none">
              <a:spAutoFit/>
            </a:bodyPr>
            <a:lstStyle/>
            <a:p>
              <a:r>
                <a:rPr lang="en-US" altLang="zh-CN" sz="2400" dirty="0">
                  <a:latin typeface="Times New Roman" panose="02020603050405020304" pitchFamily="18" charset="0"/>
                </a:rPr>
                <a:t>-40</a:t>
              </a:r>
            </a:p>
          </p:txBody>
        </p:sp>
        <p:sp>
          <p:nvSpPr>
            <p:cNvPr id="20507" name="Line 29"/>
            <p:cNvSpPr/>
            <p:nvPr/>
          </p:nvSpPr>
          <p:spPr>
            <a:xfrm flipH="1">
              <a:off x="4195" y="1441"/>
              <a:ext cx="0" cy="994"/>
            </a:xfrm>
            <a:prstGeom prst="line">
              <a:avLst/>
            </a:prstGeom>
            <a:ln w="22225" cap="flat" cmpd="sng">
              <a:solidFill>
                <a:schemeClr val="tx1"/>
              </a:solidFill>
              <a:prstDash val="dash"/>
              <a:headEnd type="none" w="med" len="med"/>
              <a:tailEnd type="none" w="med" len="med"/>
            </a:ln>
          </p:spPr>
        </p:sp>
        <p:sp>
          <p:nvSpPr>
            <p:cNvPr id="20508" name="Text Box 30"/>
            <p:cNvSpPr txBox="1"/>
            <p:nvPr/>
          </p:nvSpPr>
          <p:spPr>
            <a:xfrm>
              <a:off x="1703" y="1156"/>
              <a:ext cx="693" cy="288"/>
            </a:xfrm>
            <a:prstGeom prst="rect">
              <a:avLst/>
            </a:prstGeom>
            <a:noFill/>
            <a:ln w="22225">
              <a:noFill/>
            </a:ln>
          </p:spPr>
          <p:txBody>
            <a:bodyPr wrap="none">
              <a:spAutoFit/>
            </a:bodyPr>
            <a:lstStyle/>
            <a:p>
              <a:r>
                <a:rPr lang="zh-CN" altLang="en-US" sz="2400" dirty="0">
                  <a:latin typeface="Times New Roman" panose="02020603050405020304" pitchFamily="18" charset="0"/>
                </a:rPr>
                <a:t>未校正</a:t>
              </a:r>
            </a:p>
          </p:txBody>
        </p:sp>
        <p:sp>
          <p:nvSpPr>
            <p:cNvPr id="20509" name="Line 31"/>
            <p:cNvSpPr/>
            <p:nvPr/>
          </p:nvSpPr>
          <p:spPr>
            <a:xfrm flipV="1">
              <a:off x="2341" y="1180"/>
              <a:ext cx="233" cy="115"/>
            </a:xfrm>
            <a:prstGeom prst="line">
              <a:avLst/>
            </a:prstGeom>
            <a:ln w="22225" cap="flat" cmpd="sng">
              <a:solidFill>
                <a:schemeClr val="accent2"/>
              </a:solidFill>
              <a:prstDash val="solid"/>
              <a:headEnd type="none" w="med" len="med"/>
              <a:tailEnd type="triangle" w="med" len="med"/>
            </a:ln>
          </p:spPr>
        </p:sp>
        <p:sp>
          <p:nvSpPr>
            <p:cNvPr id="20510" name="Text Box 32"/>
            <p:cNvSpPr txBox="1"/>
            <p:nvPr/>
          </p:nvSpPr>
          <p:spPr>
            <a:xfrm>
              <a:off x="3158" y="621"/>
              <a:ext cx="692" cy="288"/>
            </a:xfrm>
            <a:prstGeom prst="rect">
              <a:avLst/>
            </a:prstGeom>
            <a:noFill/>
            <a:ln w="22225">
              <a:noFill/>
            </a:ln>
          </p:spPr>
          <p:txBody>
            <a:bodyPr wrap="none">
              <a:spAutoFit/>
            </a:bodyPr>
            <a:lstStyle/>
            <a:p>
              <a:r>
                <a:rPr lang="zh-CN" altLang="en-US" sz="2400" dirty="0">
                  <a:latin typeface="Times New Roman" panose="02020603050405020304" pitchFamily="18" charset="0"/>
                </a:rPr>
                <a:t>已校正</a:t>
              </a:r>
            </a:p>
          </p:txBody>
        </p:sp>
        <p:sp>
          <p:nvSpPr>
            <p:cNvPr id="20511" name="Line 33"/>
            <p:cNvSpPr/>
            <p:nvPr/>
          </p:nvSpPr>
          <p:spPr>
            <a:xfrm flipH="1">
              <a:off x="3024" y="846"/>
              <a:ext cx="193" cy="86"/>
            </a:xfrm>
            <a:prstGeom prst="line">
              <a:avLst/>
            </a:prstGeom>
            <a:ln w="22225" cap="flat" cmpd="sng">
              <a:solidFill>
                <a:srgbClr val="FF0000"/>
              </a:solidFill>
              <a:prstDash val="solid"/>
              <a:headEnd type="none" w="med" len="med"/>
              <a:tailEnd type="triangle" w="med" len="med"/>
            </a:ln>
          </p:spPr>
        </p:sp>
        <p:grpSp>
          <p:nvGrpSpPr>
            <p:cNvPr id="20512" name="Group 34"/>
            <p:cNvGrpSpPr/>
            <p:nvPr/>
          </p:nvGrpSpPr>
          <p:grpSpPr>
            <a:xfrm>
              <a:off x="4187" y="2218"/>
              <a:ext cx="0" cy="523"/>
              <a:chOff x="5328" y="1872"/>
              <a:chExt cx="0" cy="480"/>
            </a:xfrm>
          </p:grpSpPr>
          <p:sp>
            <p:nvSpPr>
              <p:cNvPr id="20524" name="Line 35"/>
              <p:cNvSpPr/>
              <p:nvPr/>
            </p:nvSpPr>
            <p:spPr>
              <a:xfrm>
                <a:off x="5328" y="1872"/>
                <a:ext cx="0" cy="192"/>
              </a:xfrm>
              <a:prstGeom prst="line">
                <a:avLst/>
              </a:prstGeom>
              <a:ln w="22225" cap="flat" cmpd="sng">
                <a:solidFill>
                  <a:schemeClr val="tx1"/>
                </a:solidFill>
                <a:prstDash val="solid"/>
                <a:headEnd type="none" w="med" len="med"/>
                <a:tailEnd type="triangle" w="med" len="med"/>
              </a:ln>
            </p:spPr>
          </p:sp>
          <p:sp>
            <p:nvSpPr>
              <p:cNvPr id="20525" name="Line 36"/>
              <p:cNvSpPr/>
              <p:nvPr/>
            </p:nvSpPr>
            <p:spPr>
              <a:xfrm flipV="1">
                <a:off x="5328" y="2160"/>
                <a:ext cx="0" cy="192"/>
              </a:xfrm>
              <a:prstGeom prst="line">
                <a:avLst/>
              </a:prstGeom>
              <a:ln w="22225" cap="flat" cmpd="sng">
                <a:solidFill>
                  <a:schemeClr val="tx1"/>
                </a:solidFill>
                <a:prstDash val="solid"/>
                <a:headEnd type="none" w="med" len="med"/>
                <a:tailEnd type="triangle" w="med" len="med"/>
              </a:ln>
            </p:spPr>
          </p:sp>
          <p:sp>
            <p:nvSpPr>
              <p:cNvPr id="20526" name="Line 37"/>
              <p:cNvSpPr/>
              <p:nvPr/>
            </p:nvSpPr>
            <p:spPr>
              <a:xfrm flipV="1">
                <a:off x="5328" y="2064"/>
                <a:ext cx="0" cy="96"/>
              </a:xfrm>
              <a:prstGeom prst="line">
                <a:avLst/>
              </a:prstGeom>
              <a:ln w="22225" cap="flat" cmpd="sng">
                <a:solidFill>
                  <a:schemeClr val="tx1"/>
                </a:solidFill>
                <a:prstDash val="solid"/>
                <a:headEnd type="none" w="med" len="med"/>
                <a:tailEnd type="none" w="med" len="med"/>
              </a:ln>
            </p:spPr>
          </p:sp>
        </p:grpSp>
        <p:sp>
          <p:nvSpPr>
            <p:cNvPr id="20513" name="Line 38"/>
            <p:cNvSpPr/>
            <p:nvPr/>
          </p:nvSpPr>
          <p:spPr>
            <a:xfrm flipH="1">
              <a:off x="3487" y="1106"/>
              <a:ext cx="0" cy="993"/>
            </a:xfrm>
            <a:prstGeom prst="line">
              <a:avLst/>
            </a:prstGeom>
            <a:ln w="22225" cap="flat" cmpd="sng">
              <a:solidFill>
                <a:schemeClr val="tx1"/>
              </a:solidFill>
              <a:prstDash val="dash"/>
              <a:headEnd type="none" w="med" len="med"/>
              <a:tailEnd type="none" w="med" len="med"/>
            </a:ln>
          </p:spPr>
        </p:sp>
        <p:sp>
          <p:nvSpPr>
            <p:cNvPr id="20514" name="Line 39"/>
            <p:cNvSpPr/>
            <p:nvPr/>
          </p:nvSpPr>
          <p:spPr>
            <a:xfrm>
              <a:off x="3487" y="2118"/>
              <a:ext cx="0" cy="196"/>
            </a:xfrm>
            <a:prstGeom prst="line">
              <a:avLst/>
            </a:prstGeom>
            <a:ln w="22225" cap="flat" cmpd="sng">
              <a:solidFill>
                <a:schemeClr val="tx1"/>
              </a:solidFill>
              <a:prstDash val="solid"/>
              <a:headEnd type="none" w="med" len="med"/>
              <a:tailEnd type="triangle" w="med" len="med"/>
            </a:ln>
          </p:spPr>
        </p:sp>
        <p:sp>
          <p:nvSpPr>
            <p:cNvPr id="20515" name="Line 40"/>
            <p:cNvSpPr/>
            <p:nvPr/>
          </p:nvSpPr>
          <p:spPr>
            <a:xfrm>
              <a:off x="3495" y="2306"/>
              <a:ext cx="0" cy="247"/>
            </a:xfrm>
            <a:prstGeom prst="line">
              <a:avLst/>
            </a:prstGeom>
            <a:ln w="22225" cap="flat" cmpd="sng">
              <a:solidFill>
                <a:schemeClr val="tx1"/>
              </a:solidFill>
              <a:prstDash val="solid"/>
              <a:headEnd type="none" w="med" len="med"/>
              <a:tailEnd type="none" w="med" len="med"/>
            </a:ln>
          </p:spPr>
        </p:sp>
        <p:sp>
          <p:nvSpPr>
            <p:cNvPr id="20516" name="Line 41"/>
            <p:cNvSpPr/>
            <p:nvPr/>
          </p:nvSpPr>
          <p:spPr>
            <a:xfrm flipV="1">
              <a:off x="3495" y="2525"/>
              <a:ext cx="0" cy="196"/>
            </a:xfrm>
            <a:prstGeom prst="line">
              <a:avLst/>
            </a:prstGeom>
            <a:ln w="22225" cap="flat" cmpd="sng">
              <a:solidFill>
                <a:schemeClr val="tx1"/>
              </a:solidFill>
              <a:prstDash val="solid"/>
              <a:headEnd type="none" w="med" len="med"/>
              <a:tailEnd type="triangle" w="med" len="med"/>
            </a:ln>
          </p:spPr>
        </p:sp>
        <p:sp>
          <p:nvSpPr>
            <p:cNvPr id="20517" name="Line 42"/>
            <p:cNvSpPr/>
            <p:nvPr/>
          </p:nvSpPr>
          <p:spPr>
            <a:xfrm flipH="1" flipV="1">
              <a:off x="3293" y="2404"/>
              <a:ext cx="186" cy="49"/>
            </a:xfrm>
            <a:prstGeom prst="line">
              <a:avLst/>
            </a:prstGeom>
            <a:ln w="22225" cap="flat" cmpd="sng">
              <a:solidFill>
                <a:schemeClr val="tx1"/>
              </a:solidFill>
              <a:prstDash val="solid"/>
              <a:headEnd type="none" w="med" len="med"/>
              <a:tailEnd type="none" w="med" len="med"/>
            </a:ln>
          </p:spPr>
        </p:sp>
        <p:sp>
          <p:nvSpPr>
            <p:cNvPr id="20518" name="Text Box 43"/>
            <p:cNvSpPr txBox="1"/>
            <p:nvPr/>
          </p:nvSpPr>
          <p:spPr>
            <a:xfrm>
              <a:off x="2749" y="2178"/>
              <a:ext cx="560" cy="287"/>
            </a:xfrm>
            <a:prstGeom prst="rect">
              <a:avLst/>
            </a:prstGeom>
            <a:noFill/>
            <a:ln w="22225">
              <a:noFill/>
            </a:ln>
          </p:spPr>
          <p:txBody>
            <a:bodyPr wrap="none">
              <a:spAutoFit/>
            </a:bodyPr>
            <a:lstStyle/>
            <a:p>
              <a:r>
                <a:rPr lang="en-US" altLang="zh-CN" sz="2400" i="1" dirty="0">
                  <a:latin typeface="Times New Roman" panose="02020603050405020304" pitchFamily="18" charset="0"/>
                  <a:sym typeface="Symbol" panose="05050102010706020507" pitchFamily="18" charset="2"/>
                </a:rPr>
                <a:t></a:t>
              </a:r>
              <a:r>
                <a:rPr lang="en-US" altLang="zh-CN" sz="2400" i="1" dirty="0">
                  <a:latin typeface="Times New Roman" panose="02020603050405020304" pitchFamily="18" charset="0"/>
                </a:rPr>
                <a:t> </a:t>
              </a:r>
              <a:r>
                <a:rPr lang="en-US" altLang="zh-CN" sz="2400" dirty="0">
                  <a:latin typeface="Times New Roman" panose="02020603050405020304" pitchFamily="18" charset="0"/>
                </a:rPr>
                <a:t>(</a:t>
              </a:r>
              <a:r>
                <a:rPr lang="en-US" altLang="zh-CN" sz="2400" i="1" dirty="0">
                  <a:latin typeface="Times New Roman" panose="02020603050405020304" pitchFamily="18" charset="0"/>
                  <a:sym typeface="Symbol" panose="05050102010706020507" pitchFamily="18" charset="2"/>
                </a:rPr>
                <a:t></a:t>
              </a:r>
              <a:r>
                <a:rPr lang="en-US" altLang="zh-CN" sz="2400" i="1" baseline="-18000" dirty="0">
                  <a:latin typeface="Times New Roman" panose="02020603050405020304" pitchFamily="18" charset="0"/>
                </a:rPr>
                <a:t>c</a:t>
              </a:r>
              <a:r>
                <a:rPr lang="en-US" altLang="zh-CN" sz="2400" dirty="0">
                  <a:latin typeface="Times New Roman" panose="02020603050405020304" pitchFamily="18" charset="0"/>
                </a:rPr>
                <a:t>)</a:t>
              </a:r>
            </a:p>
          </p:txBody>
        </p:sp>
        <p:sp>
          <p:nvSpPr>
            <p:cNvPr id="20519" name="Text Box 44"/>
            <p:cNvSpPr txBox="1"/>
            <p:nvPr/>
          </p:nvSpPr>
          <p:spPr>
            <a:xfrm>
              <a:off x="3574" y="2055"/>
              <a:ext cx="601" cy="288"/>
            </a:xfrm>
            <a:prstGeom prst="rect">
              <a:avLst/>
            </a:prstGeom>
            <a:noFill/>
            <a:ln w="22225">
              <a:noFill/>
            </a:ln>
          </p:spPr>
          <p:txBody>
            <a:bodyPr wrap="none">
              <a:spAutoFit/>
            </a:bodyPr>
            <a:lstStyle/>
            <a:p>
              <a:r>
                <a:rPr lang="en-US" altLang="zh-CN" sz="2400" i="1" dirty="0">
                  <a:solidFill>
                    <a:srgbClr val="FF0000"/>
                  </a:solidFill>
                  <a:latin typeface="Times New Roman" panose="02020603050405020304" pitchFamily="18" charset="0"/>
                  <a:sym typeface="Symbol" panose="05050102010706020507" pitchFamily="18" charset="2"/>
                </a:rPr>
                <a:t></a:t>
              </a:r>
              <a:r>
                <a:rPr lang="en-US" altLang="zh-CN" sz="2400" i="1" dirty="0">
                  <a:solidFill>
                    <a:srgbClr val="FF0000"/>
                  </a:solidFill>
                  <a:latin typeface="Times New Roman" panose="02020603050405020304" pitchFamily="18" charset="0"/>
                </a:rPr>
                <a:t> </a:t>
              </a:r>
              <a:r>
                <a:rPr lang="en-US" altLang="zh-CN" sz="2400" dirty="0">
                  <a:solidFill>
                    <a:srgbClr val="FF0000"/>
                  </a:solidFill>
                  <a:latin typeface="Times New Roman" panose="02020603050405020304" pitchFamily="18" charset="0"/>
                </a:rPr>
                <a:t>(</a:t>
              </a:r>
              <a:r>
                <a:rPr lang="en-US" altLang="zh-CN" sz="2400" i="1" dirty="0">
                  <a:solidFill>
                    <a:srgbClr val="FF0000"/>
                  </a:solidFill>
                  <a:latin typeface="Times New Roman" panose="02020603050405020304" pitchFamily="18" charset="0"/>
                  <a:sym typeface="Symbol" panose="05050102010706020507" pitchFamily="18" charset="2"/>
                </a:rPr>
                <a:t></a:t>
              </a:r>
              <a:r>
                <a:rPr lang="en-US" altLang="zh-CN" sz="2400" i="1" dirty="0">
                  <a:solidFill>
                    <a:srgbClr val="FF0000"/>
                  </a:solidFill>
                  <a:latin typeface="Times New Roman" panose="02020603050405020304" pitchFamily="18" charset="0"/>
                </a:rPr>
                <a:t>'</a:t>
              </a:r>
              <a:r>
                <a:rPr lang="en-US" altLang="zh-CN" sz="2400" i="1" baseline="-18000" dirty="0">
                  <a:solidFill>
                    <a:srgbClr val="FF0000"/>
                  </a:solidFill>
                  <a:latin typeface="Times New Roman" panose="02020603050405020304" pitchFamily="18" charset="0"/>
                </a:rPr>
                <a:t>c</a:t>
              </a:r>
              <a:r>
                <a:rPr lang="en-US" altLang="zh-CN" sz="2400" dirty="0">
                  <a:solidFill>
                    <a:srgbClr val="FF0000"/>
                  </a:solidFill>
                  <a:latin typeface="Times New Roman" panose="02020603050405020304" pitchFamily="18" charset="0"/>
                </a:rPr>
                <a:t>)</a:t>
              </a:r>
            </a:p>
          </p:txBody>
        </p:sp>
        <p:sp>
          <p:nvSpPr>
            <p:cNvPr id="20520" name="Line 45"/>
            <p:cNvSpPr/>
            <p:nvPr/>
          </p:nvSpPr>
          <p:spPr>
            <a:xfrm flipH="1" flipV="1">
              <a:off x="4012" y="2354"/>
              <a:ext cx="175" cy="116"/>
            </a:xfrm>
            <a:prstGeom prst="line">
              <a:avLst/>
            </a:prstGeom>
            <a:ln w="22225" cap="flat" cmpd="sng">
              <a:solidFill>
                <a:schemeClr val="tx1"/>
              </a:solidFill>
              <a:prstDash val="solid"/>
              <a:headEnd type="none" w="med" len="med"/>
              <a:tailEnd type="none" w="med" len="med"/>
            </a:ln>
          </p:spPr>
        </p:sp>
        <p:sp>
          <p:nvSpPr>
            <p:cNvPr id="20521" name="Text Box 46"/>
            <p:cNvSpPr txBox="1"/>
            <p:nvPr/>
          </p:nvSpPr>
          <p:spPr>
            <a:xfrm>
              <a:off x="3210" y="1353"/>
              <a:ext cx="305" cy="288"/>
            </a:xfrm>
            <a:prstGeom prst="rect">
              <a:avLst/>
            </a:prstGeom>
            <a:noFill/>
            <a:ln w="22225">
              <a:noFill/>
            </a:ln>
          </p:spPr>
          <p:txBody>
            <a:bodyPr wrap="none">
              <a:spAutoFit/>
            </a:bodyPr>
            <a:lstStyle/>
            <a:p>
              <a:r>
                <a:rPr lang="en-US" altLang="zh-CN" sz="2400" i="1" dirty="0">
                  <a:latin typeface="Times New Roman" panose="02020603050405020304" pitchFamily="18" charset="0"/>
                  <a:sym typeface="Symbol" panose="05050102010706020507" pitchFamily="18" charset="2"/>
                </a:rPr>
                <a:t></a:t>
              </a:r>
              <a:r>
                <a:rPr lang="en-US" altLang="zh-CN" sz="2400" i="1" baseline="-18000" dirty="0">
                  <a:latin typeface="Times New Roman" panose="02020603050405020304" pitchFamily="18" charset="0"/>
                </a:rPr>
                <a:t>c</a:t>
              </a:r>
              <a:endParaRPr lang="en-US" altLang="zh-CN" sz="2400" dirty="0">
                <a:latin typeface="Times New Roman" panose="02020603050405020304" pitchFamily="18" charset="0"/>
              </a:endParaRPr>
            </a:p>
          </p:txBody>
        </p:sp>
        <p:sp>
          <p:nvSpPr>
            <p:cNvPr id="20522" name="Rectangle 47"/>
            <p:cNvSpPr/>
            <p:nvPr/>
          </p:nvSpPr>
          <p:spPr>
            <a:xfrm>
              <a:off x="4034" y="1146"/>
              <a:ext cx="346" cy="288"/>
            </a:xfrm>
            <a:prstGeom prst="rect">
              <a:avLst/>
            </a:prstGeom>
            <a:noFill/>
            <a:ln w="22225">
              <a:noFill/>
            </a:ln>
          </p:spPr>
          <p:txBody>
            <a:bodyPr wrap="none">
              <a:spAutoFit/>
            </a:bodyPr>
            <a:lstStyle/>
            <a:p>
              <a:r>
                <a:rPr lang="en-US" altLang="zh-CN" sz="2400" i="1" dirty="0">
                  <a:latin typeface="Times New Roman" panose="02020603050405020304" pitchFamily="18" charset="0"/>
                  <a:sym typeface="Symbol" panose="05050102010706020507" pitchFamily="18" charset="2"/>
                </a:rPr>
                <a:t></a:t>
              </a:r>
              <a:r>
                <a:rPr lang="en-US" altLang="zh-CN" sz="2400" i="1" dirty="0">
                  <a:latin typeface="Times New Roman" panose="02020603050405020304" pitchFamily="18" charset="0"/>
                </a:rPr>
                <a:t>'</a:t>
              </a:r>
              <a:r>
                <a:rPr lang="en-US" altLang="zh-CN" sz="2400" i="1" baseline="-18000" dirty="0">
                  <a:latin typeface="Times New Roman" panose="02020603050405020304" pitchFamily="18" charset="0"/>
                </a:rPr>
                <a:t>c</a:t>
              </a:r>
            </a:p>
          </p:txBody>
        </p:sp>
        <p:sp>
          <p:nvSpPr>
            <p:cNvPr id="20523" name="Text Box 48"/>
            <p:cNvSpPr txBox="1"/>
            <p:nvPr/>
          </p:nvSpPr>
          <p:spPr>
            <a:xfrm>
              <a:off x="2598" y="2610"/>
              <a:ext cx="819" cy="288"/>
            </a:xfrm>
            <a:prstGeom prst="rect">
              <a:avLst/>
            </a:prstGeom>
            <a:noFill/>
            <a:ln w="22225">
              <a:noFill/>
            </a:ln>
          </p:spPr>
          <p:txBody>
            <a:bodyPr wrap="none">
              <a:spAutoFit/>
            </a:bodyPr>
            <a:lstStyle/>
            <a:p>
              <a:r>
                <a:rPr lang="en-US" altLang="zh-CN" sz="2400" i="1" dirty="0">
                  <a:latin typeface="Times New Roman" panose="02020603050405020304" pitchFamily="18" charset="0"/>
                  <a:sym typeface="Symbol" panose="05050102010706020507" pitchFamily="18" charset="2"/>
                </a:rPr>
                <a:t></a:t>
              </a:r>
              <a:r>
                <a:rPr lang="en-US" altLang="zh-CN" sz="2400" i="1" dirty="0">
                  <a:latin typeface="Times New Roman" panose="02020603050405020304" pitchFamily="18" charset="0"/>
                </a:rPr>
                <a:t> </a:t>
              </a:r>
              <a:r>
                <a:rPr lang="en-US" altLang="zh-CN" sz="2400" dirty="0">
                  <a:latin typeface="Times New Roman" panose="02020603050405020304" pitchFamily="18" charset="0"/>
                </a:rPr>
                <a:t>(</a:t>
              </a:r>
              <a:r>
                <a:rPr lang="en-US" altLang="zh-CN" sz="2400" i="1" dirty="0">
                  <a:latin typeface="Times New Roman" panose="02020603050405020304" pitchFamily="18" charset="0"/>
                </a:rPr>
                <a:t>rad/s</a:t>
              </a:r>
              <a:r>
                <a:rPr lang="en-US" altLang="zh-CN" sz="2400" dirty="0">
                  <a:latin typeface="Times New Roman" panose="02020603050405020304" pitchFamily="18" charset="0"/>
                </a:rPr>
                <a:t>)</a:t>
              </a:r>
            </a:p>
          </p:txBody>
        </p:sp>
      </p:grpSp>
      <p:grpSp>
        <p:nvGrpSpPr>
          <p:cNvPr id="6" name="Group 50"/>
          <p:cNvGrpSpPr/>
          <p:nvPr/>
        </p:nvGrpSpPr>
        <p:grpSpPr>
          <a:xfrm>
            <a:off x="2286000" y="5227638"/>
            <a:ext cx="5367338" cy="992187"/>
            <a:chOff x="1200" y="3521"/>
            <a:chExt cx="3381" cy="625"/>
          </a:xfrm>
        </p:grpSpPr>
        <p:graphicFrame>
          <p:nvGraphicFramePr>
            <p:cNvPr id="20485" name="Object 51"/>
            <p:cNvGraphicFramePr>
              <a:graphicFrameLocks noChangeAspect="1"/>
            </p:cNvGraphicFramePr>
            <p:nvPr/>
          </p:nvGraphicFramePr>
          <p:xfrm>
            <a:off x="1200" y="3521"/>
            <a:ext cx="3381" cy="319"/>
          </p:xfrm>
          <a:graphic>
            <a:graphicData uri="http://schemas.openxmlformats.org/presentationml/2006/ole">
              <mc:AlternateContent xmlns:mc="http://schemas.openxmlformats.org/markup-compatibility/2006">
                <mc:Choice xmlns:v="urn:schemas-microsoft-com:vml" Requires="v">
                  <p:oleObj r:id="rId3" imgW="2527300" imgH="241300" progId="Equation.3">
                    <p:embed/>
                  </p:oleObj>
                </mc:Choice>
                <mc:Fallback>
                  <p:oleObj r:id="rId3" imgW="2527300" imgH="241300" progId="Equation.3">
                    <p:embed/>
                    <p:pic>
                      <p:nvPicPr>
                        <p:cNvPr id="0" name="图片 3085"/>
                        <p:cNvPicPr/>
                        <p:nvPr/>
                      </p:nvPicPr>
                      <p:blipFill>
                        <a:blip r:embed="rId4"/>
                        <a:stretch>
                          <a:fillRect/>
                        </a:stretch>
                      </p:blipFill>
                      <p:spPr>
                        <a:xfrm>
                          <a:off x="1200" y="3521"/>
                          <a:ext cx="3381" cy="319"/>
                        </a:xfrm>
                        <a:prstGeom prst="rect">
                          <a:avLst/>
                        </a:prstGeom>
                        <a:noFill/>
                        <a:ln w="38100">
                          <a:noFill/>
                          <a:miter/>
                        </a:ln>
                      </p:spPr>
                    </p:pic>
                  </p:oleObj>
                </mc:Fallback>
              </mc:AlternateContent>
            </a:graphicData>
          </a:graphic>
        </p:graphicFrame>
        <p:graphicFrame>
          <p:nvGraphicFramePr>
            <p:cNvPr id="20486" name="Object 52"/>
            <p:cNvGraphicFramePr>
              <a:graphicFrameLocks noChangeAspect="1"/>
            </p:cNvGraphicFramePr>
            <p:nvPr/>
          </p:nvGraphicFramePr>
          <p:xfrm>
            <a:off x="1200" y="3840"/>
            <a:ext cx="2496" cy="306"/>
          </p:xfrm>
          <a:graphic>
            <a:graphicData uri="http://schemas.openxmlformats.org/presentationml/2006/ole">
              <mc:AlternateContent xmlns:mc="http://schemas.openxmlformats.org/markup-compatibility/2006">
                <mc:Choice xmlns:v="urn:schemas-microsoft-com:vml" Requires="v">
                  <p:oleObj r:id="rId5" imgW="1866900" imgH="228600" progId="Equation.3">
                    <p:embed/>
                  </p:oleObj>
                </mc:Choice>
                <mc:Fallback>
                  <p:oleObj r:id="rId5" imgW="1866900" imgH="228600" progId="Equation.3">
                    <p:embed/>
                    <p:pic>
                      <p:nvPicPr>
                        <p:cNvPr id="0" name="图片 3086"/>
                        <p:cNvPicPr/>
                        <p:nvPr/>
                      </p:nvPicPr>
                      <p:blipFill>
                        <a:blip r:embed="rId6"/>
                        <a:stretch>
                          <a:fillRect/>
                        </a:stretch>
                      </p:blipFill>
                      <p:spPr>
                        <a:xfrm>
                          <a:off x="1200" y="3840"/>
                          <a:ext cx="2496" cy="306"/>
                        </a:xfrm>
                        <a:prstGeom prst="rect">
                          <a:avLst/>
                        </a:prstGeom>
                        <a:noFill/>
                        <a:ln w="38100">
                          <a:noFill/>
                          <a:miter/>
                        </a:ln>
                      </p:spPr>
                    </p:pic>
                  </p:oleObj>
                </mc:Fallback>
              </mc:AlternateContent>
            </a:graphicData>
          </a:graphic>
        </p:graphicFrame>
      </p:grpSp>
      <p:sp>
        <p:nvSpPr>
          <p:cNvPr id="28725" name="Rectangle 53"/>
          <p:cNvSpPr/>
          <p:nvPr/>
        </p:nvSpPr>
        <p:spPr>
          <a:xfrm>
            <a:off x="1524000" y="4168775"/>
            <a:ext cx="7620000" cy="1031875"/>
          </a:xfrm>
          <a:prstGeom prst="rect">
            <a:avLst/>
          </a:prstGeom>
          <a:noFill/>
          <a:ln w="22225">
            <a:noFill/>
          </a:ln>
        </p:spPr>
        <p:txBody>
          <a:bodyPr>
            <a:spAutoFit/>
          </a:bodyPr>
          <a:lstStyle/>
          <a:p>
            <a:pPr>
              <a:lnSpc>
                <a:spcPct val="110000"/>
              </a:lnSpc>
            </a:pPr>
            <a:r>
              <a:rPr lang="zh-CN" altLang="en-US" sz="2800" dirty="0">
                <a:latin typeface="Times New Roman" panose="02020603050405020304" pitchFamily="18" charset="0"/>
              </a:rPr>
              <a:t>若原系统频率特性为</a:t>
            </a:r>
            <a:r>
              <a:rPr lang="en-US" altLang="zh-CN" sz="2800" i="1" dirty="0">
                <a:latin typeface="Times New Roman" panose="02020603050405020304" pitchFamily="18" charset="0"/>
              </a:rPr>
              <a:t>L</a:t>
            </a:r>
            <a:r>
              <a:rPr lang="en-US" altLang="zh-CN" sz="2900" baseline="-18000" dirty="0">
                <a:latin typeface="Times New Roman" panose="02020603050405020304" pitchFamily="18" charset="0"/>
              </a:rPr>
              <a:t>0</a:t>
            </a:r>
            <a:r>
              <a:rPr lang="en-US" altLang="zh-CN" sz="2800" dirty="0">
                <a:latin typeface="Times New Roman" panose="02020603050405020304" pitchFamily="18" charset="0"/>
              </a:rPr>
              <a:t>(</a:t>
            </a:r>
            <a:r>
              <a:rPr lang="en-US" altLang="zh-CN" sz="2800" i="1" dirty="0">
                <a:latin typeface="Times New Roman" panose="02020603050405020304" pitchFamily="18" charset="0"/>
                <a:sym typeface="Symbol" panose="05050102010706020507" pitchFamily="18" charset="2"/>
              </a:rPr>
              <a:t></a:t>
            </a:r>
            <a:r>
              <a:rPr lang="en-US" altLang="zh-CN" sz="2800" dirty="0">
                <a:latin typeface="Times New Roman" panose="02020603050405020304" pitchFamily="18" charset="0"/>
              </a:rPr>
              <a:t>)</a:t>
            </a:r>
            <a:r>
              <a:rPr lang="zh-CN" altLang="en-US" sz="2800" i="1" dirty="0">
                <a:latin typeface="Times New Roman" panose="02020603050405020304" pitchFamily="18" charset="0"/>
              </a:rPr>
              <a:t>、</a:t>
            </a:r>
            <a:r>
              <a:rPr lang="zh-CN" altLang="en-US" sz="2800" i="1" dirty="0">
                <a:latin typeface="Times New Roman" panose="02020603050405020304" pitchFamily="18" charset="0"/>
                <a:sym typeface="Symbol" panose="05050102010706020507" pitchFamily="18" charset="2"/>
              </a:rPr>
              <a:t></a:t>
            </a:r>
            <a:r>
              <a:rPr lang="en-US" altLang="zh-CN" sz="2900" baseline="-18000" dirty="0">
                <a:latin typeface="Times New Roman" panose="02020603050405020304" pitchFamily="18" charset="0"/>
              </a:rPr>
              <a:t>0</a:t>
            </a:r>
            <a:r>
              <a:rPr lang="en-US" altLang="zh-CN" sz="2800" dirty="0">
                <a:latin typeface="Times New Roman" panose="02020603050405020304" pitchFamily="18" charset="0"/>
              </a:rPr>
              <a:t>(</a:t>
            </a:r>
            <a:r>
              <a:rPr lang="en-US" altLang="zh-CN" sz="2800" i="1" dirty="0">
                <a:latin typeface="Times New Roman" panose="02020603050405020304" pitchFamily="18" charset="0"/>
                <a:sym typeface="Symbol" panose="05050102010706020507" pitchFamily="18" charset="2"/>
              </a:rPr>
              <a:t></a:t>
            </a:r>
            <a:r>
              <a:rPr lang="en-US" altLang="zh-CN" sz="2800" dirty="0">
                <a:latin typeface="Times New Roman" panose="02020603050405020304" pitchFamily="18" charset="0"/>
              </a:rPr>
              <a:t>)</a:t>
            </a:r>
            <a:r>
              <a:rPr lang="zh-CN" altLang="en-US" sz="2800" dirty="0">
                <a:latin typeface="Times New Roman" panose="02020603050405020304" pitchFamily="18" charset="0"/>
              </a:rPr>
              <a:t>，则加入</a:t>
            </a:r>
            <a:r>
              <a:rPr lang="en-US" altLang="zh-CN" sz="2800" i="1" dirty="0">
                <a:latin typeface="Times New Roman" panose="02020603050405020304" pitchFamily="18" charset="0"/>
              </a:rPr>
              <a:t>P</a:t>
            </a:r>
            <a:r>
              <a:rPr lang="zh-CN" altLang="en-US" sz="2800" dirty="0">
                <a:latin typeface="Times New Roman" panose="02020603050405020304" pitchFamily="18" charset="0"/>
              </a:rPr>
              <a:t>控制串联校正后：</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8725"/>
                                        </p:tgtEl>
                                        <p:attrNameLst>
                                          <p:attrName>style.visibility</p:attrName>
                                        </p:attrNameLst>
                                      </p:cBhvr>
                                      <p:to>
                                        <p:strVal val="visible"/>
                                      </p:to>
                                    </p:set>
                                    <p:anim calcmode="lin" valueType="num">
                                      <p:cBhvr additive="base">
                                        <p:cTn id="7" dur="500" fill="hold"/>
                                        <p:tgtEl>
                                          <p:spTgt spid="28725"/>
                                        </p:tgtEl>
                                        <p:attrNameLst>
                                          <p:attrName>ppt_x</p:attrName>
                                        </p:attrNameLst>
                                      </p:cBhvr>
                                      <p:tavLst>
                                        <p:tav tm="0">
                                          <p:val>
                                            <p:strVal val="#ppt_x"/>
                                          </p:val>
                                        </p:tav>
                                        <p:tav tm="100000">
                                          <p:val>
                                            <p:strVal val="#ppt_x"/>
                                          </p:val>
                                        </p:tav>
                                      </p:tavLst>
                                    </p:anim>
                                    <p:anim calcmode="lin" valueType="num">
                                      <p:cBhvr additive="base">
                                        <p:cTn id="8" dur="500" fill="hold"/>
                                        <p:tgtEl>
                                          <p:spTgt spid="2872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725"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3"/>
          <p:cNvSpPr/>
          <p:nvPr/>
        </p:nvSpPr>
        <p:spPr>
          <a:xfrm>
            <a:off x="1219200" y="2549525"/>
            <a:ext cx="7620000" cy="561975"/>
          </a:xfrm>
          <a:prstGeom prst="rect">
            <a:avLst/>
          </a:prstGeom>
          <a:noFill/>
          <a:ln w="22225">
            <a:noFill/>
          </a:ln>
        </p:spPr>
        <p:txBody>
          <a:bodyPr>
            <a:spAutoFit/>
          </a:bodyPr>
          <a:lstStyle/>
          <a:p>
            <a:pPr>
              <a:lnSpc>
                <a:spcPct val="110000"/>
              </a:lnSpc>
              <a:buFont typeface="Wingdings" panose="05000000000000000000" pitchFamily="2" charset="2"/>
              <a:buChar char="q"/>
            </a:pPr>
            <a:r>
              <a:rPr lang="en-US" altLang="zh-CN" sz="2800" dirty="0">
                <a:latin typeface="宋体" panose="02010600030101010101" pitchFamily="2" charset="-122"/>
              </a:rPr>
              <a:t> </a:t>
            </a:r>
            <a:r>
              <a:rPr lang="zh-CN" altLang="en-US" sz="2800" dirty="0">
                <a:latin typeface="宋体" panose="02010600030101010101" pitchFamily="2" charset="-122"/>
              </a:rPr>
              <a:t>开环增益加大，稳态误差减小；</a:t>
            </a:r>
            <a:endParaRPr lang="zh-CN" altLang="en-US" sz="2800" dirty="0">
              <a:latin typeface="Times New Roman" panose="02020603050405020304" pitchFamily="18" charset="0"/>
            </a:endParaRPr>
          </a:p>
        </p:txBody>
      </p:sp>
      <p:sp>
        <p:nvSpPr>
          <p:cNvPr id="29700" name="Rectangle 4"/>
          <p:cNvSpPr/>
          <p:nvPr/>
        </p:nvSpPr>
        <p:spPr>
          <a:xfrm>
            <a:off x="1143000" y="1890713"/>
            <a:ext cx="2133600" cy="519112"/>
          </a:xfrm>
          <a:prstGeom prst="rect">
            <a:avLst/>
          </a:prstGeom>
          <a:noFill/>
          <a:ln w="22225">
            <a:noFill/>
          </a:ln>
        </p:spPr>
        <p:txBody>
          <a:bodyPr>
            <a:spAutoFit/>
          </a:bodyPr>
          <a:lstStyle/>
          <a:p>
            <a:pPr>
              <a:buFont typeface="Wingdings" panose="05000000000000000000" pitchFamily="2" charset="2"/>
              <a:buChar char="Ø"/>
            </a:pPr>
            <a:r>
              <a:rPr lang="en-US" altLang="zh-CN" sz="2800" dirty="0">
                <a:latin typeface="Times New Roman" panose="02020603050405020304" pitchFamily="18" charset="0"/>
              </a:rPr>
              <a:t> </a:t>
            </a:r>
            <a:r>
              <a:rPr lang="en-US" altLang="zh-CN" sz="2800" i="1" dirty="0">
                <a:latin typeface="Times New Roman" panose="02020603050405020304" pitchFamily="18" charset="0"/>
              </a:rPr>
              <a:t>K</a:t>
            </a:r>
            <a:r>
              <a:rPr lang="en-US" altLang="zh-CN" sz="2900" i="1" baseline="-18000" dirty="0">
                <a:latin typeface="Times New Roman" panose="02020603050405020304" pitchFamily="18" charset="0"/>
              </a:rPr>
              <a:t>p</a:t>
            </a:r>
            <a:r>
              <a:rPr lang="en-US" altLang="zh-CN" sz="2800" dirty="0">
                <a:latin typeface="Times New Roman" panose="02020603050405020304" pitchFamily="18" charset="0"/>
              </a:rPr>
              <a:t>&gt;1</a:t>
            </a:r>
            <a:endParaRPr lang="en-US" altLang="zh-CN" sz="2800" dirty="0">
              <a:latin typeface="宋体" panose="02010600030101010101" pitchFamily="2" charset="-122"/>
            </a:endParaRPr>
          </a:p>
        </p:txBody>
      </p:sp>
      <p:sp>
        <p:nvSpPr>
          <p:cNvPr id="29701" name="Rectangle 5"/>
          <p:cNvSpPr/>
          <p:nvPr/>
        </p:nvSpPr>
        <p:spPr>
          <a:xfrm>
            <a:off x="1219200" y="3159125"/>
            <a:ext cx="7620000" cy="561975"/>
          </a:xfrm>
          <a:prstGeom prst="rect">
            <a:avLst/>
          </a:prstGeom>
          <a:noFill/>
          <a:ln w="22225">
            <a:noFill/>
          </a:ln>
        </p:spPr>
        <p:txBody>
          <a:bodyPr>
            <a:spAutoFit/>
          </a:bodyPr>
          <a:lstStyle/>
          <a:p>
            <a:pPr>
              <a:lnSpc>
                <a:spcPct val="110000"/>
              </a:lnSpc>
              <a:buFont typeface="Wingdings" panose="05000000000000000000" pitchFamily="2" charset="2"/>
              <a:buChar char="q"/>
            </a:pPr>
            <a:r>
              <a:rPr lang="en-US" altLang="zh-CN" sz="2800" dirty="0">
                <a:latin typeface="宋体" panose="02010600030101010101" pitchFamily="2" charset="-122"/>
              </a:rPr>
              <a:t> </a:t>
            </a:r>
            <a:r>
              <a:rPr lang="zh-CN" altLang="en-US" sz="2800" dirty="0">
                <a:latin typeface="宋体" panose="02010600030101010101" pitchFamily="2" charset="-122"/>
              </a:rPr>
              <a:t>幅值穿越频率增大，过渡过程时间缩短；</a:t>
            </a:r>
            <a:endParaRPr lang="zh-CN" altLang="en-US" sz="2800" dirty="0">
              <a:latin typeface="Times New Roman" panose="02020603050405020304" pitchFamily="18" charset="0"/>
            </a:endParaRPr>
          </a:p>
        </p:txBody>
      </p:sp>
      <p:sp>
        <p:nvSpPr>
          <p:cNvPr id="29702" name="Rectangle 6"/>
          <p:cNvSpPr/>
          <p:nvPr/>
        </p:nvSpPr>
        <p:spPr>
          <a:xfrm>
            <a:off x="1219200" y="3768725"/>
            <a:ext cx="7620000" cy="1031875"/>
          </a:xfrm>
          <a:prstGeom prst="rect">
            <a:avLst/>
          </a:prstGeom>
          <a:noFill/>
          <a:ln w="22225">
            <a:noFill/>
          </a:ln>
        </p:spPr>
        <p:txBody>
          <a:bodyPr>
            <a:spAutoFit/>
          </a:bodyPr>
          <a:lstStyle/>
          <a:p>
            <a:pPr>
              <a:lnSpc>
                <a:spcPct val="110000"/>
              </a:lnSpc>
              <a:buFont typeface="Wingdings" panose="05000000000000000000" pitchFamily="2" charset="2"/>
              <a:buChar char="q"/>
            </a:pPr>
            <a:r>
              <a:rPr lang="en-US" altLang="zh-CN" sz="2800" dirty="0">
                <a:latin typeface="宋体" panose="02010600030101010101" pitchFamily="2" charset="-122"/>
              </a:rPr>
              <a:t> </a:t>
            </a:r>
            <a:r>
              <a:rPr lang="zh-CN" altLang="en-US" sz="2800" dirty="0">
                <a:latin typeface="宋体" panose="02010600030101010101" pitchFamily="2" charset="-122"/>
              </a:rPr>
              <a:t>系统稳定程度变差。只有原系统稳定裕量充</a:t>
            </a:r>
          </a:p>
          <a:p>
            <a:pPr>
              <a:lnSpc>
                <a:spcPct val="110000"/>
              </a:lnSpc>
            </a:pPr>
            <a:r>
              <a:rPr lang="zh-CN" altLang="en-US" sz="2800" dirty="0">
                <a:latin typeface="宋体" panose="02010600030101010101" pitchFamily="2" charset="-122"/>
              </a:rPr>
              <a:t>   分大时才采用比例控制。</a:t>
            </a:r>
          </a:p>
        </p:txBody>
      </p:sp>
      <p:sp>
        <p:nvSpPr>
          <p:cNvPr id="29703" name="Rectangle 7"/>
          <p:cNvSpPr/>
          <p:nvPr/>
        </p:nvSpPr>
        <p:spPr>
          <a:xfrm>
            <a:off x="1219200" y="5500688"/>
            <a:ext cx="7162800" cy="519112"/>
          </a:xfrm>
          <a:prstGeom prst="rect">
            <a:avLst/>
          </a:prstGeom>
          <a:noFill/>
          <a:ln w="22225">
            <a:noFill/>
          </a:ln>
        </p:spPr>
        <p:txBody>
          <a:bodyPr>
            <a:spAutoFit/>
          </a:bodyPr>
          <a:lstStyle/>
          <a:p>
            <a:r>
              <a:rPr lang="zh-CN" altLang="en-US" sz="2800" dirty="0">
                <a:latin typeface="Times New Roman" panose="02020603050405020304" pitchFamily="18" charset="0"/>
              </a:rPr>
              <a:t>与</a:t>
            </a:r>
            <a:r>
              <a:rPr lang="en-US" altLang="zh-CN" sz="2800" i="1" dirty="0">
                <a:latin typeface="Times New Roman" panose="02020603050405020304" pitchFamily="18" charset="0"/>
              </a:rPr>
              <a:t>K</a:t>
            </a:r>
            <a:r>
              <a:rPr lang="en-US" altLang="zh-CN" sz="2900" i="1" baseline="-18000" dirty="0">
                <a:latin typeface="Times New Roman" panose="02020603050405020304" pitchFamily="18" charset="0"/>
              </a:rPr>
              <a:t>p</a:t>
            </a:r>
            <a:r>
              <a:rPr lang="en-US" altLang="zh-CN" sz="2800" dirty="0">
                <a:latin typeface="Times New Roman" panose="02020603050405020304" pitchFamily="18" charset="0"/>
              </a:rPr>
              <a:t>&gt;1</a:t>
            </a:r>
            <a:r>
              <a:rPr lang="zh-CN" altLang="en-US" sz="2800" dirty="0">
                <a:latin typeface="Times New Roman" panose="02020603050405020304" pitchFamily="18" charset="0"/>
              </a:rPr>
              <a:t>时，</a:t>
            </a:r>
            <a:r>
              <a:rPr lang="zh-CN" altLang="en-US" sz="2800" dirty="0">
                <a:latin typeface="宋体" panose="02010600030101010101" pitchFamily="2" charset="-122"/>
              </a:rPr>
              <a:t>对系统性能的影响正好相反。</a:t>
            </a:r>
          </a:p>
        </p:txBody>
      </p:sp>
      <p:sp>
        <p:nvSpPr>
          <p:cNvPr id="21511" name="Rectangle 8"/>
          <p:cNvSpPr/>
          <p:nvPr/>
        </p:nvSpPr>
        <p:spPr>
          <a:xfrm>
            <a:off x="684213" y="1125538"/>
            <a:ext cx="4294187" cy="519112"/>
          </a:xfrm>
          <a:prstGeom prst="rect">
            <a:avLst/>
          </a:prstGeom>
          <a:noFill/>
          <a:ln w="22225">
            <a:noFill/>
          </a:ln>
        </p:spPr>
        <p:txBody>
          <a:bodyPr wrap="none">
            <a:spAutoFit/>
          </a:bodyPr>
          <a:lstStyle/>
          <a:p>
            <a:r>
              <a:rPr lang="en-US" altLang="zh-CN" sz="2800" dirty="0">
                <a:latin typeface="Times New Roman" panose="02020603050405020304" pitchFamily="18" charset="0"/>
              </a:rPr>
              <a:t>P</a:t>
            </a:r>
            <a:r>
              <a:rPr lang="zh-CN" altLang="en-US" sz="2800" dirty="0">
                <a:latin typeface="宋体" panose="02010600030101010101" pitchFamily="2" charset="-122"/>
              </a:rPr>
              <a:t>控制对系统性能的影响：</a:t>
            </a:r>
          </a:p>
        </p:txBody>
      </p:sp>
      <p:sp>
        <p:nvSpPr>
          <p:cNvPr id="29705" name="Rectangle 9"/>
          <p:cNvSpPr/>
          <p:nvPr/>
        </p:nvSpPr>
        <p:spPr>
          <a:xfrm>
            <a:off x="1143000" y="4891088"/>
            <a:ext cx="2133600" cy="519112"/>
          </a:xfrm>
          <a:prstGeom prst="rect">
            <a:avLst/>
          </a:prstGeom>
          <a:noFill/>
          <a:ln w="22225">
            <a:noFill/>
          </a:ln>
        </p:spPr>
        <p:txBody>
          <a:bodyPr>
            <a:spAutoFit/>
          </a:bodyPr>
          <a:lstStyle/>
          <a:p>
            <a:pPr>
              <a:buFont typeface="Wingdings" panose="05000000000000000000" pitchFamily="2" charset="2"/>
              <a:buChar char="Ø"/>
            </a:pPr>
            <a:r>
              <a:rPr lang="en-US" altLang="zh-CN" sz="2800" dirty="0">
                <a:latin typeface="Times New Roman" panose="02020603050405020304" pitchFamily="18" charset="0"/>
              </a:rPr>
              <a:t> </a:t>
            </a:r>
            <a:r>
              <a:rPr lang="en-US" altLang="zh-CN" sz="2800" i="1" dirty="0">
                <a:latin typeface="Times New Roman" panose="02020603050405020304" pitchFamily="18" charset="0"/>
              </a:rPr>
              <a:t>K</a:t>
            </a:r>
            <a:r>
              <a:rPr lang="en-US" altLang="zh-CN" sz="2900" i="1" baseline="-18000" dirty="0">
                <a:latin typeface="Times New Roman" panose="02020603050405020304" pitchFamily="18" charset="0"/>
              </a:rPr>
              <a:t>p</a:t>
            </a:r>
            <a:r>
              <a:rPr lang="en-US" altLang="zh-CN" sz="2800" dirty="0">
                <a:latin typeface="Times New Roman" panose="02020603050405020304" pitchFamily="18" charset="0"/>
              </a:rPr>
              <a:t>&lt;1</a:t>
            </a:r>
            <a:endParaRPr lang="en-US" altLang="zh-CN" sz="2800" dirty="0">
              <a:latin typeface="宋体" panose="02010600030101010101" pitchFamily="2" charset="-122"/>
            </a:endParaRPr>
          </a:p>
        </p:txBody>
      </p:sp>
      <p:pic>
        <p:nvPicPr>
          <p:cNvPr id="21513" name="Picture 57"/>
          <p:cNvPicPr>
            <a:picLocks noChangeAspect="1"/>
          </p:cNvPicPr>
          <p:nvPr/>
        </p:nvPicPr>
        <p:blipFill>
          <a:blip r:embed="rId3"/>
          <a:stretch>
            <a:fillRect/>
          </a:stretch>
        </p:blipFill>
        <p:spPr>
          <a:xfrm>
            <a:off x="5076825" y="404813"/>
            <a:ext cx="3778250" cy="238760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9700"/>
                                        </p:tgtEl>
                                        <p:attrNameLst>
                                          <p:attrName>style.visibility</p:attrName>
                                        </p:attrNameLst>
                                      </p:cBhvr>
                                      <p:to>
                                        <p:strVal val="visible"/>
                                      </p:to>
                                    </p:set>
                                    <p:anim calcmode="lin" valueType="num">
                                      <p:cBhvr additive="base">
                                        <p:cTn id="7" dur="500" fill="hold"/>
                                        <p:tgtEl>
                                          <p:spTgt spid="29700"/>
                                        </p:tgtEl>
                                        <p:attrNameLst>
                                          <p:attrName>ppt_x</p:attrName>
                                        </p:attrNameLst>
                                      </p:cBhvr>
                                      <p:tavLst>
                                        <p:tav tm="0">
                                          <p:val>
                                            <p:strVal val="#ppt_x"/>
                                          </p:val>
                                        </p:tav>
                                        <p:tav tm="100000">
                                          <p:val>
                                            <p:strVal val="#ppt_x"/>
                                          </p:val>
                                        </p:tav>
                                      </p:tavLst>
                                    </p:anim>
                                    <p:anim calcmode="lin" valueType="num">
                                      <p:cBhvr additive="base">
                                        <p:cTn id="8" dur="500" fill="hold"/>
                                        <p:tgtEl>
                                          <p:spTgt spid="2970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9699"/>
                                        </p:tgtEl>
                                        <p:attrNameLst>
                                          <p:attrName>style.visibility</p:attrName>
                                        </p:attrNameLst>
                                      </p:cBhvr>
                                      <p:to>
                                        <p:strVal val="visible"/>
                                      </p:to>
                                    </p:set>
                                    <p:anim calcmode="lin" valueType="num">
                                      <p:cBhvr additive="base">
                                        <p:cTn id="13" dur="500" fill="hold"/>
                                        <p:tgtEl>
                                          <p:spTgt spid="29699"/>
                                        </p:tgtEl>
                                        <p:attrNameLst>
                                          <p:attrName>ppt_x</p:attrName>
                                        </p:attrNameLst>
                                      </p:cBhvr>
                                      <p:tavLst>
                                        <p:tav tm="0">
                                          <p:val>
                                            <p:strVal val="#ppt_x"/>
                                          </p:val>
                                        </p:tav>
                                        <p:tav tm="100000">
                                          <p:val>
                                            <p:strVal val="#ppt_x"/>
                                          </p:val>
                                        </p:tav>
                                      </p:tavLst>
                                    </p:anim>
                                    <p:anim calcmode="lin" valueType="num">
                                      <p:cBhvr additive="base">
                                        <p:cTn id="14" dur="500" fill="hold"/>
                                        <p:tgtEl>
                                          <p:spTgt spid="29699"/>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9701"/>
                                        </p:tgtEl>
                                        <p:attrNameLst>
                                          <p:attrName>style.visibility</p:attrName>
                                        </p:attrNameLst>
                                      </p:cBhvr>
                                      <p:to>
                                        <p:strVal val="visible"/>
                                      </p:to>
                                    </p:set>
                                    <p:anim calcmode="lin" valueType="num">
                                      <p:cBhvr additive="base">
                                        <p:cTn id="19" dur="500" fill="hold"/>
                                        <p:tgtEl>
                                          <p:spTgt spid="29701"/>
                                        </p:tgtEl>
                                        <p:attrNameLst>
                                          <p:attrName>ppt_x</p:attrName>
                                        </p:attrNameLst>
                                      </p:cBhvr>
                                      <p:tavLst>
                                        <p:tav tm="0">
                                          <p:val>
                                            <p:strVal val="#ppt_x"/>
                                          </p:val>
                                        </p:tav>
                                        <p:tav tm="100000">
                                          <p:val>
                                            <p:strVal val="#ppt_x"/>
                                          </p:val>
                                        </p:tav>
                                      </p:tavLst>
                                    </p:anim>
                                    <p:anim calcmode="lin" valueType="num">
                                      <p:cBhvr additive="base">
                                        <p:cTn id="20" dur="500" fill="hold"/>
                                        <p:tgtEl>
                                          <p:spTgt spid="29701"/>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9702"/>
                                        </p:tgtEl>
                                        <p:attrNameLst>
                                          <p:attrName>style.visibility</p:attrName>
                                        </p:attrNameLst>
                                      </p:cBhvr>
                                      <p:to>
                                        <p:strVal val="visible"/>
                                      </p:to>
                                    </p:set>
                                    <p:anim calcmode="lin" valueType="num">
                                      <p:cBhvr additive="base">
                                        <p:cTn id="25" dur="500" fill="hold"/>
                                        <p:tgtEl>
                                          <p:spTgt spid="29702"/>
                                        </p:tgtEl>
                                        <p:attrNameLst>
                                          <p:attrName>ppt_x</p:attrName>
                                        </p:attrNameLst>
                                      </p:cBhvr>
                                      <p:tavLst>
                                        <p:tav tm="0">
                                          <p:val>
                                            <p:strVal val="#ppt_x"/>
                                          </p:val>
                                        </p:tav>
                                        <p:tav tm="100000">
                                          <p:val>
                                            <p:strVal val="#ppt_x"/>
                                          </p:val>
                                        </p:tav>
                                      </p:tavLst>
                                    </p:anim>
                                    <p:anim calcmode="lin" valueType="num">
                                      <p:cBhvr additive="base">
                                        <p:cTn id="26" dur="500" fill="hold"/>
                                        <p:tgtEl>
                                          <p:spTgt spid="29702"/>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9705"/>
                                        </p:tgtEl>
                                        <p:attrNameLst>
                                          <p:attrName>style.visibility</p:attrName>
                                        </p:attrNameLst>
                                      </p:cBhvr>
                                      <p:to>
                                        <p:strVal val="visible"/>
                                      </p:to>
                                    </p:set>
                                    <p:anim calcmode="lin" valueType="num">
                                      <p:cBhvr additive="base">
                                        <p:cTn id="31" dur="500" fill="hold"/>
                                        <p:tgtEl>
                                          <p:spTgt spid="29705"/>
                                        </p:tgtEl>
                                        <p:attrNameLst>
                                          <p:attrName>ppt_x</p:attrName>
                                        </p:attrNameLst>
                                      </p:cBhvr>
                                      <p:tavLst>
                                        <p:tav tm="0">
                                          <p:val>
                                            <p:strVal val="#ppt_x"/>
                                          </p:val>
                                        </p:tav>
                                        <p:tav tm="100000">
                                          <p:val>
                                            <p:strVal val="#ppt_x"/>
                                          </p:val>
                                        </p:tav>
                                      </p:tavLst>
                                    </p:anim>
                                    <p:anim calcmode="lin" valueType="num">
                                      <p:cBhvr additive="base">
                                        <p:cTn id="32" dur="500" fill="hold"/>
                                        <p:tgtEl>
                                          <p:spTgt spid="29705"/>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29703"/>
                                        </p:tgtEl>
                                        <p:attrNameLst>
                                          <p:attrName>style.visibility</p:attrName>
                                        </p:attrNameLst>
                                      </p:cBhvr>
                                      <p:to>
                                        <p:strVal val="visible"/>
                                      </p:to>
                                    </p:set>
                                    <p:anim calcmode="lin" valueType="num">
                                      <p:cBhvr additive="base">
                                        <p:cTn id="37" dur="500" fill="hold"/>
                                        <p:tgtEl>
                                          <p:spTgt spid="29703"/>
                                        </p:tgtEl>
                                        <p:attrNameLst>
                                          <p:attrName>ppt_x</p:attrName>
                                        </p:attrNameLst>
                                      </p:cBhvr>
                                      <p:tavLst>
                                        <p:tav tm="0">
                                          <p:val>
                                            <p:strVal val="#ppt_x"/>
                                          </p:val>
                                        </p:tav>
                                        <p:tav tm="100000">
                                          <p:val>
                                            <p:strVal val="#ppt_x"/>
                                          </p:val>
                                        </p:tav>
                                      </p:tavLst>
                                    </p:anim>
                                    <p:anim calcmode="lin" valueType="num">
                                      <p:cBhvr additive="base">
                                        <p:cTn id="38" dur="500" fill="hold"/>
                                        <p:tgtEl>
                                          <p:spTgt spid="2970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99" grpId="0"/>
      <p:bldP spid="29700" grpId="0"/>
      <p:bldP spid="29701" grpId="0"/>
      <p:bldP spid="29702" grpId="0"/>
      <p:bldP spid="29703" grpId="0"/>
      <p:bldP spid="29705"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3"/>
          <p:cNvSpPr/>
          <p:nvPr/>
        </p:nvSpPr>
        <p:spPr>
          <a:xfrm>
            <a:off x="611188" y="404813"/>
            <a:ext cx="4892675" cy="519112"/>
          </a:xfrm>
          <a:prstGeom prst="rect">
            <a:avLst/>
          </a:prstGeom>
          <a:noFill/>
          <a:ln w="22225">
            <a:noFill/>
          </a:ln>
        </p:spPr>
        <p:txBody>
          <a:bodyPr>
            <a:spAutoFit/>
          </a:bodyPr>
          <a:lstStyle/>
          <a:p>
            <a:pPr marL="457200" indent="-457200">
              <a:buFont typeface="Wingdings" panose="05000000000000000000" pitchFamily="2" charset="2"/>
              <a:buChar char="l"/>
            </a:pPr>
            <a:r>
              <a:rPr lang="en-US" altLang="zh-CN" sz="2800" b="1" dirty="0">
                <a:latin typeface="Times New Roman" panose="02020603050405020304" pitchFamily="18" charset="0"/>
                <a:ea typeface="黑体" panose="02010609060101010101" pitchFamily="49" charset="-122"/>
              </a:rPr>
              <a:t> PI</a:t>
            </a:r>
            <a:r>
              <a:rPr lang="zh-CN" altLang="en-US" sz="2800" b="1" dirty="0">
                <a:latin typeface="宋体" panose="02010600030101010101" pitchFamily="2" charset="-122"/>
              </a:rPr>
              <a:t>控制（比例加积分控制） </a:t>
            </a:r>
          </a:p>
        </p:txBody>
      </p:sp>
      <p:sp>
        <p:nvSpPr>
          <p:cNvPr id="30724" name="Rectangle 4"/>
          <p:cNvSpPr/>
          <p:nvPr/>
        </p:nvSpPr>
        <p:spPr>
          <a:xfrm>
            <a:off x="1035050" y="2232025"/>
            <a:ext cx="7240588" cy="1373188"/>
          </a:xfrm>
          <a:prstGeom prst="rect">
            <a:avLst/>
          </a:prstGeom>
          <a:noFill/>
          <a:ln w="22225">
            <a:noFill/>
          </a:ln>
        </p:spPr>
        <p:txBody>
          <a:bodyPr>
            <a:spAutoFit/>
          </a:bodyPr>
          <a:lstStyle/>
          <a:p>
            <a:r>
              <a:rPr lang="en-US" altLang="zh-CN" sz="2800" dirty="0">
                <a:latin typeface="宋体" panose="02010600030101010101" pitchFamily="2" charset="-122"/>
              </a:rPr>
              <a:t>    </a:t>
            </a:r>
            <a:r>
              <a:rPr lang="zh-CN" altLang="en-US" sz="2800" dirty="0">
                <a:latin typeface="宋体" panose="02010600030101010101" pitchFamily="2" charset="-122"/>
              </a:rPr>
              <a:t>其中</a:t>
            </a:r>
            <a:r>
              <a:rPr lang="en-US" altLang="zh-CN" sz="2800" i="1" dirty="0">
                <a:latin typeface="Times New Roman" panose="02020603050405020304" pitchFamily="18" charset="0"/>
              </a:rPr>
              <a:t>K</a:t>
            </a:r>
            <a:r>
              <a:rPr lang="en-US" altLang="zh-CN" sz="2900" i="1" baseline="-18000" dirty="0">
                <a:latin typeface="Times New Roman" panose="02020603050405020304" pitchFamily="18" charset="0"/>
              </a:rPr>
              <a:t>p</a:t>
            </a:r>
            <a:r>
              <a:rPr lang="zh-CN" altLang="en-US" sz="2800" dirty="0">
                <a:latin typeface="宋体" panose="02010600030101010101" pitchFamily="2" charset="-122"/>
              </a:rPr>
              <a:t>、</a:t>
            </a:r>
            <a:r>
              <a:rPr lang="en-US" altLang="zh-CN" sz="2800" i="1" dirty="0">
                <a:latin typeface="Times New Roman" panose="02020603050405020304" pitchFamily="18" charset="0"/>
              </a:rPr>
              <a:t>T</a:t>
            </a:r>
            <a:r>
              <a:rPr lang="en-US" altLang="zh-CN" sz="2900" i="1" baseline="-18000" dirty="0">
                <a:latin typeface="Times New Roman" panose="02020603050405020304" pitchFamily="18" charset="0"/>
              </a:rPr>
              <a:t>i  </a:t>
            </a:r>
            <a:r>
              <a:rPr lang="zh-CN" altLang="en-US" sz="2800" dirty="0">
                <a:latin typeface="宋体" panose="02010600030101010101" pitchFamily="2" charset="-122"/>
              </a:rPr>
              <a:t>均可调。调节</a:t>
            </a:r>
            <a:r>
              <a:rPr lang="en-US" altLang="zh-CN" sz="2800" i="1" dirty="0">
                <a:latin typeface="Times New Roman" panose="02020603050405020304" pitchFamily="18" charset="0"/>
              </a:rPr>
              <a:t>T</a:t>
            </a:r>
            <a:r>
              <a:rPr lang="en-US" altLang="zh-CN" sz="2900" i="1" baseline="-18000" dirty="0">
                <a:latin typeface="Times New Roman" panose="02020603050405020304" pitchFamily="18" charset="0"/>
              </a:rPr>
              <a:t>i </a:t>
            </a:r>
            <a:r>
              <a:rPr lang="zh-CN" altLang="en-US" sz="2800" dirty="0">
                <a:latin typeface="宋体" panose="02010600030101010101" pitchFamily="2" charset="-122"/>
              </a:rPr>
              <a:t>影响积分控制作用；调节</a:t>
            </a:r>
            <a:r>
              <a:rPr lang="en-US" altLang="zh-CN" sz="2800" i="1" dirty="0">
                <a:latin typeface="Times New Roman" panose="02020603050405020304" pitchFamily="18" charset="0"/>
              </a:rPr>
              <a:t>K</a:t>
            </a:r>
            <a:r>
              <a:rPr lang="en-US" altLang="zh-CN" sz="2900" i="1" baseline="-18000" dirty="0">
                <a:latin typeface="Times New Roman" panose="02020603050405020304" pitchFamily="18" charset="0"/>
              </a:rPr>
              <a:t>p</a:t>
            </a:r>
            <a:r>
              <a:rPr lang="zh-CN" altLang="en-US" sz="2800" dirty="0">
                <a:latin typeface="宋体" panose="02010600030101010101" pitchFamily="2" charset="-122"/>
              </a:rPr>
              <a:t>既影响控制作用的比例部分，又影响积分部分。</a:t>
            </a:r>
          </a:p>
        </p:txBody>
      </p:sp>
      <p:grpSp>
        <p:nvGrpSpPr>
          <p:cNvPr id="2" name="Group 5"/>
          <p:cNvGrpSpPr/>
          <p:nvPr/>
        </p:nvGrpSpPr>
        <p:grpSpPr>
          <a:xfrm>
            <a:off x="1187450" y="1268413"/>
            <a:ext cx="6858000" cy="963612"/>
            <a:chOff x="1008" y="1217"/>
            <a:chExt cx="4320" cy="607"/>
          </a:xfrm>
        </p:grpSpPr>
        <p:graphicFrame>
          <p:nvGraphicFramePr>
            <p:cNvPr id="22564" name="Object 6"/>
            <p:cNvGraphicFramePr>
              <a:graphicFrameLocks noChangeAspect="1"/>
            </p:cNvGraphicFramePr>
            <p:nvPr/>
          </p:nvGraphicFramePr>
          <p:xfrm>
            <a:off x="1008" y="1248"/>
            <a:ext cx="2160" cy="563"/>
          </p:xfrm>
          <a:graphic>
            <a:graphicData uri="http://schemas.openxmlformats.org/presentationml/2006/ole">
              <mc:AlternateContent xmlns:mc="http://schemas.openxmlformats.org/markup-compatibility/2006">
                <mc:Choice xmlns:v="urn:schemas-microsoft-com:vml" Requires="v">
                  <p:oleObj r:id="rId3" imgW="1790700" imgH="469900" progId="Equation.3">
                    <p:embed/>
                  </p:oleObj>
                </mc:Choice>
                <mc:Fallback>
                  <p:oleObj r:id="rId3" imgW="1790700" imgH="469900" progId="Equation.3">
                    <p:embed/>
                    <p:pic>
                      <p:nvPicPr>
                        <p:cNvPr id="0" name="图片 3088"/>
                        <p:cNvPicPr/>
                        <p:nvPr/>
                      </p:nvPicPr>
                      <p:blipFill>
                        <a:blip r:embed="rId4"/>
                        <a:stretch>
                          <a:fillRect/>
                        </a:stretch>
                      </p:blipFill>
                      <p:spPr>
                        <a:xfrm>
                          <a:off x="1008" y="1248"/>
                          <a:ext cx="2160" cy="563"/>
                        </a:xfrm>
                        <a:prstGeom prst="rect">
                          <a:avLst/>
                        </a:prstGeom>
                        <a:noFill/>
                        <a:ln w="38100">
                          <a:noFill/>
                          <a:miter/>
                        </a:ln>
                      </p:spPr>
                    </p:pic>
                  </p:oleObj>
                </mc:Fallback>
              </mc:AlternateContent>
            </a:graphicData>
          </a:graphic>
        </p:graphicFrame>
        <p:graphicFrame>
          <p:nvGraphicFramePr>
            <p:cNvPr id="22565" name="Object 7"/>
            <p:cNvGraphicFramePr>
              <a:graphicFrameLocks noChangeAspect="1"/>
            </p:cNvGraphicFramePr>
            <p:nvPr/>
          </p:nvGraphicFramePr>
          <p:xfrm>
            <a:off x="3744" y="1217"/>
            <a:ext cx="1584" cy="607"/>
          </p:xfrm>
          <a:graphic>
            <a:graphicData uri="http://schemas.openxmlformats.org/presentationml/2006/ole">
              <mc:AlternateContent xmlns:mc="http://schemas.openxmlformats.org/markup-compatibility/2006">
                <mc:Choice xmlns:v="urn:schemas-microsoft-com:vml" Requires="v">
                  <p:oleObj r:id="rId5" imgW="1269365" imgH="482600" progId="Equation.3">
                    <p:embed/>
                  </p:oleObj>
                </mc:Choice>
                <mc:Fallback>
                  <p:oleObj r:id="rId5" imgW="1269365" imgH="482600" progId="Equation.3">
                    <p:embed/>
                    <p:pic>
                      <p:nvPicPr>
                        <p:cNvPr id="0" name="图片 3087"/>
                        <p:cNvPicPr/>
                        <p:nvPr/>
                      </p:nvPicPr>
                      <p:blipFill>
                        <a:blip r:embed="rId6"/>
                        <a:stretch>
                          <a:fillRect/>
                        </a:stretch>
                      </p:blipFill>
                      <p:spPr>
                        <a:xfrm>
                          <a:off x="3744" y="1217"/>
                          <a:ext cx="1584" cy="607"/>
                        </a:xfrm>
                        <a:prstGeom prst="rect">
                          <a:avLst/>
                        </a:prstGeom>
                        <a:noFill/>
                        <a:ln w="38100">
                          <a:noFill/>
                          <a:miter/>
                        </a:ln>
                      </p:spPr>
                    </p:pic>
                  </p:oleObj>
                </mc:Fallback>
              </mc:AlternateContent>
            </a:graphicData>
          </a:graphic>
        </p:graphicFrame>
        <p:sp>
          <p:nvSpPr>
            <p:cNvPr id="22566" name="AutoShape 8"/>
            <p:cNvSpPr/>
            <p:nvPr/>
          </p:nvSpPr>
          <p:spPr>
            <a:xfrm>
              <a:off x="3264" y="1456"/>
              <a:ext cx="336" cy="128"/>
            </a:xfrm>
            <a:prstGeom prst="leftRightArrow">
              <a:avLst>
                <a:gd name="adj1" fmla="val 50000"/>
                <a:gd name="adj2" fmla="val 52500"/>
              </a:avLst>
            </a:prstGeom>
            <a:solidFill>
              <a:srgbClr val="0000FF"/>
            </a:solidFill>
            <a:ln w="22225" cap="flat" cmpd="sng">
              <a:solidFill>
                <a:srgbClr val="0000FF"/>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ndParaRPr>
            </a:p>
          </p:txBody>
        </p:sp>
      </p:grpSp>
      <p:sp>
        <p:nvSpPr>
          <p:cNvPr id="30729" name="Rectangle 9"/>
          <p:cNvSpPr/>
          <p:nvPr/>
        </p:nvSpPr>
        <p:spPr>
          <a:xfrm>
            <a:off x="1035050" y="3617913"/>
            <a:ext cx="7385050" cy="519112"/>
          </a:xfrm>
          <a:prstGeom prst="rect">
            <a:avLst/>
          </a:prstGeom>
          <a:noFill/>
          <a:ln w="22225">
            <a:noFill/>
          </a:ln>
        </p:spPr>
        <p:txBody>
          <a:bodyPr>
            <a:spAutoFit/>
          </a:bodyPr>
          <a:lstStyle/>
          <a:p>
            <a:r>
              <a:rPr lang="zh-CN" altLang="en-US" sz="2800" dirty="0">
                <a:latin typeface="宋体" panose="02010600030101010101" pitchFamily="2" charset="-122"/>
              </a:rPr>
              <a:t>由于存在积分控制，</a:t>
            </a:r>
            <a:r>
              <a:rPr lang="en-US" altLang="zh-CN" sz="2800" dirty="0">
                <a:latin typeface="Times New Roman" panose="02020603050405020304" pitchFamily="18" charset="0"/>
              </a:rPr>
              <a:t>PI</a:t>
            </a:r>
            <a:r>
              <a:rPr lang="zh-CN" altLang="en-US" sz="2800" dirty="0">
                <a:latin typeface="宋体" panose="02010600030101010101" pitchFamily="2" charset="-122"/>
              </a:rPr>
              <a:t>控制器具有记忆功能。 </a:t>
            </a:r>
          </a:p>
        </p:txBody>
      </p:sp>
      <p:grpSp>
        <p:nvGrpSpPr>
          <p:cNvPr id="3" name="Group 10"/>
          <p:cNvGrpSpPr/>
          <p:nvPr/>
        </p:nvGrpSpPr>
        <p:grpSpPr>
          <a:xfrm>
            <a:off x="1314450" y="4137025"/>
            <a:ext cx="5907088" cy="1765300"/>
            <a:chOff x="1088" y="3024"/>
            <a:chExt cx="3721" cy="1112"/>
          </a:xfrm>
        </p:grpSpPr>
        <p:grpSp>
          <p:nvGrpSpPr>
            <p:cNvPr id="22535" name="Group 11"/>
            <p:cNvGrpSpPr/>
            <p:nvPr/>
          </p:nvGrpSpPr>
          <p:grpSpPr>
            <a:xfrm>
              <a:off x="2928" y="3034"/>
              <a:ext cx="1881" cy="1102"/>
              <a:chOff x="2439" y="1250"/>
              <a:chExt cx="1881" cy="1102"/>
            </a:xfrm>
          </p:grpSpPr>
          <p:sp>
            <p:nvSpPr>
              <p:cNvPr id="22546" name="Line 12"/>
              <p:cNvSpPr/>
              <p:nvPr/>
            </p:nvSpPr>
            <p:spPr>
              <a:xfrm>
                <a:off x="2845" y="2110"/>
                <a:ext cx="1475" cy="0"/>
              </a:xfrm>
              <a:prstGeom prst="line">
                <a:avLst/>
              </a:prstGeom>
              <a:ln w="22225" cap="flat" cmpd="sng">
                <a:solidFill>
                  <a:schemeClr val="tx1"/>
                </a:solidFill>
                <a:prstDash val="solid"/>
                <a:headEnd type="none" w="med" len="med"/>
                <a:tailEnd type="triangle" w="med" len="med"/>
              </a:ln>
            </p:spPr>
          </p:sp>
          <p:sp>
            <p:nvSpPr>
              <p:cNvPr id="22547" name="Line 13"/>
              <p:cNvSpPr/>
              <p:nvPr/>
            </p:nvSpPr>
            <p:spPr>
              <a:xfrm flipV="1">
                <a:off x="2845" y="1367"/>
                <a:ext cx="0" cy="743"/>
              </a:xfrm>
              <a:prstGeom prst="line">
                <a:avLst/>
              </a:prstGeom>
              <a:ln w="22225" cap="flat" cmpd="sng">
                <a:solidFill>
                  <a:schemeClr val="tx1"/>
                </a:solidFill>
                <a:prstDash val="solid"/>
                <a:headEnd type="none" w="med" len="med"/>
                <a:tailEnd type="triangle" w="med" len="med"/>
              </a:ln>
            </p:spPr>
          </p:sp>
          <p:sp>
            <p:nvSpPr>
              <p:cNvPr id="22548" name="Text Box 14"/>
              <p:cNvSpPr txBox="1"/>
              <p:nvPr/>
            </p:nvSpPr>
            <p:spPr>
              <a:xfrm>
                <a:off x="4151" y="2064"/>
                <a:ext cx="169" cy="288"/>
              </a:xfrm>
              <a:prstGeom prst="rect">
                <a:avLst/>
              </a:prstGeom>
              <a:noFill/>
              <a:ln w="22225">
                <a:noFill/>
              </a:ln>
            </p:spPr>
            <p:txBody>
              <a:bodyPr wrap="none">
                <a:spAutoFit/>
              </a:bodyPr>
              <a:lstStyle/>
              <a:p>
                <a:r>
                  <a:rPr lang="en-US" altLang="zh-CN" sz="2400" i="1" dirty="0">
                    <a:latin typeface="Times New Roman" panose="02020603050405020304" pitchFamily="18" charset="0"/>
                  </a:rPr>
                  <a:t>t</a:t>
                </a:r>
              </a:p>
            </p:txBody>
          </p:sp>
          <p:sp>
            <p:nvSpPr>
              <p:cNvPr id="22549" name="Line 15"/>
              <p:cNvSpPr/>
              <p:nvPr/>
            </p:nvSpPr>
            <p:spPr>
              <a:xfrm flipV="1">
                <a:off x="2845" y="1420"/>
                <a:ext cx="475" cy="478"/>
              </a:xfrm>
              <a:prstGeom prst="line">
                <a:avLst/>
              </a:prstGeom>
              <a:ln w="22225" cap="flat" cmpd="sng">
                <a:solidFill>
                  <a:srgbClr val="990000"/>
                </a:solidFill>
                <a:prstDash val="solid"/>
                <a:headEnd type="none" w="med" len="med"/>
                <a:tailEnd type="none" w="med" len="med"/>
              </a:ln>
            </p:spPr>
          </p:sp>
          <p:sp>
            <p:nvSpPr>
              <p:cNvPr id="22550" name="Line 16"/>
              <p:cNvSpPr/>
              <p:nvPr/>
            </p:nvSpPr>
            <p:spPr>
              <a:xfrm>
                <a:off x="3320" y="1420"/>
                <a:ext cx="0" cy="213"/>
              </a:xfrm>
              <a:prstGeom prst="line">
                <a:avLst/>
              </a:prstGeom>
              <a:ln w="22225" cap="flat" cmpd="sng">
                <a:solidFill>
                  <a:srgbClr val="990000"/>
                </a:solidFill>
                <a:prstDash val="solid"/>
                <a:headEnd type="none" w="med" len="med"/>
                <a:tailEnd type="none" w="med" len="med"/>
              </a:ln>
            </p:spPr>
          </p:sp>
          <p:sp>
            <p:nvSpPr>
              <p:cNvPr id="22551" name="Line 17"/>
              <p:cNvSpPr/>
              <p:nvPr/>
            </p:nvSpPr>
            <p:spPr>
              <a:xfrm>
                <a:off x="3320" y="1633"/>
                <a:ext cx="881" cy="0"/>
              </a:xfrm>
              <a:prstGeom prst="line">
                <a:avLst/>
              </a:prstGeom>
              <a:ln w="22225" cap="flat" cmpd="sng">
                <a:solidFill>
                  <a:srgbClr val="990000"/>
                </a:solidFill>
                <a:prstDash val="solid"/>
                <a:headEnd type="none" w="med" len="med"/>
                <a:tailEnd type="none" w="med" len="med"/>
              </a:ln>
            </p:spPr>
          </p:sp>
          <p:sp>
            <p:nvSpPr>
              <p:cNvPr id="22552" name="Text Box 18"/>
              <p:cNvSpPr txBox="1"/>
              <p:nvPr/>
            </p:nvSpPr>
            <p:spPr>
              <a:xfrm>
                <a:off x="3201" y="2054"/>
                <a:ext cx="233" cy="288"/>
              </a:xfrm>
              <a:prstGeom prst="rect">
                <a:avLst/>
              </a:prstGeom>
              <a:noFill/>
              <a:ln w="22225">
                <a:noFill/>
              </a:ln>
            </p:spPr>
            <p:txBody>
              <a:bodyPr wrap="none">
                <a:spAutoFit/>
              </a:bodyPr>
              <a:lstStyle/>
              <a:p>
                <a:r>
                  <a:rPr lang="en-US" altLang="zh-CN" sz="2400" i="1" dirty="0">
                    <a:latin typeface="Times New Roman" panose="02020603050405020304" pitchFamily="18" charset="0"/>
                  </a:rPr>
                  <a:t>t</a:t>
                </a:r>
                <a:r>
                  <a:rPr lang="en-US" altLang="zh-CN" sz="2400" baseline="-18000" dirty="0">
                    <a:latin typeface="Times New Roman" panose="02020603050405020304" pitchFamily="18" charset="0"/>
                  </a:rPr>
                  <a:t>0</a:t>
                </a:r>
              </a:p>
            </p:txBody>
          </p:sp>
          <p:sp>
            <p:nvSpPr>
              <p:cNvPr id="22553" name="Line 19"/>
              <p:cNvSpPr/>
              <p:nvPr/>
            </p:nvSpPr>
            <p:spPr>
              <a:xfrm>
                <a:off x="2845" y="1898"/>
                <a:ext cx="475" cy="0"/>
              </a:xfrm>
              <a:prstGeom prst="line">
                <a:avLst/>
              </a:prstGeom>
              <a:ln w="22225" cap="flat" cmpd="sng">
                <a:solidFill>
                  <a:srgbClr val="3333CC"/>
                </a:solidFill>
                <a:prstDash val="dash"/>
                <a:headEnd type="none" w="med" len="med"/>
                <a:tailEnd type="none" w="med" len="med"/>
              </a:ln>
            </p:spPr>
          </p:sp>
          <p:sp>
            <p:nvSpPr>
              <p:cNvPr id="22554" name="Text Box 20"/>
              <p:cNvSpPr txBox="1"/>
              <p:nvPr/>
            </p:nvSpPr>
            <p:spPr>
              <a:xfrm>
                <a:off x="2572" y="1728"/>
                <a:ext cx="308" cy="288"/>
              </a:xfrm>
              <a:prstGeom prst="rect">
                <a:avLst/>
              </a:prstGeom>
              <a:noFill/>
              <a:ln w="22225">
                <a:noFill/>
              </a:ln>
            </p:spPr>
            <p:txBody>
              <a:bodyPr wrap="none">
                <a:spAutoFit/>
              </a:bodyPr>
              <a:lstStyle/>
              <a:p>
                <a:r>
                  <a:rPr lang="en-US" altLang="zh-CN" sz="2400" i="1" dirty="0">
                    <a:latin typeface="Times New Roman" panose="02020603050405020304" pitchFamily="18" charset="0"/>
                  </a:rPr>
                  <a:t>K</a:t>
                </a:r>
                <a:r>
                  <a:rPr lang="en-US" altLang="zh-CN" sz="2400" i="1" baseline="-18000" dirty="0">
                    <a:latin typeface="Times New Roman" panose="02020603050405020304" pitchFamily="18" charset="0"/>
                  </a:rPr>
                  <a:t>p</a:t>
                </a:r>
              </a:p>
            </p:txBody>
          </p:sp>
          <p:sp>
            <p:nvSpPr>
              <p:cNvPr id="22555" name="Line 21"/>
              <p:cNvSpPr/>
              <p:nvPr/>
            </p:nvSpPr>
            <p:spPr>
              <a:xfrm>
                <a:off x="3320" y="1633"/>
                <a:ext cx="0" cy="265"/>
              </a:xfrm>
              <a:prstGeom prst="line">
                <a:avLst/>
              </a:prstGeom>
              <a:ln w="22225" cap="flat" cmpd="sng">
                <a:solidFill>
                  <a:schemeClr val="tx1"/>
                </a:solidFill>
                <a:prstDash val="dash"/>
                <a:headEnd type="none" w="med" len="med"/>
                <a:tailEnd type="none" w="med" len="med"/>
              </a:ln>
            </p:spPr>
          </p:sp>
          <p:sp>
            <p:nvSpPr>
              <p:cNvPr id="22556" name="Text Box 22"/>
              <p:cNvSpPr txBox="1"/>
              <p:nvPr/>
            </p:nvSpPr>
            <p:spPr>
              <a:xfrm>
                <a:off x="2439" y="1250"/>
                <a:ext cx="393" cy="288"/>
              </a:xfrm>
              <a:prstGeom prst="rect">
                <a:avLst/>
              </a:prstGeom>
              <a:noFill/>
              <a:ln w="22225">
                <a:noFill/>
              </a:ln>
            </p:spPr>
            <p:txBody>
              <a:bodyPr wrap="none">
                <a:spAutoFit/>
              </a:bodyPr>
              <a:lstStyle/>
              <a:p>
                <a:r>
                  <a:rPr lang="en-US" altLang="zh-CN" sz="2400" i="1" dirty="0">
                    <a:latin typeface="Times New Roman" panose="02020603050405020304" pitchFamily="18" charset="0"/>
                  </a:rPr>
                  <a:t>u</a:t>
                </a:r>
                <a:r>
                  <a:rPr lang="en-US" altLang="zh-CN" sz="2400" dirty="0">
                    <a:latin typeface="Times New Roman" panose="02020603050405020304" pitchFamily="18" charset="0"/>
                  </a:rPr>
                  <a:t>(</a:t>
                </a:r>
                <a:r>
                  <a:rPr lang="en-US" altLang="zh-CN" sz="2400" i="1" dirty="0">
                    <a:latin typeface="Times New Roman" panose="02020603050405020304" pitchFamily="18" charset="0"/>
                  </a:rPr>
                  <a:t>t</a:t>
                </a:r>
                <a:r>
                  <a:rPr lang="en-US" altLang="zh-CN" sz="2400" dirty="0">
                    <a:latin typeface="Times New Roman" panose="02020603050405020304" pitchFamily="18" charset="0"/>
                  </a:rPr>
                  <a:t>)</a:t>
                </a:r>
              </a:p>
            </p:txBody>
          </p:sp>
          <p:sp>
            <p:nvSpPr>
              <p:cNvPr id="22557" name="Line 23"/>
              <p:cNvSpPr/>
              <p:nvPr/>
            </p:nvSpPr>
            <p:spPr>
              <a:xfrm flipH="1">
                <a:off x="3184" y="1739"/>
                <a:ext cx="204" cy="159"/>
              </a:xfrm>
              <a:prstGeom prst="line">
                <a:avLst/>
              </a:prstGeom>
              <a:ln w="22225" cap="flat" cmpd="sng">
                <a:solidFill>
                  <a:schemeClr val="accent2"/>
                </a:solidFill>
                <a:prstDash val="solid"/>
                <a:headEnd type="none" w="med" len="med"/>
                <a:tailEnd type="triangle" w="med" len="med"/>
              </a:ln>
            </p:spPr>
          </p:sp>
          <p:sp>
            <p:nvSpPr>
              <p:cNvPr id="22558" name="Text Box 24"/>
              <p:cNvSpPr txBox="1"/>
              <p:nvPr/>
            </p:nvSpPr>
            <p:spPr>
              <a:xfrm>
                <a:off x="3320" y="1632"/>
                <a:ext cx="992" cy="288"/>
              </a:xfrm>
              <a:prstGeom prst="rect">
                <a:avLst/>
              </a:prstGeom>
              <a:noFill/>
              <a:ln w="22225">
                <a:noFill/>
              </a:ln>
            </p:spPr>
            <p:txBody>
              <a:bodyPr wrap="none">
                <a:spAutoFit/>
              </a:bodyPr>
              <a:lstStyle/>
              <a:p>
                <a:r>
                  <a:rPr lang="zh-CN" altLang="en-US" sz="2400" dirty="0">
                    <a:latin typeface="Times New Roman" panose="02020603050405020304" pitchFamily="18" charset="0"/>
                  </a:rPr>
                  <a:t>只有</a:t>
                </a:r>
                <a:r>
                  <a:rPr lang="en-US" altLang="zh-CN" sz="2400" dirty="0">
                    <a:latin typeface="Times New Roman" panose="02020603050405020304" pitchFamily="18" charset="0"/>
                  </a:rPr>
                  <a:t>P</a:t>
                </a:r>
                <a:r>
                  <a:rPr lang="zh-CN" altLang="en-US" sz="2400" dirty="0">
                    <a:latin typeface="Times New Roman" panose="02020603050405020304" pitchFamily="18" charset="0"/>
                  </a:rPr>
                  <a:t>控制</a:t>
                </a:r>
              </a:p>
            </p:txBody>
          </p:sp>
          <p:sp>
            <p:nvSpPr>
              <p:cNvPr id="22559" name="Text Box 25"/>
              <p:cNvSpPr txBox="1"/>
              <p:nvPr/>
            </p:nvSpPr>
            <p:spPr>
              <a:xfrm>
                <a:off x="3601" y="1282"/>
                <a:ext cx="671" cy="288"/>
              </a:xfrm>
              <a:prstGeom prst="rect">
                <a:avLst/>
              </a:prstGeom>
              <a:noFill/>
              <a:ln w="22225">
                <a:noFill/>
              </a:ln>
            </p:spPr>
            <p:txBody>
              <a:bodyPr wrap="none">
                <a:spAutoFit/>
              </a:bodyPr>
              <a:lstStyle/>
              <a:p>
                <a:r>
                  <a:rPr lang="en-US" altLang="zh-CN" sz="2400" dirty="0">
                    <a:latin typeface="Times New Roman" panose="02020603050405020304" pitchFamily="18" charset="0"/>
                  </a:rPr>
                  <a:t>PI</a:t>
                </a:r>
                <a:r>
                  <a:rPr lang="zh-CN" altLang="en-US" sz="2400" dirty="0">
                    <a:latin typeface="Times New Roman" panose="02020603050405020304" pitchFamily="18" charset="0"/>
                  </a:rPr>
                  <a:t>控制</a:t>
                </a:r>
              </a:p>
            </p:txBody>
          </p:sp>
          <p:sp>
            <p:nvSpPr>
              <p:cNvPr id="22560" name="Line 26"/>
              <p:cNvSpPr/>
              <p:nvPr/>
            </p:nvSpPr>
            <p:spPr>
              <a:xfrm flipH="1">
                <a:off x="3388" y="1473"/>
                <a:ext cx="203" cy="160"/>
              </a:xfrm>
              <a:prstGeom prst="line">
                <a:avLst/>
              </a:prstGeom>
              <a:ln w="22225" cap="flat" cmpd="sng">
                <a:solidFill>
                  <a:srgbClr val="990000"/>
                </a:solidFill>
                <a:prstDash val="solid"/>
                <a:headEnd type="none" w="med" len="med"/>
                <a:tailEnd type="triangle" w="med" len="med"/>
              </a:ln>
            </p:spPr>
          </p:sp>
          <p:sp>
            <p:nvSpPr>
              <p:cNvPr id="22561" name="Line 27"/>
              <p:cNvSpPr/>
              <p:nvPr/>
            </p:nvSpPr>
            <p:spPr>
              <a:xfrm>
                <a:off x="3320" y="2110"/>
                <a:ext cx="881" cy="0"/>
              </a:xfrm>
              <a:prstGeom prst="line">
                <a:avLst/>
              </a:prstGeom>
              <a:ln w="22225" cap="flat" cmpd="sng">
                <a:solidFill>
                  <a:schemeClr val="accent2"/>
                </a:solidFill>
                <a:prstDash val="dash"/>
                <a:headEnd type="none" w="med" len="med"/>
                <a:tailEnd type="none" w="med" len="med"/>
              </a:ln>
            </p:spPr>
          </p:sp>
          <p:sp>
            <p:nvSpPr>
              <p:cNvPr id="22562" name="Line 28"/>
              <p:cNvSpPr/>
              <p:nvPr/>
            </p:nvSpPr>
            <p:spPr>
              <a:xfrm>
                <a:off x="3320" y="1898"/>
                <a:ext cx="0" cy="212"/>
              </a:xfrm>
              <a:prstGeom prst="line">
                <a:avLst/>
              </a:prstGeom>
              <a:ln w="22225" cap="flat" cmpd="sng">
                <a:solidFill>
                  <a:schemeClr val="accent2"/>
                </a:solidFill>
                <a:prstDash val="dash"/>
                <a:headEnd type="none" w="med" len="med"/>
                <a:tailEnd type="none" w="med" len="med"/>
              </a:ln>
            </p:spPr>
          </p:sp>
          <p:sp>
            <p:nvSpPr>
              <p:cNvPr id="22563" name="Text Box 29"/>
              <p:cNvSpPr txBox="1"/>
              <p:nvPr/>
            </p:nvSpPr>
            <p:spPr>
              <a:xfrm>
                <a:off x="2642" y="2006"/>
                <a:ext cx="212" cy="288"/>
              </a:xfrm>
              <a:prstGeom prst="rect">
                <a:avLst/>
              </a:prstGeom>
              <a:noFill/>
              <a:ln w="22225">
                <a:noFill/>
              </a:ln>
            </p:spPr>
            <p:txBody>
              <a:bodyPr wrap="none">
                <a:spAutoFit/>
              </a:bodyPr>
              <a:lstStyle/>
              <a:p>
                <a:r>
                  <a:rPr lang="en-US" altLang="zh-CN" sz="2400" dirty="0">
                    <a:latin typeface="Times New Roman" panose="02020603050405020304" pitchFamily="18" charset="0"/>
                  </a:rPr>
                  <a:t>0</a:t>
                </a:r>
              </a:p>
            </p:txBody>
          </p:sp>
        </p:grpSp>
        <p:grpSp>
          <p:nvGrpSpPr>
            <p:cNvPr id="22536" name="Group 30"/>
            <p:cNvGrpSpPr/>
            <p:nvPr/>
          </p:nvGrpSpPr>
          <p:grpSpPr>
            <a:xfrm>
              <a:off x="1088" y="3024"/>
              <a:ext cx="1360" cy="1112"/>
              <a:chOff x="1040" y="1240"/>
              <a:chExt cx="1360" cy="1112"/>
            </a:xfrm>
          </p:grpSpPr>
          <p:sp>
            <p:nvSpPr>
              <p:cNvPr id="22537" name="Line 31"/>
              <p:cNvSpPr/>
              <p:nvPr/>
            </p:nvSpPr>
            <p:spPr>
              <a:xfrm flipV="1">
                <a:off x="1443" y="2112"/>
                <a:ext cx="957" cy="3"/>
              </a:xfrm>
              <a:prstGeom prst="line">
                <a:avLst/>
              </a:prstGeom>
              <a:ln w="22225" cap="flat" cmpd="sng">
                <a:solidFill>
                  <a:schemeClr val="tx1"/>
                </a:solidFill>
                <a:prstDash val="solid"/>
                <a:headEnd type="none" w="med" len="med"/>
                <a:tailEnd type="triangle" w="med" len="med"/>
              </a:ln>
            </p:spPr>
          </p:sp>
          <p:sp>
            <p:nvSpPr>
              <p:cNvPr id="22538" name="Line 32"/>
              <p:cNvSpPr/>
              <p:nvPr/>
            </p:nvSpPr>
            <p:spPr>
              <a:xfrm flipH="1" flipV="1">
                <a:off x="1443" y="1368"/>
                <a:ext cx="0" cy="743"/>
              </a:xfrm>
              <a:prstGeom prst="line">
                <a:avLst/>
              </a:prstGeom>
              <a:ln w="22225" cap="flat" cmpd="sng">
                <a:solidFill>
                  <a:schemeClr val="tx1"/>
                </a:solidFill>
                <a:prstDash val="solid"/>
                <a:headEnd type="none" w="med" len="med"/>
                <a:tailEnd type="triangle" w="med" len="med"/>
              </a:ln>
            </p:spPr>
          </p:sp>
          <p:sp>
            <p:nvSpPr>
              <p:cNvPr id="22539" name="Text Box 33"/>
              <p:cNvSpPr txBox="1"/>
              <p:nvPr/>
            </p:nvSpPr>
            <p:spPr>
              <a:xfrm>
                <a:off x="2231" y="2064"/>
                <a:ext cx="169" cy="288"/>
              </a:xfrm>
              <a:prstGeom prst="rect">
                <a:avLst/>
              </a:prstGeom>
              <a:noFill/>
              <a:ln w="22225">
                <a:noFill/>
              </a:ln>
            </p:spPr>
            <p:txBody>
              <a:bodyPr wrap="none">
                <a:spAutoFit/>
              </a:bodyPr>
              <a:lstStyle/>
              <a:p>
                <a:r>
                  <a:rPr lang="en-US" altLang="zh-CN" sz="2400" i="1" dirty="0">
                    <a:latin typeface="Times New Roman" panose="02020603050405020304" pitchFamily="18" charset="0"/>
                  </a:rPr>
                  <a:t>t</a:t>
                </a:r>
              </a:p>
            </p:txBody>
          </p:sp>
          <p:sp>
            <p:nvSpPr>
              <p:cNvPr id="22540" name="Text Box 34"/>
              <p:cNvSpPr txBox="1"/>
              <p:nvPr/>
            </p:nvSpPr>
            <p:spPr>
              <a:xfrm>
                <a:off x="1248" y="2008"/>
                <a:ext cx="212" cy="288"/>
              </a:xfrm>
              <a:prstGeom prst="rect">
                <a:avLst/>
              </a:prstGeom>
              <a:noFill/>
              <a:ln w="22225">
                <a:noFill/>
              </a:ln>
            </p:spPr>
            <p:txBody>
              <a:bodyPr wrap="none">
                <a:spAutoFit/>
              </a:bodyPr>
              <a:lstStyle/>
              <a:p>
                <a:r>
                  <a:rPr lang="en-US" altLang="zh-CN" sz="2400" dirty="0">
                    <a:latin typeface="Times New Roman" panose="02020603050405020304" pitchFamily="18" charset="0"/>
                  </a:rPr>
                  <a:t>0</a:t>
                </a:r>
              </a:p>
            </p:txBody>
          </p:sp>
          <p:sp>
            <p:nvSpPr>
              <p:cNvPr id="22541" name="Text Box 35"/>
              <p:cNvSpPr txBox="1"/>
              <p:nvPr/>
            </p:nvSpPr>
            <p:spPr>
              <a:xfrm>
                <a:off x="1248" y="1516"/>
                <a:ext cx="212" cy="288"/>
              </a:xfrm>
              <a:prstGeom prst="rect">
                <a:avLst/>
              </a:prstGeom>
              <a:noFill/>
              <a:ln w="22225">
                <a:noFill/>
              </a:ln>
            </p:spPr>
            <p:txBody>
              <a:bodyPr wrap="none">
                <a:spAutoFit/>
              </a:bodyPr>
              <a:lstStyle/>
              <a:p>
                <a:r>
                  <a:rPr lang="en-US" altLang="zh-CN" sz="2400" dirty="0">
                    <a:latin typeface="Times New Roman" panose="02020603050405020304" pitchFamily="18" charset="0"/>
                  </a:rPr>
                  <a:t>1</a:t>
                </a:r>
              </a:p>
            </p:txBody>
          </p:sp>
          <p:sp>
            <p:nvSpPr>
              <p:cNvPr id="22542" name="Text Box 36"/>
              <p:cNvSpPr txBox="1"/>
              <p:nvPr/>
            </p:nvSpPr>
            <p:spPr>
              <a:xfrm>
                <a:off x="1040" y="1240"/>
                <a:ext cx="429" cy="288"/>
              </a:xfrm>
              <a:prstGeom prst="rect">
                <a:avLst/>
              </a:prstGeom>
              <a:noFill/>
              <a:ln w="22225">
                <a:noFill/>
              </a:ln>
            </p:spPr>
            <p:txBody>
              <a:bodyPr wrap="none">
                <a:spAutoFit/>
              </a:bodyPr>
              <a:lstStyle/>
              <a:p>
                <a:r>
                  <a:rPr lang="en-US" altLang="zh-CN" sz="2400" i="1" dirty="0">
                    <a:latin typeface="Times New Roman" panose="02020603050405020304" pitchFamily="18" charset="0"/>
                    <a:sym typeface="Symbol" panose="05050102010706020507" pitchFamily="18" charset="2"/>
                  </a:rPr>
                  <a:t></a:t>
                </a:r>
                <a:r>
                  <a:rPr lang="en-US" altLang="zh-CN" sz="2400" i="1" dirty="0">
                    <a:latin typeface="Times New Roman" panose="02020603050405020304" pitchFamily="18" charset="0"/>
                  </a:rPr>
                  <a:t> </a:t>
                </a:r>
                <a:r>
                  <a:rPr lang="en-US" altLang="zh-CN" sz="2400" dirty="0">
                    <a:latin typeface="Times New Roman" panose="02020603050405020304" pitchFamily="18" charset="0"/>
                  </a:rPr>
                  <a:t>(</a:t>
                </a:r>
                <a:r>
                  <a:rPr lang="en-US" altLang="zh-CN" sz="2400" i="1" dirty="0">
                    <a:latin typeface="Times New Roman" panose="02020603050405020304" pitchFamily="18" charset="0"/>
                  </a:rPr>
                  <a:t>t</a:t>
                </a:r>
                <a:r>
                  <a:rPr lang="en-US" altLang="zh-CN" sz="2400" dirty="0">
                    <a:latin typeface="Times New Roman" panose="02020603050405020304" pitchFamily="18" charset="0"/>
                  </a:rPr>
                  <a:t>)</a:t>
                </a:r>
              </a:p>
            </p:txBody>
          </p:sp>
          <p:sp>
            <p:nvSpPr>
              <p:cNvPr id="22543" name="Text Box 37"/>
              <p:cNvSpPr txBox="1"/>
              <p:nvPr/>
            </p:nvSpPr>
            <p:spPr>
              <a:xfrm>
                <a:off x="1783" y="2064"/>
                <a:ext cx="233" cy="288"/>
              </a:xfrm>
              <a:prstGeom prst="rect">
                <a:avLst/>
              </a:prstGeom>
              <a:noFill/>
              <a:ln w="22225">
                <a:noFill/>
              </a:ln>
            </p:spPr>
            <p:txBody>
              <a:bodyPr wrap="none">
                <a:spAutoFit/>
              </a:bodyPr>
              <a:lstStyle/>
              <a:p>
                <a:r>
                  <a:rPr lang="en-US" altLang="zh-CN" sz="2400" i="1" dirty="0">
                    <a:latin typeface="Times New Roman" panose="02020603050405020304" pitchFamily="18" charset="0"/>
                  </a:rPr>
                  <a:t>t</a:t>
                </a:r>
                <a:r>
                  <a:rPr lang="en-US" altLang="zh-CN" sz="2400" baseline="-18000" dirty="0">
                    <a:latin typeface="Times New Roman" panose="02020603050405020304" pitchFamily="18" charset="0"/>
                  </a:rPr>
                  <a:t>0</a:t>
                </a:r>
              </a:p>
            </p:txBody>
          </p:sp>
          <p:sp>
            <p:nvSpPr>
              <p:cNvPr id="22544" name="Line 38"/>
              <p:cNvSpPr/>
              <p:nvPr/>
            </p:nvSpPr>
            <p:spPr>
              <a:xfrm flipV="1">
                <a:off x="1886" y="1687"/>
                <a:ext cx="0" cy="424"/>
              </a:xfrm>
              <a:prstGeom prst="line">
                <a:avLst/>
              </a:prstGeom>
              <a:ln w="22225" cap="flat" cmpd="sng">
                <a:solidFill>
                  <a:schemeClr val="tx1"/>
                </a:solidFill>
                <a:prstDash val="solid"/>
                <a:headEnd type="none" w="med" len="med"/>
                <a:tailEnd type="none" w="med" len="med"/>
              </a:ln>
            </p:spPr>
          </p:sp>
          <p:sp>
            <p:nvSpPr>
              <p:cNvPr id="22545" name="Line 39"/>
              <p:cNvSpPr/>
              <p:nvPr/>
            </p:nvSpPr>
            <p:spPr>
              <a:xfrm flipH="1">
                <a:off x="1439" y="1687"/>
                <a:ext cx="447" cy="0"/>
              </a:xfrm>
              <a:prstGeom prst="line">
                <a:avLst/>
              </a:prstGeom>
              <a:ln w="22225" cap="flat" cmpd="sng">
                <a:solidFill>
                  <a:schemeClr val="tx1"/>
                </a:solidFill>
                <a:prstDash val="solid"/>
                <a:headEnd type="none" w="med" len="med"/>
                <a:tailEnd type="none" w="med" len="med"/>
              </a:ln>
            </p:spPr>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0724"/>
                                        </p:tgtEl>
                                        <p:attrNameLst>
                                          <p:attrName>style.visibility</p:attrName>
                                        </p:attrNameLst>
                                      </p:cBhvr>
                                      <p:to>
                                        <p:strVal val="visible"/>
                                      </p:to>
                                    </p:set>
                                    <p:anim calcmode="lin" valueType="num">
                                      <p:cBhvr additive="base">
                                        <p:cTn id="13" dur="500" fill="hold"/>
                                        <p:tgtEl>
                                          <p:spTgt spid="30724"/>
                                        </p:tgtEl>
                                        <p:attrNameLst>
                                          <p:attrName>ppt_x</p:attrName>
                                        </p:attrNameLst>
                                      </p:cBhvr>
                                      <p:tavLst>
                                        <p:tav tm="0">
                                          <p:val>
                                            <p:strVal val="#ppt_x"/>
                                          </p:val>
                                        </p:tav>
                                        <p:tav tm="100000">
                                          <p:val>
                                            <p:strVal val="#ppt_x"/>
                                          </p:val>
                                        </p:tav>
                                      </p:tavLst>
                                    </p:anim>
                                    <p:anim calcmode="lin" valueType="num">
                                      <p:cBhvr additive="base">
                                        <p:cTn id="14" dur="500" fill="hold"/>
                                        <p:tgtEl>
                                          <p:spTgt spid="3072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0729"/>
                                        </p:tgtEl>
                                        <p:attrNameLst>
                                          <p:attrName>style.visibility</p:attrName>
                                        </p:attrNameLst>
                                      </p:cBhvr>
                                      <p:to>
                                        <p:strVal val="visible"/>
                                      </p:to>
                                    </p:set>
                                    <p:anim calcmode="lin" valueType="num">
                                      <p:cBhvr additive="base">
                                        <p:cTn id="19" dur="500" fill="hold"/>
                                        <p:tgtEl>
                                          <p:spTgt spid="30729"/>
                                        </p:tgtEl>
                                        <p:attrNameLst>
                                          <p:attrName>ppt_x</p:attrName>
                                        </p:attrNameLst>
                                      </p:cBhvr>
                                      <p:tavLst>
                                        <p:tav tm="0">
                                          <p:val>
                                            <p:strVal val="#ppt_x"/>
                                          </p:val>
                                        </p:tav>
                                        <p:tav tm="100000">
                                          <p:val>
                                            <p:strVal val="#ppt_x"/>
                                          </p:val>
                                        </p:tav>
                                      </p:tavLst>
                                    </p:anim>
                                    <p:anim calcmode="lin" valueType="num">
                                      <p:cBhvr additive="base">
                                        <p:cTn id="20" dur="500" fill="hold"/>
                                        <p:tgtEl>
                                          <p:spTgt spid="30729"/>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gtEl>
                                        <p:attrNameLst>
                                          <p:attrName>style.visibility</p:attrName>
                                        </p:attrNameLst>
                                      </p:cBhvr>
                                      <p:to>
                                        <p:strVal val="visible"/>
                                      </p:to>
                                    </p:set>
                                    <p:anim calcmode="lin" valueType="num">
                                      <p:cBhvr additive="base">
                                        <p:cTn id="25" dur="500" fill="hold"/>
                                        <p:tgtEl>
                                          <p:spTgt spid="3"/>
                                        </p:tgtEl>
                                        <p:attrNameLst>
                                          <p:attrName>ppt_x</p:attrName>
                                        </p:attrNameLst>
                                      </p:cBhvr>
                                      <p:tavLst>
                                        <p:tav tm="0">
                                          <p:val>
                                            <p:strVal val="#ppt_x"/>
                                          </p:val>
                                        </p:tav>
                                        <p:tav tm="100000">
                                          <p:val>
                                            <p:strVal val="#ppt_x"/>
                                          </p:val>
                                        </p:tav>
                                      </p:tavLst>
                                    </p:anim>
                                    <p:anim calcmode="lin" valueType="num">
                                      <p:cBhvr additive="base">
                                        <p:cTn id="26"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4" grpId="0"/>
      <p:bldP spid="3072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3"/>
          <p:cNvGrpSpPr/>
          <p:nvPr/>
        </p:nvGrpSpPr>
        <p:grpSpPr>
          <a:xfrm>
            <a:off x="1600200" y="4191000"/>
            <a:ext cx="5676900" cy="1852613"/>
            <a:chOff x="1008" y="1137"/>
            <a:chExt cx="3576" cy="1167"/>
          </a:xfrm>
        </p:grpSpPr>
        <p:grpSp>
          <p:nvGrpSpPr>
            <p:cNvPr id="23559" name="Group 4"/>
            <p:cNvGrpSpPr/>
            <p:nvPr/>
          </p:nvGrpSpPr>
          <p:grpSpPr>
            <a:xfrm>
              <a:off x="1553" y="1334"/>
              <a:ext cx="218" cy="216"/>
              <a:chOff x="513" y="971"/>
              <a:chExt cx="171" cy="158"/>
            </a:xfrm>
          </p:grpSpPr>
          <p:sp>
            <p:nvSpPr>
              <p:cNvPr id="23578" name="Oval 5"/>
              <p:cNvSpPr/>
              <p:nvPr/>
            </p:nvSpPr>
            <p:spPr>
              <a:xfrm>
                <a:off x="513" y="971"/>
                <a:ext cx="171" cy="158"/>
              </a:xfrm>
              <a:prstGeom prst="ellipse">
                <a:avLst/>
              </a:prstGeom>
              <a:noFill/>
              <a:ln w="22225" cap="flat" cmpd="sng">
                <a:solidFill>
                  <a:schemeClr val="tx1"/>
                </a:solidFill>
                <a:prstDash val="solid"/>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23579" name="Line 6"/>
              <p:cNvSpPr/>
              <p:nvPr/>
            </p:nvSpPr>
            <p:spPr>
              <a:xfrm flipH="1">
                <a:off x="557" y="1011"/>
                <a:ext cx="85" cy="79"/>
              </a:xfrm>
              <a:prstGeom prst="line">
                <a:avLst/>
              </a:prstGeom>
              <a:ln w="22225" cap="flat" cmpd="sng">
                <a:solidFill>
                  <a:schemeClr val="tx1"/>
                </a:solidFill>
                <a:prstDash val="solid"/>
                <a:headEnd type="none" w="med" len="med"/>
                <a:tailEnd type="none" w="med" len="med"/>
              </a:ln>
            </p:spPr>
          </p:sp>
          <p:sp>
            <p:nvSpPr>
              <p:cNvPr id="23580" name="Line 7"/>
              <p:cNvSpPr/>
              <p:nvPr/>
            </p:nvSpPr>
            <p:spPr>
              <a:xfrm>
                <a:off x="557" y="1011"/>
                <a:ext cx="85" cy="79"/>
              </a:xfrm>
              <a:prstGeom prst="line">
                <a:avLst/>
              </a:prstGeom>
              <a:ln w="22225" cap="flat" cmpd="sng">
                <a:solidFill>
                  <a:schemeClr val="tx1"/>
                </a:solidFill>
                <a:prstDash val="solid"/>
                <a:headEnd type="none" w="med" len="med"/>
                <a:tailEnd type="none" w="med" len="med"/>
              </a:ln>
            </p:spPr>
          </p:sp>
        </p:grpSp>
        <p:sp>
          <p:nvSpPr>
            <p:cNvPr id="23560" name="Line 8"/>
            <p:cNvSpPr/>
            <p:nvPr/>
          </p:nvSpPr>
          <p:spPr>
            <a:xfrm>
              <a:off x="1086" y="1447"/>
              <a:ext cx="459" cy="0"/>
            </a:xfrm>
            <a:prstGeom prst="line">
              <a:avLst/>
            </a:prstGeom>
            <a:ln w="22225" cap="flat" cmpd="sng">
              <a:solidFill>
                <a:schemeClr val="tx1"/>
              </a:solidFill>
              <a:prstDash val="solid"/>
              <a:headEnd type="none" w="med" len="med"/>
              <a:tailEnd type="triangle" w="med" len="med"/>
            </a:ln>
          </p:spPr>
        </p:sp>
        <p:sp>
          <p:nvSpPr>
            <p:cNvPr id="23561" name="Line 9"/>
            <p:cNvSpPr/>
            <p:nvPr/>
          </p:nvSpPr>
          <p:spPr>
            <a:xfrm>
              <a:off x="1787" y="1447"/>
              <a:ext cx="394" cy="0"/>
            </a:xfrm>
            <a:prstGeom prst="line">
              <a:avLst/>
            </a:prstGeom>
            <a:ln w="22225" cap="flat" cmpd="sng">
              <a:solidFill>
                <a:schemeClr val="tx1"/>
              </a:solidFill>
              <a:prstDash val="solid"/>
              <a:headEnd type="none" w="med" len="med"/>
              <a:tailEnd type="triangle" w="med" len="med"/>
            </a:ln>
          </p:spPr>
        </p:sp>
        <p:sp>
          <p:nvSpPr>
            <p:cNvPr id="23562" name="Rectangle 10"/>
            <p:cNvSpPr/>
            <p:nvPr/>
          </p:nvSpPr>
          <p:spPr>
            <a:xfrm>
              <a:off x="2189" y="1187"/>
              <a:ext cx="820" cy="526"/>
            </a:xfrm>
            <a:prstGeom prst="rect">
              <a:avLst/>
            </a:prstGeom>
            <a:noFill/>
            <a:ln w="22225" cap="flat" cmpd="sng">
              <a:solidFill>
                <a:schemeClr val="tx1"/>
              </a:solidFill>
              <a:prstDash val="solid"/>
              <a:miter/>
              <a:headEnd type="none" w="med" len="med"/>
              <a:tailEnd type="none" w="med" len="med"/>
            </a:ln>
          </p:spPr>
          <p:txBody>
            <a:bodyPr wrap="none" anchor="ctr" anchorCtr="0"/>
            <a:lstStyle/>
            <a:p>
              <a:pPr algn="ctr"/>
              <a:endParaRPr lang="zh-CN" altLang="zh-CN" sz="2400" i="1" baseline="-16000" dirty="0">
                <a:latin typeface="Times New Roman" panose="02020603050405020304" pitchFamily="18" charset="0"/>
              </a:endParaRPr>
            </a:p>
          </p:txBody>
        </p:sp>
        <p:sp>
          <p:nvSpPr>
            <p:cNvPr id="23563" name="Rectangle 11"/>
            <p:cNvSpPr/>
            <p:nvPr/>
          </p:nvSpPr>
          <p:spPr>
            <a:xfrm>
              <a:off x="3403" y="1179"/>
              <a:ext cx="544" cy="534"/>
            </a:xfrm>
            <a:prstGeom prst="rect">
              <a:avLst/>
            </a:prstGeom>
            <a:noFill/>
            <a:ln w="22225" cap="flat" cmpd="sng">
              <a:solidFill>
                <a:schemeClr val="tx1"/>
              </a:solidFill>
              <a:prstDash val="solid"/>
              <a:miter/>
              <a:headEnd type="none" w="med" len="med"/>
              <a:tailEnd type="none" w="med" len="med"/>
            </a:ln>
          </p:spPr>
          <p:txBody>
            <a:bodyPr wrap="none" anchor="ctr" anchorCtr="0"/>
            <a:lstStyle/>
            <a:p>
              <a:pPr algn="ctr"/>
              <a:r>
                <a:rPr lang="en-US" altLang="zh-CN" sz="2400" i="1" dirty="0">
                  <a:latin typeface="Times New Roman" panose="02020603050405020304" pitchFamily="18" charset="0"/>
                </a:rPr>
                <a:t>G</a:t>
              </a:r>
              <a:r>
                <a:rPr lang="en-US" altLang="zh-CN" sz="2400" dirty="0">
                  <a:latin typeface="Times New Roman" panose="02020603050405020304" pitchFamily="18" charset="0"/>
                </a:rPr>
                <a:t>(</a:t>
              </a:r>
              <a:r>
                <a:rPr lang="en-US" altLang="zh-CN" sz="2400" i="1" dirty="0">
                  <a:latin typeface="Times New Roman" panose="02020603050405020304" pitchFamily="18" charset="0"/>
                </a:rPr>
                <a:t>s</a:t>
              </a:r>
              <a:r>
                <a:rPr lang="en-US" altLang="zh-CN" sz="2400" dirty="0">
                  <a:latin typeface="Times New Roman" panose="02020603050405020304" pitchFamily="18" charset="0"/>
                </a:rPr>
                <a:t>)</a:t>
              </a:r>
            </a:p>
          </p:txBody>
        </p:sp>
        <p:sp>
          <p:nvSpPr>
            <p:cNvPr id="23564" name="Line 12"/>
            <p:cNvSpPr/>
            <p:nvPr/>
          </p:nvSpPr>
          <p:spPr>
            <a:xfrm flipV="1">
              <a:off x="3009" y="1447"/>
              <a:ext cx="394" cy="0"/>
            </a:xfrm>
            <a:prstGeom prst="line">
              <a:avLst/>
            </a:prstGeom>
            <a:ln w="22225" cap="flat" cmpd="sng">
              <a:solidFill>
                <a:schemeClr val="tx1"/>
              </a:solidFill>
              <a:prstDash val="solid"/>
              <a:headEnd type="none" w="med" len="med"/>
              <a:tailEnd type="triangle" w="med" len="med"/>
            </a:ln>
          </p:spPr>
        </p:sp>
        <p:sp>
          <p:nvSpPr>
            <p:cNvPr id="23565" name="Line 13"/>
            <p:cNvSpPr/>
            <p:nvPr/>
          </p:nvSpPr>
          <p:spPr>
            <a:xfrm>
              <a:off x="3947" y="1441"/>
              <a:ext cx="637" cy="0"/>
            </a:xfrm>
            <a:prstGeom prst="line">
              <a:avLst/>
            </a:prstGeom>
            <a:ln w="22225" cap="flat" cmpd="sng">
              <a:solidFill>
                <a:schemeClr val="tx1"/>
              </a:solidFill>
              <a:prstDash val="solid"/>
              <a:headEnd type="none" w="med" len="med"/>
              <a:tailEnd type="triangle" w="med" len="med"/>
            </a:ln>
          </p:spPr>
        </p:sp>
        <p:sp>
          <p:nvSpPr>
            <p:cNvPr id="23566" name="Rectangle 14"/>
            <p:cNvSpPr/>
            <p:nvPr/>
          </p:nvSpPr>
          <p:spPr>
            <a:xfrm>
              <a:off x="2698" y="1873"/>
              <a:ext cx="721" cy="431"/>
            </a:xfrm>
            <a:prstGeom prst="rect">
              <a:avLst/>
            </a:prstGeom>
            <a:noFill/>
            <a:ln w="22225" cap="flat" cmpd="sng">
              <a:solidFill>
                <a:schemeClr val="tx1"/>
              </a:solidFill>
              <a:prstDash val="solid"/>
              <a:miter/>
              <a:headEnd type="none" w="med" len="med"/>
              <a:tailEnd type="none" w="med" len="med"/>
            </a:ln>
          </p:spPr>
          <p:txBody>
            <a:bodyPr wrap="none" anchor="ctr" anchorCtr="0"/>
            <a:lstStyle/>
            <a:p>
              <a:pPr algn="ctr"/>
              <a:r>
                <a:rPr lang="en-US" altLang="zh-CN" sz="2400" i="1" dirty="0">
                  <a:latin typeface="Times New Roman" panose="02020603050405020304" pitchFamily="18" charset="0"/>
                </a:rPr>
                <a:t>H</a:t>
              </a:r>
              <a:r>
                <a:rPr lang="en-US" altLang="zh-CN" sz="2400" dirty="0">
                  <a:latin typeface="Times New Roman" panose="02020603050405020304" pitchFamily="18" charset="0"/>
                </a:rPr>
                <a:t>(</a:t>
              </a:r>
              <a:r>
                <a:rPr lang="en-US" altLang="zh-CN" sz="2400" i="1" dirty="0">
                  <a:latin typeface="Times New Roman" panose="02020603050405020304" pitchFamily="18" charset="0"/>
                </a:rPr>
                <a:t>s</a:t>
              </a:r>
              <a:r>
                <a:rPr lang="en-US" altLang="zh-CN" sz="2400" dirty="0">
                  <a:latin typeface="Times New Roman" panose="02020603050405020304" pitchFamily="18" charset="0"/>
                </a:rPr>
                <a:t>)</a:t>
              </a:r>
            </a:p>
          </p:txBody>
        </p:sp>
        <p:sp>
          <p:nvSpPr>
            <p:cNvPr id="23567" name="Line 15"/>
            <p:cNvSpPr/>
            <p:nvPr/>
          </p:nvSpPr>
          <p:spPr>
            <a:xfrm>
              <a:off x="4121" y="1441"/>
              <a:ext cx="0" cy="647"/>
            </a:xfrm>
            <a:prstGeom prst="line">
              <a:avLst/>
            </a:prstGeom>
            <a:ln w="22225" cap="flat" cmpd="sng">
              <a:solidFill>
                <a:schemeClr val="tx1"/>
              </a:solidFill>
              <a:prstDash val="solid"/>
              <a:headEnd type="none" w="med" len="med"/>
              <a:tailEnd type="none" w="med" len="med"/>
            </a:ln>
          </p:spPr>
        </p:sp>
        <p:sp>
          <p:nvSpPr>
            <p:cNvPr id="23568" name="Line 16"/>
            <p:cNvSpPr/>
            <p:nvPr/>
          </p:nvSpPr>
          <p:spPr>
            <a:xfrm flipH="1">
              <a:off x="3425" y="2088"/>
              <a:ext cx="696" cy="0"/>
            </a:xfrm>
            <a:prstGeom prst="line">
              <a:avLst/>
            </a:prstGeom>
            <a:ln w="22225" cap="flat" cmpd="sng">
              <a:solidFill>
                <a:schemeClr val="tx1"/>
              </a:solidFill>
              <a:prstDash val="solid"/>
              <a:headEnd type="none" w="med" len="med"/>
              <a:tailEnd type="triangle" w="med" len="med"/>
            </a:ln>
          </p:spPr>
        </p:sp>
        <p:sp>
          <p:nvSpPr>
            <p:cNvPr id="23569" name="Line 17"/>
            <p:cNvSpPr/>
            <p:nvPr/>
          </p:nvSpPr>
          <p:spPr>
            <a:xfrm flipH="1" flipV="1">
              <a:off x="1656" y="2091"/>
              <a:ext cx="1050" cy="0"/>
            </a:xfrm>
            <a:prstGeom prst="line">
              <a:avLst/>
            </a:prstGeom>
            <a:ln w="22225" cap="flat" cmpd="sng">
              <a:solidFill>
                <a:schemeClr val="tx1"/>
              </a:solidFill>
              <a:prstDash val="solid"/>
              <a:headEnd type="none" w="med" len="med"/>
              <a:tailEnd type="none" w="med" len="med"/>
            </a:ln>
          </p:spPr>
        </p:sp>
        <p:sp>
          <p:nvSpPr>
            <p:cNvPr id="23570" name="Line 18"/>
            <p:cNvSpPr/>
            <p:nvPr/>
          </p:nvSpPr>
          <p:spPr>
            <a:xfrm flipV="1">
              <a:off x="1664" y="1549"/>
              <a:ext cx="0" cy="539"/>
            </a:xfrm>
            <a:prstGeom prst="line">
              <a:avLst/>
            </a:prstGeom>
            <a:ln w="22225" cap="flat" cmpd="sng">
              <a:solidFill>
                <a:schemeClr val="tx1"/>
              </a:solidFill>
              <a:prstDash val="solid"/>
              <a:headEnd type="none" w="med" len="med"/>
              <a:tailEnd type="triangle" w="med" len="med"/>
            </a:ln>
          </p:spPr>
        </p:sp>
        <p:sp>
          <p:nvSpPr>
            <p:cNvPr id="23571" name="Line 19"/>
            <p:cNvSpPr/>
            <p:nvPr/>
          </p:nvSpPr>
          <p:spPr>
            <a:xfrm>
              <a:off x="1746" y="1710"/>
              <a:ext cx="115" cy="0"/>
            </a:xfrm>
            <a:prstGeom prst="line">
              <a:avLst/>
            </a:prstGeom>
            <a:ln w="22225" cap="flat" cmpd="sng">
              <a:solidFill>
                <a:schemeClr val="tx1"/>
              </a:solidFill>
              <a:prstDash val="solid"/>
              <a:headEnd type="none" w="med" len="med"/>
              <a:tailEnd type="none" w="med" len="med"/>
            </a:ln>
          </p:spPr>
        </p:sp>
        <p:sp>
          <p:nvSpPr>
            <p:cNvPr id="23572" name="Rectangle 20"/>
            <p:cNvSpPr/>
            <p:nvPr/>
          </p:nvSpPr>
          <p:spPr>
            <a:xfrm>
              <a:off x="1008" y="1152"/>
              <a:ext cx="472" cy="287"/>
            </a:xfrm>
            <a:prstGeom prst="rect">
              <a:avLst/>
            </a:prstGeom>
            <a:noFill/>
            <a:ln w="22225">
              <a:noFill/>
            </a:ln>
          </p:spPr>
          <p:txBody>
            <a:bodyPr wrap="none">
              <a:spAutoFit/>
            </a:bodyPr>
            <a:lstStyle/>
            <a:p>
              <a:r>
                <a:rPr lang="en-US" altLang="zh-CN" sz="2400" i="1" dirty="0">
                  <a:latin typeface="Times New Roman" panose="02020603050405020304" pitchFamily="18" charset="0"/>
                </a:rPr>
                <a:t>X</a:t>
              </a:r>
              <a:r>
                <a:rPr lang="en-US" altLang="zh-CN" sz="2400" i="1" baseline="-18000" dirty="0">
                  <a:latin typeface="Times New Roman" panose="02020603050405020304" pitchFamily="18" charset="0"/>
                </a:rPr>
                <a:t>i</a:t>
              </a:r>
              <a:r>
                <a:rPr lang="en-US" altLang="zh-CN" sz="2400" dirty="0">
                  <a:latin typeface="Times New Roman" panose="02020603050405020304" pitchFamily="18" charset="0"/>
                </a:rPr>
                <a:t>(</a:t>
              </a:r>
              <a:r>
                <a:rPr lang="en-US" altLang="zh-CN" sz="2400" i="1" dirty="0">
                  <a:latin typeface="Times New Roman" panose="02020603050405020304" pitchFamily="18" charset="0"/>
                </a:rPr>
                <a:t>s</a:t>
              </a:r>
              <a:r>
                <a:rPr lang="en-US" altLang="zh-CN" sz="2400" dirty="0">
                  <a:latin typeface="Times New Roman" panose="02020603050405020304" pitchFamily="18" charset="0"/>
                </a:rPr>
                <a:t>)</a:t>
              </a:r>
            </a:p>
          </p:txBody>
        </p:sp>
        <p:sp>
          <p:nvSpPr>
            <p:cNvPr id="23573" name="Rectangle 21"/>
            <p:cNvSpPr/>
            <p:nvPr/>
          </p:nvSpPr>
          <p:spPr>
            <a:xfrm>
              <a:off x="4080" y="1137"/>
              <a:ext cx="500" cy="288"/>
            </a:xfrm>
            <a:prstGeom prst="rect">
              <a:avLst/>
            </a:prstGeom>
            <a:noFill/>
            <a:ln w="22225">
              <a:noFill/>
            </a:ln>
          </p:spPr>
          <p:txBody>
            <a:bodyPr wrap="none">
              <a:spAutoFit/>
            </a:bodyPr>
            <a:lstStyle/>
            <a:p>
              <a:r>
                <a:rPr lang="en-US" altLang="zh-CN" sz="2400" i="1" dirty="0">
                  <a:latin typeface="Times New Roman" panose="02020603050405020304" pitchFamily="18" charset="0"/>
                </a:rPr>
                <a:t>X</a:t>
              </a:r>
              <a:r>
                <a:rPr lang="en-US" altLang="zh-CN" sz="2400" i="1" baseline="-18000" dirty="0">
                  <a:latin typeface="Times New Roman" panose="02020603050405020304" pitchFamily="18" charset="0"/>
                </a:rPr>
                <a:t>o</a:t>
              </a:r>
              <a:r>
                <a:rPr lang="en-US" altLang="zh-CN" sz="2400" dirty="0">
                  <a:latin typeface="Times New Roman" panose="02020603050405020304" pitchFamily="18" charset="0"/>
                </a:rPr>
                <a:t>(</a:t>
              </a:r>
              <a:r>
                <a:rPr lang="en-US" altLang="zh-CN" sz="2400" i="1" dirty="0">
                  <a:latin typeface="Times New Roman" panose="02020603050405020304" pitchFamily="18" charset="0"/>
                </a:rPr>
                <a:t>s</a:t>
              </a:r>
              <a:r>
                <a:rPr lang="en-US" altLang="zh-CN" sz="2400" dirty="0">
                  <a:latin typeface="Times New Roman" panose="02020603050405020304" pitchFamily="18" charset="0"/>
                </a:rPr>
                <a:t>)</a:t>
              </a:r>
            </a:p>
          </p:txBody>
        </p:sp>
        <p:sp>
          <p:nvSpPr>
            <p:cNvPr id="23574" name="Oval 22"/>
            <p:cNvSpPr/>
            <p:nvPr/>
          </p:nvSpPr>
          <p:spPr>
            <a:xfrm>
              <a:off x="4099" y="1408"/>
              <a:ext cx="48" cy="48"/>
            </a:xfrm>
            <a:prstGeom prst="ellipse">
              <a:avLst/>
            </a:prstGeom>
            <a:solidFill>
              <a:schemeClr val="tx1"/>
            </a:solidFill>
            <a:ln w="22225" cap="flat" cmpd="sng">
              <a:solidFill>
                <a:schemeClr val="tx1"/>
              </a:solidFill>
              <a:prstDash val="solid"/>
              <a:headEnd type="none" w="med" len="med"/>
              <a:tailEnd type="none" w="med" len="med"/>
            </a:ln>
          </p:spPr>
          <p:txBody>
            <a:bodyPr wrap="none" anchor="ctr" anchorCtr="0"/>
            <a:lstStyle/>
            <a:p>
              <a:endParaRPr lang="zh-CN" altLang="en-US" dirty="0">
                <a:latin typeface="Arial" panose="020B0604020202020204" pitchFamily="34" charset="0"/>
              </a:endParaRPr>
            </a:p>
          </p:txBody>
        </p:sp>
        <p:graphicFrame>
          <p:nvGraphicFramePr>
            <p:cNvPr id="23575" name="Object 23"/>
            <p:cNvGraphicFramePr>
              <a:graphicFrameLocks noChangeAspect="1"/>
            </p:cNvGraphicFramePr>
            <p:nvPr/>
          </p:nvGraphicFramePr>
          <p:xfrm>
            <a:off x="2184" y="1185"/>
            <a:ext cx="840" cy="528"/>
          </p:xfrm>
          <a:graphic>
            <a:graphicData uri="http://schemas.openxmlformats.org/presentationml/2006/ole">
              <mc:AlternateContent xmlns:mc="http://schemas.openxmlformats.org/markup-compatibility/2006">
                <mc:Choice xmlns:v="urn:schemas-microsoft-com:vml" Requires="v">
                  <p:oleObj r:id="rId3" imgW="749300" imgH="457200" progId="Equation.3">
                    <p:embed/>
                  </p:oleObj>
                </mc:Choice>
                <mc:Fallback>
                  <p:oleObj r:id="rId3" imgW="749300" imgH="457200" progId="Equation.3">
                    <p:embed/>
                    <p:pic>
                      <p:nvPicPr>
                        <p:cNvPr id="0" name="图片 3089"/>
                        <p:cNvPicPr/>
                        <p:nvPr/>
                      </p:nvPicPr>
                      <p:blipFill>
                        <a:blip r:embed="rId4"/>
                        <a:stretch>
                          <a:fillRect/>
                        </a:stretch>
                      </p:blipFill>
                      <p:spPr>
                        <a:xfrm>
                          <a:off x="2184" y="1185"/>
                          <a:ext cx="840" cy="528"/>
                        </a:xfrm>
                        <a:prstGeom prst="rect">
                          <a:avLst/>
                        </a:prstGeom>
                        <a:noFill/>
                        <a:ln w="38100">
                          <a:noFill/>
                          <a:miter/>
                        </a:ln>
                      </p:spPr>
                    </p:pic>
                  </p:oleObj>
                </mc:Fallback>
              </mc:AlternateContent>
            </a:graphicData>
          </a:graphic>
        </p:graphicFrame>
        <p:sp>
          <p:nvSpPr>
            <p:cNvPr id="23576" name="Text Box 24"/>
            <p:cNvSpPr txBox="1"/>
            <p:nvPr/>
          </p:nvSpPr>
          <p:spPr>
            <a:xfrm>
              <a:off x="1719" y="1152"/>
              <a:ext cx="451" cy="288"/>
            </a:xfrm>
            <a:prstGeom prst="rect">
              <a:avLst/>
            </a:prstGeom>
            <a:noFill/>
            <a:ln w="22225">
              <a:noFill/>
            </a:ln>
          </p:spPr>
          <p:txBody>
            <a:bodyPr wrap="none">
              <a:spAutoFit/>
            </a:bodyPr>
            <a:lstStyle/>
            <a:p>
              <a:r>
                <a:rPr lang="en-US" altLang="zh-CN" sz="2400" i="1" dirty="0">
                  <a:latin typeface="Times New Roman" panose="02020603050405020304" pitchFamily="18" charset="0"/>
                  <a:sym typeface="Symbol" panose="05050102010706020507" pitchFamily="18" charset="2"/>
                </a:rPr>
                <a:t></a:t>
              </a:r>
              <a:r>
                <a:rPr lang="en-US" altLang="zh-CN" sz="2400" i="1" dirty="0">
                  <a:latin typeface="Times New Roman" panose="02020603050405020304" pitchFamily="18" charset="0"/>
                </a:rPr>
                <a:t> </a:t>
              </a:r>
              <a:r>
                <a:rPr lang="en-US" altLang="zh-CN" sz="2400" dirty="0">
                  <a:latin typeface="Times New Roman" panose="02020603050405020304" pitchFamily="18" charset="0"/>
                </a:rPr>
                <a:t>(</a:t>
              </a:r>
              <a:r>
                <a:rPr lang="en-US" altLang="zh-CN" sz="2400" i="1" dirty="0">
                  <a:latin typeface="Times New Roman" panose="02020603050405020304" pitchFamily="18" charset="0"/>
                </a:rPr>
                <a:t>s</a:t>
              </a:r>
              <a:r>
                <a:rPr lang="en-US" altLang="zh-CN" sz="2400" dirty="0">
                  <a:latin typeface="Times New Roman" panose="02020603050405020304" pitchFamily="18" charset="0"/>
                </a:rPr>
                <a:t>)</a:t>
              </a:r>
            </a:p>
          </p:txBody>
        </p:sp>
        <p:sp>
          <p:nvSpPr>
            <p:cNvPr id="23577" name="Text Box 25"/>
            <p:cNvSpPr txBox="1"/>
            <p:nvPr/>
          </p:nvSpPr>
          <p:spPr>
            <a:xfrm>
              <a:off x="2976" y="1156"/>
              <a:ext cx="458" cy="287"/>
            </a:xfrm>
            <a:prstGeom prst="rect">
              <a:avLst/>
            </a:prstGeom>
            <a:noFill/>
            <a:ln w="22225">
              <a:noFill/>
            </a:ln>
          </p:spPr>
          <p:txBody>
            <a:bodyPr wrap="none">
              <a:spAutoFit/>
            </a:bodyPr>
            <a:lstStyle/>
            <a:p>
              <a:r>
                <a:rPr lang="en-US" altLang="zh-CN" sz="2400" i="1" dirty="0">
                  <a:latin typeface="Times New Roman" panose="02020603050405020304" pitchFamily="18" charset="0"/>
                </a:rPr>
                <a:t>U</a:t>
              </a:r>
              <a:r>
                <a:rPr lang="en-US" altLang="zh-CN" sz="2400" dirty="0">
                  <a:latin typeface="Times New Roman" panose="02020603050405020304" pitchFamily="18" charset="0"/>
                </a:rPr>
                <a:t>(</a:t>
              </a:r>
              <a:r>
                <a:rPr lang="en-US" altLang="zh-CN" sz="2400" i="1" dirty="0">
                  <a:latin typeface="Times New Roman" panose="02020603050405020304" pitchFamily="18" charset="0"/>
                </a:rPr>
                <a:t>s</a:t>
              </a:r>
              <a:r>
                <a:rPr lang="en-US" altLang="zh-CN" sz="2400" dirty="0">
                  <a:latin typeface="Times New Roman" panose="02020603050405020304" pitchFamily="18" charset="0"/>
                </a:rPr>
                <a:t>)</a:t>
              </a:r>
            </a:p>
          </p:txBody>
        </p:sp>
      </p:grpSp>
      <p:graphicFrame>
        <p:nvGraphicFramePr>
          <p:cNvPr id="23555" name="Object 26"/>
          <p:cNvGraphicFramePr>
            <a:graphicFrameLocks noChangeAspect="1"/>
          </p:cNvGraphicFramePr>
          <p:nvPr/>
        </p:nvGraphicFramePr>
        <p:xfrm>
          <a:off x="1752600" y="1143000"/>
          <a:ext cx="2673350" cy="847725"/>
        </p:xfrm>
        <a:graphic>
          <a:graphicData uri="http://schemas.openxmlformats.org/presentationml/2006/ole">
            <mc:AlternateContent xmlns:mc="http://schemas.openxmlformats.org/markup-compatibility/2006">
              <mc:Choice xmlns:v="urn:schemas-microsoft-com:vml" Requires="v">
                <p:oleObj r:id="rId5" imgW="1371600" imgH="431800" progId="Equation.3">
                  <p:embed/>
                </p:oleObj>
              </mc:Choice>
              <mc:Fallback>
                <p:oleObj r:id="rId5" imgW="1371600" imgH="431800" progId="Equation.3">
                  <p:embed/>
                  <p:pic>
                    <p:nvPicPr>
                      <p:cNvPr id="0" name="图片 3090"/>
                      <p:cNvPicPr/>
                      <p:nvPr/>
                    </p:nvPicPr>
                    <p:blipFill>
                      <a:blip r:embed="rId6"/>
                      <a:stretch>
                        <a:fillRect/>
                      </a:stretch>
                    </p:blipFill>
                    <p:spPr>
                      <a:xfrm>
                        <a:off x="1752600" y="1143000"/>
                        <a:ext cx="2673350" cy="847725"/>
                      </a:xfrm>
                      <a:prstGeom prst="rect">
                        <a:avLst/>
                      </a:prstGeom>
                      <a:noFill/>
                      <a:ln w="38100">
                        <a:noFill/>
                        <a:miter/>
                      </a:ln>
                    </p:spPr>
                  </p:pic>
                </p:oleObj>
              </mc:Fallback>
            </mc:AlternateContent>
          </a:graphicData>
        </a:graphic>
      </p:graphicFrame>
      <p:graphicFrame>
        <p:nvGraphicFramePr>
          <p:cNvPr id="31771" name="Object 27"/>
          <p:cNvGraphicFramePr>
            <a:graphicFrameLocks noChangeAspect="1"/>
          </p:cNvGraphicFramePr>
          <p:nvPr/>
        </p:nvGraphicFramePr>
        <p:xfrm>
          <a:off x="1676400" y="2057400"/>
          <a:ext cx="5486400" cy="576263"/>
        </p:xfrm>
        <a:graphic>
          <a:graphicData uri="http://schemas.openxmlformats.org/presentationml/2006/ole">
            <mc:AlternateContent xmlns:mc="http://schemas.openxmlformats.org/markup-compatibility/2006">
              <mc:Choice xmlns:v="urn:schemas-microsoft-com:vml" Requires="v">
                <p:oleObj r:id="rId7" imgW="2806700" imgH="292100" progId="Equation.3">
                  <p:embed/>
                </p:oleObj>
              </mc:Choice>
              <mc:Fallback>
                <p:oleObj r:id="rId7" imgW="2806700" imgH="292100" progId="Equation.3">
                  <p:embed/>
                  <p:pic>
                    <p:nvPicPr>
                      <p:cNvPr id="0" name="图片 3091"/>
                      <p:cNvPicPr/>
                      <p:nvPr/>
                    </p:nvPicPr>
                    <p:blipFill>
                      <a:blip r:embed="rId8"/>
                      <a:stretch>
                        <a:fillRect/>
                      </a:stretch>
                    </p:blipFill>
                    <p:spPr>
                      <a:xfrm>
                        <a:off x="1676400" y="2057400"/>
                        <a:ext cx="5486400" cy="576263"/>
                      </a:xfrm>
                      <a:prstGeom prst="rect">
                        <a:avLst/>
                      </a:prstGeom>
                      <a:noFill/>
                      <a:ln w="38100">
                        <a:noFill/>
                        <a:miter/>
                      </a:ln>
                    </p:spPr>
                  </p:pic>
                </p:oleObj>
              </mc:Fallback>
            </mc:AlternateContent>
          </a:graphicData>
        </a:graphic>
      </p:graphicFrame>
      <p:graphicFrame>
        <p:nvGraphicFramePr>
          <p:cNvPr id="31772" name="Object 28"/>
          <p:cNvGraphicFramePr>
            <a:graphicFrameLocks noChangeAspect="1"/>
          </p:cNvGraphicFramePr>
          <p:nvPr/>
        </p:nvGraphicFramePr>
        <p:xfrm>
          <a:off x="1752600" y="2811463"/>
          <a:ext cx="2819400" cy="465137"/>
        </p:xfrm>
        <a:graphic>
          <a:graphicData uri="http://schemas.openxmlformats.org/presentationml/2006/ole">
            <mc:AlternateContent xmlns:mc="http://schemas.openxmlformats.org/markup-compatibility/2006">
              <mc:Choice xmlns:v="urn:schemas-microsoft-com:vml" Requires="v">
                <p:oleObj r:id="rId9" imgW="1447800" imgH="241300" progId="Equation.3">
                  <p:embed/>
                </p:oleObj>
              </mc:Choice>
              <mc:Fallback>
                <p:oleObj r:id="rId9" imgW="1447800" imgH="241300" progId="Equation.3">
                  <p:embed/>
                  <p:pic>
                    <p:nvPicPr>
                      <p:cNvPr id="0" name="图片 3092"/>
                      <p:cNvPicPr/>
                      <p:nvPr/>
                    </p:nvPicPr>
                    <p:blipFill>
                      <a:blip r:embed="rId10"/>
                      <a:stretch>
                        <a:fillRect/>
                      </a:stretch>
                    </p:blipFill>
                    <p:spPr>
                      <a:xfrm>
                        <a:off x="1752600" y="2811463"/>
                        <a:ext cx="2819400" cy="465137"/>
                      </a:xfrm>
                      <a:prstGeom prst="rect">
                        <a:avLst/>
                      </a:prstGeom>
                      <a:noFill/>
                      <a:ln w="38100">
                        <a:noFill/>
                        <a:miter/>
                      </a:ln>
                    </p:spPr>
                  </p:pic>
                </p:oleObj>
              </mc:Fallback>
            </mc:AlternateContent>
          </a:graphicData>
        </a:graphic>
      </p:graphicFrame>
      <p:sp>
        <p:nvSpPr>
          <p:cNvPr id="31773" name="Rectangle 29"/>
          <p:cNvSpPr/>
          <p:nvPr/>
        </p:nvSpPr>
        <p:spPr>
          <a:xfrm>
            <a:off x="1143000" y="3443288"/>
            <a:ext cx="7010400" cy="519112"/>
          </a:xfrm>
          <a:prstGeom prst="rect">
            <a:avLst/>
          </a:prstGeom>
          <a:noFill/>
          <a:ln w="22225">
            <a:noFill/>
          </a:ln>
        </p:spPr>
        <p:txBody>
          <a:bodyPr>
            <a:spAutoFit/>
          </a:bodyPr>
          <a:lstStyle/>
          <a:p>
            <a:pPr>
              <a:buFont typeface="Wingdings" panose="05000000000000000000" pitchFamily="2" charset="2"/>
              <a:buChar char="Ø"/>
            </a:pPr>
            <a:r>
              <a:rPr lang="en-US" altLang="zh-CN" sz="2800" i="1" dirty="0">
                <a:latin typeface="Times New Roman" panose="02020603050405020304" pitchFamily="18" charset="0"/>
              </a:rPr>
              <a:t> </a:t>
            </a:r>
            <a:r>
              <a:rPr lang="en-US" altLang="zh-CN" sz="2800" dirty="0">
                <a:latin typeface="Times New Roman" panose="02020603050405020304" pitchFamily="18" charset="0"/>
              </a:rPr>
              <a:t>PI</a:t>
            </a:r>
            <a:r>
              <a:rPr lang="zh-CN" altLang="en-US" sz="2800" dirty="0">
                <a:latin typeface="Times New Roman" panose="02020603050405020304" pitchFamily="18" charset="0"/>
              </a:rPr>
              <a:t>控制对系统性能的影响</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1771"/>
                                        </p:tgtEl>
                                        <p:attrNameLst>
                                          <p:attrName>style.visibility</p:attrName>
                                        </p:attrNameLst>
                                      </p:cBhvr>
                                      <p:to>
                                        <p:strVal val="visible"/>
                                      </p:to>
                                    </p:set>
                                    <p:anim calcmode="lin" valueType="num">
                                      <p:cBhvr additive="base">
                                        <p:cTn id="7" dur="500" fill="hold"/>
                                        <p:tgtEl>
                                          <p:spTgt spid="31771"/>
                                        </p:tgtEl>
                                        <p:attrNameLst>
                                          <p:attrName>ppt_x</p:attrName>
                                        </p:attrNameLst>
                                      </p:cBhvr>
                                      <p:tavLst>
                                        <p:tav tm="0">
                                          <p:val>
                                            <p:strVal val="#ppt_x"/>
                                          </p:val>
                                        </p:tav>
                                        <p:tav tm="100000">
                                          <p:val>
                                            <p:strVal val="#ppt_x"/>
                                          </p:val>
                                        </p:tav>
                                      </p:tavLst>
                                    </p:anim>
                                    <p:anim calcmode="lin" valueType="num">
                                      <p:cBhvr additive="base">
                                        <p:cTn id="8" dur="500" fill="hold"/>
                                        <p:tgtEl>
                                          <p:spTgt spid="3177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1772"/>
                                        </p:tgtEl>
                                        <p:attrNameLst>
                                          <p:attrName>style.visibility</p:attrName>
                                        </p:attrNameLst>
                                      </p:cBhvr>
                                      <p:to>
                                        <p:strVal val="visible"/>
                                      </p:to>
                                    </p:set>
                                    <p:anim calcmode="lin" valueType="num">
                                      <p:cBhvr additive="base">
                                        <p:cTn id="13" dur="500" fill="hold"/>
                                        <p:tgtEl>
                                          <p:spTgt spid="31772"/>
                                        </p:tgtEl>
                                        <p:attrNameLst>
                                          <p:attrName>ppt_x</p:attrName>
                                        </p:attrNameLst>
                                      </p:cBhvr>
                                      <p:tavLst>
                                        <p:tav tm="0">
                                          <p:val>
                                            <p:strVal val="#ppt_x"/>
                                          </p:val>
                                        </p:tav>
                                        <p:tav tm="100000">
                                          <p:val>
                                            <p:strVal val="#ppt_x"/>
                                          </p:val>
                                        </p:tav>
                                      </p:tavLst>
                                    </p:anim>
                                    <p:anim calcmode="lin" valueType="num">
                                      <p:cBhvr additive="base">
                                        <p:cTn id="14" dur="500" fill="hold"/>
                                        <p:tgtEl>
                                          <p:spTgt spid="3177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1773"/>
                                        </p:tgtEl>
                                        <p:attrNameLst>
                                          <p:attrName>style.visibility</p:attrName>
                                        </p:attrNameLst>
                                      </p:cBhvr>
                                      <p:to>
                                        <p:strVal val="visible"/>
                                      </p:to>
                                    </p:set>
                                    <p:anim calcmode="lin" valueType="num">
                                      <p:cBhvr additive="base">
                                        <p:cTn id="19" dur="500" fill="hold"/>
                                        <p:tgtEl>
                                          <p:spTgt spid="31773"/>
                                        </p:tgtEl>
                                        <p:attrNameLst>
                                          <p:attrName>ppt_x</p:attrName>
                                        </p:attrNameLst>
                                      </p:cBhvr>
                                      <p:tavLst>
                                        <p:tav tm="0">
                                          <p:val>
                                            <p:strVal val="#ppt_x"/>
                                          </p:val>
                                        </p:tav>
                                        <p:tav tm="100000">
                                          <p:val>
                                            <p:strVal val="#ppt_x"/>
                                          </p:val>
                                        </p:tav>
                                      </p:tavLst>
                                    </p:anim>
                                    <p:anim calcmode="lin" valueType="num">
                                      <p:cBhvr additive="base">
                                        <p:cTn id="20" dur="500" fill="hold"/>
                                        <p:tgtEl>
                                          <p:spTgt spid="31773"/>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
                                        </p:tgtEl>
                                        <p:attrNameLst>
                                          <p:attrName>style.visibility</p:attrName>
                                        </p:attrNameLst>
                                      </p:cBhvr>
                                      <p:to>
                                        <p:strVal val="visible"/>
                                      </p:to>
                                    </p:set>
                                    <p:anim calcmode="lin" valueType="num">
                                      <p:cBhvr additive="base">
                                        <p:cTn id="25" dur="500" fill="hold"/>
                                        <p:tgtEl>
                                          <p:spTgt spid="2"/>
                                        </p:tgtEl>
                                        <p:attrNameLst>
                                          <p:attrName>ppt_x</p:attrName>
                                        </p:attrNameLst>
                                      </p:cBhvr>
                                      <p:tavLst>
                                        <p:tav tm="0">
                                          <p:val>
                                            <p:strVal val="#ppt_x"/>
                                          </p:val>
                                        </p:tav>
                                        <p:tav tm="100000">
                                          <p:val>
                                            <p:strVal val="#ppt_x"/>
                                          </p:val>
                                        </p:tav>
                                      </p:tavLst>
                                    </p:anim>
                                    <p:anim calcmode="lin" valueType="num">
                                      <p:cBhvr additive="base">
                                        <p:cTn id="26"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73"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3"/>
          <p:cNvGrpSpPr/>
          <p:nvPr/>
        </p:nvGrpSpPr>
        <p:grpSpPr>
          <a:xfrm>
            <a:off x="1042988" y="1125538"/>
            <a:ext cx="7081837" cy="3879850"/>
            <a:chOff x="814" y="1056"/>
            <a:chExt cx="4461" cy="2445"/>
          </a:xfrm>
        </p:grpSpPr>
        <p:sp>
          <p:nvSpPr>
            <p:cNvPr id="24583" name="Line 4"/>
            <p:cNvSpPr/>
            <p:nvPr/>
          </p:nvSpPr>
          <p:spPr>
            <a:xfrm>
              <a:off x="1479" y="1704"/>
              <a:ext cx="3637" cy="0"/>
            </a:xfrm>
            <a:prstGeom prst="line">
              <a:avLst/>
            </a:prstGeom>
            <a:ln w="22225" cap="flat" cmpd="sng">
              <a:solidFill>
                <a:schemeClr val="tx1"/>
              </a:solidFill>
              <a:prstDash val="solid"/>
              <a:headEnd type="none" w="med" len="med"/>
              <a:tailEnd type="triangle" w="med" len="med"/>
            </a:ln>
          </p:spPr>
        </p:sp>
        <p:sp>
          <p:nvSpPr>
            <p:cNvPr id="24584" name="Line 5"/>
            <p:cNvSpPr/>
            <p:nvPr/>
          </p:nvSpPr>
          <p:spPr>
            <a:xfrm flipV="1">
              <a:off x="1479" y="1102"/>
              <a:ext cx="0" cy="1097"/>
            </a:xfrm>
            <a:prstGeom prst="line">
              <a:avLst/>
            </a:prstGeom>
            <a:ln w="22225" cap="flat" cmpd="sng">
              <a:solidFill>
                <a:schemeClr val="tx1"/>
              </a:solidFill>
              <a:prstDash val="solid"/>
              <a:headEnd type="none" w="med" len="med"/>
              <a:tailEnd type="triangle" w="med" len="med"/>
            </a:ln>
          </p:spPr>
        </p:sp>
        <p:sp>
          <p:nvSpPr>
            <p:cNvPr id="24585" name="Text Box 6"/>
            <p:cNvSpPr txBox="1"/>
            <p:nvPr/>
          </p:nvSpPr>
          <p:spPr>
            <a:xfrm>
              <a:off x="1275" y="1633"/>
              <a:ext cx="212" cy="288"/>
            </a:xfrm>
            <a:prstGeom prst="rect">
              <a:avLst/>
            </a:prstGeom>
            <a:noFill/>
            <a:ln w="9525">
              <a:noFill/>
            </a:ln>
          </p:spPr>
          <p:txBody>
            <a:bodyPr wrap="none">
              <a:spAutoFit/>
            </a:bodyPr>
            <a:lstStyle/>
            <a:p>
              <a:r>
                <a:rPr lang="en-US" altLang="zh-CN" sz="2400" dirty="0">
                  <a:latin typeface="Times New Roman" panose="02020603050405020304" pitchFamily="18" charset="0"/>
                </a:rPr>
                <a:t>0</a:t>
              </a:r>
            </a:p>
          </p:txBody>
        </p:sp>
        <p:sp>
          <p:nvSpPr>
            <p:cNvPr id="24586" name="Line 7"/>
            <p:cNvSpPr/>
            <p:nvPr/>
          </p:nvSpPr>
          <p:spPr>
            <a:xfrm flipH="1">
              <a:off x="3373" y="1704"/>
              <a:ext cx="0" cy="1061"/>
            </a:xfrm>
            <a:prstGeom prst="line">
              <a:avLst/>
            </a:prstGeom>
            <a:ln w="22225" cap="flat" cmpd="sng">
              <a:solidFill>
                <a:schemeClr val="tx1"/>
              </a:solidFill>
              <a:prstDash val="dash"/>
              <a:headEnd type="none" w="med" len="med"/>
              <a:tailEnd type="none" w="med" len="med"/>
            </a:ln>
          </p:spPr>
        </p:sp>
        <p:sp>
          <p:nvSpPr>
            <p:cNvPr id="24587" name="Text Box 8"/>
            <p:cNvSpPr txBox="1"/>
            <p:nvPr/>
          </p:nvSpPr>
          <p:spPr>
            <a:xfrm rot="-5400000">
              <a:off x="582" y="1388"/>
              <a:ext cx="760" cy="288"/>
            </a:xfrm>
            <a:prstGeom prst="rect">
              <a:avLst/>
            </a:prstGeom>
            <a:noFill/>
            <a:ln w="9525">
              <a:noFill/>
            </a:ln>
          </p:spPr>
          <p:txBody>
            <a:bodyPr wrap="none">
              <a:spAutoFit/>
            </a:bodyPr>
            <a:lstStyle/>
            <a:p>
              <a:r>
                <a:rPr lang="en-US" altLang="zh-CN" sz="2400" i="1" dirty="0">
                  <a:latin typeface="Times New Roman" panose="02020603050405020304" pitchFamily="18" charset="0"/>
                </a:rPr>
                <a:t>L</a:t>
              </a:r>
              <a:r>
                <a:rPr lang="en-US" altLang="zh-CN" sz="2400" dirty="0">
                  <a:latin typeface="Times New Roman" panose="02020603050405020304" pitchFamily="18" charset="0"/>
                </a:rPr>
                <a:t>(</a:t>
              </a:r>
              <a:r>
                <a:rPr lang="en-US" altLang="zh-CN" sz="2400" i="1" dirty="0">
                  <a:latin typeface="Times New Roman" panose="02020603050405020304" pitchFamily="18" charset="0"/>
                  <a:sym typeface="Symbol" panose="05050102010706020507" pitchFamily="18" charset="2"/>
                </a:rPr>
                <a:t></a:t>
              </a:r>
              <a:r>
                <a:rPr lang="en-US" altLang="zh-CN" sz="2400" dirty="0">
                  <a:latin typeface="Times New Roman" panose="02020603050405020304" pitchFamily="18" charset="0"/>
                </a:rPr>
                <a:t>)/dB</a:t>
              </a:r>
            </a:p>
          </p:txBody>
        </p:sp>
        <p:sp>
          <p:nvSpPr>
            <p:cNvPr id="24588" name="Text Box 9"/>
            <p:cNvSpPr txBox="1"/>
            <p:nvPr/>
          </p:nvSpPr>
          <p:spPr>
            <a:xfrm>
              <a:off x="1516" y="1264"/>
              <a:ext cx="212" cy="288"/>
            </a:xfrm>
            <a:prstGeom prst="rect">
              <a:avLst/>
            </a:prstGeom>
            <a:noFill/>
            <a:ln w="9525">
              <a:noFill/>
            </a:ln>
          </p:spPr>
          <p:txBody>
            <a:bodyPr wrap="none">
              <a:spAutoFit/>
            </a:bodyPr>
            <a:lstStyle/>
            <a:p>
              <a:r>
                <a:rPr lang="en-US" altLang="zh-CN" sz="2400" dirty="0">
                  <a:latin typeface="Times New Roman" panose="02020603050405020304" pitchFamily="18" charset="0"/>
                </a:rPr>
                <a:t>0</a:t>
              </a:r>
            </a:p>
          </p:txBody>
        </p:sp>
        <p:sp>
          <p:nvSpPr>
            <p:cNvPr id="24589" name="Text Box 10"/>
            <p:cNvSpPr txBox="1"/>
            <p:nvPr/>
          </p:nvSpPr>
          <p:spPr>
            <a:xfrm>
              <a:off x="2802" y="1374"/>
              <a:ext cx="372" cy="288"/>
            </a:xfrm>
            <a:prstGeom prst="rect">
              <a:avLst/>
            </a:prstGeom>
            <a:noFill/>
            <a:ln w="9525">
              <a:noFill/>
            </a:ln>
          </p:spPr>
          <p:txBody>
            <a:bodyPr wrap="none">
              <a:spAutoFit/>
            </a:bodyPr>
            <a:lstStyle/>
            <a:p>
              <a:r>
                <a:rPr lang="en-US" altLang="zh-CN" sz="2400" dirty="0">
                  <a:latin typeface="Times New Roman" panose="02020603050405020304" pitchFamily="18" charset="0"/>
                </a:rPr>
                <a:t>-20</a:t>
              </a:r>
            </a:p>
          </p:txBody>
        </p:sp>
        <p:sp>
          <p:nvSpPr>
            <p:cNvPr id="24590" name="Text Box 11"/>
            <p:cNvSpPr txBox="1"/>
            <p:nvPr/>
          </p:nvSpPr>
          <p:spPr>
            <a:xfrm>
              <a:off x="4360" y="1782"/>
              <a:ext cx="372" cy="288"/>
            </a:xfrm>
            <a:prstGeom prst="rect">
              <a:avLst/>
            </a:prstGeom>
            <a:noFill/>
            <a:ln w="9525">
              <a:noFill/>
            </a:ln>
          </p:spPr>
          <p:txBody>
            <a:bodyPr wrap="none">
              <a:spAutoFit/>
            </a:bodyPr>
            <a:lstStyle/>
            <a:p>
              <a:r>
                <a:rPr lang="en-US" altLang="zh-CN" sz="2400" dirty="0">
                  <a:latin typeface="Times New Roman" panose="02020603050405020304" pitchFamily="18" charset="0"/>
                </a:rPr>
                <a:t>-40</a:t>
              </a:r>
            </a:p>
          </p:txBody>
        </p:sp>
        <p:sp>
          <p:nvSpPr>
            <p:cNvPr id="24591" name="Text Box 12"/>
            <p:cNvSpPr txBox="1"/>
            <p:nvPr/>
          </p:nvSpPr>
          <p:spPr>
            <a:xfrm>
              <a:off x="1846" y="1056"/>
              <a:ext cx="692" cy="288"/>
            </a:xfrm>
            <a:prstGeom prst="rect">
              <a:avLst/>
            </a:prstGeom>
            <a:noFill/>
            <a:ln w="9525">
              <a:noFill/>
            </a:ln>
          </p:spPr>
          <p:txBody>
            <a:bodyPr wrap="none">
              <a:spAutoFit/>
            </a:bodyPr>
            <a:lstStyle/>
            <a:p>
              <a:r>
                <a:rPr lang="zh-CN" altLang="en-US" sz="2400" dirty="0">
                  <a:solidFill>
                    <a:srgbClr val="FF0000"/>
                  </a:solidFill>
                  <a:latin typeface="Times New Roman" panose="02020603050405020304" pitchFamily="18" charset="0"/>
                </a:rPr>
                <a:t>已校正</a:t>
              </a:r>
            </a:p>
          </p:txBody>
        </p:sp>
        <p:sp>
          <p:nvSpPr>
            <p:cNvPr id="24592" name="Text Box 13"/>
            <p:cNvSpPr txBox="1"/>
            <p:nvPr/>
          </p:nvSpPr>
          <p:spPr>
            <a:xfrm>
              <a:off x="1575" y="1964"/>
              <a:ext cx="1727" cy="288"/>
            </a:xfrm>
            <a:prstGeom prst="rect">
              <a:avLst/>
            </a:prstGeom>
            <a:noFill/>
            <a:ln w="9525">
              <a:noFill/>
            </a:ln>
          </p:spPr>
          <p:txBody>
            <a:bodyPr wrap="none">
              <a:spAutoFit/>
            </a:bodyPr>
            <a:lstStyle/>
            <a:p>
              <a:r>
                <a:rPr lang="en-US" altLang="zh-CN" sz="2400" dirty="0">
                  <a:solidFill>
                    <a:srgbClr val="009900"/>
                  </a:solidFill>
                  <a:latin typeface="Times New Roman" panose="02020603050405020304" pitchFamily="18" charset="0"/>
                </a:rPr>
                <a:t>PI</a:t>
              </a:r>
              <a:r>
                <a:rPr lang="zh-CN" altLang="en-US" sz="2400" dirty="0">
                  <a:solidFill>
                    <a:srgbClr val="009900"/>
                  </a:solidFill>
                  <a:latin typeface="Times New Roman" panose="02020603050405020304" pitchFamily="18" charset="0"/>
                </a:rPr>
                <a:t>校正装置：</a:t>
              </a:r>
              <a:r>
                <a:rPr lang="en-US" altLang="zh-CN" sz="2400" i="1" dirty="0">
                  <a:solidFill>
                    <a:srgbClr val="339966"/>
                  </a:solidFill>
                  <a:latin typeface="Times New Roman" panose="02020603050405020304" pitchFamily="18" charset="0"/>
                </a:rPr>
                <a:t>K</a:t>
              </a:r>
              <a:r>
                <a:rPr lang="en-US" altLang="zh-CN" sz="2400" i="1" baseline="-18000" dirty="0">
                  <a:solidFill>
                    <a:srgbClr val="339966"/>
                  </a:solidFill>
                  <a:latin typeface="Times New Roman" panose="02020603050405020304" pitchFamily="18" charset="0"/>
                </a:rPr>
                <a:t>p</a:t>
              </a:r>
              <a:r>
                <a:rPr lang="zh-CN" altLang="en-US" sz="2400" dirty="0">
                  <a:solidFill>
                    <a:srgbClr val="339966"/>
                  </a:solidFill>
                  <a:latin typeface="Times New Roman" panose="02020603050405020304" pitchFamily="18" charset="0"/>
                </a:rPr>
                <a:t>＝</a:t>
              </a:r>
              <a:r>
                <a:rPr lang="en-US" altLang="zh-CN" sz="2400" dirty="0">
                  <a:solidFill>
                    <a:srgbClr val="339966"/>
                  </a:solidFill>
                  <a:latin typeface="Times New Roman" panose="02020603050405020304" pitchFamily="18" charset="0"/>
                </a:rPr>
                <a:t>1</a:t>
              </a:r>
            </a:p>
          </p:txBody>
        </p:sp>
        <p:sp>
          <p:nvSpPr>
            <p:cNvPr id="24593" name="Text Box 14"/>
            <p:cNvSpPr txBox="1"/>
            <p:nvPr/>
          </p:nvSpPr>
          <p:spPr>
            <a:xfrm>
              <a:off x="2471" y="1147"/>
              <a:ext cx="692" cy="289"/>
            </a:xfrm>
            <a:prstGeom prst="rect">
              <a:avLst/>
            </a:prstGeom>
            <a:noFill/>
            <a:ln w="9525">
              <a:noFill/>
            </a:ln>
          </p:spPr>
          <p:txBody>
            <a:bodyPr wrap="none">
              <a:spAutoFit/>
            </a:bodyPr>
            <a:lstStyle/>
            <a:p>
              <a:r>
                <a:rPr lang="zh-CN" altLang="en-US" sz="2400" dirty="0">
                  <a:solidFill>
                    <a:schemeClr val="accent2"/>
                  </a:solidFill>
                  <a:latin typeface="Times New Roman" panose="02020603050405020304" pitchFamily="18" charset="0"/>
                </a:rPr>
                <a:t>未校正</a:t>
              </a:r>
            </a:p>
          </p:txBody>
        </p:sp>
        <p:grpSp>
          <p:nvGrpSpPr>
            <p:cNvPr id="24594" name="Group 15"/>
            <p:cNvGrpSpPr/>
            <p:nvPr/>
          </p:nvGrpSpPr>
          <p:grpSpPr>
            <a:xfrm>
              <a:off x="1479" y="1496"/>
              <a:ext cx="3555" cy="744"/>
              <a:chOff x="960" y="912"/>
              <a:chExt cx="4176" cy="1008"/>
            </a:xfrm>
          </p:grpSpPr>
          <p:sp>
            <p:nvSpPr>
              <p:cNvPr id="24625" name="Line 16"/>
              <p:cNvSpPr/>
              <p:nvPr/>
            </p:nvSpPr>
            <p:spPr>
              <a:xfrm>
                <a:off x="960" y="912"/>
                <a:ext cx="1056" cy="0"/>
              </a:xfrm>
              <a:prstGeom prst="line">
                <a:avLst/>
              </a:prstGeom>
              <a:ln w="38100" cap="flat" cmpd="sng">
                <a:solidFill>
                  <a:schemeClr val="accent2"/>
                </a:solidFill>
                <a:prstDash val="solid"/>
                <a:headEnd type="none" w="med" len="med"/>
                <a:tailEnd type="none" w="med" len="med"/>
              </a:ln>
            </p:spPr>
          </p:sp>
          <p:sp>
            <p:nvSpPr>
              <p:cNvPr id="24626" name="Line 17"/>
              <p:cNvSpPr/>
              <p:nvPr/>
            </p:nvSpPr>
            <p:spPr>
              <a:xfrm>
                <a:off x="2016" y="912"/>
                <a:ext cx="2016" cy="480"/>
              </a:xfrm>
              <a:prstGeom prst="line">
                <a:avLst/>
              </a:prstGeom>
              <a:ln w="38100" cap="flat" cmpd="sng">
                <a:solidFill>
                  <a:schemeClr val="accent2"/>
                </a:solidFill>
                <a:prstDash val="solid"/>
                <a:headEnd type="none" w="med" len="med"/>
                <a:tailEnd type="none" w="med" len="med"/>
              </a:ln>
            </p:spPr>
          </p:sp>
          <p:sp>
            <p:nvSpPr>
              <p:cNvPr id="24627" name="Line 18"/>
              <p:cNvSpPr/>
              <p:nvPr/>
            </p:nvSpPr>
            <p:spPr>
              <a:xfrm>
                <a:off x="4032" y="1392"/>
                <a:ext cx="1104" cy="528"/>
              </a:xfrm>
              <a:prstGeom prst="line">
                <a:avLst/>
              </a:prstGeom>
              <a:ln w="38100" cap="flat" cmpd="sng">
                <a:solidFill>
                  <a:schemeClr val="accent2"/>
                </a:solidFill>
                <a:prstDash val="solid"/>
                <a:headEnd type="none" w="med" len="med"/>
                <a:tailEnd type="none" w="med" len="med"/>
              </a:ln>
            </p:spPr>
          </p:sp>
        </p:grpSp>
        <p:grpSp>
          <p:nvGrpSpPr>
            <p:cNvPr id="24595" name="Group 19"/>
            <p:cNvGrpSpPr/>
            <p:nvPr/>
          </p:nvGrpSpPr>
          <p:grpSpPr>
            <a:xfrm>
              <a:off x="1479" y="1314"/>
              <a:ext cx="3555" cy="920"/>
              <a:chOff x="960" y="672"/>
              <a:chExt cx="4176" cy="1248"/>
            </a:xfrm>
          </p:grpSpPr>
          <p:sp>
            <p:nvSpPr>
              <p:cNvPr id="24623" name="Line 20"/>
              <p:cNvSpPr/>
              <p:nvPr/>
            </p:nvSpPr>
            <p:spPr>
              <a:xfrm>
                <a:off x="960" y="672"/>
                <a:ext cx="3072" cy="720"/>
              </a:xfrm>
              <a:prstGeom prst="line">
                <a:avLst/>
              </a:prstGeom>
              <a:ln w="38100" cap="flat" cmpd="sng">
                <a:solidFill>
                  <a:srgbClr val="FF0000"/>
                </a:solidFill>
                <a:prstDash val="dash"/>
                <a:headEnd type="none" w="med" len="med"/>
                <a:tailEnd type="none" w="med" len="med"/>
              </a:ln>
            </p:spPr>
          </p:sp>
          <p:sp>
            <p:nvSpPr>
              <p:cNvPr id="24624" name="Line 21"/>
              <p:cNvSpPr/>
              <p:nvPr/>
            </p:nvSpPr>
            <p:spPr>
              <a:xfrm>
                <a:off x="4032" y="1392"/>
                <a:ext cx="1104" cy="528"/>
              </a:xfrm>
              <a:prstGeom prst="line">
                <a:avLst/>
              </a:prstGeom>
              <a:ln w="38100" cap="flat" cmpd="sng">
                <a:solidFill>
                  <a:srgbClr val="FF0000"/>
                </a:solidFill>
                <a:prstDash val="dash"/>
                <a:headEnd type="none" w="med" len="med"/>
                <a:tailEnd type="none" w="med" len="med"/>
              </a:ln>
            </p:spPr>
          </p:sp>
        </p:grpSp>
        <p:grpSp>
          <p:nvGrpSpPr>
            <p:cNvPr id="24596" name="Group 22"/>
            <p:cNvGrpSpPr/>
            <p:nvPr/>
          </p:nvGrpSpPr>
          <p:grpSpPr>
            <a:xfrm>
              <a:off x="1479" y="1526"/>
              <a:ext cx="3555" cy="178"/>
              <a:chOff x="960" y="960"/>
              <a:chExt cx="4176" cy="240"/>
            </a:xfrm>
          </p:grpSpPr>
          <p:sp>
            <p:nvSpPr>
              <p:cNvPr id="24621" name="Line 23"/>
              <p:cNvSpPr/>
              <p:nvPr/>
            </p:nvSpPr>
            <p:spPr>
              <a:xfrm>
                <a:off x="960" y="960"/>
                <a:ext cx="1056" cy="240"/>
              </a:xfrm>
              <a:prstGeom prst="line">
                <a:avLst/>
              </a:prstGeom>
              <a:ln w="28575" cap="flat" cmpd="sng">
                <a:solidFill>
                  <a:srgbClr val="009900"/>
                </a:solidFill>
                <a:prstDash val="lgDashDot"/>
                <a:headEnd type="none" w="med" len="med"/>
                <a:tailEnd type="none" w="med" len="med"/>
              </a:ln>
            </p:spPr>
          </p:sp>
          <p:sp>
            <p:nvSpPr>
              <p:cNvPr id="24622" name="Line 24"/>
              <p:cNvSpPr/>
              <p:nvPr/>
            </p:nvSpPr>
            <p:spPr>
              <a:xfrm>
                <a:off x="2016" y="1200"/>
                <a:ext cx="3120" cy="0"/>
              </a:xfrm>
              <a:prstGeom prst="line">
                <a:avLst/>
              </a:prstGeom>
              <a:ln w="28575" cap="flat" cmpd="sng">
                <a:solidFill>
                  <a:srgbClr val="009900"/>
                </a:solidFill>
                <a:prstDash val="lgDashDot"/>
                <a:headEnd type="none" w="med" len="med"/>
                <a:tailEnd type="none" w="med" len="med"/>
              </a:ln>
            </p:spPr>
          </p:sp>
        </p:grpSp>
        <p:sp>
          <p:nvSpPr>
            <p:cNvPr id="24597" name="Rectangle 25"/>
            <p:cNvSpPr/>
            <p:nvPr/>
          </p:nvSpPr>
          <p:spPr>
            <a:xfrm>
              <a:off x="3227" y="1419"/>
              <a:ext cx="305" cy="288"/>
            </a:xfrm>
            <a:prstGeom prst="rect">
              <a:avLst/>
            </a:prstGeom>
            <a:noFill/>
            <a:ln w="9525">
              <a:noFill/>
            </a:ln>
          </p:spPr>
          <p:txBody>
            <a:bodyPr wrap="none">
              <a:spAutoFit/>
            </a:bodyPr>
            <a:lstStyle/>
            <a:p>
              <a:r>
                <a:rPr lang="en-US" altLang="zh-CN" sz="2400" i="1" dirty="0">
                  <a:latin typeface="Times New Roman" panose="02020603050405020304" pitchFamily="18" charset="0"/>
                  <a:sym typeface="Symbol" panose="05050102010706020507" pitchFamily="18" charset="2"/>
                </a:rPr>
                <a:t></a:t>
              </a:r>
              <a:r>
                <a:rPr lang="en-US" altLang="zh-CN" sz="2400" i="1" baseline="-18000" dirty="0">
                  <a:latin typeface="Times New Roman" panose="02020603050405020304" pitchFamily="18" charset="0"/>
                </a:rPr>
                <a:t>c</a:t>
              </a:r>
            </a:p>
          </p:txBody>
        </p:sp>
        <p:sp>
          <p:nvSpPr>
            <p:cNvPr id="24598" name="Line 26"/>
            <p:cNvSpPr/>
            <p:nvPr/>
          </p:nvSpPr>
          <p:spPr>
            <a:xfrm flipV="1">
              <a:off x="1810" y="1615"/>
              <a:ext cx="119" cy="393"/>
            </a:xfrm>
            <a:prstGeom prst="line">
              <a:avLst/>
            </a:prstGeom>
            <a:ln w="22225" cap="flat" cmpd="sng">
              <a:solidFill>
                <a:srgbClr val="009900"/>
              </a:solidFill>
              <a:prstDash val="solid"/>
              <a:headEnd type="none" w="med" len="med"/>
              <a:tailEnd type="triangle" w="med" len="med"/>
            </a:ln>
          </p:spPr>
        </p:sp>
        <p:sp>
          <p:nvSpPr>
            <p:cNvPr id="24599" name="Line 27"/>
            <p:cNvSpPr/>
            <p:nvPr/>
          </p:nvSpPr>
          <p:spPr>
            <a:xfrm flipH="1">
              <a:off x="1683" y="1278"/>
              <a:ext cx="205" cy="71"/>
            </a:xfrm>
            <a:prstGeom prst="line">
              <a:avLst/>
            </a:prstGeom>
            <a:ln w="22225" cap="flat" cmpd="sng">
              <a:solidFill>
                <a:srgbClr val="FF0000"/>
              </a:solidFill>
              <a:prstDash val="solid"/>
              <a:headEnd type="none" w="med" len="med"/>
              <a:tailEnd type="triangle" w="med" len="med"/>
            </a:ln>
          </p:spPr>
        </p:sp>
        <p:sp>
          <p:nvSpPr>
            <p:cNvPr id="24600" name="Line 28"/>
            <p:cNvSpPr/>
            <p:nvPr/>
          </p:nvSpPr>
          <p:spPr>
            <a:xfrm flipV="1">
              <a:off x="2011" y="1314"/>
              <a:ext cx="490" cy="177"/>
            </a:xfrm>
            <a:prstGeom prst="line">
              <a:avLst/>
            </a:prstGeom>
            <a:ln w="22225" cap="flat" cmpd="sng">
              <a:solidFill>
                <a:schemeClr val="accent2"/>
              </a:solidFill>
              <a:prstDash val="solid"/>
              <a:headEnd type="triangle" w="med" len="med"/>
              <a:tailEnd type="none" w="med" len="med"/>
            </a:ln>
          </p:spPr>
        </p:sp>
        <p:sp>
          <p:nvSpPr>
            <p:cNvPr id="24601" name="Line 29"/>
            <p:cNvSpPr/>
            <p:nvPr/>
          </p:nvSpPr>
          <p:spPr>
            <a:xfrm>
              <a:off x="2378" y="1491"/>
              <a:ext cx="0" cy="213"/>
            </a:xfrm>
            <a:prstGeom prst="line">
              <a:avLst/>
            </a:prstGeom>
            <a:ln w="22225" cap="flat" cmpd="sng">
              <a:solidFill>
                <a:schemeClr val="tx1"/>
              </a:solidFill>
              <a:prstDash val="dash"/>
              <a:headEnd type="none" w="med" len="med"/>
              <a:tailEnd type="none" w="med" len="med"/>
            </a:ln>
          </p:spPr>
        </p:sp>
        <p:sp>
          <p:nvSpPr>
            <p:cNvPr id="24602" name="Text Box 30"/>
            <p:cNvSpPr txBox="1"/>
            <p:nvPr/>
          </p:nvSpPr>
          <p:spPr>
            <a:xfrm>
              <a:off x="2192" y="1661"/>
              <a:ext cx="539" cy="288"/>
            </a:xfrm>
            <a:prstGeom prst="rect">
              <a:avLst/>
            </a:prstGeom>
            <a:noFill/>
            <a:ln w="22225">
              <a:noFill/>
            </a:ln>
          </p:spPr>
          <p:txBody>
            <a:bodyPr>
              <a:spAutoFit/>
            </a:bodyPr>
            <a:lstStyle/>
            <a:p>
              <a:r>
                <a:rPr lang="en-US" altLang="zh-CN" sz="2400" dirty="0">
                  <a:latin typeface="Times New Roman" panose="02020603050405020304" pitchFamily="18" charset="0"/>
                </a:rPr>
                <a:t>1/</a:t>
              </a:r>
              <a:r>
                <a:rPr lang="en-US" altLang="zh-CN" sz="2400" i="1" dirty="0">
                  <a:latin typeface="Times New Roman" panose="02020603050405020304" pitchFamily="18" charset="0"/>
                </a:rPr>
                <a:t>T</a:t>
              </a:r>
              <a:r>
                <a:rPr lang="en-US" altLang="zh-CN" sz="2400" i="1" baseline="-18000" dirty="0">
                  <a:latin typeface="Times New Roman" panose="02020603050405020304" pitchFamily="18" charset="0"/>
                </a:rPr>
                <a:t>i</a:t>
              </a:r>
            </a:p>
          </p:txBody>
        </p:sp>
        <p:sp>
          <p:nvSpPr>
            <p:cNvPr id="24603" name="Line 31"/>
            <p:cNvSpPr/>
            <p:nvPr/>
          </p:nvSpPr>
          <p:spPr>
            <a:xfrm flipV="1">
              <a:off x="1479" y="2234"/>
              <a:ext cx="0" cy="1145"/>
            </a:xfrm>
            <a:prstGeom prst="line">
              <a:avLst/>
            </a:prstGeom>
            <a:ln w="22225" cap="flat" cmpd="sng">
              <a:solidFill>
                <a:schemeClr val="tx1"/>
              </a:solidFill>
              <a:prstDash val="solid"/>
              <a:headEnd type="none" w="med" len="med"/>
              <a:tailEnd type="triangle" w="med" len="med"/>
            </a:ln>
          </p:spPr>
        </p:sp>
        <p:sp>
          <p:nvSpPr>
            <p:cNvPr id="24604" name="Line 32"/>
            <p:cNvSpPr/>
            <p:nvPr/>
          </p:nvSpPr>
          <p:spPr>
            <a:xfrm>
              <a:off x="1479" y="3215"/>
              <a:ext cx="3596" cy="0"/>
            </a:xfrm>
            <a:prstGeom prst="line">
              <a:avLst/>
            </a:prstGeom>
            <a:ln w="22225" cap="flat" cmpd="sng">
              <a:solidFill>
                <a:schemeClr val="tx1"/>
              </a:solidFill>
              <a:prstDash val="solid"/>
              <a:headEnd type="none" w="med" len="med"/>
              <a:tailEnd type="triangle" w="med" len="med"/>
            </a:ln>
          </p:spPr>
        </p:sp>
        <p:sp>
          <p:nvSpPr>
            <p:cNvPr id="24605" name="Text Box 33"/>
            <p:cNvSpPr txBox="1"/>
            <p:nvPr/>
          </p:nvSpPr>
          <p:spPr>
            <a:xfrm>
              <a:off x="976" y="3079"/>
              <a:ext cx="660" cy="288"/>
            </a:xfrm>
            <a:prstGeom prst="rect">
              <a:avLst/>
            </a:prstGeom>
            <a:noFill/>
            <a:ln w="9525">
              <a:noFill/>
            </a:ln>
          </p:spPr>
          <p:txBody>
            <a:bodyPr wrap="none">
              <a:spAutoFit/>
            </a:bodyPr>
            <a:lstStyle/>
            <a:p>
              <a:r>
                <a:rPr lang="en-US" altLang="zh-CN" sz="2400" dirty="0">
                  <a:latin typeface="Times New Roman" panose="02020603050405020304" pitchFamily="18" charset="0"/>
                </a:rPr>
                <a:t>-180°</a:t>
              </a:r>
            </a:p>
          </p:txBody>
        </p:sp>
        <p:sp>
          <p:nvSpPr>
            <p:cNvPr id="24606" name="Text Box 34"/>
            <p:cNvSpPr txBox="1"/>
            <p:nvPr/>
          </p:nvSpPr>
          <p:spPr>
            <a:xfrm>
              <a:off x="1059" y="2645"/>
              <a:ext cx="564" cy="288"/>
            </a:xfrm>
            <a:prstGeom prst="rect">
              <a:avLst/>
            </a:prstGeom>
            <a:noFill/>
            <a:ln w="9525">
              <a:noFill/>
            </a:ln>
          </p:spPr>
          <p:txBody>
            <a:bodyPr wrap="none">
              <a:spAutoFit/>
            </a:bodyPr>
            <a:lstStyle/>
            <a:p>
              <a:r>
                <a:rPr lang="en-US" altLang="zh-CN" sz="2400" dirty="0">
                  <a:latin typeface="Times New Roman" panose="02020603050405020304" pitchFamily="18" charset="0"/>
                </a:rPr>
                <a:t>-90°</a:t>
              </a:r>
            </a:p>
          </p:txBody>
        </p:sp>
        <p:sp>
          <p:nvSpPr>
            <p:cNvPr id="24607" name="Text Box 35"/>
            <p:cNvSpPr txBox="1"/>
            <p:nvPr/>
          </p:nvSpPr>
          <p:spPr>
            <a:xfrm>
              <a:off x="1194" y="2236"/>
              <a:ext cx="404" cy="288"/>
            </a:xfrm>
            <a:prstGeom prst="rect">
              <a:avLst/>
            </a:prstGeom>
            <a:noFill/>
            <a:ln w="9525">
              <a:noFill/>
            </a:ln>
          </p:spPr>
          <p:txBody>
            <a:bodyPr wrap="none">
              <a:spAutoFit/>
            </a:bodyPr>
            <a:lstStyle/>
            <a:p>
              <a:r>
                <a:rPr lang="en-US" altLang="zh-CN" sz="2400" dirty="0">
                  <a:latin typeface="Times New Roman" panose="02020603050405020304" pitchFamily="18" charset="0"/>
                </a:rPr>
                <a:t>0°</a:t>
              </a:r>
            </a:p>
          </p:txBody>
        </p:sp>
        <p:sp>
          <p:nvSpPr>
            <p:cNvPr id="24608" name="Line 36"/>
            <p:cNvSpPr/>
            <p:nvPr/>
          </p:nvSpPr>
          <p:spPr>
            <a:xfrm flipH="1">
              <a:off x="3373" y="2810"/>
              <a:ext cx="0" cy="401"/>
            </a:xfrm>
            <a:prstGeom prst="line">
              <a:avLst/>
            </a:prstGeom>
            <a:ln w="22225" cap="flat" cmpd="sng">
              <a:solidFill>
                <a:srgbClr val="FF0000"/>
              </a:solidFill>
              <a:prstDash val="solid"/>
              <a:headEnd type="triangle" w="med" len="med"/>
              <a:tailEnd type="triangle" w="med" len="med"/>
            </a:ln>
          </p:spPr>
        </p:sp>
        <p:sp>
          <p:nvSpPr>
            <p:cNvPr id="24609" name="Line 37"/>
            <p:cNvSpPr/>
            <p:nvPr/>
          </p:nvSpPr>
          <p:spPr>
            <a:xfrm>
              <a:off x="3373" y="2643"/>
              <a:ext cx="0" cy="136"/>
            </a:xfrm>
            <a:prstGeom prst="line">
              <a:avLst/>
            </a:prstGeom>
            <a:ln w="22225" cap="flat" cmpd="sng">
              <a:solidFill>
                <a:schemeClr val="accent2"/>
              </a:solidFill>
              <a:prstDash val="solid"/>
              <a:headEnd type="none" w="med" len="med"/>
              <a:tailEnd type="triangle" w="med" len="med"/>
            </a:ln>
          </p:spPr>
        </p:sp>
        <p:sp>
          <p:nvSpPr>
            <p:cNvPr id="24610" name="Line 38"/>
            <p:cNvSpPr/>
            <p:nvPr/>
          </p:nvSpPr>
          <p:spPr>
            <a:xfrm flipV="1">
              <a:off x="3369" y="3208"/>
              <a:ext cx="4" cy="200"/>
            </a:xfrm>
            <a:prstGeom prst="line">
              <a:avLst/>
            </a:prstGeom>
            <a:ln w="22225" cap="flat" cmpd="sng">
              <a:solidFill>
                <a:schemeClr val="accent2"/>
              </a:solidFill>
              <a:prstDash val="solid"/>
              <a:headEnd type="none" w="med" len="med"/>
              <a:tailEnd type="triangle" w="med" len="med"/>
            </a:ln>
          </p:spPr>
        </p:sp>
        <p:sp>
          <p:nvSpPr>
            <p:cNvPr id="24611" name="Text Box 39"/>
            <p:cNvSpPr txBox="1"/>
            <p:nvPr/>
          </p:nvSpPr>
          <p:spPr>
            <a:xfrm rot="-5400000">
              <a:off x="712" y="2581"/>
              <a:ext cx="492" cy="288"/>
            </a:xfrm>
            <a:prstGeom prst="rect">
              <a:avLst/>
            </a:prstGeom>
            <a:noFill/>
            <a:ln w="9525">
              <a:noFill/>
            </a:ln>
          </p:spPr>
          <p:txBody>
            <a:bodyPr wrap="none">
              <a:spAutoFit/>
            </a:bodyPr>
            <a:lstStyle/>
            <a:p>
              <a:r>
                <a:rPr lang="en-US" altLang="zh-CN" sz="2400" i="1" dirty="0">
                  <a:latin typeface="Times New Roman" panose="02020603050405020304" pitchFamily="18" charset="0"/>
                  <a:sym typeface="Symbol" panose="05050102010706020507" pitchFamily="18" charset="2"/>
                </a:rPr>
                <a:t></a:t>
              </a:r>
              <a:r>
                <a:rPr lang="en-US" altLang="zh-CN" sz="2400" dirty="0">
                  <a:latin typeface="Times New Roman" panose="02020603050405020304" pitchFamily="18" charset="0"/>
                </a:rPr>
                <a:t>(</a:t>
              </a:r>
              <a:r>
                <a:rPr lang="en-US" altLang="zh-CN" sz="2400" i="1" dirty="0">
                  <a:latin typeface="Times New Roman" panose="02020603050405020304" pitchFamily="18" charset="0"/>
                  <a:sym typeface="Symbol" panose="05050102010706020507" pitchFamily="18" charset="2"/>
                </a:rPr>
                <a:t></a:t>
              </a:r>
              <a:r>
                <a:rPr lang="en-US" altLang="zh-CN" sz="2400" dirty="0">
                  <a:latin typeface="Times New Roman" panose="02020603050405020304" pitchFamily="18" charset="0"/>
                </a:rPr>
                <a:t>)</a:t>
              </a:r>
            </a:p>
          </p:txBody>
        </p:sp>
        <p:sp>
          <p:nvSpPr>
            <p:cNvPr id="24612" name="Freeform 40"/>
            <p:cNvSpPr/>
            <p:nvPr/>
          </p:nvSpPr>
          <p:spPr>
            <a:xfrm>
              <a:off x="1479" y="2367"/>
              <a:ext cx="3523" cy="798"/>
            </a:xfrm>
            <a:custGeom>
              <a:avLst/>
              <a:gdLst/>
              <a:ahLst/>
              <a:cxnLst>
                <a:cxn ang="0">
                  <a:pos x="0" y="0"/>
                </a:cxn>
                <a:cxn ang="0">
                  <a:pos x="72" y="9"/>
                </a:cxn>
                <a:cxn ang="0">
                  <a:pos x="145" y="16"/>
                </a:cxn>
                <a:cxn ang="0">
                  <a:pos x="217" y="24"/>
                </a:cxn>
                <a:cxn ang="0">
                  <a:pos x="289" y="32"/>
                </a:cxn>
                <a:cxn ang="0">
                  <a:pos x="362" y="44"/>
                </a:cxn>
                <a:cxn ang="0">
                  <a:pos x="434" y="57"/>
                </a:cxn>
                <a:cxn ang="0">
                  <a:pos x="506" y="73"/>
                </a:cxn>
                <a:cxn ang="0">
                  <a:pos x="579" y="93"/>
                </a:cxn>
                <a:cxn ang="0">
                  <a:pos x="651" y="113"/>
                </a:cxn>
                <a:cxn ang="0">
                  <a:pos x="718" y="133"/>
                </a:cxn>
                <a:cxn ang="0">
                  <a:pos x="790" y="157"/>
                </a:cxn>
                <a:cxn ang="0">
                  <a:pos x="862" y="185"/>
                </a:cxn>
                <a:cxn ang="0">
                  <a:pos x="935" y="210"/>
                </a:cxn>
                <a:cxn ang="0">
                  <a:pos x="1007" y="238"/>
                </a:cxn>
                <a:cxn ang="0">
                  <a:pos x="1079" y="262"/>
                </a:cxn>
                <a:cxn ang="0">
                  <a:pos x="1152" y="282"/>
                </a:cxn>
                <a:cxn ang="0">
                  <a:pos x="1224" y="302"/>
                </a:cxn>
                <a:cxn ang="0">
                  <a:pos x="1296" y="322"/>
                </a:cxn>
                <a:cxn ang="0">
                  <a:pos x="1369" y="335"/>
                </a:cxn>
                <a:cxn ang="0">
                  <a:pos x="1435" y="351"/>
                </a:cxn>
                <a:cxn ang="0">
                  <a:pos x="1507" y="363"/>
                </a:cxn>
                <a:cxn ang="0">
                  <a:pos x="1581" y="375"/>
                </a:cxn>
                <a:cxn ang="0">
                  <a:pos x="1653" y="383"/>
                </a:cxn>
                <a:cxn ang="0">
                  <a:pos x="1725" y="395"/>
                </a:cxn>
                <a:cxn ang="0">
                  <a:pos x="1798" y="403"/>
                </a:cxn>
                <a:cxn ang="0">
                  <a:pos x="1870" y="411"/>
                </a:cxn>
                <a:cxn ang="0">
                  <a:pos x="1942" y="423"/>
                </a:cxn>
                <a:cxn ang="0">
                  <a:pos x="2015" y="431"/>
                </a:cxn>
                <a:cxn ang="0">
                  <a:pos x="2087" y="443"/>
                </a:cxn>
                <a:cxn ang="0">
                  <a:pos x="2153" y="455"/>
                </a:cxn>
                <a:cxn ang="0">
                  <a:pos x="2226" y="472"/>
                </a:cxn>
                <a:cxn ang="0">
                  <a:pos x="2298" y="488"/>
                </a:cxn>
                <a:cxn ang="0">
                  <a:pos x="2371" y="504"/>
                </a:cxn>
                <a:cxn ang="0">
                  <a:pos x="2443" y="524"/>
                </a:cxn>
                <a:cxn ang="0">
                  <a:pos x="2515" y="548"/>
                </a:cxn>
                <a:cxn ang="0">
                  <a:pos x="2588" y="572"/>
                </a:cxn>
                <a:cxn ang="0">
                  <a:pos x="2660" y="596"/>
                </a:cxn>
                <a:cxn ang="0">
                  <a:pos x="2732" y="621"/>
                </a:cxn>
                <a:cxn ang="0">
                  <a:pos x="2805" y="649"/>
                </a:cxn>
                <a:cxn ang="0">
                  <a:pos x="2871" y="673"/>
                </a:cxn>
                <a:cxn ang="0">
                  <a:pos x="2943" y="697"/>
                </a:cxn>
                <a:cxn ang="0">
                  <a:pos x="3016" y="717"/>
                </a:cxn>
                <a:cxn ang="0">
                  <a:pos x="3088" y="733"/>
                </a:cxn>
                <a:cxn ang="0">
                  <a:pos x="3160" y="750"/>
                </a:cxn>
                <a:cxn ang="0">
                  <a:pos x="3233" y="762"/>
                </a:cxn>
                <a:cxn ang="0">
                  <a:pos x="3305" y="774"/>
                </a:cxn>
                <a:cxn ang="0">
                  <a:pos x="3378" y="785"/>
                </a:cxn>
                <a:cxn ang="0">
                  <a:pos x="3451" y="793"/>
                </a:cxn>
                <a:cxn ang="0">
                  <a:pos x="3523" y="798"/>
                </a:cxn>
              </a:cxnLst>
              <a:rect l="0" t="0" r="0" b="0"/>
              <a:pathLst>
                <a:path w="4139" h="1404">
                  <a:moveTo>
                    <a:pt x="0" y="0"/>
                  </a:moveTo>
                  <a:lnTo>
                    <a:pt x="85" y="15"/>
                  </a:lnTo>
                  <a:lnTo>
                    <a:pt x="170" y="29"/>
                  </a:lnTo>
                  <a:lnTo>
                    <a:pt x="255" y="43"/>
                  </a:lnTo>
                  <a:lnTo>
                    <a:pt x="340" y="57"/>
                  </a:lnTo>
                  <a:lnTo>
                    <a:pt x="425" y="78"/>
                  </a:lnTo>
                  <a:lnTo>
                    <a:pt x="510" y="100"/>
                  </a:lnTo>
                  <a:lnTo>
                    <a:pt x="595" y="128"/>
                  </a:lnTo>
                  <a:lnTo>
                    <a:pt x="680" y="163"/>
                  </a:lnTo>
                  <a:lnTo>
                    <a:pt x="765" y="199"/>
                  </a:lnTo>
                  <a:lnTo>
                    <a:pt x="843" y="234"/>
                  </a:lnTo>
                  <a:lnTo>
                    <a:pt x="928" y="277"/>
                  </a:lnTo>
                  <a:lnTo>
                    <a:pt x="1013" y="326"/>
                  </a:lnTo>
                  <a:lnTo>
                    <a:pt x="1098" y="369"/>
                  </a:lnTo>
                  <a:lnTo>
                    <a:pt x="1183" y="419"/>
                  </a:lnTo>
                  <a:lnTo>
                    <a:pt x="1268" y="461"/>
                  </a:lnTo>
                  <a:lnTo>
                    <a:pt x="1353" y="496"/>
                  </a:lnTo>
                  <a:lnTo>
                    <a:pt x="1438" y="532"/>
                  </a:lnTo>
                  <a:lnTo>
                    <a:pt x="1523" y="567"/>
                  </a:lnTo>
                  <a:lnTo>
                    <a:pt x="1608" y="589"/>
                  </a:lnTo>
                  <a:lnTo>
                    <a:pt x="1686" y="617"/>
                  </a:lnTo>
                  <a:lnTo>
                    <a:pt x="1771" y="638"/>
                  </a:lnTo>
                  <a:lnTo>
                    <a:pt x="1857" y="659"/>
                  </a:lnTo>
                  <a:lnTo>
                    <a:pt x="1942" y="674"/>
                  </a:lnTo>
                  <a:lnTo>
                    <a:pt x="2027" y="695"/>
                  </a:lnTo>
                  <a:lnTo>
                    <a:pt x="2112" y="709"/>
                  </a:lnTo>
                  <a:lnTo>
                    <a:pt x="2197" y="723"/>
                  </a:lnTo>
                  <a:lnTo>
                    <a:pt x="2282" y="745"/>
                  </a:lnTo>
                  <a:lnTo>
                    <a:pt x="2367" y="759"/>
                  </a:lnTo>
                  <a:lnTo>
                    <a:pt x="2452" y="780"/>
                  </a:lnTo>
                  <a:lnTo>
                    <a:pt x="2530" y="801"/>
                  </a:lnTo>
                  <a:lnTo>
                    <a:pt x="2615" y="830"/>
                  </a:lnTo>
                  <a:lnTo>
                    <a:pt x="2700" y="858"/>
                  </a:lnTo>
                  <a:lnTo>
                    <a:pt x="2785" y="886"/>
                  </a:lnTo>
                  <a:lnTo>
                    <a:pt x="2870" y="922"/>
                  </a:lnTo>
                  <a:lnTo>
                    <a:pt x="2955" y="964"/>
                  </a:lnTo>
                  <a:lnTo>
                    <a:pt x="3040" y="1007"/>
                  </a:lnTo>
                  <a:lnTo>
                    <a:pt x="3125" y="1049"/>
                  </a:lnTo>
                  <a:lnTo>
                    <a:pt x="3210" y="1092"/>
                  </a:lnTo>
                  <a:lnTo>
                    <a:pt x="3295" y="1141"/>
                  </a:lnTo>
                  <a:lnTo>
                    <a:pt x="3373" y="1184"/>
                  </a:lnTo>
                  <a:lnTo>
                    <a:pt x="3458" y="1226"/>
                  </a:lnTo>
                  <a:lnTo>
                    <a:pt x="3543" y="1262"/>
                  </a:lnTo>
                  <a:lnTo>
                    <a:pt x="3628" y="1290"/>
                  </a:lnTo>
                  <a:lnTo>
                    <a:pt x="3713" y="1319"/>
                  </a:lnTo>
                  <a:lnTo>
                    <a:pt x="3798" y="1340"/>
                  </a:lnTo>
                  <a:lnTo>
                    <a:pt x="3883" y="1361"/>
                  </a:lnTo>
                  <a:lnTo>
                    <a:pt x="3969" y="1382"/>
                  </a:lnTo>
                  <a:lnTo>
                    <a:pt x="4054" y="1396"/>
                  </a:lnTo>
                  <a:lnTo>
                    <a:pt x="4139" y="1404"/>
                  </a:lnTo>
                </a:path>
              </a:pathLst>
            </a:custGeom>
            <a:noFill/>
            <a:ln w="38100" cap="flat" cmpd="sng">
              <a:solidFill>
                <a:schemeClr val="accent2">
                  <a:alpha val="100000"/>
                </a:schemeClr>
              </a:solidFill>
              <a:prstDash val="solid"/>
              <a:round/>
              <a:headEnd type="none" w="med" len="med"/>
              <a:tailEnd type="none" w="med" len="med"/>
            </a:ln>
          </p:spPr>
          <p:txBody>
            <a:bodyPr/>
            <a:lstStyle/>
            <a:p>
              <a:endParaRPr lang="zh-CN" altLang="en-US"/>
            </a:p>
          </p:txBody>
        </p:sp>
        <p:sp>
          <p:nvSpPr>
            <p:cNvPr id="24613" name="Freeform 41"/>
            <p:cNvSpPr/>
            <p:nvPr/>
          </p:nvSpPr>
          <p:spPr>
            <a:xfrm>
              <a:off x="1479" y="2342"/>
              <a:ext cx="3523" cy="399"/>
            </a:xfrm>
            <a:custGeom>
              <a:avLst/>
              <a:gdLst/>
              <a:ahLst/>
              <a:cxnLst>
                <a:cxn ang="0">
                  <a:pos x="0" y="399"/>
                </a:cxn>
                <a:cxn ang="0">
                  <a:pos x="72" y="395"/>
                </a:cxn>
                <a:cxn ang="0">
                  <a:pos x="145" y="387"/>
                </a:cxn>
                <a:cxn ang="0">
                  <a:pos x="217" y="379"/>
                </a:cxn>
                <a:cxn ang="0">
                  <a:pos x="289" y="371"/>
                </a:cxn>
                <a:cxn ang="0">
                  <a:pos x="362" y="359"/>
                </a:cxn>
                <a:cxn ang="0">
                  <a:pos x="434" y="347"/>
                </a:cxn>
                <a:cxn ang="0">
                  <a:pos x="506" y="331"/>
                </a:cxn>
                <a:cxn ang="0">
                  <a:pos x="579" y="311"/>
                </a:cxn>
                <a:cxn ang="0">
                  <a:pos x="651" y="290"/>
                </a:cxn>
                <a:cxn ang="0">
                  <a:pos x="718" y="270"/>
                </a:cxn>
                <a:cxn ang="0">
                  <a:pos x="790" y="246"/>
                </a:cxn>
                <a:cxn ang="0">
                  <a:pos x="862" y="218"/>
                </a:cxn>
                <a:cxn ang="0">
                  <a:pos x="935" y="194"/>
                </a:cxn>
                <a:cxn ang="0">
                  <a:pos x="1007" y="170"/>
                </a:cxn>
                <a:cxn ang="0">
                  <a:pos x="1079" y="145"/>
                </a:cxn>
                <a:cxn ang="0">
                  <a:pos x="1152" y="125"/>
                </a:cxn>
                <a:cxn ang="0">
                  <a:pos x="1224" y="105"/>
                </a:cxn>
                <a:cxn ang="0">
                  <a:pos x="1296" y="89"/>
                </a:cxn>
                <a:cxn ang="0">
                  <a:pos x="1369" y="72"/>
                </a:cxn>
                <a:cxn ang="0">
                  <a:pos x="1435" y="60"/>
                </a:cxn>
                <a:cxn ang="0">
                  <a:pos x="1507" y="52"/>
                </a:cxn>
                <a:cxn ang="0">
                  <a:pos x="1581" y="40"/>
                </a:cxn>
                <a:cxn ang="0">
                  <a:pos x="1653" y="36"/>
                </a:cxn>
                <a:cxn ang="0">
                  <a:pos x="1725" y="28"/>
                </a:cxn>
                <a:cxn ang="0">
                  <a:pos x="1798" y="24"/>
                </a:cxn>
                <a:cxn ang="0">
                  <a:pos x="1870" y="20"/>
                </a:cxn>
                <a:cxn ang="0">
                  <a:pos x="1942" y="16"/>
                </a:cxn>
                <a:cxn ang="0">
                  <a:pos x="2015" y="12"/>
                </a:cxn>
                <a:cxn ang="0">
                  <a:pos x="2087" y="12"/>
                </a:cxn>
                <a:cxn ang="0">
                  <a:pos x="2153" y="8"/>
                </a:cxn>
                <a:cxn ang="0">
                  <a:pos x="2226" y="8"/>
                </a:cxn>
                <a:cxn ang="0">
                  <a:pos x="2298" y="4"/>
                </a:cxn>
                <a:cxn ang="0">
                  <a:pos x="2371" y="4"/>
                </a:cxn>
                <a:cxn ang="0">
                  <a:pos x="2443" y="4"/>
                </a:cxn>
                <a:cxn ang="0">
                  <a:pos x="2515" y="4"/>
                </a:cxn>
                <a:cxn ang="0">
                  <a:pos x="2588" y="0"/>
                </a:cxn>
                <a:cxn ang="0">
                  <a:pos x="2660" y="0"/>
                </a:cxn>
                <a:cxn ang="0">
                  <a:pos x="2732" y="0"/>
                </a:cxn>
                <a:cxn ang="0">
                  <a:pos x="2805" y="0"/>
                </a:cxn>
                <a:cxn ang="0">
                  <a:pos x="2871" y="0"/>
                </a:cxn>
                <a:cxn ang="0">
                  <a:pos x="2943" y="0"/>
                </a:cxn>
                <a:cxn ang="0">
                  <a:pos x="3016" y="0"/>
                </a:cxn>
                <a:cxn ang="0">
                  <a:pos x="3088" y="0"/>
                </a:cxn>
                <a:cxn ang="0">
                  <a:pos x="3160" y="0"/>
                </a:cxn>
                <a:cxn ang="0">
                  <a:pos x="3233" y="0"/>
                </a:cxn>
                <a:cxn ang="0">
                  <a:pos x="3305" y="0"/>
                </a:cxn>
                <a:cxn ang="0">
                  <a:pos x="3378" y="0"/>
                </a:cxn>
                <a:cxn ang="0">
                  <a:pos x="3451" y="0"/>
                </a:cxn>
                <a:cxn ang="0">
                  <a:pos x="3523" y="0"/>
                </a:cxn>
              </a:cxnLst>
              <a:rect l="0" t="0" r="0" b="0"/>
              <a:pathLst>
                <a:path w="4139" h="701">
                  <a:moveTo>
                    <a:pt x="0" y="701"/>
                  </a:moveTo>
                  <a:lnTo>
                    <a:pt x="85" y="694"/>
                  </a:lnTo>
                  <a:lnTo>
                    <a:pt x="170" y="680"/>
                  </a:lnTo>
                  <a:lnTo>
                    <a:pt x="255" y="666"/>
                  </a:lnTo>
                  <a:lnTo>
                    <a:pt x="340" y="652"/>
                  </a:lnTo>
                  <a:lnTo>
                    <a:pt x="425" y="631"/>
                  </a:lnTo>
                  <a:lnTo>
                    <a:pt x="510" y="609"/>
                  </a:lnTo>
                  <a:lnTo>
                    <a:pt x="595" y="581"/>
                  </a:lnTo>
                  <a:lnTo>
                    <a:pt x="680" y="546"/>
                  </a:lnTo>
                  <a:lnTo>
                    <a:pt x="765" y="510"/>
                  </a:lnTo>
                  <a:lnTo>
                    <a:pt x="843" y="475"/>
                  </a:lnTo>
                  <a:lnTo>
                    <a:pt x="928" y="432"/>
                  </a:lnTo>
                  <a:lnTo>
                    <a:pt x="1013" y="383"/>
                  </a:lnTo>
                  <a:lnTo>
                    <a:pt x="1098" y="340"/>
                  </a:lnTo>
                  <a:lnTo>
                    <a:pt x="1183" y="298"/>
                  </a:lnTo>
                  <a:lnTo>
                    <a:pt x="1268" y="255"/>
                  </a:lnTo>
                  <a:lnTo>
                    <a:pt x="1353" y="220"/>
                  </a:lnTo>
                  <a:lnTo>
                    <a:pt x="1438" y="184"/>
                  </a:lnTo>
                  <a:lnTo>
                    <a:pt x="1523" y="156"/>
                  </a:lnTo>
                  <a:lnTo>
                    <a:pt x="1608" y="127"/>
                  </a:lnTo>
                  <a:lnTo>
                    <a:pt x="1686" y="106"/>
                  </a:lnTo>
                  <a:lnTo>
                    <a:pt x="1771" y="92"/>
                  </a:lnTo>
                  <a:lnTo>
                    <a:pt x="1857" y="71"/>
                  </a:lnTo>
                  <a:lnTo>
                    <a:pt x="1942" y="64"/>
                  </a:lnTo>
                  <a:lnTo>
                    <a:pt x="2027" y="49"/>
                  </a:lnTo>
                  <a:lnTo>
                    <a:pt x="2112" y="42"/>
                  </a:lnTo>
                  <a:lnTo>
                    <a:pt x="2197" y="35"/>
                  </a:lnTo>
                  <a:lnTo>
                    <a:pt x="2282" y="28"/>
                  </a:lnTo>
                  <a:lnTo>
                    <a:pt x="2367" y="21"/>
                  </a:lnTo>
                  <a:lnTo>
                    <a:pt x="2452" y="21"/>
                  </a:lnTo>
                  <a:lnTo>
                    <a:pt x="2530" y="14"/>
                  </a:lnTo>
                  <a:lnTo>
                    <a:pt x="2615" y="14"/>
                  </a:lnTo>
                  <a:lnTo>
                    <a:pt x="2700" y="7"/>
                  </a:lnTo>
                  <a:lnTo>
                    <a:pt x="2785" y="7"/>
                  </a:lnTo>
                  <a:lnTo>
                    <a:pt x="2870" y="7"/>
                  </a:lnTo>
                  <a:lnTo>
                    <a:pt x="2955" y="7"/>
                  </a:lnTo>
                  <a:lnTo>
                    <a:pt x="3040" y="0"/>
                  </a:lnTo>
                  <a:lnTo>
                    <a:pt x="3125" y="0"/>
                  </a:lnTo>
                  <a:lnTo>
                    <a:pt x="3210" y="0"/>
                  </a:lnTo>
                  <a:lnTo>
                    <a:pt x="3295" y="0"/>
                  </a:lnTo>
                  <a:lnTo>
                    <a:pt x="3373" y="0"/>
                  </a:lnTo>
                  <a:lnTo>
                    <a:pt x="3458" y="0"/>
                  </a:lnTo>
                  <a:lnTo>
                    <a:pt x="3543" y="0"/>
                  </a:lnTo>
                  <a:lnTo>
                    <a:pt x="3628" y="0"/>
                  </a:lnTo>
                  <a:lnTo>
                    <a:pt x="3713" y="0"/>
                  </a:lnTo>
                  <a:lnTo>
                    <a:pt x="3798" y="0"/>
                  </a:lnTo>
                  <a:lnTo>
                    <a:pt x="3883" y="0"/>
                  </a:lnTo>
                  <a:lnTo>
                    <a:pt x="3969" y="0"/>
                  </a:lnTo>
                  <a:lnTo>
                    <a:pt x="4054" y="0"/>
                  </a:lnTo>
                  <a:lnTo>
                    <a:pt x="4139" y="0"/>
                  </a:lnTo>
                </a:path>
              </a:pathLst>
            </a:custGeom>
            <a:noFill/>
            <a:ln w="28575" cap="flat" cmpd="sng">
              <a:solidFill>
                <a:srgbClr val="009900">
                  <a:alpha val="100000"/>
                </a:srgbClr>
              </a:solidFill>
              <a:prstDash val="lgDashDot"/>
              <a:round/>
              <a:headEnd type="none" w="med" len="med"/>
              <a:tailEnd type="none" w="med" len="med"/>
            </a:ln>
          </p:spPr>
          <p:txBody>
            <a:bodyPr/>
            <a:lstStyle/>
            <a:p>
              <a:endParaRPr lang="zh-CN" altLang="en-US"/>
            </a:p>
          </p:txBody>
        </p:sp>
        <p:sp>
          <p:nvSpPr>
            <p:cNvPr id="24614" name="Freeform 42"/>
            <p:cNvSpPr/>
            <p:nvPr/>
          </p:nvSpPr>
          <p:spPr>
            <a:xfrm>
              <a:off x="1479" y="2773"/>
              <a:ext cx="3523" cy="395"/>
            </a:xfrm>
            <a:custGeom>
              <a:avLst/>
              <a:gdLst/>
              <a:ahLst/>
              <a:cxnLst>
                <a:cxn ang="0">
                  <a:pos x="0" y="0"/>
                </a:cxn>
                <a:cxn ang="0">
                  <a:pos x="72" y="0"/>
                </a:cxn>
                <a:cxn ang="0">
                  <a:pos x="145" y="0"/>
                </a:cxn>
                <a:cxn ang="0">
                  <a:pos x="217" y="0"/>
                </a:cxn>
                <a:cxn ang="0">
                  <a:pos x="289" y="0"/>
                </a:cxn>
                <a:cxn ang="0">
                  <a:pos x="362" y="0"/>
                </a:cxn>
                <a:cxn ang="0">
                  <a:pos x="434" y="0"/>
                </a:cxn>
                <a:cxn ang="0">
                  <a:pos x="506" y="0"/>
                </a:cxn>
                <a:cxn ang="0">
                  <a:pos x="579" y="0"/>
                </a:cxn>
                <a:cxn ang="0">
                  <a:pos x="651" y="0"/>
                </a:cxn>
                <a:cxn ang="0">
                  <a:pos x="718" y="0"/>
                </a:cxn>
                <a:cxn ang="0">
                  <a:pos x="790" y="0"/>
                </a:cxn>
                <a:cxn ang="0">
                  <a:pos x="862" y="4"/>
                </a:cxn>
                <a:cxn ang="0">
                  <a:pos x="935" y="4"/>
                </a:cxn>
                <a:cxn ang="0">
                  <a:pos x="1007" y="4"/>
                </a:cxn>
                <a:cxn ang="0">
                  <a:pos x="1079" y="4"/>
                </a:cxn>
                <a:cxn ang="0">
                  <a:pos x="1152" y="4"/>
                </a:cxn>
                <a:cxn ang="0">
                  <a:pos x="1224" y="4"/>
                </a:cxn>
                <a:cxn ang="0">
                  <a:pos x="1296" y="8"/>
                </a:cxn>
                <a:cxn ang="0">
                  <a:pos x="1369" y="8"/>
                </a:cxn>
                <a:cxn ang="0">
                  <a:pos x="1435" y="8"/>
                </a:cxn>
                <a:cxn ang="0">
                  <a:pos x="1507" y="12"/>
                </a:cxn>
                <a:cxn ang="0">
                  <a:pos x="1581" y="16"/>
                </a:cxn>
                <a:cxn ang="0">
                  <a:pos x="1653" y="16"/>
                </a:cxn>
                <a:cxn ang="0">
                  <a:pos x="1725" y="20"/>
                </a:cxn>
                <a:cxn ang="0">
                  <a:pos x="1798" y="24"/>
                </a:cxn>
                <a:cxn ang="0">
                  <a:pos x="1870" y="28"/>
                </a:cxn>
                <a:cxn ang="0">
                  <a:pos x="1942" y="36"/>
                </a:cxn>
                <a:cxn ang="0">
                  <a:pos x="2015" y="44"/>
                </a:cxn>
                <a:cxn ang="0">
                  <a:pos x="2087" y="52"/>
                </a:cxn>
                <a:cxn ang="0">
                  <a:pos x="2153" y="64"/>
                </a:cxn>
                <a:cxn ang="0">
                  <a:pos x="2226" y="77"/>
                </a:cxn>
                <a:cxn ang="0">
                  <a:pos x="2298" y="89"/>
                </a:cxn>
                <a:cxn ang="0">
                  <a:pos x="2371" y="105"/>
                </a:cxn>
                <a:cxn ang="0">
                  <a:pos x="2443" y="125"/>
                </a:cxn>
                <a:cxn ang="0">
                  <a:pos x="2515" y="149"/>
                </a:cxn>
                <a:cxn ang="0">
                  <a:pos x="2588" y="169"/>
                </a:cxn>
                <a:cxn ang="0">
                  <a:pos x="2660" y="197"/>
                </a:cxn>
                <a:cxn ang="0">
                  <a:pos x="2732" y="222"/>
                </a:cxn>
                <a:cxn ang="0">
                  <a:pos x="2805" y="246"/>
                </a:cxn>
                <a:cxn ang="0">
                  <a:pos x="2871" y="270"/>
                </a:cxn>
                <a:cxn ang="0">
                  <a:pos x="2943" y="294"/>
                </a:cxn>
                <a:cxn ang="0">
                  <a:pos x="3016" y="314"/>
                </a:cxn>
                <a:cxn ang="0">
                  <a:pos x="3088" y="330"/>
                </a:cxn>
                <a:cxn ang="0">
                  <a:pos x="3160" y="347"/>
                </a:cxn>
                <a:cxn ang="0">
                  <a:pos x="3233" y="359"/>
                </a:cxn>
                <a:cxn ang="0">
                  <a:pos x="3305" y="371"/>
                </a:cxn>
                <a:cxn ang="0">
                  <a:pos x="3378" y="382"/>
                </a:cxn>
                <a:cxn ang="0">
                  <a:pos x="3451" y="390"/>
                </a:cxn>
                <a:cxn ang="0">
                  <a:pos x="3523" y="395"/>
                </a:cxn>
              </a:cxnLst>
              <a:rect l="0" t="0" r="0" b="0"/>
              <a:pathLst>
                <a:path w="4139" h="695">
                  <a:moveTo>
                    <a:pt x="0" y="0"/>
                  </a:moveTo>
                  <a:lnTo>
                    <a:pt x="85" y="0"/>
                  </a:lnTo>
                  <a:lnTo>
                    <a:pt x="170" y="0"/>
                  </a:lnTo>
                  <a:lnTo>
                    <a:pt x="255" y="0"/>
                  </a:lnTo>
                  <a:lnTo>
                    <a:pt x="340" y="0"/>
                  </a:lnTo>
                  <a:lnTo>
                    <a:pt x="425" y="0"/>
                  </a:lnTo>
                  <a:lnTo>
                    <a:pt x="510" y="0"/>
                  </a:lnTo>
                  <a:lnTo>
                    <a:pt x="595" y="0"/>
                  </a:lnTo>
                  <a:lnTo>
                    <a:pt x="680" y="0"/>
                  </a:lnTo>
                  <a:lnTo>
                    <a:pt x="765" y="0"/>
                  </a:lnTo>
                  <a:lnTo>
                    <a:pt x="843" y="0"/>
                  </a:lnTo>
                  <a:lnTo>
                    <a:pt x="928" y="0"/>
                  </a:lnTo>
                  <a:lnTo>
                    <a:pt x="1013" y="7"/>
                  </a:lnTo>
                  <a:lnTo>
                    <a:pt x="1098" y="7"/>
                  </a:lnTo>
                  <a:lnTo>
                    <a:pt x="1183" y="7"/>
                  </a:lnTo>
                  <a:lnTo>
                    <a:pt x="1268" y="7"/>
                  </a:lnTo>
                  <a:lnTo>
                    <a:pt x="1353" y="7"/>
                  </a:lnTo>
                  <a:lnTo>
                    <a:pt x="1438" y="7"/>
                  </a:lnTo>
                  <a:lnTo>
                    <a:pt x="1523" y="14"/>
                  </a:lnTo>
                  <a:lnTo>
                    <a:pt x="1608" y="14"/>
                  </a:lnTo>
                  <a:lnTo>
                    <a:pt x="1686" y="14"/>
                  </a:lnTo>
                  <a:lnTo>
                    <a:pt x="1771" y="21"/>
                  </a:lnTo>
                  <a:lnTo>
                    <a:pt x="1857" y="28"/>
                  </a:lnTo>
                  <a:lnTo>
                    <a:pt x="1942" y="28"/>
                  </a:lnTo>
                  <a:lnTo>
                    <a:pt x="2027" y="36"/>
                  </a:lnTo>
                  <a:lnTo>
                    <a:pt x="2112" y="43"/>
                  </a:lnTo>
                  <a:lnTo>
                    <a:pt x="2197" y="50"/>
                  </a:lnTo>
                  <a:lnTo>
                    <a:pt x="2282" y="64"/>
                  </a:lnTo>
                  <a:lnTo>
                    <a:pt x="2367" y="78"/>
                  </a:lnTo>
                  <a:lnTo>
                    <a:pt x="2452" y="92"/>
                  </a:lnTo>
                  <a:lnTo>
                    <a:pt x="2530" y="113"/>
                  </a:lnTo>
                  <a:lnTo>
                    <a:pt x="2615" y="135"/>
                  </a:lnTo>
                  <a:lnTo>
                    <a:pt x="2700" y="156"/>
                  </a:lnTo>
                  <a:lnTo>
                    <a:pt x="2785" y="184"/>
                  </a:lnTo>
                  <a:lnTo>
                    <a:pt x="2870" y="220"/>
                  </a:lnTo>
                  <a:lnTo>
                    <a:pt x="2955" y="262"/>
                  </a:lnTo>
                  <a:lnTo>
                    <a:pt x="3040" y="298"/>
                  </a:lnTo>
                  <a:lnTo>
                    <a:pt x="3125" y="347"/>
                  </a:lnTo>
                  <a:lnTo>
                    <a:pt x="3210" y="390"/>
                  </a:lnTo>
                  <a:lnTo>
                    <a:pt x="3295" y="432"/>
                  </a:lnTo>
                  <a:lnTo>
                    <a:pt x="3373" y="475"/>
                  </a:lnTo>
                  <a:lnTo>
                    <a:pt x="3458" y="517"/>
                  </a:lnTo>
                  <a:lnTo>
                    <a:pt x="3543" y="553"/>
                  </a:lnTo>
                  <a:lnTo>
                    <a:pt x="3628" y="581"/>
                  </a:lnTo>
                  <a:lnTo>
                    <a:pt x="3713" y="610"/>
                  </a:lnTo>
                  <a:lnTo>
                    <a:pt x="3798" y="631"/>
                  </a:lnTo>
                  <a:lnTo>
                    <a:pt x="3883" y="652"/>
                  </a:lnTo>
                  <a:lnTo>
                    <a:pt x="3969" y="673"/>
                  </a:lnTo>
                  <a:lnTo>
                    <a:pt x="4054" y="687"/>
                  </a:lnTo>
                  <a:lnTo>
                    <a:pt x="4139" y="695"/>
                  </a:lnTo>
                </a:path>
              </a:pathLst>
            </a:custGeom>
            <a:noFill/>
            <a:ln w="38100" cap="flat" cmpd="sng">
              <a:solidFill>
                <a:srgbClr val="FF0000">
                  <a:alpha val="100000"/>
                </a:srgbClr>
              </a:solidFill>
              <a:prstDash val="dash"/>
              <a:round/>
              <a:headEnd type="none" w="med" len="med"/>
              <a:tailEnd type="none" w="med" len="med"/>
            </a:ln>
          </p:spPr>
          <p:txBody>
            <a:bodyPr/>
            <a:lstStyle/>
            <a:p>
              <a:endParaRPr lang="zh-CN" altLang="en-US"/>
            </a:p>
          </p:txBody>
        </p:sp>
        <p:sp>
          <p:nvSpPr>
            <p:cNvPr id="24615" name="Rectangle 43"/>
            <p:cNvSpPr/>
            <p:nvPr/>
          </p:nvSpPr>
          <p:spPr>
            <a:xfrm>
              <a:off x="3358" y="2508"/>
              <a:ext cx="576" cy="288"/>
            </a:xfrm>
            <a:prstGeom prst="rect">
              <a:avLst/>
            </a:prstGeom>
            <a:noFill/>
            <a:ln w="9525">
              <a:noFill/>
            </a:ln>
          </p:spPr>
          <p:txBody>
            <a:bodyPr wrap="none">
              <a:spAutoFit/>
            </a:bodyPr>
            <a:lstStyle/>
            <a:p>
              <a:r>
                <a:rPr lang="en-US" altLang="zh-CN" sz="2400" i="1" dirty="0">
                  <a:solidFill>
                    <a:schemeClr val="accent2"/>
                  </a:solidFill>
                  <a:latin typeface="Times New Roman" panose="02020603050405020304" pitchFamily="18" charset="0"/>
                  <a:sym typeface="Symbol" panose="05050102010706020507" pitchFamily="18" charset="2"/>
                </a:rPr>
                <a:t></a:t>
              </a:r>
              <a:r>
                <a:rPr lang="en-US" altLang="zh-CN" sz="2400" baseline="-18000" dirty="0">
                  <a:solidFill>
                    <a:schemeClr val="accent2"/>
                  </a:solidFill>
                  <a:latin typeface="Times New Roman" panose="02020603050405020304" pitchFamily="18" charset="0"/>
                </a:rPr>
                <a:t>1</a:t>
              </a:r>
              <a:r>
                <a:rPr lang="en-US" altLang="zh-CN" sz="2400" dirty="0">
                  <a:solidFill>
                    <a:schemeClr val="accent2"/>
                  </a:solidFill>
                  <a:latin typeface="Times New Roman" panose="02020603050405020304" pitchFamily="18" charset="0"/>
                </a:rPr>
                <a:t>(</a:t>
              </a:r>
              <a:r>
                <a:rPr lang="en-US" altLang="zh-CN" sz="2400" i="1" dirty="0">
                  <a:solidFill>
                    <a:schemeClr val="accent2"/>
                  </a:solidFill>
                  <a:latin typeface="Times New Roman" panose="02020603050405020304" pitchFamily="18" charset="0"/>
                  <a:sym typeface="Symbol" panose="05050102010706020507" pitchFamily="18" charset="2"/>
                </a:rPr>
                <a:t></a:t>
              </a:r>
              <a:r>
                <a:rPr lang="en-US" altLang="zh-CN" sz="2400" i="1" baseline="-18000" dirty="0">
                  <a:solidFill>
                    <a:schemeClr val="accent2"/>
                  </a:solidFill>
                  <a:latin typeface="Times New Roman" panose="02020603050405020304" pitchFamily="18" charset="0"/>
                </a:rPr>
                <a:t>c</a:t>
              </a:r>
              <a:r>
                <a:rPr lang="en-US" altLang="zh-CN" sz="2400" dirty="0">
                  <a:solidFill>
                    <a:schemeClr val="accent2"/>
                  </a:solidFill>
                  <a:latin typeface="Times New Roman" panose="02020603050405020304" pitchFamily="18" charset="0"/>
                </a:rPr>
                <a:t>)</a:t>
              </a:r>
            </a:p>
          </p:txBody>
        </p:sp>
        <p:sp>
          <p:nvSpPr>
            <p:cNvPr id="24616" name="Rectangle 44"/>
            <p:cNvSpPr/>
            <p:nvPr/>
          </p:nvSpPr>
          <p:spPr>
            <a:xfrm>
              <a:off x="3358" y="2914"/>
              <a:ext cx="576" cy="288"/>
            </a:xfrm>
            <a:prstGeom prst="rect">
              <a:avLst/>
            </a:prstGeom>
            <a:noFill/>
            <a:ln w="9525">
              <a:noFill/>
            </a:ln>
          </p:spPr>
          <p:txBody>
            <a:bodyPr wrap="none">
              <a:spAutoFit/>
            </a:bodyPr>
            <a:lstStyle/>
            <a:p>
              <a:r>
                <a:rPr lang="en-US" altLang="zh-CN" sz="2400" i="1" dirty="0">
                  <a:solidFill>
                    <a:srgbClr val="FF0000"/>
                  </a:solidFill>
                  <a:latin typeface="Times New Roman" panose="02020603050405020304" pitchFamily="18" charset="0"/>
                  <a:sym typeface="Symbol" panose="05050102010706020507" pitchFamily="18" charset="2"/>
                </a:rPr>
                <a:t></a:t>
              </a:r>
              <a:r>
                <a:rPr lang="en-US" altLang="zh-CN" sz="2400" baseline="-18000" dirty="0">
                  <a:solidFill>
                    <a:srgbClr val="FF0000"/>
                  </a:solidFill>
                  <a:latin typeface="Times New Roman" panose="02020603050405020304" pitchFamily="18" charset="0"/>
                </a:rPr>
                <a:t>2</a:t>
              </a:r>
              <a:r>
                <a:rPr lang="en-US" altLang="zh-CN" sz="2400" dirty="0">
                  <a:solidFill>
                    <a:srgbClr val="FF0000"/>
                  </a:solidFill>
                  <a:latin typeface="Times New Roman" panose="02020603050405020304" pitchFamily="18" charset="0"/>
                </a:rPr>
                <a:t>(</a:t>
              </a:r>
              <a:r>
                <a:rPr lang="en-US" altLang="zh-CN" sz="2400" i="1" dirty="0">
                  <a:solidFill>
                    <a:srgbClr val="FF0000"/>
                  </a:solidFill>
                  <a:latin typeface="Times New Roman" panose="02020603050405020304" pitchFamily="18" charset="0"/>
                  <a:sym typeface="Symbol" panose="05050102010706020507" pitchFamily="18" charset="2"/>
                </a:rPr>
                <a:t></a:t>
              </a:r>
              <a:r>
                <a:rPr lang="en-US" altLang="zh-CN" sz="2400" i="1" baseline="-18000" dirty="0">
                  <a:solidFill>
                    <a:srgbClr val="FF0000"/>
                  </a:solidFill>
                  <a:latin typeface="Times New Roman" panose="02020603050405020304" pitchFamily="18" charset="0"/>
                </a:rPr>
                <a:t>c</a:t>
              </a:r>
              <a:r>
                <a:rPr lang="en-US" altLang="zh-CN" sz="2400" dirty="0">
                  <a:solidFill>
                    <a:srgbClr val="FF0000"/>
                  </a:solidFill>
                  <a:latin typeface="Times New Roman" panose="02020603050405020304" pitchFamily="18" charset="0"/>
                </a:rPr>
                <a:t>)</a:t>
              </a:r>
            </a:p>
          </p:txBody>
        </p:sp>
        <p:sp>
          <p:nvSpPr>
            <p:cNvPr id="24617" name="Text Box 45"/>
            <p:cNvSpPr txBox="1"/>
            <p:nvPr/>
          </p:nvSpPr>
          <p:spPr>
            <a:xfrm>
              <a:off x="2613" y="2417"/>
              <a:ext cx="692" cy="288"/>
            </a:xfrm>
            <a:prstGeom prst="rect">
              <a:avLst/>
            </a:prstGeom>
            <a:noFill/>
            <a:ln w="9525">
              <a:noFill/>
            </a:ln>
          </p:spPr>
          <p:txBody>
            <a:bodyPr wrap="none">
              <a:spAutoFit/>
            </a:bodyPr>
            <a:lstStyle/>
            <a:p>
              <a:r>
                <a:rPr lang="zh-CN" altLang="en-US" sz="2400" dirty="0">
                  <a:solidFill>
                    <a:schemeClr val="accent2"/>
                  </a:solidFill>
                  <a:latin typeface="Times New Roman" panose="02020603050405020304" pitchFamily="18" charset="0"/>
                </a:rPr>
                <a:t>未校正</a:t>
              </a:r>
            </a:p>
          </p:txBody>
        </p:sp>
        <p:sp>
          <p:nvSpPr>
            <p:cNvPr id="24618" name="Text Box 46"/>
            <p:cNvSpPr txBox="1"/>
            <p:nvPr/>
          </p:nvSpPr>
          <p:spPr>
            <a:xfrm>
              <a:off x="1846" y="2760"/>
              <a:ext cx="692" cy="288"/>
            </a:xfrm>
            <a:prstGeom prst="rect">
              <a:avLst/>
            </a:prstGeom>
            <a:noFill/>
            <a:ln w="9525">
              <a:noFill/>
            </a:ln>
          </p:spPr>
          <p:txBody>
            <a:bodyPr wrap="none">
              <a:spAutoFit/>
            </a:bodyPr>
            <a:lstStyle/>
            <a:p>
              <a:r>
                <a:rPr lang="zh-CN" altLang="en-US" sz="2400" dirty="0">
                  <a:solidFill>
                    <a:srgbClr val="FF0000"/>
                  </a:solidFill>
                  <a:latin typeface="Times New Roman" panose="02020603050405020304" pitchFamily="18" charset="0"/>
                </a:rPr>
                <a:t>已校正</a:t>
              </a:r>
            </a:p>
          </p:txBody>
        </p:sp>
        <p:sp>
          <p:nvSpPr>
            <p:cNvPr id="24619" name="Line 47"/>
            <p:cNvSpPr/>
            <p:nvPr/>
          </p:nvSpPr>
          <p:spPr>
            <a:xfrm>
              <a:off x="2377" y="2236"/>
              <a:ext cx="288" cy="217"/>
            </a:xfrm>
            <a:prstGeom prst="line">
              <a:avLst/>
            </a:prstGeom>
            <a:ln w="22225" cap="flat" cmpd="sng">
              <a:solidFill>
                <a:srgbClr val="009900"/>
              </a:solidFill>
              <a:prstDash val="solid"/>
              <a:headEnd type="none" w="med" len="med"/>
              <a:tailEnd type="triangle" w="med" len="med"/>
            </a:ln>
          </p:spPr>
        </p:sp>
        <p:sp>
          <p:nvSpPr>
            <p:cNvPr id="24620" name="Rectangle 48"/>
            <p:cNvSpPr/>
            <p:nvPr/>
          </p:nvSpPr>
          <p:spPr>
            <a:xfrm>
              <a:off x="4408" y="3213"/>
              <a:ext cx="867" cy="288"/>
            </a:xfrm>
            <a:prstGeom prst="rect">
              <a:avLst/>
            </a:prstGeom>
            <a:noFill/>
            <a:ln w="22225">
              <a:noFill/>
            </a:ln>
          </p:spPr>
          <p:txBody>
            <a:bodyPr wrap="none">
              <a:spAutoFit/>
            </a:bodyPr>
            <a:lstStyle/>
            <a:p>
              <a:r>
                <a:rPr lang="en-US" altLang="zh-CN" sz="2400" i="1" dirty="0">
                  <a:latin typeface="Times New Roman" panose="02020603050405020304" pitchFamily="18" charset="0"/>
                  <a:sym typeface="Symbol" panose="05050102010706020507" pitchFamily="18" charset="2"/>
                </a:rPr>
                <a:t></a:t>
              </a:r>
              <a:r>
                <a:rPr lang="en-US" altLang="zh-CN" sz="2400" i="1" dirty="0">
                  <a:latin typeface="Times New Roman" panose="02020603050405020304" pitchFamily="18" charset="0"/>
                </a:rPr>
                <a:t>  </a:t>
              </a:r>
              <a:r>
                <a:rPr lang="en-US" altLang="zh-CN" sz="2400" dirty="0">
                  <a:latin typeface="Times New Roman" panose="02020603050405020304" pitchFamily="18" charset="0"/>
                </a:rPr>
                <a:t>(</a:t>
              </a:r>
              <a:r>
                <a:rPr lang="en-US" altLang="zh-CN" sz="2400" i="1" dirty="0">
                  <a:latin typeface="Times New Roman" panose="02020603050405020304" pitchFamily="18" charset="0"/>
                </a:rPr>
                <a:t>rad/s</a:t>
              </a:r>
              <a:r>
                <a:rPr lang="en-US" altLang="zh-CN" sz="2400" dirty="0">
                  <a:latin typeface="Times New Roman" panose="02020603050405020304" pitchFamily="18" charset="0"/>
                </a:rPr>
                <a:t>)</a:t>
              </a:r>
            </a:p>
          </p:txBody>
        </p:sp>
      </p:grpSp>
      <p:sp>
        <p:nvSpPr>
          <p:cNvPr id="32817" name="Rectangle 49"/>
          <p:cNvSpPr/>
          <p:nvPr/>
        </p:nvSpPr>
        <p:spPr>
          <a:xfrm>
            <a:off x="1122363" y="5059363"/>
            <a:ext cx="7086600" cy="584200"/>
          </a:xfrm>
          <a:prstGeom prst="rect">
            <a:avLst/>
          </a:prstGeom>
          <a:noFill/>
          <a:ln w="22225">
            <a:noFill/>
          </a:ln>
        </p:spPr>
        <p:txBody>
          <a:bodyPr>
            <a:spAutoFit/>
          </a:bodyPr>
          <a:lstStyle/>
          <a:p>
            <a:pPr>
              <a:lnSpc>
                <a:spcPct val="115000"/>
              </a:lnSpc>
              <a:buFont typeface="Wingdings" panose="05000000000000000000" pitchFamily="2" charset="2"/>
              <a:buChar char="ü"/>
            </a:pPr>
            <a:r>
              <a:rPr lang="en-US" altLang="zh-CN" sz="2800" dirty="0">
                <a:latin typeface="Times New Roman" panose="02020603050405020304" pitchFamily="18" charset="0"/>
              </a:rPr>
              <a:t> </a:t>
            </a:r>
            <a:r>
              <a:rPr lang="zh-CN" altLang="en-US" sz="2800" dirty="0">
                <a:latin typeface="Times New Roman" panose="02020603050405020304" pitchFamily="18" charset="0"/>
              </a:rPr>
              <a:t>系统型次提高，稳态性能改善。</a:t>
            </a:r>
            <a:endParaRPr lang="zh-CN" altLang="en-US" sz="2400" i="1" baseline="-18000" dirty="0">
              <a:solidFill>
                <a:srgbClr val="FF0000"/>
              </a:solidFill>
              <a:latin typeface="Times New Roman" panose="02020603050405020304" pitchFamily="18" charset="0"/>
            </a:endParaRPr>
          </a:p>
        </p:txBody>
      </p:sp>
      <p:sp>
        <p:nvSpPr>
          <p:cNvPr id="32818" name="Rectangle 50"/>
          <p:cNvSpPr/>
          <p:nvPr/>
        </p:nvSpPr>
        <p:spPr>
          <a:xfrm>
            <a:off x="1122363" y="5545138"/>
            <a:ext cx="6869112" cy="581025"/>
          </a:xfrm>
          <a:prstGeom prst="rect">
            <a:avLst/>
          </a:prstGeom>
          <a:noFill/>
          <a:ln w="22225">
            <a:noFill/>
          </a:ln>
        </p:spPr>
        <p:txBody>
          <a:bodyPr>
            <a:spAutoFit/>
          </a:bodyPr>
          <a:lstStyle/>
          <a:p>
            <a:pPr>
              <a:lnSpc>
                <a:spcPct val="115000"/>
              </a:lnSpc>
              <a:buFont typeface="Wingdings" panose="05000000000000000000" pitchFamily="2" charset="2"/>
              <a:buChar char="ü"/>
            </a:pPr>
            <a:r>
              <a:rPr lang="en-US" altLang="zh-CN" sz="2800" dirty="0">
                <a:latin typeface="Times New Roman" panose="02020603050405020304" pitchFamily="18" charset="0"/>
              </a:rPr>
              <a:t> </a:t>
            </a:r>
            <a:r>
              <a:rPr lang="zh-CN" altLang="en-US" sz="2800" dirty="0">
                <a:latin typeface="Times New Roman" panose="02020603050405020304" pitchFamily="18" charset="0"/>
              </a:rPr>
              <a:t>相位裕量减小，稳定程度变差。</a:t>
            </a:r>
            <a:endParaRPr lang="zh-CN" altLang="en-US" sz="2400" i="1" baseline="-18000" dirty="0">
              <a:solidFill>
                <a:srgbClr val="FF0000"/>
              </a:solidFill>
              <a:latin typeface="Times New Roman" panose="02020603050405020304" pitchFamily="18" charset="0"/>
            </a:endParaRPr>
          </a:p>
        </p:txBody>
      </p:sp>
      <p:sp>
        <p:nvSpPr>
          <p:cNvPr id="24581" name="Rectangle 51"/>
          <p:cNvSpPr/>
          <p:nvPr/>
        </p:nvSpPr>
        <p:spPr>
          <a:xfrm>
            <a:off x="993775" y="411163"/>
            <a:ext cx="2209800" cy="520700"/>
          </a:xfrm>
          <a:prstGeom prst="rect">
            <a:avLst/>
          </a:prstGeom>
          <a:noFill/>
          <a:ln w="22225">
            <a:noFill/>
          </a:ln>
        </p:spPr>
        <p:txBody>
          <a:bodyPr>
            <a:spAutoFit/>
          </a:bodyPr>
          <a:lstStyle/>
          <a:p>
            <a:pPr>
              <a:buFont typeface="Wingdings" panose="05000000000000000000" pitchFamily="2" charset="2"/>
              <a:buChar char="q"/>
            </a:pPr>
            <a:r>
              <a:rPr lang="en-US" altLang="zh-CN" sz="2800" i="1" dirty="0">
                <a:latin typeface="Times New Roman" panose="02020603050405020304" pitchFamily="18" charset="0"/>
              </a:rPr>
              <a:t> K</a:t>
            </a:r>
            <a:r>
              <a:rPr lang="en-US" altLang="zh-CN" sz="2900" i="1" baseline="-18000" dirty="0">
                <a:latin typeface="Times New Roman" panose="02020603050405020304" pitchFamily="18" charset="0"/>
              </a:rPr>
              <a:t>p</a:t>
            </a:r>
            <a:r>
              <a:rPr lang="zh-CN" altLang="en-US" sz="2800" dirty="0">
                <a:latin typeface="Times New Roman" panose="02020603050405020304" pitchFamily="18" charset="0"/>
              </a:rPr>
              <a:t>＝</a:t>
            </a:r>
            <a:r>
              <a:rPr lang="en-US" altLang="zh-CN" sz="2800" dirty="0">
                <a:latin typeface="Times New Roman" panose="02020603050405020304" pitchFamily="18" charset="0"/>
              </a:rPr>
              <a:t>1</a:t>
            </a:r>
          </a:p>
        </p:txBody>
      </p:sp>
      <p:graphicFrame>
        <p:nvGraphicFramePr>
          <p:cNvPr id="24582" name="Object 52"/>
          <p:cNvGraphicFramePr>
            <a:graphicFrameLocks noChangeAspect="1"/>
          </p:cNvGraphicFramePr>
          <p:nvPr/>
        </p:nvGraphicFramePr>
        <p:xfrm>
          <a:off x="5219700" y="404813"/>
          <a:ext cx="2673350" cy="847725"/>
        </p:xfrm>
        <a:graphic>
          <a:graphicData uri="http://schemas.openxmlformats.org/presentationml/2006/ole">
            <mc:AlternateContent xmlns:mc="http://schemas.openxmlformats.org/markup-compatibility/2006">
              <mc:Choice xmlns:v="urn:schemas-microsoft-com:vml" Requires="v">
                <p:oleObj r:id="rId3" imgW="1371600" imgH="431800" progId="Equation.3">
                  <p:embed/>
                </p:oleObj>
              </mc:Choice>
              <mc:Fallback>
                <p:oleObj r:id="rId3" imgW="1371600" imgH="431800" progId="Equation.3">
                  <p:embed/>
                  <p:pic>
                    <p:nvPicPr>
                      <p:cNvPr id="0" name="图片 3093"/>
                      <p:cNvPicPr/>
                      <p:nvPr/>
                    </p:nvPicPr>
                    <p:blipFill>
                      <a:blip r:embed="rId4"/>
                      <a:stretch>
                        <a:fillRect/>
                      </a:stretch>
                    </p:blipFill>
                    <p:spPr>
                      <a:xfrm>
                        <a:off x="5219700" y="404813"/>
                        <a:ext cx="2673350" cy="847725"/>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2817"/>
                                        </p:tgtEl>
                                        <p:attrNameLst>
                                          <p:attrName>style.visibility</p:attrName>
                                        </p:attrNameLst>
                                      </p:cBhvr>
                                      <p:to>
                                        <p:strVal val="visible"/>
                                      </p:to>
                                    </p:set>
                                    <p:anim calcmode="lin" valueType="num">
                                      <p:cBhvr additive="base">
                                        <p:cTn id="13" dur="500" fill="hold"/>
                                        <p:tgtEl>
                                          <p:spTgt spid="32817"/>
                                        </p:tgtEl>
                                        <p:attrNameLst>
                                          <p:attrName>ppt_x</p:attrName>
                                        </p:attrNameLst>
                                      </p:cBhvr>
                                      <p:tavLst>
                                        <p:tav tm="0">
                                          <p:val>
                                            <p:strVal val="#ppt_x"/>
                                          </p:val>
                                        </p:tav>
                                        <p:tav tm="100000">
                                          <p:val>
                                            <p:strVal val="#ppt_x"/>
                                          </p:val>
                                        </p:tav>
                                      </p:tavLst>
                                    </p:anim>
                                    <p:anim calcmode="lin" valueType="num">
                                      <p:cBhvr additive="base">
                                        <p:cTn id="14" dur="500" fill="hold"/>
                                        <p:tgtEl>
                                          <p:spTgt spid="3281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2818"/>
                                        </p:tgtEl>
                                        <p:attrNameLst>
                                          <p:attrName>style.visibility</p:attrName>
                                        </p:attrNameLst>
                                      </p:cBhvr>
                                      <p:to>
                                        <p:strVal val="visible"/>
                                      </p:to>
                                    </p:set>
                                    <p:anim calcmode="lin" valueType="num">
                                      <p:cBhvr additive="base">
                                        <p:cTn id="19" dur="500" fill="hold"/>
                                        <p:tgtEl>
                                          <p:spTgt spid="32818"/>
                                        </p:tgtEl>
                                        <p:attrNameLst>
                                          <p:attrName>ppt_x</p:attrName>
                                        </p:attrNameLst>
                                      </p:cBhvr>
                                      <p:tavLst>
                                        <p:tav tm="0">
                                          <p:val>
                                            <p:strVal val="#ppt_x"/>
                                          </p:val>
                                        </p:tav>
                                        <p:tav tm="100000">
                                          <p:val>
                                            <p:strVal val="#ppt_x"/>
                                          </p:val>
                                        </p:tav>
                                      </p:tavLst>
                                    </p:anim>
                                    <p:anim calcmode="lin" valueType="num">
                                      <p:cBhvr additive="base">
                                        <p:cTn id="20" dur="500" fill="hold"/>
                                        <p:tgtEl>
                                          <p:spTgt spid="328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817" grpId="0"/>
      <p:bldP spid="32818"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3"/>
          <p:cNvSpPr/>
          <p:nvPr/>
        </p:nvSpPr>
        <p:spPr>
          <a:xfrm>
            <a:off x="1098550" y="584200"/>
            <a:ext cx="7010400" cy="519113"/>
          </a:xfrm>
          <a:prstGeom prst="rect">
            <a:avLst/>
          </a:prstGeom>
          <a:noFill/>
          <a:ln w="22225">
            <a:noFill/>
          </a:ln>
        </p:spPr>
        <p:txBody>
          <a:bodyPr>
            <a:spAutoFit/>
          </a:bodyPr>
          <a:lstStyle/>
          <a:p>
            <a:pPr>
              <a:buFont typeface="Wingdings" panose="05000000000000000000" pitchFamily="2" charset="2"/>
              <a:buChar char="q"/>
            </a:pPr>
            <a:r>
              <a:rPr lang="en-US" altLang="zh-CN" sz="2800" i="1" dirty="0">
                <a:latin typeface="Times New Roman" panose="02020603050405020304" pitchFamily="18" charset="0"/>
              </a:rPr>
              <a:t> K</a:t>
            </a:r>
            <a:r>
              <a:rPr lang="en-US" altLang="zh-CN" sz="2900" i="1" baseline="-18000" dirty="0">
                <a:latin typeface="Times New Roman" panose="02020603050405020304" pitchFamily="18" charset="0"/>
              </a:rPr>
              <a:t>p</a:t>
            </a:r>
            <a:r>
              <a:rPr lang="en-US" altLang="zh-CN" sz="2800" dirty="0">
                <a:latin typeface="Times New Roman" panose="02020603050405020304" pitchFamily="18" charset="0"/>
              </a:rPr>
              <a:t>&lt; 1</a:t>
            </a:r>
          </a:p>
        </p:txBody>
      </p:sp>
      <p:grpSp>
        <p:nvGrpSpPr>
          <p:cNvPr id="2" name="Group 4"/>
          <p:cNvGrpSpPr/>
          <p:nvPr/>
        </p:nvGrpSpPr>
        <p:grpSpPr>
          <a:xfrm>
            <a:off x="1020763" y="1377950"/>
            <a:ext cx="7164387" cy="4824413"/>
            <a:chOff x="767" y="1004"/>
            <a:chExt cx="4513" cy="3039"/>
          </a:xfrm>
        </p:grpSpPr>
        <p:sp>
          <p:nvSpPr>
            <p:cNvPr id="25605" name="Line 5"/>
            <p:cNvSpPr/>
            <p:nvPr/>
          </p:nvSpPr>
          <p:spPr>
            <a:xfrm>
              <a:off x="1460" y="1778"/>
              <a:ext cx="3820" cy="0"/>
            </a:xfrm>
            <a:prstGeom prst="line">
              <a:avLst/>
            </a:prstGeom>
            <a:ln w="22225" cap="flat" cmpd="sng">
              <a:solidFill>
                <a:schemeClr val="tx1"/>
              </a:solidFill>
              <a:prstDash val="solid"/>
              <a:headEnd type="none" w="med" len="med"/>
              <a:tailEnd type="triangle" w="med" len="med"/>
            </a:ln>
          </p:spPr>
        </p:sp>
        <p:sp>
          <p:nvSpPr>
            <p:cNvPr id="25606" name="Line 6"/>
            <p:cNvSpPr/>
            <p:nvPr/>
          </p:nvSpPr>
          <p:spPr>
            <a:xfrm flipV="1">
              <a:off x="1460" y="1004"/>
              <a:ext cx="0" cy="1209"/>
            </a:xfrm>
            <a:prstGeom prst="line">
              <a:avLst/>
            </a:prstGeom>
            <a:ln w="22225" cap="flat" cmpd="sng">
              <a:solidFill>
                <a:schemeClr val="tx1"/>
              </a:solidFill>
              <a:prstDash val="solid"/>
              <a:headEnd type="none" w="med" len="med"/>
              <a:tailEnd type="triangle" w="med" len="med"/>
            </a:ln>
          </p:spPr>
        </p:sp>
        <p:sp>
          <p:nvSpPr>
            <p:cNvPr id="25607" name="Line 7"/>
            <p:cNvSpPr/>
            <p:nvPr/>
          </p:nvSpPr>
          <p:spPr>
            <a:xfrm flipV="1">
              <a:off x="1460" y="2255"/>
              <a:ext cx="0" cy="1751"/>
            </a:xfrm>
            <a:prstGeom prst="line">
              <a:avLst/>
            </a:prstGeom>
            <a:ln w="22225" cap="flat" cmpd="sng">
              <a:solidFill>
                <a:schemeClr val="tx1"/>
              </a:solidFill>
              <a:prstDash val="solid"/>
              <a:headEnd type="none" w="med" len="med"/>
              <a:tailEnd type="triangle" w="med" len="med"/>
            </a:ln>
          </p:spPr>
        </p:sp>
        <p:sp>
          <p:nvSpPr>
            <p:cNvPr id="25608" name="Line 8"/>
            <p:cNvSpPr/>
            <p:nvPr/>
          </p:nvSpPr>
          <p:spPr>
            <a:xfrm>
              <a:off x="1460" y="3422"/>
              <a:ext cx="3777" cy="0"/>
            </a:xfrm>
            <a:prstGeom prst="line">
              <a:avLst/>
            </a:prstGeom>
            <a:ln w="22225" cap="flat" cmpd="sng">
              <a:solidFill>
                <a:schemeClr val="tx1"/>
              </a:solidFill>
              <a:prstDash val="solid"/>
              <a:headEnd type="none" w="med" len="med"/>
              <a:tailEnd type="triangle" w="med" len="med"/>
            </a:ln>
          </p:spPr>
        </p:sp>
        <p:sp>
          <p:nvSpPr>
            <p:cNvPr id="25609" name="Text Box 9"/>
            <p:cNvSpPr txBox="1"/>
            <p:nvPr/>
          </p:nvSpPr>
          <p:spPr>
            <a:xfrm>
              <a:off x="1245" y="1546"/>
              <a:ext cx="212" cy="288"/>
            </a:xfrm>
            <a:prstGeom prst="rect">
              <a:avLst/>
            </a:prstGeom>
            <a:noFill/>
            <a:ln w="9525">
              <a:noFill/>
            </a:ln>
          </p:spPr>
          <p:txBody>
            <a:bodyPr wrap="none">
              <a:spAutoFit/>
            </a:bodyPr>
            <a:lstStyle/>
            <a:p>
              <a:r>
                <a:rPr lang="en-US" altLang="zh-CN" sz="2400" dirty="0">
                  <a:latin typeface="Times New Roman" panose="02020603050405020304" pitchFamily="18" charset="0"/>
                </a:rPr>
                <a:t>0</a:t>
              </a:r>
            </a:p>
          </p:txBody>
        </p:sp>
        <p:sp>
          <p:nvSpPr>
            <p:cNvPr id="25610" name="Text Box 10"/>
            <p:cNvSpPr txBox="1"/>
            <p:nvPr/>
          </p:nvSpPr>
          <p:spPr>
            <a:xfrm>
              <a:off x="940" y="3755"/>
              <a:ext cx="660" cy="288"/>
            </a:xfrm>
            <a:prstGeom prst="rect">
              <a:avLst/>
            </a:prstGeom>
            <a:noFill/>
            <a:ln w="9525">
              <a:noFill/>
            </a:ln>
          </p:spPr>
          <p:txBody>
            <a:bodyPr wrap="none">
              <a:spAutoFit/>
            </a:bodyPr>
            <a:lstStyle/>
            <a:p>
              <a:r>
                <a:rPr lang="en-US" altLang="zh-CN" sz="2400" dirty="0">
                  <a:latin typeface="Times New Roman" panose="02020603050405020304" pitchFamily="18" charset="0"/>
                </a:rPr>
                <a:t>-270°</a:t>
              </a:r>
            </a:p>
          </p:txBody>
        </p:sp>
        <p:sp>
          <p:nvSpPr>
            <p:cNvPr id="25611" name="Text Box 11"/>
            <p:cNvSpPr txBox="1"/>
            <p:nvPr/>
          </p:nvSpPr>
          <p:spPr>
            <a:xfrm>
              <a:off x="1025" y="2882"/>
              <a:ext cx="564" cy="288"/>
            </a:xfrm>
            <a:prstGeom prst="rect">
              <a:avLst/>
            </a:prstGeom>
            <a:noFill/>
            <a:ln w="9525">
              <a:noFill/>
            </a:ln>
          </p:spPr>
          <p:txBody>
            <a:bodyPr wrap="none">
              <a:spAutoFit/>
            </a:bodyPr>
            <a:lstStyle/>
            <a:p>
              <a:r>
                <a:rPr lang="en-US" altLang="zh-CN" sz="2400" dirty="0">
                  <a:latin typeface="Times New Roman" panose="02020603050405020304" pitchFamily="18" charset="0"/>
                </a:rPr>
                <a:t>-90°</a:t>
              </a:r>
            </a:p>
          </p:txBody>
        </p:sp>
        <p:sp>
          <p:nvSpPr>
            <p:cNvPr id="25612" name="Text Box 12"/>
            <p:cNvSpPr txBox="1"/>
            <p:nvPr/>
          </p:nvSpPr>
          <p:spPr>
            <a:xfrm>
              <a:off x="1155" y="2379"/>
              <a:ext cx="404" cy="288"/>
            </a:xfrm>
            <a:prstGeom prst="rect">
              <a:avLst/>
            </a:prstGeom>
            <a:noFill/>
            <a:ln w="9525">
              <a:noFill/>
            </a:ln>
          </p:spPr>
          <p:txBody>
            <a:bodyPr wrap="none">
              <a:spAutoFit/>
            </a:bodyPr>
            <a:lstStyle/>
            <a:p>
              <a:r>
                <a:rPr lang="en-US" altLang="zh-CN" sz="2400" dirty="0">
                  <a:latin typeface="Times New Roman" panose="02020603050405020304" pitchFamily="18" charset="0"/>
                </a:rPr>
                <a:t>0°</a:t>
              </a:r>
            </a:p>
          </p:txBody>
        </p:sp>
        <p:sp>
          <p:nvSpPr>
            <p:cNvPr id="25613" name="Text Box 13"/>
            <p:cNvSpPr txBox="1"/>
            <p:nvPr/>
          </p:nvSpPr>
          <p:spPr>
            <a:xfrm rot="-5400000">
              <a:off x="532" y="1349"/>
              <a:ext cx="760" cy="288"/>
            </a:xfrm>
            <a:prstGeom prst="rect">
              <a:avLst/>
            </a:prstGeom>
            <a:noFill/>
            <a:ln w="9525">
              <a:noFill/>
            </a:ln>
          </p:spPr>
          <p:txBody>
            <a:bodyPr wrap="none">
              <a:spAutoFit/>
            </a:bodyPr>
            <a:lstStyle/>
            <a:p>
              <a:r>
                <a:rPr lang="en-US" altLang="zh-CN" sz="2400" i="1" dirty="0">
                  <a:latin typeface="Times New Roman" panose="02020603050405020304" pitchFamily="18" charset="0"/>
                </a:rPr>
                <a:t>L</a:t>
              </a:r>
              <a:r>
                <a:rPr lang="en-US" altLang="zh-CN" sz="2400" dirty="0">
                  <a:latin typeface="Times New Roman" panose="02020603050405020304" pitchFamily="18" charset="0"/>
                </a:rPr>
                <a:t>(</a:t>
              </a:r>
              <a:r>
                <a:rPr lang="en-US" altLang="zh-CN" sz="2400" i="1" dirty="0">
                  <a:latin typeface="Times New Roman" panose="02020603050405020304" pitchFamily="18" charset="0"/>
                  <a:sym typeface="Symbol" panose="05050102010706020507" pitchFamily="18" charset="2"/>
                </a:rPr>
                <a:t></a:t>
              </a:r>
              <a:r>
                <a:rPr lang="en-US" altLang="zh-CN" sz="2400" dirty="0">
                  <a:latin typeface="Times New Roman" panose="02020603050405020304" pitchFamily="18" charset="0"/>
                </a:rPr>
                <a:t>)/dB</a:t>
              </a:r>
            </a:p>
          </p:txBody>
        </p:sp>
        <p:sp>
          <p:nvSpPr>
            <p:cNvPr id="25614" name="Text Box 14"/>
            <p:cNvSpPr txBox="1"/>
            <p:nvPr/>
          </p:nvSpPr>
          <p:spPr>
            <a:xfrm rot="-5400000">
              <a:off x="665" y="2993"/>
              <a:ext cx="492" cy="288"/>
            </a:xfrm>
            <a:prstGeom prst="rect">
              <a:avLst/>
            </a:prstGeom>
            <a:noFill/>
            <a:ln w="9525">
              <a:noFill/>
            </a:ln>
          </p:spPr>
          <p:txBody>
            <a:bodyPr wrap="none">
              <a:spAutoFit/>
            </a:bodyPr>
            <a:lstStyle/>
            <a:p>
              <a:r>
                <a:rPr lang="en-US" altLang="zh-CN" sz="2400" i="1" dirty="0">
                  <a:latin typeface="Times New Roman" panose="02020603050405020304" pitchFamily="18" charset="0"/>
                  <a:sym typeface="Symbol" panose="05050102010706020507" pitchFamily="18" charset="2"/>
                </a:rPr>
                <a:t></a:t>
              </a:r>
              <a:r>
                <a:rPr lang="en-US" altLang="zh-CN" sz="2400" dirty="0">
                  <a:latin typeface="Times New Roman" panose="02020603050405020304" pitchFamily="18" charset="0"/>
                </a:rPr>
                <a:t>(</a:t>
              </a:r>
              <a:r>
                <a:rPr lang="en-US" altLang="zh-CN" sz="2400" i="1" dirty="0">
                  <a:latin typeface="Times New Roman" panose="02020603050405020304" pitchFamily="18" charset="0"/>
                  <a:sym typeface="Symbol" panose="05050102010706020507" pitchFamily="18" charset="2"/>
                </a:rPr>
                <a:t></a:t>
              </a:r>
              <a:r>
                <a:rPr lang="en-US" altLang="zh-CN" sz="2400" dirty="0">
                  <a:latin typeface="Times New Roman" panose="02020603050405020304" pitchFamily="18" charset="0"/>
                </a:rPr>
                <a:t>)</a:t>
              </a:r>
            </a:p>
          </p:txBody>
        </p:sp>
        <p:sp>
          <p:nvSpPr>
            <p:cNvPr id="25615" name="Text Box 15"/>
            <p:cNvSpPr txBox="1"/>
            <p:nvPr/>
          </p:nvSpPr>
          <p:spPr>
            <a:xfrm>
              <a:off x="2592" y="1200"/>
              <a:ext cx="372" cy="288"/>
            </a:xfrm>
            <a:prstGeom prst="rect">
              <a:avLst/>
            </a:prstGeom>
            <a:noFill/>
            <a:ln w="9525">
              <a:noFill/>
            </a:ln>
          </p:spPr>
          <p:txBody>
            <a:bodyPr wrap="none">
              <a:spAutoFit/>
            </a:bodyPr>
            <a:lstStyle/>
            <a:p>
              <a:r>
                <a:rPr lang="en-US" altLang="zh-CN" sz="2400" dirty="0">
                  <a:latin typeface="Times New Roman" panose="02020603050405020304" pitchFamily="18" charset="0"/>
                </a:rPr>
                <a:t>-20</a:t>
              </a:r>
            </a:p>
          </p:txBody>
        </p:sp>
        <p:sp>
          <p:nvSpPr>
            <p:cNvPr id="25616" name="Text Box 16"/>
            <p:cNvSpPr txBox="1"/>
            <p:nvPr/>
          </p:nvSpPr>
          <p:spPr>
            <a:xfrm>
              <a:off x="3936" y="1464"/>
              <a:ext cx="372" cy="288"/>
            </a:xfrm>
            <a:prstGeom prst="rect">
              <a:avLst/>
            </a:prstGeom>
            <a:noFill/>
            <a:ln w="9525">
              <a:noFill/>
            </a:ln>
          </p:spPr>
          <p:txBody>
            <a:bodyPr wrap="none">
              <a:spAutoFit/>
            </a:bodyPr>
            <a:lstStyle/>
            <a:p>
              <a:r>
                <a:rPr lang="en-US" altLang="zh-CN" sz="2400" dirty="0">
                  <a:latin typeface="Times New Roman" panose="02020603050405020304" pitchFamily="18" charset="0"/>
                </a:rPr>
                <a:t>-40</a:t>
              </a:r>
            </a:p>
          </p:txBody>
        </p:sp>
        <p:sp>
          <p:nvSpPr>
            <p:cNvPr id="25617" name="Text Box 17"/>
            <p:cNvSpPr txBox="1"/>
            <p:nvPr/>
          </p:nvSpPr>
          <p:spPr>
            <a:xfrm>
              <a:off x="1975" y="1013"/>
              <a:ext cx="692" cy="288"/>
            </a:xfrm>
            <a:prstGeom prst="rect">
              <a:avLst/>
            </a:prstGeom>
            <a:noFill/>
            <a:ln w="9525">
              <a:noFill/>
            </a:ln>
          </p:spPr>
          <p:txBody>
            <a:bodyPr wrap="none">
              <a:spAutoFit/>
            </a:bodyPr>
            <a:lstStyle/>
            <a:p>
              <a:r>
                <a:rPr lang="zh-CN" altLang="en-US" sz="2400" dirty="0">
                  <a:solidFill>
                    <a:srgbClr val="FF0000"/>
                  </a:solidFill>
                  <a:latin typeface="Times New Roman" panose="02020603050405020304" pitchFamily="18" charset="0"/>
                </a:rPr>
                <a:t>已校正</a:t>
              </a:r>
            </a:p>
          </p:txBody>
        </p:sp>
        <p:sp>
          <p:nvSpPr>
            <p:cNvPr id="25618" name="Text Box 18"/>
            <p:cNvSpPr txBox="1"/>
            <p:nvPr/>
          </p:nvSpPr>
          <p:spPr>
            <a:xfrm>
              <a:off x="3202" y="1128"/>
              <a:ext cx="692" cy="288"/>
            </a:xfrm>
            <a:prstGeom prst="rect">
              <a:avLst/>
            </a:prstGeom>
            <a:noFill/>
            <a:ln w="9525">
              <a:noFill/>
            </a:ln>
          </p:spPr>
          <p:txBody>
            <a:bodyPr wrap="none">
              <a:spAutoFit/>
            </a:bodyPr>
            <a:lstStyle/>
            <a:p>
              <a:r>
                <a:rPr lang="zh-CN" altLang="en-US" sz="2400" dirty="0">
                  <a:solidFill>
                    <a:schemeClr val="accent2"/>
                  </a:solidFill>
                  <a:latin typeface="Times New Roman" panose="02020603050405020304" pitchFamily="18" charset="0"/>
                </a:rPr>
                <a:t>未校正</a:t>
              </a:r>
            </a:p>
          </p:txBody>
        </p:sp>
        <p:sp>
          <p:nvSpPr>
            <p:cNvPr id="25619" name="Rectangle 19"/>
            <p:cNvSpPr/>
            <p:nvPr/>
          </p:nvSpPr>
          <p:spPr>
            <a:xfrm>
              <a:off x="4235" y="1513"/>
              <a:ext cx="305" cy="288"/>
            </a:xfrm>
            <a:prstGeom prst="rect">
              <a:avLst/>
            </a:prstGeom>
            <a:noFill/>
            <a:ln w="9525">
              <a:noFill/>
            </a:ln>
          </p:spPr>
          <p:txBody>
            <a:bodyPr wrap="none">
              <a:spAutoFit/>
            </a:bodyPr>
            <a:lstStyle/>
            <a:p>
              <a:r>
                <a:rPr lang="en-US" altLang="zh-CN" sz="2400" i="1" dirty="0">
                  <a:latin typeface="Times New Roman" panose="02020603050405020304" pitchFamily="18" charset="0"/>
                  <a:sym typeface="Symbol" panose="05050102010706020507" pitchFamily="18" charset="2"/>
                </a:rPr>
                <a:t></a:t>
              </a:r>
              <a:r>
                <a:rPr lang="en-US" altLang="zh-CN" sz="2400" i="1" baseline="-18000" dirty="0">
                  <a:latin typeface="Times New Roman" panose="02020603050405020304" pitchFamily="18" charset="0"/>
                </a:rPr>
                <a:t>c</a:t>
              </a:r>
            </a:p>
          </p:txBody>
        </p:sp>
        <p:sp>
          <p:nvSpPr>
            <p:cNvPr id="25620" name="Rectangle 20"/>
            <p:cNvSpPr/>
            <p:nvPr/>
          </p:nvSpPr>
          <p:spPr>
            <a:xfrm>
              <a:off x="4320" y="3130"/>
              <a:ext cx="560" cy="288"/>
            </a:xfrm>
            <a:prstGeom prst="rect">
              <a:avLst/>
            </a:prstGeom>
            <a:noFill/>
            <a:ln w="9525">
              <a:noFill/>
            </a:ln>
          </p:spPr>
          <p:txBody>
            <a:bodyPr wrap="none">
              <a:spAutoFit/>
            </a:bodyPr>
            <a:lstStyle/>
            <a:p>
              <a:r>
                <a:rPr lang="en-US" altLang="zh-CN" sz="2400" i="1" dirty="0">
                  <a:solidFill>
                    <a:schemeClr val="accent2"/>
                  </a:solidFill>
                  <a:latin typeface="Times New Roman" panose="02020603050405020304" pitchFamily="18" charset="0"/>
                  <a:sym typeface="Symbol" panose="05050102010706020507" pitchFamily="18" charset="2"/>
                </a:rPr>
                <a:t></a:t>
              </a:r>
              <a:r>
                <a:rPr lang="en-US" altLang="zh-CN" sz="2400" i="1" dirty="0">
                  <a:solidFill>
                    <a:schemeClr val="accent2"/>
                  </a:solidFill>
                  <a:latin typeface="Times New Roman" panose="02020603050405020304" pitchFamily="18" charset="0"/>
                </a:rPr>
                <a:t> </a:t>
              </a:r>
              <a:r>
                <a:rPr lang="en-US" altLang="zh-CN" sz="2400" dirty="0">
                  <a:solidFill>
                    <a:schemeClr val="accent2"/>
                  </a:solidFill>
                  <a:latin typeface="Times New Roman" panose="02020603050405020304" pitchFamily="18" charset="0"/>
                </a:rPr>
                <a:t>(</a:t>
              </a:r>
              <a:r>
                <a:rPr lang="en-US" altLang="zh-CN" sz="2400" i="1" dirty="0">
                  <a:solidFill>
                    <a:schemeClr val="accent2"/>
                  </a:solidFill>
                  <a:latin typeface="Times New Roman" panose="02020603050405020304" pitchFamily="18" charset="0"/>
                  <a:sym typeface="Symbol" panose="05050102010706020507" pitchFamily="18" charset="2"/>
                </a:rPr>
                <a:t></a:t>
              </a:r>
              <a:r>
                <a:rPr lang="en-US" altLang="zh-CN" sz="2400" i="1" baseline="-18000" dirty="0">
                  <a:solidFill>
                    <a:schemeClr val="accent2"/>
                  </a:solidFill>
                  <a:latin typeface="Times New Roman" panose="02020603050405020304" pitchFamily="18" charset="0"/>
                </a:rPr>
                <a:t>c</a:t>
              </a:r>
              <a:r>
                <a:rPr lang="en-US" altLang="zh-CN" sz="2400" dirty="0">
                  <a:solidFill>
                    <a:schemeClr val="accent2"/>
                  </a:solidFill>
                  <a:latin typeface="Times New Roman" panose="02020603050405020304" pitchFamily="18" charset="0"/>
                </a:rPr>
                <a:t>)</a:t>
              </a:r>
            </a:p>
          </p:txBody>
        </p:sp>
        <p:sp>
          <p:nvSpPr>
            <p:cNvPr id="25621" name="Rectangle 21"/>
            <p:cNvSpPr/>
            <p:nvPr/>
          </p:nvSpPr>
          <p:spPr>
            <a:xfrm>
              <a:off x="2640" y="3089"/>
              <a:ext cx="585" cy="288"/>
            </a:xfrm>
            <a:prstGeom prst="rect">
              <a:avLst/>
            </a:prstGeom>
            <a:noFill/>
            <a:ln w="9525">
              <a:noFill/>
            </a:ln>
          </p:spPr>
          <p:txBody>
            <a:bodyPr wrap="none">
              <a:spAutoFit/>
            </a:bodyPr>
            <a:lstStyle/>
            <a:p>
              <a:r>
                <a:rPr lang="en-US" altLang="zh-CN" sz="2400" i="1" dirty="0">
                  <a:solidFill>
                    <a:srgbClr val="FF0000"/>
                  </a:solidFill>
                  <a:latin typeface="Times New Roman" panose="02020603050405020304" pitchFamily="18" charset="0"/>
                  <a:sym typeface="Symbol" panose="05050102010706020507" pitchFamily="18" charset="2"/>
                </a:rPr>
                <a:t></a:t>
              </a:r>
              <a:r>
                <a:rPr lang="en-US" altLang="zh-CN" sz="2400" baseline="-18000" dirty="0">
                  <a:solidFill>
                    <a:srgbClr val="FF0000"/>
                  </a:solidFill>
                  <a:latin typeface="Times New Roman" panose="02020603050405020304" pitchFamily="18" charset="0"/>
                </a:rPr>
                <a:t> </a:t>
              </a:r>
              <a:r>
                <a:rPr lang="en-US" altLang="zh-CN" sz="2400" dirty="0">
                  <a:solidFill>
                    <a:srgbClr val="FF0000"/>
                  </a:solidFill>
                  <a:latin typeface="Times New Roman" panose="02020603050405020304" pitchFamily="18" charset="0"/>
                </a:rPr>
                <a:t>(</a:t>
              </a:r>
              <a:r>
                <a:rPr lang="en-US" altLang="zh-CN" sz="2400" i="1" dirty="0">
                  <a:solidFill>
                    <a:srgbClr val="FF0000"/>
                  </a:solidFill>
                  <a:latin typeface="Times New Roman" panose="02020603050405020304" pitchFamily="18" charset="0"/>
                  <a:sym typeface="Symbol" panose="05050102010706020507" pitchFamily="18" charset="2"/>
                </a:rPr>
                <a:t></a:t>
              </a:r>
              <a:r>
                <a:rPr lang="en-US" altLang="zh-CN" sz="2400" i="1" dirty="0">
                  <a:solidFill>
                    <a:srgbClr val="FF0000"/>
                  </a:solidFill>
                  <a:latin typeface="Times New Roman" panose="02020603050405020304" pitchFamily="18" charset="0"/>
                </a:rPr>
                <a:t>'</a:t>
              </a:r>
              <a:r>
                <a:rPr lang="en-US" altLang="zh-CN" sz="2400" i="1" baseline="-18000" dirty="0">
                  <a:solidFill>
                    <a:srgbClr val="FF0000"/>
                  </a:solidFill>
                  <a:latin typeface="Times New Roman" panose="02020603050405020304" pitchFamily="18" charset="0"/>
                </a:rPr>
                <a:t>c</a:t>
              </a:r>
              <a:r>
                <a:rPr lang="en-US" altLang="zh-CN" sz="2400" dirty="0">
                  <a:solidFill>
                    <a:srgbClr val="FF0000"/>
                  </a:solidFill>
                  <a:latin typeface="Times New Roman" panose="02020603050405020304" pitchFamily="18" charset="0"/>
                </a:rPr>
                <a:t>)</a:t>
              </a:r>
            </a:p>
          </p:txBody>
        </p:sp>
        <p:sp>
          <p:nvSpPr>
            <p:cNvPr id="25622" name="Text Box 22"/>
            <p:cNvSpPr txBox="1"/>
            <p:nvPr/>
          </p:nvSpPr>
          <p:spPr>
            <a:xfrm>
              <a:off x="2577" y="2679"/>
              <a:ext cx="692" cy="288"/>
            </a:xfrm>
            <a:prstGeom prst="rect">
              <a:avLst/>
            </a:prstGeom>
            <a:noFill/>
            <a:ln w="9525">
              <a:noFill/>
            </a:ln>
          </p:spPr>
          <p:txBody>
            <a:bodyPr wrap="none">
              <a:spAutoFit/>
            </a:bodyPr>
            <a:lstStyle/>
            <a:p>
              <a:r>
                <a:rPr lang="zh-CN" altLang="en-US" sz="2400" dirty="0">
                  <a:solidFill>
                    <a:schemeClr val="accent2"/>
                  </a:solidFill>
                  <a:latin typeface="Times New Roman" panose="02020603050405020304" pitchFamily="18" charset="0"/>
                </a:rPr>
                <a:t>未校正</a:t>
              </a:r>
            </a:p>
          </p:txBody>
        </p:sp>
        <p:sp>
          <p:nvSpPr>
            <p:cNvPr id="25623" name="Text Box 23"/>
            <p:cNvSpPr txBox="1"/>
            <p:nvPr/>
          </p:nvSpPr>
          <p:spPr>
            <a:xfrm>
              <a:off x="1528" y="2971"/>
              <a:ext cx="692" cy="288"/>
            </a:xfrm>
            <a:prstGeom prst="rect">
              <a:avLst/>
            </a:prstGeom>
            <a:noFill/>
            <a:ln w="9525">
              <a:noFill/>
            </a:ln>
          </p:spPr>
          <p:txBody>
            <a:bodyPr wrap="none">
              <a:spAutoFit/>
            </a:bodyPr>
            <a:lstStyle/>
            <a:p>
              <a:r>
                <a:rPr lang="zh-CN" altLang="en-US" sz="2400" dirty="0">
                  <a:solidFill>
                    <a:srgbClr val="FF0000"/>
                  </a:solidFill>
                  <a:latin typeface="Times New Roman" panose="02020603050405020304" pitchFamily="18" charset="0"/>
                </a:rPr>
                <a:t>已校正</a:t>
              </a:r>
            </a:p>
          </p:txBody>
        </p:sp>
        <p:sp>
          <p:nvSpPr>
            <p:cNvPr id="25624" name="Line 24"/>
            <p:cNvSpPr/>
            <p:nvPr/>
          </p:nvSpPr>
          <p:spPr>
            <a:xfrm>
              <a:off x="2533" y="2463"/>
              <a:ext cx="173" cy="126"/>
            </a:xfrm>
            <a:prstGeom prst="line">
              <a:avLst/>
            </a:prstGeom>
            <a:ln w="22225" cap="flat" cmpd="sng">
              <a:solidFill>
                <a:srgbClr val="009900"/>
              </a:solidFill>
              <a:prstDash val="solid"/>
              <a:headEnd type="none" w="med" len="med"/>
              <a:tailEnd type="triangle" w="med" len="med"/>
            </a:ln>
          </p:spPr>
        </p:sp>
        <p:sp>
          <p:nvSpPr>
            <p:cNvPr id="25625" name="Text Box 25"/>
            <p:cNvSpPr txBox="1"/>
            <p:nvPr/>
          </p:nvSpPr>
          <p:spPr>
            <a:xfrm>
              <a:off x="940" y="3339"/>
              <a:ext cx="660" cy="288"/>
            </a:xfrm>
            <a:prstGeom prst="rect">
              <a:avLst/>
            </a:prstGeom>
            <a:noFill/>
            <a:ln w="9525">
              <a:noFill/>
            </a:ln>
          </p:spPr>
          <p:txBody>
            <a:bodyPr wrap="none">
              <a:spAutoFit/>
            </a:bodyPr>
            <a:lstStyle/>
            <a:p>
              <a:r>
                <a:rPr lang="en-US" altLang="zh-CN" sz="2400" dirty="0">
                  <a:latin typeface="Times New Roman" panose="02020603050405020304" pitchFamily="18" charset="0"/>
                </a:rPr>
                <a:t>-180°</a:t>
              </a:r>
            </a:p>
          </p:txBody>
        </p:sp>
        <p:sp>
          <p:nvSpPr>
            <p:cNvPr id="25626" name="Line 26"/>
            <p:cNvSpPr/>
            <p:nvPr/>
          </p:nvSpPr>
          <p:spPr>
            <a:xfrm>
              <a:off x="1460" y="3880"/>
              <a:ext cx="43" cy="0"/>
            </a:xfrm>
            <a:prstGeom prst="line">
              <a:avLst/>
            </a:prstGeom>
            <a:ln w="22225" cap="flat" cmpd="sng">
              <a:solidFill>
                <a:schemeClr val="tx1"/>
              </a:solidFill>
              <a:prstDash val="solid"/>
              <a:headEnd type="none" w="med" len="med"/>
              <a:tailEnd type="none" w="med" len="med"/>
            </a:ln>
          </p:spPr>
        </p:sp>
        <p:sp>
          <p:nvSpPr>
            <p:cNvPr id="25627" name="Line 27"/>
            <p:cNvSpPr/>
            <p:nvPr/>
          </p:nvSpPr>
          <p:spPr>
            <a:xfrm>
              <a:off x="1460" y="2987"/>
              <a:ext cx="43" cy="0"/>
            </a:xfrm>
            <a:prstGeom prst="line">
              <a:avLst/>
            </a:prstGeom>
            <a:ln w="22225" cap="flat" cmpd="sng">
              <a:solidFill>
                <a:schemeClr val="tx1"/>
              </a:solidFill>
              <a:prstDash val="solid"/>
              <a:headEnd type="none" w="med" len="med"/>
              <a:tailEnd type="none" w="med" len="med"/>
            </a:ln>
          </p:spPr>
        </p:sp>
        <p:sp>
          <p:nvSpPr>
            <p:cNvPr id="25628" name="Line 28"/>
            <p:cNvSpPr/>
            <p:nvPr/>
          </p:nvSpPr>
          <p:spPr>
            <a:xfrm>
              <a:off x="1460" y="2505"/>
              <a:ext cx="43" cy="0"/>
            </a:xfrm>
            <a:prstGeom prst="line">
              <a:avLst/>
            </a:prstGeom>
            <a:ln w="22225" cap="flat" cmpd="sng">
              <a:solidFill>
                <a:schemeClr val="tx1"/>
              </a:solidFill>
              <a:prstDash val="solid"/>
              <a:headEnd type="none" w="med" len="med"/>
              <a:tailEnd type="none" w="med" len="med"/>
            </a:ln>
          </p:spPr>
        </p:sp>
        <p:grpSp>
          <p:nvGrpSpPr>
            <p:cNvPr id="25629" name="Group 29"/>
            <p:cNvGrpSpPr/>
            <p:nvPr/>
          </p:nvGrpSpPr>
          <p:grpSpPr>
            <a:xfrm>
              <a:off x="1460" y="1879"/>
              <a:ext cx="3691" cy="126"/>
              <a:chOff x="816" y="1344"/>
              <a:chExt cx="4128" cy="144"/>
            </a:xfrm>
          </p:grpSpPr>
          <p:sp>
            <p:nvSpPr>
              <p:cNvPr id="25663" name="Line 30"/>
              <p:cNvSpPr/>
              <p:nvPr/>
            </p:nvSpPr>
            <p:spPr>
              <a:xfrm flipH="1">
                <a:off x="1728" y="1488"/>
                <a:ext cx="3216" cy="0"/>
              </a:xfrm>
              <a:prstGeom prst="line">
                <a:avLst/>
              </a:prstGeom>
              <a:ln w="28575" cap="flat" cmpd="sng">
                <a:solidFill>
                  <a:srgbClr val="009900"/>
                </a:solidFill>
                <a:prstDash val="lgDashDot"/>
                <a:headEnd type="none" w="med" len="med"/>
                <a:tailEnd type="none" w="med" len="med"/>
              </a:ln>
            </p:spPr>
          </p:sp>
          <p:sp>
            <p:nvSpPr>
              <p:cNvPr id="25664" name="Line 31"/>
              <p:cNvSpPr/>
              <p:nvPr/>
            </p:nvSpPr>
            <p:spPr>
              <a:xfrm>
                <a:off x="816" y="1344"/>
                <a:ext cx="912" cy="144"/>
              </a:xfrm>
              <a:prstGeom prst="line">
                <a:avLst/>
              </a:prstGeom>
              <a:ln w="28575" cap="flat" cmpd="sng">
                <a:solidFill>
                  <a:srgbClr val="009900"/>
                </a:solidFill>
                <a:prstDash val="lgDashDot"/>
                <a:headEnd type="none" w="med" len="med"/>
                <a:tailEnd type="none" w="med" len="med"/>
              </a:ln>
            </p:spPr>
          </p:sp>
        </p:grpSp>
        <p:sp>
          <p:nvSpPr>
            <p:cNvPr id="25630" name="Text Box 32"/>
            <p:cNvSpPr txBox="1"/>
            <p:nvPr/>
          </p:nvSpPr>
          <p:spPr>
            <a:xfrm>
              <a:off x="4808" y="1765"/>
              <a:ext cx="372" cy="288"/>
            </a:xfrm>
            <a:prstGeom prst="rect">
              <a:avLst/>
            </a:prstGeom>
            <a:noFill/>
            <a:ln w="9525">
              <a:noFill/>
            </a:ln>
          </p:spPr>
          <p:txBody>
            <a:bodyPr wrap="none">
              <a:spAutoFit/>
            </a:bodyPr>
            <a:lstStyle/>
            <a:p>
              <a:r>
                <a:rPr lang="en-US" altLang="zh-CN" sz="2400" dirty="0">
                  <a:latin typeface="Times New Roman" panose="02020603050405020304" pitchFamily="18" charset="0"/>
                </a:rPr>
                <a:t>-60</a:t>
              </a:r>
            </a:p>
          </p:txBody>
        </p:sp>
        <p:sp>
          <p:nvSpPr>
            <p:cNvPr id="25631" name="Text Box 33"/>
            <p:cNvSpPr txBox="1"/>
            <p:nvPr/>
          </p:nvSpPr>
          <p:spPr>
            <a:xfrm>
              <a:off x="4620" y="2160"/>
              <a:ext cx="372" cy="288"/>
            </a:xfrm>
            <a:prstGeom prst="rect">
              <a:avLst/>
            </a:prstGeom>
            <a:noFill/>
            <a:ln w="9525">
              <a:noFill/>
            </a:ln>
          </p:spPr>
          <p:txBody>
            <a:bodyPr wrap="none">
              <a:spAutoFit/>
            </a:bodyPr>
            <a:lstStyle/>
            <a:p>
              <a:r>
                <a:rPr lang="en-US" altLang="zh-CN" sz="2400" dirty="0">
                  <a:latin typeface="Times New Roman" panose="02020603050405020304" pitchFamily="18" charset="0"/>
                </a:rPr>
                <a:t>-60</a:t>
              </a:r>
            </a:p>
          </p:txBody>
        </p:sp>
        <p:sp>
          <p:nvSpPr>
            <p:cNvPr id="25632" name="Text Box 34"/>
            <p:cNvSpPr txBox="1"/>
            <p:nvPr/>
          </p:nvSpPr>
          <p:spPr>
            <a:xfrm>
              <a:off x="3952" y="1712"/>
              <a:ext cx="372" cy="288"/>
            </a:xfrm>
            <a:prstGeom prst="rect">
              <a:avLst/>
            </a:prstGeom>
            <a:noFill/>
            <a:ln w="9525">
              <a:noFill/>
            </a:ln>
          </p:spPr>
          <p:txBody>
            <a:bodyPr wrap="none">
              <a:spAutoFit/>
            </a:bodyPr>
            <a:lstStyle/>
            <a:p>
              <a:r>
                <a:rPr lang="en-US" altLang="zh-CN" sz="2400" dirty="0">
                  <a:latin typeface="Times New Roman" panose="02020603050405020304" pitchFamily="18" charset="0"/>
                </a:rPr>
                <a:t>-40</a:t>
              </a:r>
            </a:p>
          </p:txBody>
        </p:sp>
        <p:grpSp>
          <p:nvGrpSpPr>
            <p:cNvPr id="25633" name="Group 35"/>
            <p:cNvGrpSpPr/>
            <p:nvPr/>
          </p:nvGrpSpPr>
          <p:grpSpPr>
            <a:xfrm>
              <a:off x="1460" y="1272"/>
              <a:ext cx="3691" cy="850"/>
              <a:chOff x="1460" y="1272"/>
              <a:chExt cx="3691" cy="850"/>
            </a:xfrm>
          </p:grpSpPr>
          <p:sp>
            <p:nvSpPr>
              <p:cNvPr id="25660" name="Line 36"/>
              <p:cNvSpPr/>
              <p:nvPr/>
            </p:nvSpPr>
            <p:spPr>
              <a:xfrm>
                <a:off x="1460" y="1272"/>
                <a:ext cx="2361" cy="349"/>
              </a:xfrm>
              <a:prstGeom prst="line">
                <a:avLst/>
              </a:prstGeom>
              <a:ln w="38100" cap="flat" cmpd="sng">
                <a:solidFill>
                  <a:schemeClr val="accent2"/>
                </a:solidFill>
                <a:prstDash val="solid"/>
                <a:headEnd type="none" w="med" len="med"/>
                <a:tailEnd type="none" w="med" len="med"/>
              </a:ln>
            </p:spPr>
          </p:sp>
          <p:sp>
            <p:nvSpPr>
              <p:cNvPr id="25661" name="Line 37"/>
              <p:cNvSpPr/>
              <p:nvPr/>
            </p:nvSpPr>
            <p:spPr>
              <a:xfrm>
                <a:off x="3821" y="1621"/>
                <a:ext cx="815" cy="251"/>
              </a:xfrm>
              <a:prstGeom prst="line">
                <a:avLst/>
              </a:prstGeom>
              <a:ln w="38100" cap="flat" cmpd="sng">
                <a:solidFill>
                  <a:schemeClr val="accent2"/>
                </a:solidFill>
                <a:prstDash val="solid"/>
                <a:headEnd type="none" w="med" len="med"/>
                <a:tailEnd type="none" w="med" len="med"/>
              </a:ln>
            </p:spPr>
          </p:sp>
          <p:sp>
            <p:nvSpPr>
              <p:cNvPr id="25662" name="Line 38"/>
              <p:cNvSpPr/>
              <p:nvPr/>
            </p:nvSpPr>
            <p:spPr>
              <a:xfrm>
                <a:off x="4636" y="1872"/>
                <a:ext cx="515" cy="250"/>
              </a:xfrm>
              <a:prstGeom prst="line">
                <a:avLst/>
              </a:prstGeom>
              <a:ln w="38100" cap="flat" cmpd="sng">
                <a:solidFill>
                  <a:schemeClr val="accent2"/>
                </a:solidFill>
                <a:prstDash val="solid"/>
                <a:headEnd type="none" w="med" len="med"/>
                <a:tailEnd type="none" w="med" len="med"/>
              </a:ln>
            </p:spPr>
          </p:sp>
        </p:grpSp>
        <p:grpSp>
          <p:nvGrpSpPr>
            <p:cNvPr id="25634" name="Group 39"/>
            <p:cNvGrpSpPr/>
            <p:nvPr/>
          </p:nvGrpSpPr>
          <p:grpSpPr>
            <a:xfrm>
              <a:off x="1460" y="1421"/>
              <a:ext cx="3691" cy="933"/>
              <a:chOff x="816" y="816"/>
              <a:chExt cx="4128" cy="1074"/>
            </a:xfrm>
          </p:grpSpPr>
          <p:sp>
            <p:nvSpPr>
              <p:cNvPr id="25656" name="Line 40"/>
              <p:cNvSpPr/>
              <p:nvPr/>
            </p:nvSpPr>
            <p:spPr>
              <a:xfrm>
                <a:off x="1680" y="1056"/>
                <a:ext cx="1776" cy="258"/>
              </a:xfrm>
              <a:prstGeom prst="line">
                <a:avLst/>
              </a:prstGeom>
              <a:ln w="38100" cap="flat" cmpd="sng">
                <a:solidFill>
                  <a:srgbClr val="FF0000"/>
                </a:solidFill>
                <a:prstDash val="dash"/>
                <a:headEnd type="none" w="med" len="med"/>
                <a:tailEnd type="none" w="med" len="med"/>
              </a:ln>
            </p:spPr>
          </p:sp>
          <p:sp>
            <p:nvSpPr>
              <p:cNvPr id="25657" name="Line 41"/>
              <p:cNvSpPr/>
              <p:nvPr/>
            </p:nvSpPr>
            <p:spPr>
              <a:xfrm flipH="1" flipV="1">
                <a:off x="816" y="816"/>
                <a:ext cx="864" cy="249"/>
              </a:xfrm>
              <a:prstGeom prst="line">
                <a:avLst/>
              </a:prstGeom>
              <a:ln w="38100" cap="flat" cmpd="sng">
                <a:solidFill>
                  <a:srgbClr val="FF0000"/>
                </a:solidFill>
                <a:prstDash val="dash"/>
                <a:headEnd type="none" w="med" len="med"/>
                <a:tailEnd type="none" w="med" len="med"/>
              </a:ln>
            </p:spPr>
          </p:sp>
          <p:sp>
            <p:nvSpPr>
              <p:cNvPr id="25658" name="Line 42"/>
              <p:cNvSpPr/>
              <p:nvPr/>
            </p:nvSpPr>
            <p:spPr>
              <a:xfrm>
                <a:off x="3456" y="1314"/>
                <a:ext cx="912" cy="288"/>
              </a:xfrm>
              <a:prstGeom prst="line">
                <a:avLst/>
              </a:prstGeom>
              <a:ln w="38100" cap="flat" cmpd="sng">
                <a:solidFill>
                  <a:srgbClr val="FF0000"/>
                </a:solidFill>
                <a:prstDash val="dash"/>
                <a:headEnd type="none" w="med" len="med"/>
                <a:tailEnd type="none" w="med" len="med"/>
              </a:ln>
            </p:spPr>
          </p:sp>
          <p:sp>
            <p:nvSpPr>
              <p:cNvPr id="25659" name="Line 43"/>
              <p:cNvSpPr/>
              <p:nvPr/>
            </p:nvSpPr>
            <p:spPr>
              <a:xfrm>
                <a:off x="4368" y="1602"/>
                <a:ext cx="576" cy="288"/>
              </a:xfrm>
              <a:prstGeom prst="line">
                <a:avLst/>
              </a:prstGeom>
              <a:ln w="38100" cap="flat" cmpd="sng">
                <a:solidFill>
                  <a:srgbClr val="FF0000"/>
                </a:solidFill>
                <a:prstDash val="dash"/>
                <a:headEnd type="none" w="med" len="med"/>
                <a:tailEnd type="none" w="med" len="med"/>
              </a:ln>
            </p:spPr>
          </p:sp>
        </p:grpSp>
        <p:sp>
          <p:nvSpPr>
            <p:cNvPr id="25635" name="Freeform 44"/>
            <p:cNvSpPr/>
            <p:nvPr/>
          </p:nvSpPr>
          <p:spPr>
            <a:xfrm>
              <a:off x="1451" y="2983"/>
              <a:ext cx="3700" cy="806"/>
            </a:xfrm>
            <a:custGeom>
              <a:avLst/>
              <a:gdLst/>
              <a:ahLst/>
              <a:cxnLst>
                <a:cxn ang="0">
                  <a:pos x="0" y="0"/>
                </a:cxn>
                <a:cxn ang="0">
                  <a:pos x="76" y="0"/>
                </a:cxn>
                <a:cxn ang="0">
                  <a:pos x="152" y="0"/>
                </a:cxn>
                <a:cxn ang="0">
                  <a:pos x="228" y="0"/>
                </a:cxn>
                <a:cxn ang="0">
                  <a:pos x="304" y="0"/>
                </a:cxn>
                <a:cxn ang="0">
                  <a:pos x="380" y="0"/>
                </a:cxn>
                <a:cxn ang="0">
                  <a:pos x="456" y="0"/>
                </a:cxn>
                <a:cxn ang="0">
                  <a:pos x="532" y="0"/>
                </a:cxn>
                <a:cxn ang="0">
                  <a:pos x="608" y="0"/>
                </a:cxn>
                <a:cxn ang="0">
                  <a:pos x="684" y="0"/>
                </a:cxn>
                <a:cxn ang="0">
                  <a:pos x="754" y="6"/>
                </a:cxn>
                <a:cxn ang="0">
                  <a:pos x="830" y="6"/>
                </a:cxn>
                <a:cxn ang="0">
                  <a:pos x="906" y="6"/>
                </a:cxn>
                <a:cxn ang="0">
                  <a:pos x="982" y="6"/>
                </a:cxn>
                <a:cxn ang="0">
                  <a:pos x="1058" y="12"/>
                </a:cxn>
                <a:cxn ang="0">
                  <a:pos x="1134" y="12"/>
                </a:cxn>
                <a:cxn ang="0">
                  <a:pos x="1209" y="18"/>
                </a:cxn>
                <a:cxn ang="0">
                  <a:pos x="1285" y="24"/>
                </a:cxn>
                <a:cxn ang="0">
                  <a:pos x="1361" y="24"/>
                </a:cxn>
                <a:cxn ang="0">
                  <a:pos x="1437" y="30"/>
                </a:cxn>
                <a:cxn ang="0">
                  <a:pos x="1507" y="43"/>
                </a:cxn>
                <a:cxn ang="0">
                  <a:pos x="1583" y="50"/>
                </a:cxn>
                <a:cxn ang="0">
                  <a:pos x="1660" y="62"/>
                </a:cxn>
                <a:cxn ang="0">
                  <a:pos x="1736" y="74"/>
                </a:cxn>
                <a:cxn ang="0">
                  <a:pos x="1812" y="86"/>
                </a:cxn>
                <a:cxn ang="0">
                  <a:pos x="1888" y="105"/>
                </a:cxn>
                <a:cxn ang="0">
                  <a:pos x="1964" y="129"/>
                </a:cxn>
                <a:cxn ang="0">
                  <a:pos x="2040" y="148"/>
                </a:cxn>
                <a:cxn ang="0">
                  <a:pos x="2116" y="179"/>
                </a:cxn>
                <a:cxn ang="0">
                  <a:pos x="2192" y="209"/>
                </a:cxn>
                <a:cxn ang="0">
                  <a:pos x="2262" y="240"/>
                </a:cxn>
                <a:cxn ang="0">
                  <a:pos x="2338" y="277"/>
                </a:cxn>
                <a:cxn ang="0">
                  <a:pos x="2414" y="307"/>
                </a:cxn>
                <a:cxn ang="0">
                  <a:pos x="2490" y="345"/>
                </a:cxn>
                <a:cxn ang="0">
                  <a:pos x="2566" y="381"/>
                </a:cxn>
                <a:cxn ang="0">
                  <a:pos x="2642" y="419"/>
                </a:cxn>
                <a:cxn ang="0">
                  <a:pos x="2718" y="455"/>
                </a:cxn>
                <a:cxn ang="0">
                  <a:pos x="2794" y="492"/>
                </a:cxn>
                <a:cxn ang="0">
                  <a:pos x="2870" y="529"/>
                </a:cxn>
                <a:cxn ang="0">
                  <a:pos x="2946" y="566"/>
                </a:cxn>
                <a:cxn ang="0">
                  <a:pos x="3015" y="604"/>
                </a:cxn>
                <a:cxn ang="0">
                  <a:pos x="3091" y="634"/>
                </a:cxn>
                <a:cxn ang="0">
                  <a:pos x="3167" y="664"/>
                </a:cxn>
                <a:cxn ang="0">
                  <a:pos x="3243" y="696"/>
                </a:cxn>
                <a:cxn ang="0">
                  <a:pos x="3319" y="720"/>
                </a:cxn>
                <a:cxn ang="0">
                  <a:pos x="3395" y="745"/>
                </a:cxn>
                <a:cxn ang="0">
                  <a:pos x="3471" y="763"/>
                </a:cxn>
                <a:cxn ang="0">
                  <a:pos x="3548" y="782"/>
                </a:cxn>
                <a:cxn ang="0">
                  <a:pos x="3624" y="794"/>
                </a:cxn>
                <a:cxn ang="0">
                  <a:pos x="3700" y="806"/>
                </a:cxn>
              </a:cxnLst>
              <a:rect l="0" t="0" r="0" b="0"/>
              <a:pathLst>
                <a:path w="4139" h="928">
                  <a:moveTo>
                    <a:pt x="0" y="0"/>
                  </a:moveTo>
                  <a:lnTo>
                    <a:pt x="85" y="0"/>
                  </a:lnTo>
                  <a:lnTo>
                    <a:pt x="170" y="0"/>
                  </a:lnTo>
                  <a:lnTo>
                    <a:pt x="255" y="0"/>
                  </a:lnTo>
                  <a:lnTo>
                    <a:pt x="340" y="0"/>
                  </a:lnTo>
                  <a:lnTo>
                    <a:pt x="425" y="0"/>
                  </a:lnTo>
                  <a:lnTo>
                    <a:pt x="510" y="0"/>
                  </a:lnTo>
                  <a:lnTo>
                    <a:pt x="595" y="0"/>
                  </a:lnTo>
                  <a:lnTo>
                    <a:pt x="680" y="0"/>
                  </a:lnTo>
                  <a:lnTo>
                    <a:pt x="765" y="0"/>
                  </a:lnTo>
                  <a:lnTo>
                    <a:pt x="843" y="7"/>
                  </a:lnTo>
                  <a:lnTo>
                    <a:pt x="928" y="7"/>
                  </a:lnTo>
                  <a:lnTo>
                    <a:pt x="1013" y="7"/>
                  </a:lnTo>
                  <a:lnTo>
                    <a:pt x="1098" y="7"/>
                  </a:lnTo>
                  <a:lnTo>
                    <a:pt x="1183" y="14"/>
                  </a:lnTo>
                  <a:lnTo>
                    <a:pt x="1268" y="14"/>
                  </a:lnTo>
                  <a:lnTo>
                    <a:pt x="1353" y="21"/>
                  </a:lnTo>
                  <a:lnTo>
                    <a:pt x="1438" y="28"/>
                  </a:lnTo>
                  <a:lnTo>
                    <a:pt x="1523" y="28"/>
                  </a:lnTo>
                  <a:lnTo>
                    <a:pt x="1608" y="35"/>
                  </a:lnTo>
                  <a:lnTo>
                    <a:pt x="1686" y="50"/>
                  </a:lnTo>
                  <a:lnTo>
                    <a:pt x="1771" y="57"/>
                  </a:lnTo>
                  <a:lnTo>
                    <a:pt x="1857" y="71"/>
                  </a:lnTo>
                  <a:lnTo>
                    <a:pt x="1942" y="85"/>
                  </a:lnTo>
                  <a:lnTo>
                    <a:pt x="2027" y="99"/>
                  </a:lnTo>
                  <a:lnTo>
                    <a:pt x="2112" y="121"/>
                  </a:lnTo>
                  <a:lnTo>
                    <a:pt x="2197" y="149"/>
                  </a:lnTo>
                  <a:lnTo>
                    <a:pt x="2282" y="170"/>
                  </a:lnTo>
                  <a:lnTo>
                    <a:pt x="2367" y="206"/>
                  </a:lnTo>
                  <a:lnTo>
                    <a:pt x="2452" y="241"/>
                  </a:lnTo>
                  <a:lnTo>
                    <a:pt x="2530" y="276"/>
                  </a:lnTo>
                  <a:lnTo>
                    <a:pt x="2615" y="319"/>
                  </a:lnTo>
                  <a:lnTo>
                    <a:pt x="2700" y="354"/>
                  </a:lnTo>
                  <a:lnTo>
                    <a:pt x="2785" y="397"/>
                  </a:lnTo>
                  <a:lnTo>
                    <a:pt x="2870" y="439"/>
                  </a:lnTo>
                  <a:lnTo>
                    <a:pt x="2955" y="482"/>
                  </a:lnTo>
                  <a:lnTo>
                    <a:pt x="3040" y="524"/>
                  </a:lnTo>
                  <a:lnTo>
                    <a:pt x="3125" y="567"/>
                  </a:lnTo>
                  <a:lnTo>
                    <a:pt x="3210" y="609"/>
                  </a:lnTo>
                  <a:lnTo>
                    <a:pt x="3295" y="652"/>
                  </a:lnTo>
                  <a:lnTo>
                    <a:pt x="3373" y="695"/>
                  </a:lnTo>
                  <a:lnTo>
                    <a:pt x="3458" y="730"/>
                  </a:lnTo>
                  <a:lnTo>
                    <a:pt x="3543" y="765"/>
                  </a:lnTo>
                  <a:lnTo>
                    <a:pt x="3628" y="801"/>
                  </a:lnTo>
                  <a:lnTo>
                    <a:pt x="3713" y="829"/>
                  </a:lnTo>
                  <a:lnTo>
                    <a:pt x="3798" y="858"/>
                  </a:lnTo>
                  <a:lnTo>
                    <a:pt x="3883" y="879"/>
                  </a:lnTo>
                  <a:lnTo>
                    <a:pt x="3969" y="900"/>
                  </a:lnTo>
                  <a:lnTo>
                    <a:pt x="4054" y="914"/>
                  </a:lnTo>
                  <a:lnTo>
                    <a:pt x="4139" y="928"/>
                  </a:lnTo>
                </a:path>
              </a:pathLst>
            </a:custGeom>
            <a:noFill/>
            <a:ln w="38100" cap="flat" cmpd="sng">
              <a:solidFill>
                <a:schemeClr val="accent2">
                  <a:alpha val="100000"/>
                </a:schemeClr>
              </a:solidFill>
              <a:prstDash val="solid"/>
              <a:round/>
              <a:headEnd type="none" w="med" len="med"/>
              <a:tailEnd type="none" w="med" len="med"/>
            </a:ln>
          </p:spPr>
          <p:txBody>
            <a:bodyPr/>
            <a:lstStyle/>
            <a:p>
              <a:endParaRPr lang="zh-CN" altLang="en-US"/>
            </a:p>
          </p:txBody>
        </p:sp>
        <p:sp>
          <p:nvSpPr>
            <p:cNvPr id="25636" name="Freeform 45"/>
            <p:cNvSpPr/>
            <p:nvPr/>
          </p:nvSpPr>
          <p:spPr>
            <a:xfrm>
              <a:off x="1451" y="2546"/>
              <a:ext cx="3700" cy="388"/>
            </a:xfrm>
            <a:custGeom>
              <a:avLst/>
              <a:gdLst/>
              <a:ahLst/>
              <a:cxnLst>
                <a:cxn ang="0">
                  <a:pos x="0" y="388"/>
                </a:cxn>
                <a:cxn ang="0">
                  <a:pos x="76" y="382"/>
                </a:cxn>
                <a:cxn ang="0">
                  <a:pos x="152" y="370"/>
                </a:cxn>
                <a:cxn ang="0">
                  <a:pos x="228" y="358"/>
                </a:cxn>
                <a:cxn ang="0">
                  <a:pos x="304" y="345"/>
                </a:cxn>
                <a:cxn ang="0">
                  <a:pos x="380" y="326"/>
                </a:cxn>
                <a:cxn ang="0">
                  <a:pos x="456" y="308"/>
                </a:cxn>
                <a:cxn ang="0">
                  <a:pos x="532" y="284"/>
                </a:cxn>
                <a:cxn ang="0">
                  <a:pos x="608" y="265"/>
                </a:cxn>
                <a:cxn ang="0">
                  <a:pos x="684" y="240"/>
                </a:cxn>
                <a:cxn ang="0">
                  <a:pos x="754" y="210"/>
                </a:cxn>
                <a:cxn ang="0">
                  <a:pos x="830" y="184"/>
                </a:cxn>
                <a:cxn ang="0">
                  <a:pos x="906" y="160"/>
                </a:cxn>
                <a:cxn ang="0">
                  <a:pos x="982" y="136"/>
                </a:cxn>
                <a:cxn ang="0">
                  <a:pos x="1058" y="117"/>
                </a:cxn>
                <a:cxn ang="0">
                  <a:pos x="1134" y="98"/>
                </a:cxn>
                <a:cxn ang="0">
                  <a:pos x="1209" y="80"/>
                </a:cxn>
                <a:cxn ang="0">
                  <a:pos x="1285" y="68"/>
                </a:cxn>
                <a:cxn ang="0">
                  <a:pos x="1361" y="56"/>
                </a:cxn>
                <a:cxn ang="0">
                  <a:pos x="1437" y="50"/>
                </a:cxn>
                <a:cxn ang="0">
                  <a:pos x="1507" y="37"/>
                </a:cxn>
                <a:cxn ang="0">
                  <a:pos x="1583" y="30"/>
                </a:cxn>
                <a:cxn ang="0">
                  <a:pos x="1660" y="24"/>
                </a:cxn>
                <a:cxn ang="0">
                  <a:pos x="1736" y="18"/>
                </a:cxn>
                <a:cxn ang="0">
                  <a:pos x="1812" y="18"/>
                </a:cxn>
                <a:cxn ang="0">
                  <a:pos x="1888" y="12"/>
                </a:cxn>
                <a:cxn ang="0">
                  <a:pos x="1964" y="12"/>
                </a:cxn>
                <a:cxn ang="0">
                  <a:pos x="2040" y="6"/>
                </a:cxn>
                <a:cxn ang="0">
                  <a:pos x="2116" y="6"/>
                </a:cxn>
                <a:cxn ang="0">
                  <a:pos x="2192" y="6"/>
                </a:cxn>
                <a:cxn ang="0">
                  <a:pos x="2262" y="6"/>
                </a:cxn>
                <a:cxn ang="0">
                  <a:pos x="2338" y="0"/>
                </a:cxn>
                <a:cxn ang="0">
                  <a:pos x="2414" y="0"/>
                </a:cxn>
                <a:cxn ang="0">
                  <a:pos x="2490" y="0"/>
                </a:cxn>
                <a:cxn ang="0">
                  <a:pos x="2566" y="0"/>
                </a:cxn>
                <a:cxn ang="0">
                  <a:pos x="2642" y="0"/>
                </a:cxn>
                <a:cxn ang="0">
                  <a:pos x="2718" y="0"/>
                </a:cxn>
                <a:cxn ang="0">
                  <a:pos x="2794" y="0"/>
                </a:cxn>
                <a:cxn ang="0">
                  <a:pos x="2870" y="0"/>
                </a:cxn>
                <a:cxn ang="0">
                  <a:pos x="2946" y="0"/>
                </a:cxn>
                <a:cxn ang="0">
                  <a:pos x="3015" y="0"/>
                </a:cxn>
                <a:cxn ang="0">
                  <a:pos x="3091" y="0"/>
                </a:cxn>
                <a:cxn ang="0">
                  <a:pos x="3167" y="0"/>
                </a:cxn>
                <a:cxn ang="0">
                  <a:pos x="3243" y="0"/>
                </a:cxn>
                <a:cxn ang="0">
                  <a:pos x="3319" y="0"/>
                </a:cxn>
                <a:cxn ang="0">
                  <a:pos x="3395" y="0"/>
                </a:cxn>
                <a:cxn ang="0">
                  <a:pos x="3471" y="0"/>
                </a:cxn>
                <a:cxn ang="0">
                  <a:pos x="3548" y="0"/>
                </a:cxn>
                <a:cxn ang="0">
                  <a:pos x="3624" y="0"/>
                </a:cxn>
                <a:cxn ang="0">
                  <a:pos x="3700" y="0"/>
                </a:cxn>
              </a:cxnLst>
              <a:rect l="0" t="0" r="0" b="0"/>
              <a:pathLst>
                <a:path w="4139" h="446">
                  <a:moveTo>
                    <a:pt x="0" y="446"/>
                  </a:moveTo>
                  <a:lnTo>
                    <a:pt x="85" y="439"/>
                  </a:lnTo>
                  <a:lnTo>
                    <a:pt x="170" y="425"/>
                  </a:lnTo>
                  <a:lnTo>
                    <a:pt x="255" y="411"/>
                  </a:lnTo>
                  <a:lnTo>
                    <a:pt x="340" y="397"/>
                  </a:lnTo>
                  <a:lnTo>
                    <a:pt x="425" y="375"/>
                  </a:lnTo>
                  <a:lnTo>
                    <a:pt x="510" y="354"/>
                  </a:lnTo>
                  <a:lnTo>
                    <a:pt x="595" y="326"/>
                  </a:lnTo>
                  <a:lnTo>
                    <a:pt x="680" y="305"/>
                  </a:lnTo>
                  <a:lnTo>
                    <a:pt x="765" y="276"/>
                  </a:lnTo>
                  <a:lnTo>
                    <a:pt x="843" y="241"/>
                  </a:lnTo>
                  <a:lnTo>
                    <a:pt x="928" y="212"/>
                  </a:lnTo>
                  <a:lnTo>
                    <a:pt x="1013" y="184"/>
                  </a:lnTo>
                  <a:lnTo>
                    <a:pt x="1098" y="156"/>
                  </a:lnTo>
                  <a:lnTo>
                    <a:pt x="1183" y="135"/>
                  </a:lnTo>
                  <a:lnTo>
                    <a:pt x="1268" y="113"/>
                  </a:lnTo>
                  <a:lnTo>
                    <a:pt x="1353" y="92"/>
                  </a:lnTo>
                  <a:lnTo>
                    <a:pt x="1438" y="78"/>
                  </a:lnTo>
                  <a:lnTo>
                    <a:pt x="1523" y="64"/>
                  </a:lnTo>
                  <a:lnTo>
                    <a:pt x="1608" y="57"/>
                  </a:lnTo>
                  <a:lnTo>
                    <a:pt x="1686" y="42"/>
                  </a:lnTo>
                  <a:lnTo>
                    <a:pt x="1771" y="35"/>
                  </a:lnTo>
                  <a:lnTo>
                    <a:pt x="1857" y="28"/>
                  </a:lnTo>
                  <a:lnTo>
                    <a:pt x="1942" y="21"/>
                  </a:lnTo>
                  <a:lnTo>
                    <a:pt x="2027" y="21"/>
                  </a:lnTo>
                  <a:lnTo>
                    <a:pt x="2112" y="14"/>
                  </a:lnTo>
                  <a:lnTo>
                    <a:pt x="2197" y="14"/>
                  </a:lnTo>
                  <a:lnTo>
                    <a:pt x="2282" y="7"/>
                  </a:lnTo>
                  <a:lnTo>
                    <a:pt x="2367" y="7"/>
                  </a:lnTo>
                  <a:lnTo>
                    <a:pt x="2452" y="7"/>
                  </a:lnTo>
                  <a:lnTo>
                    <a:pt x="2530" y="7"/>
                  </a:lnTo>
                  <a:lnTo>
                    <a:pt x="2615" y="0"/>
                  </a:lnTo>
                  <a:lnTo>
                    <a:pt x="2700" y="0"/>
                  </a:lnTo>
                  <a:lnTo>
                    <a:pt x="2785" y="0"/>
                  </a:lnTo>
                  <a:lnTo>
                    <a:pt x="2870" y="0"/>
                  </a:lnTo>
                  <a:lnTo>
                    <a:pt x="2955" y="0"/>
                  </a:lnTo>
                  <a:lnTo>
                    <a:pt x="3040" y="0"/>
                  </a:lnTo>
                  <a:lnTo>
                    <a:pt x="3125" y="0"/>
                  </a:lnTo>
                  <a:lnTo>
                    <a:pt x="3210" y="0"/>
                  </a:lnTo>
                  <a:lnTo>
                    <a:pt x="3295" y="0"/>
                  </a:lnTo>
                  <a:lnTo>
                    <a:pt x="3373" y="0"/>
                  </a:lnTo>
                  <a:lnTo>
                    <a:pt x="3458" y="0"/>
                  </a:lnTo>
                  <a:lnTo>
                    <a:pt x="3543" y="0"/>
                  </a:lnTo>
                  <a:lnTo>
                    <a:pt x="3628" y="0"/>
                  </a:lnTo>
                  <a:lnTo>
                    <a:pt x="3713" y="0"/>
                  </a:lnTo>
                  <a:lnTo>
                    <a:pt x="3798" y="0"/>
                  </a:lnTo>
                  <a:lnTo>
                    <a:pt x="3883" y="0"/>
                  </a:lnTo>
                  <a:lnTo>
                    <a:pt x="3969" y="0"/>
                  </a:lnTo>
                  <a:lnTo>
                    <a:pt x="4054" y="0"/>
                  </a:lnTo>
                  <a:lnTo>
                    <a:pt x="4139" y="0"/>
                  </a:lnTo>
                </a:path>
              </a:pathLst>
            </a:custGeom>
            <a:noFill/>
            <a:ln w="28575" cap="flat" cmpd="sng">
              <a:solidFill>
                <a:srgbClr val="009900">
                  <a:alpha val="100000"/>
                </a:srgbClr>
              </a:solidFill>
              <a:prstDash val="lgDashDot"/>
              <a:round/>
              <a:headEnd type="none" w="med" len="med"/>
              <a:tailEnd type="none" w="med" len="med"/>
            </a:ln>
          </p:spPr>
          <p:txBody>
            <a:bodyPr/>
            <a:lstStyle/>
            <a:p>
              <a:endParaRPr lang="zh-CN" altLang="en-US"/>
            </a:p>
          </p:txBody>
        </p:sp>
        <p:sp>
          <p:nvSpPr>
            <p:cNvPr id="25637" name="Freeform 46"/>
            <p:cNvSpPr/>
            <p:nvPr/>
          </p:nvSpPr>
          <p:spPr>
            <a:xfrm>
              <a:off x="1451" y="3063"/>
              <a:ext cx="3700" cy="732"/>
            </a:xfrm>
            <a:custGeom>
              <a:avLst/>
              <a:gdLst/>
              <a:ahLst/>
              <a:cxnLst>
                <a:cxn ang="0">
                  <a:pos x="0" y="314"/>
                </a:cxn>
                <a:cxn ang="0">
                  <a:pos x="76" y="301"/>
                </a:cxn>
                <a:cxn ang="0">
                  <a:pos x="152" y="289"/>
                </a:cxn>
                <a:cxn ang="0">
                  <a:pos x="228" y="283"/>
                </a:cxn>
                <a:cxn ang="0">
                  <a:pos x="304" y="265"/>
                </a:cxn>
                <a:cxn ang="0">
                  <a:pos x="380" y="253"/>
                </a:cxn>
                <a:cxn ang="0">
                  <a:pos x="456" y="228"/>
                </a:cxn>
                <a:cxn ang="0">
                  <a:pos x="532" y="209"/>
                </a:cxn>
                <a:cxn ang="0">
                  <a:pos x="608" y="185"/>
                </a:cxn>
                <a:cxn ang="0">
                  <a:pos x="684" y="160"/>
                </a:cxn>
                <a:cxn ang="0">
                  <a:pos x="754" y="135"/>
                </a:cxn>
                <a:cxn ang="0">
                  <a:pos x="830" y="111"/>
                </a:cxn>
                <a:cxn ang="0">
                  <a:pos x="906" y="92"/>
                </a:cxn>
                <a:cxn ang="0">
                  <a:pos x="982" y="68"/>
                </a:cxn>
                <a:cxn ang="0">
                  <a:pos x="1058" y="49"/>
                </a:cxn>
                <a:cxn ang="0">
                  <a:pos x="1134" y="37"/>
                </a:cxn>
                <a:cxn ang="0">
                  <a:pos x="1209" y="25"/>
                </a:cxn>
                <a:cxn ang="0">
                  <a:pos x="1285" y="12"/>
                </a:cxn>
                <a:cxn ang="0">
                  <a:pos x="1361" y="6"/>
                </a:cxn>
                <a:cxn ang="0">
                  <a:pos x="1437" y="0"/>
                </a:cxn>
                <a:cxn ang="0">
                  <a:pos x="1507" y="0"/>
                </a:cxn>
                <a:cxn ang="0">
                  <a:pos x="1583" y="6"/>
                </a:cxn>
                <a:cxn ang="0">
                  <a:pos x="1660" y="6"/>
                </a:cxn>
                <a:cxn ang="0">
                  <a:pos x="1736" y="18"/>
                </a:cxn>
                <a:cxn ang="0">
                  <a:pos x="1812" y="25"/>
                </a:cxn>
                <a:cxn ang="0">
                  <a:pos x="1888" y="43"/>
                </a:cxn>
                <a:cxn ang="0">
                  <a:pos x="1964" y="62"/>
                </a:cxn>
                <a:cxn ang="0">
                  <a:pos x="2040" y="80"/>
                </a:cxn>
                <a:cxn ang="0">
                  <a:pos x="2116" y="105"/>
                </a:cxn>
                <a:cxn ang="0">
                  <a:pos x="2192" y="135"/>
                </a:cxn>
                <a:cxn ang="0">
                  <a:pos x="2262" y="167"/>
                </a:cxn>
                <a:cxn ang="0">
                  <a:pos x="2338" y="197"/>
                </a:cxn>
                <a:cxn ang="0">
                  <a:pos x="2414" y="234"/>
                </a:cxn>
                <a:cxn ang="0">
                  <a:pos x="2490" y="271"/>
                </a:cxn>
                <a:cxn ang="0">
                  <a:pos x="2566" y="308"/>
                </a:cxn>
                <a:cxn ang="0">
                  <a:pos x="2642" y="345"/>
                </a:cxn>
                <a:cxn ang="0">
                  <a:pos x="2718" y="375"/>
                </a:cxn>
                <a:cxn ang="0">
                  <a:pos x="2794" y="412"/>
                </a:cxn>
                <a:cxn ang="0">
                  <a:pos x="2870" y="449"/>
                </a:cxn>
                <a:cxn ang="0">
                  <a:pos x="2946" y="486"/>
                </a:cxn>
                <a:cxn ang="0">
                  <a:pos x="3015" y="524"/>
                </a:cxn>
                <a:cxn ang="0">
                  <a:pos x="3091" y="554"/>
                </a:cxn>
                <a:cxn ang="0">
                  <a:pos x="3167" y="584"/>
                </a:cxn>
                <a:cxn ang="0">
                  <a:pos x="3243" y="616"/>
                </a:cxn>
                <a:cxn ang="0">
                  <a:pos x="3319" y="640"/>
                </a:cxn>
                <a:cxn ang="0">
                  <a:pos x="3395" y="665"/>
                </a:cxn>
                <a:cxn ang="0">
                  <a:pos x="3471" y="683"/>
                </a:cxn>
                <a:cxn ang="0">
                  <a:pos x="3548" y="702"/>
                </a:cxn>
                <a:cxn ang="0">
                  <a:pos x="3624" y="720"/>
                </a:cxn>
                <a:cxn ang="0">
                  <a:pos x="3700" y="732"/>
                </a:cxn>
              </a:cxnLst>
              <a:rect l="0" t="0" r="0" b="0"/>
              <a:pathLst>
                <a:path w="4139" h="843">
                  <a:moveTo>
                    <a:pt x="0" y="362"/>
                  </a:moveTo>
                  <a:lnTo>
                    <a:pt x="85" y="347"/>
                  </a:lnTo>
                  <a:lnTo>
                    <a:pt x="170" y="333"/>
                  </a:lnTo>
                  <a:lnTo>
                    <a:pt x="255" y="326"/>
                  </a:lnTo>
                  <a:lnTo>
                    <a:pt x="340" y="305"/>
                  </a:lnTo>
                  <a:lnTo>
                    <a:pt x="425" y="291"/>
                  </a:lnTo>
                  <a:lnTo>
                    <a:pt x="510" y="262"/>
                  </a:lnTo>
                  <a:lnTo>
                    <a:pt x="595" y="241"/>
                  </a:lnTo>
                  <a:lnTo>
                    <a:pt x="680" y="213"/>
                  </a:lnTo>
                  <a:lnTo>
                    <a:pt x="765" y="184"/>
                  </a:lnTo>
                  <a:lnTo>
                    <a:pt x="843" y="156"/>
                  </a:lnTo>
                  <a:lnTo>
                    <a:pt x="928" y="128"/>
                  </a:lnTo>
                  <a:lnTo>
                    <a:pt x="1013" y="106"/>
                  </a:lnTo>
                  <a:lnTo>
                    <a:pt x="1098" y="78"/>
                  </a:lnTo>
                  <a:lnTo>
                    <a:pt x="1183" y="57"/>
                  </a:lnTo>
                  <a:lnTo>
                    <a:pt x="1268" y="43"/>
                  </a:lnTo>
                  <a:lnTo>
                    <a:pt x="1353" y="29"/>
                  </a:lnTo>
                  <a:lnTo>
                    <a:pt x="1438" y="14"/>
                  </a:lnTo>
                  <a:lnTo>
                    <a:pt x="1523" y="7"/>
                  </a:lnTo>
                  <a:lnTo>
                    <a:pt x="1608" y="0"/>
                  </a:lnTo>
                  <a:lnTo>
                    <a:pt x="1686" y="0"/>
                  </a:lnTo>
                  <a:lnTo>
                    <a:pt x="1771" y="7"/>
                  </a:lnTo>
                  <a:lnTo>
                    <a:pt x="1857" y="7"/>
                  </a:lnTo>
                  <a:lnTo>
                    <a:pt x="1942" y="21"/>
                  </a:lnTo>
                  <a:lnTo>
                    <a:pt x="2027" y="29"/>
                  </a:lnTo>
                  <a:lnTo>
                    <a:pt x="2112" y="50"/>
                  </a:lnTo>
                  <a:lnTo>
                    <a:pt x="2197" y="71"/>
                  </a:lnTo>
                  <a:lnTo>
                    <a:pt x="2282" y="92"/>
                  </a:lnTo>
                  <a:lnTo>
                    <a:pt x="2367" y="121"/>
                  </a:lnTo>
                  <a:lnTo>
                    <a:pt x="2452" y="156"/>
                  </a:lnTo>
                  <a:lnTo>
                    <a:pt x="2530" y="192"/>
                  </a:lnTo>
                  <a:lnTo>
                    <a:pt x="2615" y="227"/>
                  </a:lnTo>
                  <a:lnTo>
                    <a:pt x="2700" y="269"/>
                  </a:lnTo>
                  <a:lnTo>
                    <a:pt x="2785" y="312"/>
                  </a:lnTo>
                  <a:lnTo>
                    <a:pt x="2870" y="355"/>
                  </a:lnTo>
                  <a:lnTo>
                    <a:pt x="2955" y="397"/>
                  </a:lnTo>
                  <a:lnTo>
                    <a:pt x="3040" y="432"/>
                  </a:lnTo>
                  <a:lnTo>
                    <a:pt x="3125" y="475"/>
                  </a:lnTo>
                  <a:lnTo>
                    <a:pt x="3210" y="517"/>
                  </a:lnTo>
                  <a:lnTo>
                    <a:pt x="3295" y="560"/>
                  </a:lnTo>
                  <a:lnTo>
                    <a:pt x="3373" y="603"/>
                  </a:lnTo>
                  <a:lnTo>
                    <a:pt x="3458" y="638"/>
                  </a:lnTo>
                  <a:lnTo>
                    <a:pt x="3543" y="673"/>
                  </a:lnTo>
                  <a:lnTo>
                    <a:pt x="3628" y="709"/>
                  </a:lnTo>
                  <a:lnTo>
                    <a:pt x="3713" y="737"/>
                  </a:lnTo>
                  <a:lnTo>
                    <a:pt x="3798" y="766"/>
                  </a:lnTo>
                  <a:lnTo>
                    <a:pt x="3883" y="787"/>
                  </a:lnTo>
                  <a:lnTo>
                    <a:pt x="3969" y="808"/>
                  </a:lnTo>
                  <a:lnTo>
                    <a:pt x="4054" y="829"/>
                  </a:lnTo>
                  <a:lnTo>
                    <a:pt x="4139" y="843"/>
                  </a:lnTo>
                </a:path>
              </a:pathLst>
            </a:custGeom>
            <a:noFill/>
            <a:ln w="38100" cap="flat" cmpd="sng">
              <a:solidFill>
                <a:srgbClr val="FF0000">
                  <a:alpha val="100000"/>
                </a:srgbClr>
              </a:solidFill>
              <a:prstDash val="dash"/>
              <a:round/>
              <a:headEnd type="none" w="med" len="med"/>
              <a:tailEnd type="none" w="med" len="med"/>
            </a:ln>
          </p:spPr>
          <p:txBody>
            <a:bodyPr/>
            <a:lstStyle/>
            <a:p>
              <a:endParaRPr lang="zh-CN" altLang="en-US"/>
            </a:p>
          </p:txBody>
        </p:sp>
        <p:sp>
          <p:nvSpPr>
            <p:cNvPr id="25638" name="Text Box 47"/>
            <p:cNvSpPr txBox="1"/>
            <p:nvPr/>
          </p:nvSpPr>
          <p:spPr>
            <a:xfrm>
              <a:off x="2664" y="1472"/>
              <a:ext cx="372" cy="288"/>
            </a:xfrm>
            <a:prstGeom prst="rect">
              <a:avLst/>
            </a:prstGeom>
            <a:noFill/>
            <a:ln w="9525">
              <a:noFill/>
            </a:ln>
          </p:spPr>
          <p:txBody>
            <a:bodyPr wrap="none">
              <a:spAutoFit/>
            </a:bodyPr>
            <a:lstStyle/>
            <a:p>
              <a:r>
                <a:rPr lang="en-US" altLang="zh-CN" sz="2400" dirty="0">
                  <a:latin typeface="Times New Roman" panose="02020603050405020304" pitchFamily="18" charset="0"/>
                </a:rPr>
                <a:t>-20</a:t>
              </a:r>
            </a:p>
          </p:txBody>
        </p:sp>
        <p:sp>
          <p:nvSpPr>
            <p:cNvPr id="25639" name="Text Box 48"/>
            <p:cNvSpPr txBox="1"/>
            <p:nvPr/>
          </p:nvSpPr>
          <p:spPr>
            <a:xfrm>
              <a:off x="1853" y="1343"/>
              <a:ext cx="372" cy="288"/>
            </a:xfrm>
            <a:prstGeom prst="rect">
              <a:avLst/>
            </a:prstGeom>
            <a:noFill/>
            <a:ln w="9525">
              <a:noFill/>
            </a:ln>
          </p:spPr>
          <p:txBody>
            <a:bodyPr wrap="none">
              <a:spAutoFit/>
            </a:bodyPr>
            <a:lstStyle/>
            <a:p>
              <a:r>
                <a:rPr lang="en-US" altLang="zh-CN" sz="2400" dirty="0">
                  <a:latin typeface="Times New Roman" panose="02020603050405020304" pitchFamily="18" charset="0"/>
                </a:rPr>
                <a:t>-40</a:t>
              </a:r>
            </a:p>
          </p:txBody>
        </p:sp>
        <p:sp>
          <p:nvSpPr>
            <p:cNvPr id="25640" name="Line 49"/>
            <p:cNvSpPr/>
            <p:nvPr/>
          </p:nvSpPr>
          <p:spPr>
            <a:xfrm flipH="1">
              <a:off x="2244" y="1379"/>
              <a:ext cx="0" cy="626"/>
            </a:xfrm>
            <a:prstGeom prst="line">
              <a:avLst/>
            </a:prstGeom>
            <a:ln w="22225" cap="flat" cmpd="sng">
              <a:solidFill>
                <a:schemeClr val="tx1"/>
              </a:solidFill>
              <a:prstDash val="dash"/>
              <a:headEnd type="none" w="med" len="med"/>
              <a:tailEnd type="none" w="med" len="med"/>
            </a:ln>
          </p:spPr>
        </p:sp>
        <p:sp>
          <p:nvSpPr>
            <p:cNvPr id="25641" name="Line 50"/>
            <p:cNvSpPr/>
            <p:nvPr/>
          </p:nvSpPr>
          <p:spPr>
            <a:xfrm>
              <a:off x="3848" y="1629"/>
              <a:ext cx="0" cy="376"/>
            </a:xfrm>
            <a:prstGeom prst="line">
              <a:avLst/>
            </a:prstGeom>
            <a:ln w="22225" cap="flat" cmpd="sng">
              <a:solidFill>
                <a:schemeClr val="tx1"/>
              </a:solidFill>
              <a:prstDash val="dash"/>
              <a:headEnd type="none" w="med" len="med"/>
              <a:tailEnd type="none" w="med" len="med"/>
            </a:ln>
          </p:spPr>
        </p:sp>
        <p:sp>
          <p:nvSpPr>
            <p:cNvPr id="25642" name="Line 51"/>
            <p:cNvSpPr/>
            <p:nvPr/>
          </p:nvSpPr>
          <p:spPr>
            <a:xfrm>
              <a:off x="4652" y="1773"/>
              <a:ext cx="0" cy="333"/>
            </a:xfrm>
            <a:prstGeom prst="line">
              <a:avLst/>
            </a:prstGeom>
            <a:ln w="22225" cap="flat" cmpd="sng">
              <a:solidFill>
                <a:schemeClr val="tx1"/>
              </a:solidFill>
              <a:prstDash val="dash"/>
              <a:headEnd type="none" w="med" len="med"/>
              <a:tailEnd type="none" w="med" len="med"/>
            </a:ln>
          </p:spPr>
        </p:sp>
        <p:sp>
          <p:nvSpPr>
            <p:cNvPr id="25643" name="Line 52"/>
            <p:cNvSpPr/>
            <p:nvPr/>
          </p:nvSpPr>
          <p:spPr>
            <a:xfrm flipV="1">
              <a:off x="2533" y="2005"/>
              <a:ext cx="86" cy="208"/>
            </a:xfrm>
            <a:prstGeom prst="line">
              <a:avLst/>
            </a:prstGeom>
            <a:ln w="22225" cap="flat" cmpd="sng">
              <a:solidFill>
                <a:srgbClr val="009900"/>
              </a:solidFill>
              <a:prstDash val="solid"/>
              <a:headEnd type="none" w="med" len="med"/>
              <a:tailEnd type="triangle" w="med" len="med"/>
            </a:ln>
          </p:spPr>
        </p:sp>
        <p:sp>
          <p:nvSpPr>
            <p:cNvPr id="25644" name="Line 53"/>
            <p:cNvSpPr/>
            <p:nvPr/>
          </p:nvSpPr>
          <p:spPr>
            <a:xfrm flipH="1">
              <a:off x="3091" y="1338"/>
              <a:ext cx="172" cy="166"/>
            </a:xfrm>
            <a:prstGeom prst="line">
              <a:avLst/>
            </a:prstGeom>
            <a:ln w="22225" cap="flat" cmpd="sng">
              <a:solidFill>
                <a:schemeClr val="accent2"/>
              </a:solidFill>
              <a:prstDash val="solid"/>
              <a:headEnd type="none" w="med" len="med"/>
              <a:tailEnd type="triangle" w="med" len="med"/>
            </a:ln>
          </p:spPr>
        </p:sp>
        <p:sp>
          <p:nvSpPr>
            <p:cNvPr id="25645" name="Line 54"/>
            <p:cNvSpPr/>
            <p:nvPr/>
          </p:nvSpPr>
          <p:spPr>
            <a:xfrm flipH="1">
              <a:off x="4309" y="1773"/>
              <a:ext cx="0" cy="1542"/>
            </a:xfrm>
            <a:prstGeom prst="line">
              <a:avLst/>
            </a:prstGeom>
            <a:ln w="22225" cap="flat" cmpd="sng">
              <a:solidFill>
                <a:schemeClr val="tx1"/>
              </a:solidFill>
              <a:prstDash val="dash"/>
              <a:headEnd type="none" w="med" len="med"/>
              <a:tailEnd type="none" w="med" len="med"/>
            </a:ln>
          </p:spPr>
        </p:sp>
        <p:sp>
          <p:nvSpPr>
            <p:cNvPr id="25646" name="Line 55"/>
            <p:cNvSpPr/>
            <p:nvPr/>
          </p:nvSpPr>
          <p:spPr>
            <a:xfrm>
              <a:off x="4309" y="3213"/>
              <a:ext cx="0" cy="209"/>
            </a:xfrm>
            <a:prstGeom prst="line">
              <a:avLst/>
            </a:prstGeom>
            <a:ln w="22225" cap="flat" cmpd="sng">
              <a:solidFill>
                <a:schemeClr val="accent2"/>
              </a:solidFill>
              <a:prstDash val="solid"/>
              <a:headEnd type="none" w="med" len="med"/>
              <a:tailEnd type="triangle" w="med" len="med"/>
            </a:ln>
          </p:spPr>
        </p:sp>
        <p:sp>
          <p:nvSpPr>
            <p:cNvPr id="25647" name="Line 56"/>
            <p:cNvSpPr/>
            <p:nvPr/>
          </p:nvSpPr>
          <p:spPr>
            <a:xfrm flipV="1">
              <a:off x="4309" y="3505"/>
              <a:ext cx="0" cy="209"/>
            </a:xfrm>
            <a:prstGeom prst="line">
              <a:avLst/>
            </a:prstGeom>
            <a:ln w="22225" cap="flat" cmpd="sng">
              <a:solidFill>
                <a:schemeClr val="accent2"/>
              </a:solidFill>
              <a:prstDash val="solid"/>
              <a:headEnd type="none" w="med" len="med"/>
              <a:tailEnd type="triangle" w="med" len="med"/>
            </a:ln>
          </p:spPr>
        </p:sp>
        <p:sp>
          <p:nvSpPr>
            <p:cNvPr id="25648" name="Line 57"/>
            <p:cNvSpPr/>
            <p:nvPr/>
          </p:nvSpPr>
          <p:spPr>
            <a:xfrm>
              <a:off x="3220" y="1770"/>
              <a:ext cx="0" cy="1334"/>
            </a:xfrm>
            <a:prstGeom prst="line">
              <a:avLst/>
            </a:prstGeom>
            <a:ln w="22225" cap="flat" cmpd="sng">
              <a:solidFill>
                <a:schemeClr val="tx1"/>
              </a:solidFill>
              <a:prstDash val="dash"/>
              <a:headEnd type="none" w="med" len="med"/>
              <a:tailEnd type="none" w="med" len="med"/>
            </a:ln>
          </p:spPr>
        </p:sp>
        <p:sp>
          <p:nvSpPr>
            <p:cNvPr id="25649" name="Line 58"/>
            <p:cNvSpPr/>
            <p:nvPr/>
          </p:nvSpPr>
          <p:spPr>
            <a:xfrm flipV="1">
              <a:off x="3212" y="3081"/>
              <a:ext cx="0" cy="333"/>
            </a:xfrm>
            <a:prstGeom prst="line">
              <a:avLst/>
            </a:prstGeom>
            <a:ln w="22225" cap="flat" cmpd="sng">
              <a:solidFill>
                <a:srgbClr val="FF0000"/>
              </a:solidFill>
              <a:prstDash val="solid"/>
              <a:headEnd type="triangle" w="med" len="med"/>
              <a:tailEnd type="triangle" w="med" len="med"/>
            </a:ln>
          </p:spPr>
        </p:sp>
        <p:sp>
          <p:nvSpPr>
            <p:cNvPr id="25650" name="Line 59"/>
            <p:cNvSpPr/>
            <p:nvPr/>
          </p:nvSpPr>
          <p:spPr>
            <a:xfrm flipH="1">
              <a:off x="2448" y="2838"/>
              <a:ext cx="171" cy="125"/>
            </a:xfrm>
            <a:prstGeom prst="line">
              <a:avLst/>
            </a:prstGeom>
            <a:ln w="22225" cap="flat" cmpd="sng">
              <a:solidFill>
                <a:schemeClr val="accent2"/>
              </a:solidFill>
              <a:prstDash val="solid"/>
              <a:headEnd type="none" w="med" len="med"/>
              <a:tailEnd type="triangle" w="med" len="med"/>
            </a:ln>
          </p:spPr>
        </p:sp>
        <p:sp>
          <p:nvSpPr>
            <p:cNvPr id="25651" name="Line 60"/>
            <p:cNvSpPr/>
            <p:nvPr/>
          </p:nvSpPr>
          <p:spPr>
            <a:xfrm flipH="1">
              <a:off x="1675" y="1189"/>
              <a:ext cx="300" cy="292"/>
            </a:xfrm>
            <a:prstGeom prst="line">
              <a:avLst/>
            </a:prstGeom>
            <a:ln w="22225" cap="flat" cmpd="sng">
              <a:solidFill>
                <a:srgbClr val="FF0000"/>
              </a:solidFill>
              <a:prstDash val="solid"/>
              <a:headEnd type="none" w="med" len="med"/>
              <a:tailEnd type="triangle" w="med" len="med"/>
            </a:ln>
          </p:spPr>
        </p:sp>
        <p:sp>
          <p:nvSpPr>
            <p:cNvPr id="25652" name="Rectangle 61"/>
            <p:cNvSpPr/>
            <p:nvPr/>
          </p:nvSpPr>
          <p:spPr>
            <a:xfrm>
              <a:off x="3078" y="1504"/>
              <a:ext cx="346" cy="288"/>
            </a:xfrm>
            <a:prstGeom prst="rect">
              <a:avLst/>
            </a:prstGeom>
            <a:noFill/>
            <a:ln w="22225">
              <a:noFill/>
            </a:ln>
          </p:spPr>
          <p:txBody>
            <a:bodyPr wrap="none">
              <a:spAutoFit/>
            </a:bodyPr>
            <a:lstStyle/>
            <a:p>
              <a:r>
                <a:rPr lang="en-US" altLang="zh-CN" sz="2400" i="1" dirty="0">
                  <a:solidFill>
                    <a:srgbClr val="FF0000"/>
                  </a:solidFill>
                  <a:latin typeface="Times New Roman" panose="02020603050405020304" pitchFamily="18" charset="0"/>
                  <a:sym typeface="Symbol" panose="05050102010706020507" pitchFamily="18" charset="2"/>
                </a:rPr>
                <a:t></a:t>
              </a:r>
              <a:r>
                <a:rPr lang="en-US" altLang="zh-CN" sz="2400" i="1" dirty="0">
                  <a:solidFill>
                    <a:srgbClr val="FF0000"/>
                  </a:solidFill>
                  <a:latin typeface="Times New Roman" panose="02020603050405020304" pitchFamily="18" charset="0"/>
                </a:rPr>
                <a:t>'</a:t>
              </a:r>
              <a:r>
                <a:rPr lang="en-US" altLang="zh-CN" sz="2400" i="1" baseline="-18000" dirty="0">
                  <a:solidFill>
                    <a:srgbClr val="FF0000"/>
                  </a:solidFill>
                  <a:latin typeface="Times New Roman" panose="02020603050405020304" pitchFamily="18" charset="0"/>
                </a:rPr>
                <a:t>c</a:t>
              </a:r>
            </a:p>
          </p:txBody>
        </p:sp>
        <p:sp>
          <p:nvSpPr>
            <p:cNvPr id="25653" name="Text Box 62"/>
            <p:cNvSpPr txBox="1"/>
            <p:nvPr/>
          </p:nvSpPr>
          <p:spPr>
            <a:xfrm>
              <a:off x="2213" y="1716"/>
              <a:ext cx="408" cy="288"/>
            </a:xfrm>
            <a:prstGeom prst="rect">
              <a:avLst/>
            </a:prstGeom>
            <a:noFill/>
            <a:ln w="22225">
              <a:noFill/>
            </a:ln>
          </p:spPr>
          <p:txBody>
            <a:bodyPr wrap="none">
              <a:spAutoFit/>
            </a:bodyPr>
            <a:lstStyle/>
            <a:p>
              <a:r>
                <a:rPr lang="en-US" altLang="zh-CN" sz="2400" dirty="0">
                  <a:latin typeface="Times New Roman" panose="02020603050405020304" pitchFamily="18" charset="0"/>
                </a:rPr>
                <a:t>1/</a:t>
              </a:r>
              <a:r>
                <a:rPr lang="en-US" altLang="zh-CN" sz="2400" i="1" dirty="0">
                  <a:latin typeface="Times New Roman" panose="02020603050405020304" pitchFamily="18" charset="0"/>
                </a:rPr>
                <a:t>T</a:t>
              </a:r>
              <a:r>
                <a:rPr lang="en-US" altLang="zh-CN" sz="2400" i="1" baseline="-18000" dirty="0">
                  <a:latin typeface="Times New Roman" panose="02020603050405020304" pitchFamily="18" charset="0"/>
                </a:rPr>
                <a:t>i</a:t>
              </a:r>
            </a:p>
          </p:txBody>
        </p:sp>
        <p:sp>
          <p:nvSpPr>
            <p:cNvPr id="25654" name="Rectangle 63"/>
            <p:cNvSpPr/>
            <p:nvPr/>
          </p:nvSpPr>
          <p:spPr>
            <a:xfrm>
              <a:off x="2880" y="3744"/>
              <a:ext cx="867" cy="288"/>
            </a:xfrm>
            <a:prstGeom prst="rect">
              <a:avLst/>
            </a:prstGeom>
            <a:noFill/>
            <a:ln w="22225">
              <a:noFill/>
            </a:ln>
          </p:spPr>
          <p:txBody>
            <a:bodyPr wrap="none">
              <a:spAutoFit/>
            </a:bodyPr>
            <a:lstStyle/>
            <a:p>
              <a:r>
                <a:rPr lang="en-US" altLang="zh-CN" sz="2400" i="1" dirty="0">
                  <a:latin typeface="Times New Roman" panose="02020603050405020304" pitchFamily="18" charset="0"/>
                  <a:sym typeface="Symbol" panose="05050102010706020507" pitchFamily="18" charset="2"/>
                </a:rPr>
                <a:t></a:t>
              </a:r>
              <a:r>
                <a:rPr lang="en-US" altLang="zh-CN" sz="2400" i="1" dirty="0">
                  <a:latin typeface="Times New Roman" panose="02020603050405020304" pitchFamily="18" charset="0"/>
                </a:rPr>
                <a:t>  </a:t>
              </a:r>
              <a:r>
                <a:rPr lang="en-US" altLang="zh-CN" sz="2400" dirty="0">
                  <a:latin typeface="Times New Roman" panose="02020603050405020304" pitchFamily="18" charset="0"/>
                </a:rPr>
                <a:t>(</a:t>
              </a:r>
              <a:r>
                <a:rPr lang="en-US" altLang="zh-CN" sz="2400" i="1" dirty="0">
                  <a:latin typeface="Times New Roman" panose="02020603050405020304" pitchFamily="18" charset="0"/>
                </a:rPr>
                <a:t>rad/s</a:t>
              </a:r>
              <a:r>
                <a:rPr lang="en-US" altLang="zh-CN" sz="2400" dirty="0">
                  <a:latin typeface="Times New Roman" panose="02020603050405020304" pitchFamily="18" charset="0"/>
                </a:rPr>
                <a:t>)</a:t>
              </a:r>
            </a:p>
          </p:txBody>
        </p:sp>
        <p:sp useBgFill="1">
          <p:nvSpPr>
            <p:cNvPr id="25655" name="Text Box 64"/>
            <p:cNvSpPr txBox="1"/>
            <p:nvPr/>
          </p:nvSpPr>
          <p:spPr>
            <a:xfrm>
              <a:off x="2245" y="2214"/>
              <a:ext cx="1787" cy="288"/>
            </a:xfrm>
            <a:prstGeom prst="rect">
              <a:avLst/>
            </a:prstGeom>
            <a:ln w="9525">
              <a:noFill/>
            </a:ln>
          </p:spPr>
          <p:txBody>
            <a:bodyPr>
              <a:spAutoFit/>
            </a:bodyPr>
            <a:lstStyle/>
            <a:p>
              <a:r>
                <a:rPr lang="en-US" altLang="zh-CN" sz="2400" dirty="0">
                  <a:solidFill>
                    <a:srgbClr val="009900"/>
                  </a:solidFill>
                  <a:latin typeface="Times New Roman" panose="02020603050405020304" pitchFamily="18" charset="0"/>
                </a:rPr>
                <a:t>PI</a:t>
              </a:r>
              <a:r>
                <a:rPr lang="zh-CN" altLang="en-US" sz="2400" dirty="0">
                  <a:solidFill>
                    <a:srgbClr val="009900"/>
                  </a:solidFill>
                  <a:latin typeface="Times New Roman" panose="02020603050405020304" pitchFamily="18" charset="0"/>
                </a:rPr>
                <a:t>校正装置：</a:t>
              </a:r>
              <a:r>
                <a:rPr lang="en-US" altLang="zh-CN" sz="2400" i="1" dirty="0">
                  <a:solidFill>
                    <a:srgbClr val="009900"/>
                  </a:solidFill>
                  <a:latin typeface="Times New Roman" panose="02020603050405020304" pitchFamily="18" charset="0"/>
                </a:rPr>
                <a:t>K</a:t>
              </a:r>
              <a:r>
                <a:rPr lang="en-US" altLang="zh-CN" sz="2400" i="1" baseline="-18000" dirty="0">
                  <a:solidFill>
                    <a:srgbClr val="009900"/>
                  </a:solidFill>
                  <a:latin typeface="Times New Roman" panose="02020603050405020304" pitchFamily="18" charset="0"/>
                </a:rPr>
                <a:t>p</a:t>
              </a:r>
              <a:r>
                <a:rPr lang="en-US" altLang="zh-CN" sz="2400" dirty="0">
                  <a:solidFill>
                    <a:srgbClr val="009900"/>
                  </a:solidFill>
                  <a:latin typeface="Times New Roman" panose="02020603050405020304" pitchFamily="18" charset="0"/>
                </a:rPr>
                <a:t>&lt; 1</a:t>
              </a:r>
            </a:p>
          </p:txBody>
        </p:sp>
      </p:grpSp>
      <p:graphicFrame>
        <p:nvGraphicFramePr>
          <p:cNvPr id="25604" name="Object 65"/>
          <p:cNvGraphicFramePr>
            <a:graphicFrameLocks noChangeAspect="1"/>
          </p:cNvGraphicFramePr>
          <p:nvPr/>
        </p:nvGraphicFramePr>
        <p:xfrm>
          <a:off x="5435600" y="549275"/>
          <a:ext cx="2673350" cy="847725"/>
        </p:xfrm>
        <a:graphic>
          <a:graphicData uri="http://schemas.openxmlformats.org/presentationml/2006/ole">
            <mc:AlternateContent xmlns:mc="http://schemas.openxmlformats.org/markup-compatibility/2006">
              <mc:Choice xmlns:v="urn:schemas-microsoft-com:vml" Requires="v">
                <p:oleObj r:id="rId3" imgW="1371600" imgH="431800" progId="Equation.3">
                  <p:embed/>
                </p:oleObj>
              </mc:Choice>
              <mc:Fallback>
                <p:oleObj r:id="rId3" imgW="1371600" imgH="431800" progId="Equation.3">
                  <p:embed/>
                  <p:pic>
                    <p:nvPicPr>
                      <p:cNvPr id="0" name="图片 3094"/>
                      <p:cNvPicPr/>
                      <p:nvPr/>
                    </p:nvPicPr>
                    <p:blipFill>
                      <a:blip r:embed="rId4"/>
                      <a:stretch>
                        <a:fillRect/>
                      </a:stretch>
                    </p:blipFill>
                    <p:spPr>
                      <a:xfrm>
                        <a:off x="5435600" y="549275"/>
                        <a:ext cx="2673350" cy="847725"/>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3"/>
          <p:cNvSpPr/>
          <p:nvPr/>
        </p:nvSpPr>
        <p:spPr>
          <a:xfrm>
            <a:off x="900113" y="404813"/>
            <a:ext cx="7467600" cy="582612"/>
          </a:xfrm>
          <a:prstGeom prst="rect">
            <a:avLst/>
          </a:prstGeom>
          <a:noFill/>
          <a:ln w="22225">
            <a:noFill/>
          </a:ln>
        </p:spPr>
        <p:txBody>
          <a:bodyPr>
            <a:spAutoFit/>
          </a:bodyPr>
          <a:lstStyle/>
          <a:p>
            <a:pPr>
              <a:lnSpc>
                <a:spcPct val="115000"/>
              </a:lnSpc>
              <a:buClr>
                <a:schemeClr val="tx1"/>
              </a:buClr>
              <a:buFont typeface="Wingdings" panose="05000000000000000000" pitchFamily="2" charset="2"/>
              <a:buChar char="ü"/>
            </a:pPr>
            <a:r>
              <a:rPr lang="en-US" altLang="zh-CN" sz="2800" b="1" dirty="0">
                <a:solidFill>
                  <a:srgbClr val="CC3300"/>
                </a:solidFill>
                <a:latin typeface="Times New Roman" panose="02020603050405020304" pitchFamily="18" charset="0"/>
              </a:rPr>
              <a:t> </a:t>
            </a:r>
            <a:r>
              <a:rPr lang="zh-CN" altLang="en-US" sz="2800" dirty="0">
                <a:latin typeface="Times New Roman" panose="02020603050405020304" pitchFamily="18" charset="0"/>
              </a:rPr>
              <a:t>系统型次提高，稳态性能改善</a:t>
            </a:r>
          </a:p>
        </p:txBody>
      </p:sp>
      <p:grpSp>
        <p:nvGrpSpPr>
          <p:cNvPr id="2" name="Group 4"/>
          <p:cNvGrpSpPr/>
          <p:nvPr/>
        </p:nvGrpSpPr>
        <p:grpSpPr>
          <a:xfrm>
            <a:off x="900113" y="2005013"/>
            <a:ext cx="7315200" cy="2057400"/>
            <a:chOff x="768" y="1536"/>
            <a:chExt cx="4608" cy="1296"/>
          </a:xfrm>
        </p:grpSpPr>
        <p:sp>
          <p:nvSpPr>
            <p:cNvPr id="26631" name="Rectangle 5"/>
            <p:cNvSpPr/>
            <p:nvPr/>
          </p:nvSpPr>
          <p:spPr>
            <a:xfrm>
              <a:off x="768" y="1538"/>
              <a:ext cx="4608" cy="1294"/>
            </a:xfrm>
            <a:prstGeom prst="rect">
              <a:avLst/>
            </a:prstGeom>
            <a:noFill/>
            <a:ln w="22225">
              <a:noFill/>
            </a:ln>
          </p:spPr>
          <p:txBody>
            <a:bodyPr>
              <a:spAutoFit/>
            </a:bodyPr>
            <a:lstStyle/>
            <a:p>
              <a:pPr>
                <a:lnSpc>
                  <a:spcPct val="115000"/>
                </a:lnSpc>
              </a:pPr>
              <a:r>
                <a:rPr lang="zh-CN" altLang="en-US" sz="2800" dirty="0">
                  <a:latin typeface="Times New Roman" panose="02020603050405020304" pitchFamily="18" charset="0"/>
                </a:rPr>
                <a:t>显然，由于                                           ，导致引入</a:t>
              </a:r>
              <a:r>
                <a:rPr lang="en-US" altLang="zh-CN" sz="2800" dirty="0">
                  <a:latin typeface="Times New Roman" panose="02020603050405020304" pitchFamily="18" charset="0"/>
                </a:rPr>
                <a:t>PI</a:t>
              </a:r>
              <a:r>
                <a:rPr lang="zh-CN" altLang="en-US" sz="2800" dirty="0">
                  <a:latin typeface="Times New Roman" panose="02020603050405020304" pitchFamily="18" charset="0"/>
                </a:rPr>
                <a:t>控制器后，系统的相位滞后增加，因此，若要通过</a:t>
              </a:r>
              <a:r>
                <a:rPr lang="en-US" altLang="zh-CN" sz="2800" dirty="0">
                  <a:latin typeface="Times New Roman" panose="02020603050405020304" pitchFamily="18" charset="0"/>
                </a:rPr>
                <a:t>PI</a:t>
              </a:r>
              <a:r>
                <a:rPr lang="zh-CN" altLang="en-US" sz="2800" dirty="0">
                  <a:latin typeface="Times New Roman" panose="02020603050405020304" pitchFamily="18" charset="0"/>
                </a:rPr>
                <a:t>控制器改善系统的稳定性，必须有</a:t>
              </a:r>
              <a:r>
                <a:rPr lang="en-US" altLang="zh-CN" sz="2800" i="1" dirty="0">
                  <a:latin typeface="Times New Roman" panose="02020603050405020304" pitchFamily="18" charset="0"/>
                </a:rPr>
                <a:t>K</a:t>
              </a:r>
              <a:r>
                <a:rPr lang="en-US" altLang="zh-CN" sz="2900" i="1" baseline="-18000" dirty="0">
                  <a:latin typeface="Times New Roman" panose="02020603050405020304" pitchFamily="18" charset="0"/>
                </a:rPr>
                <a:t>p</a:t>
              </a:r>
              <a:r>
                <a:rPr lang="en-US" altLang="zh-CN" sz="2800" dirty="0">
                  <a:latin typeface="Times New Roman" panose="02020603050405020304" pitchFamily="18" charset="0"/>
                </a:rPr>
                <a:t>&lt; 1</a:t>
              </a:r>
              <a:r>
                <a:rPr lang="zh-CN" altLang="en-US" sz="2800" dirty="0">
                  <a:latin typeface="Times New Roman" panose="02020603050405020304" pitchFamily="18" charset="0"/>
                </a:rPr>
                <a:t>，以降低系统的幅值穿越频率。</a:t>
              </a:r>
            </a:p>
          </p:txBody>
        </p:sp>
        <p:graphicFrame>
          <p:nvGraphicFramePr>
            <p:cNvPr id="26632" name="Object 6"/>
            <p:cNvGraphicFramePr>
              <a:graphicFrameLocks noChangeAspect="1"/>
            </p:cNvGraphicFramePr>
            <p:nvPr/>
          </p:nvGraphicFramePr>
          <p:xfrm>
            <a:off x="1968" y="1536"/>
            <a:ext cx="2304" cy="342"/>
          </p:xfrm>
          <a:graphic>
            <a:graphicData uri="http://schemas.openxmlformats.org/presentationml/2006/ole">
              <mc:AlternateContent xmlns:mc="http://schemas.openxmlformats.org/markup-compatibility/2006">
                <mc:Choice xmlns:v="urn:schemas-microsoft-com:vml" Requires="v">
                  <p:oleObj r:id="rId3" imgW="1764665" imgH="266700" progId="Equation.3">
                    <p:embed/>
                  </p:oleObj>
                </mc:Choice>
                <mc:Fallback>
                  <p:oleObj r:id="rId3" imgW="1764665" imgH="266700" progId="Equation.3">
                    <p:embed/>
                    <p:pic>
                      <p:nvPicPr>
                        <p:cNvPr id="0" name="图片 3095"/>
                        <p:cNvPicPr/>
                        <p:nvPr/>
                      </p:nvPicPr>
                      <p:blipFill>
                        <a:blip r:embed="rId4"/>
                        <a:stretch>
                          <a:fillRect/>
                        </a:stretch>
                      </p:blipFill>
                      <p:spPr>
                        <a:xfrm>
                          <a:off x="1968" y="1536"/>
                          <a:ext cx="2304" cy="342"/>
                        </a:xfrm>
                        <a:prstGeom prst="rect">
                          <a:avLst/>
                        </a:prstGeom>
                        <a:noFill/>
                        <a:ln w="38100">
                          <a:noFill/>
                          <a:miter/>
                        </a:ln>
                      </p:spPr>
                    </p:pic>
                  </p:oleObj>
                </mc:Fallback>
              </mc:AlternateContent>
            </a:graphicData>
          </a:graphic>
        </p:graphicFrame>
      </p:grpSp>
      <p:sp>
        <p:nvSpPr>
          <p:cNvPr id="34823" name="Rectangle 7"/>
          <p:cNvSpPr/>
          <p:nvPr/>
        </p:nvSpPr>
        <p:spPr>
          <a:xfrm>
            <a:off x="900113" y="938213"/>
            <a:ext cx="7467600" cy="582612"/>
          </a:xfrm>
          <a:prstGeom prst="rect">
            <a:avLst/>
          </a:prstGeom>
          <a:noFill/>
          <a:ln w="22225">
            <a:noFill/>
          </a:ln>
        </p:spPr>
        <p:txBody>
          <a:bodyPr>
            <a:spAutoFit/>
          </a:bodyPr>
          <a:lstStyle/>
          <a:p>
            <a:pPr>
              <a:lnSpc>
                <a:spcPct val="115000"/>
              </a:lnSpc>
              <a:buFont typeface="Wingdings" panose="05000000000000000000" pitchFamily="2" charset="2"/>
              <a:buChar char="ü"/>
            </a:pPr>
            <a:r>
              <a:rPr lang="en-US" altLang="zh-CN" sz="2800" dirty="0">
                <a:latin typeface="Times New Roman" panose="02020603050405020304" pitchFamily="18" charset="0"/>
              </a:rPr>
              <a:t> </a:t>
            </a:r>
            <a:r>
              <a:rPr lang="zh-CN" altLang="en-US" sz="2800" dirty="0">
                <a:latin typeface="Times New Roman" panose="02020603050405020304" pitchFamily="18" charset="0"/>
              </a:rPr>
              <a:t>系统从不稳定变为稳定</a:t>
            </a:r>
          </a:p>
        </p:txBody>
      </p:sp>
      <p:sp>
        <p:nvSpPr>
          <p:cNvPr id="34824" name="Rectangle 8"/>
          <p:cNvSpPr/>
          <p:nvPr/>
        </p:nvSpPr>
        <p:spPr>
          <a:xfrm>
            <a:off x="900113" y="1422400"/>
            <a:ext cx="7467600" cy="582613"/>
          </a:xfrm>
          <a:prstGeom prst="rect">
            <a:avLst/>
          </a:prstGeom>
          <a:noFill/>
          <a:ln w="22225">
            <a:noFill/>
          </a:ln>
        </p:spPr>
        <p:txBody>
          <a:bodyPr>
            <a:spAutoFit/>
          </a:bodyPr>
          <a:lstStyle/>
          <a:p>
            <a:pPr>
              <a:lnSpc>
                <a:spcPct val="115000"/>
              </a:lnSpc>
              <a:buFont typeface="Wingdings" panose="05000000000000000000" pitchFamily="2" charset="2"/>
              <a:buChar char="ü"/>
            </a:pPr>
            <a:r>
              <a:rPr lang="en-US" altLang="zh-CN" sz="2800" i="1" dirty="0">
                <a:latin typeface="Times New Roman" panose="02020603050405020304" pitchFamily="18" charset="0"/>
              </a:rPr>
              <a:t> </a:t>
            </a:r>
            <a:r>
              <a:rPr lang="en-US" altLang="zh-CN" sz="2800" i="1" dirty="0">
                <a:latin typeface="Times New Roman" panose="02020603050405020304" pitchFamily="18" charset="0"/>
                <a:sym typeface="Symbol" panose="05050102010706020507" pitchFamily="18" charset="2"/>
              </a:rPr>
              <a:t></a:t>
            </a:r>
            <a:r>
              <a:rPr lang="en-US" altLang="zh-CN" sz="2900" i="1" baseline="-18000" dirty="0">
                <a:latin typeface="Times New Roman" panose="02020603050405020304" pitchFamily="18" charset="0"/>
              </a:rPr>
              <a:t>c</a:t>
            </a:r>
            <a:r>
              <a:rPr lang="zh-CN" altLang="en-US" sz="2800" dirty="0">
                <a:latin typeface="Times New Roman" panose="02020603050405020304" pitchFamily="18" charset="0"/>
              </a:rPr>
              <a:t>减小，快速性变差 </a:t>
            </a:r>
          </a:p>
        </p:txBody>
      </p:sp>
      <p:sp>
        <p:nvSpPr>
          <p:cNvPr id="34825" name="Rectangle 9"/>
          <p:cNvSpPr/>
          <p:nvPr/>
        </p:nvSpPr>
        <p:spPr>
          <a:xfrm>
            <a:off x="900113" y="4062413"/>
            <a:ext cx="7467600" cy="2054225"/>
          </a:xfrm>
          <a:prstGeom prst="rect">
            <a:avLst/>
          </a:prstGeom>
          <a:noFill/>
          <a:ln w="22225">
            <a:noFill/>
          </a:ln>
        </p:spPr>
        <p:txBody>
          <a:bodyPr>
            <a:spAutoFit/>
          </a:bodyPr>
          <a:lstStyle/>
          <a:p>
            <a:pPr>
              <a:lnSpc>
                <a:spcPct val="115000"/>
              </a:lnSpc>
            </a:pPr>
            <a:r>
              <a:rPr lang="zh-CN" altLang="en-US" sz="2800" dirty="0">
                <a:solidFill>
                  <a:srgbClr val="FF0000"/>
                </a:solidFill>
                <a:latin typeface="宋体" panose="02010600030101010101" pitchFamily="2" charset="-122"/>
              </a:rPr>
              <a:t>综上所述：</a:t>
            </a:r>
            <a:r>
              <a:rPr lang="en-US" altLang="zh-CN" sz="2800" dirty="0">
                <a:latin typeface="Times New Roman" panose="02020603050405020304" pitchFamily="18" charset="0"/>
              </a:rPr>
              <a:t>PI</a:t>
            </a:r>
            <a:r>
              <a:rPr lang="zh-CN" altLang="en-US" sz="2800" dirty="0">
                <a:latin typeface="宋体" panose="02010600030101010101" pitchFamily="2" charset="-122"/>
              </a:rPr>
              <a:t>控制器通过引入积分控制作用以改善系统的稳态性能，而通过比例控制作用来调节积分作用所导致相角滞后对系统的稳定性所带来的不利影响。</a:t>
            </a:r>
            <a:r>
              <a:rPr lang="zh-CN" altLang="en-US" sz="2800" dirty="0">
                <a:latin typeface="Times New Roman" panose="02020603050405020304" pitchFamily="18" charset="0"/>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4823"/>
                                        </p:tgtEl>
                                        <p:attrNameLst>
                                          <p:attrName>style.visibility</p:attrName>
                                        </p:attrNameLst>
                                      </p:cBhvr>
                                      <p:to>
                                        <p:strVal val="visible"/>
                                      </p:to>
                                    </p:set>
                                    <p:anim calcmode="lin" valueType="num">
                                      <p:cBhvr additive="base">
                                        <p:cTn id="7" dur="500" fill="hold"/>
                                        <p:tgtEl>
                                          <p:spTgt spid="34823"/>
                                        </p:tgtEl>
                                        <p:attrNameLst>
                                          <p:attrName>ppt_x</p:attrName>
                                        </p:attrNameLst>
                                      </p:cBhvr>
                                      <p:tavLst>
                                        <p:tav tm="0">
                                          <p:val>
                                            <p:strVal val="#ppt_x"/>
                                          </p:val>
                                        </p:tav>
                                        <p:tav tm="100000">
                                          <p:val>
                                            <p:strVal val="#ppt_x"/>
                                          </p:val>
                                        </p:tav>
                                      </p:tavLst>
                                    </p:anim>
                                    <p:anim calcmode="lin" valueType="num">
                                      <p:cBhvr additive="base">
                                        <p:cTn id="8" dur="500" fill="hold"/>
                                        <p:tgtEl>
                                          <p:spTgt spid="3482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4824"/>
                                        </p:tgtEl>
                                        <p:attrNameLst>
                                          <p:attrName>style.visibility</p:attrName>
                                        </p:attrNameLst>
                                      </p:cBhvr>
                                      <p:to>
                                        <p:strVal val="visible"/>
                                      </p:to>
                                    </p:set>
                                    <p:anim calcmode="lin" valueType="num">
                                      <p:cBhvr additive="base">
                                        <p:cTn id="13" dur="500" fill="hold"/>
                                        <p:tgtEl>
                                          <p:spTgt spid="34824"/>
                                        </p:tgtEl>
                                        <p:attrNameLst>
                                          <p:attrName>ppt_x</p:attrName>
                                        </p:attrNameLst>
                                      </p:cBhvr>
                                      <p:tavLst>
                                        <p:tav tm="0">
                                          <p:val>
                                            <p:strVal val="#ppt_x"/>
                                          </p:val>
                                        </p:tav>
                                        <p:tav tm="100000">
                                          <p:val>
                                            <p:strVal val="#ppt_x"/>
                                          </p:val>
                                        </p:tav>
                                      </p:tavLst>
                                    </p:anim>
                                    <p:anim calcmode="lin" valueType="num">
                                      <p:cBhvr additive="base">
                                        <p:cTn id="14" dur="500" fill="hold"/>
                                        <p:tgtEl>
                                          <p:spTgt spid="3482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additive="base">
                                        <p:cTn id="19" dur="500" fill="hold"/>
                                        <p:tgtEl>
                                          <p:spTgt spid="2"/>
                                        </p:tgtEl>
                                        <p:attrNameLst>
                                          <p:attrName>ppt_x</p:attrName>
                                        </p:attrNameLst>
                                      </p:cBhvr>
                                      <p:tavLst>
                                        <p:tav tm="0">
                                          <p:val>
                                            <p:strVal val="#ppt_x"/>
                                          </p:val>
                                        </p:tav>
                                        <p:tav tm="100000">
                                          <p:val>
                                            <p:strVal val="#ppt_x"/>
                                          </p:val>
                                        </p:tav>
                                      </p:tavLst>
                                    </p:anim>
                                    <p:anim calcmode="lin" valueType="num">
                                      <p:cBhvr additive="base">
                                        <p:cTn id="20"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4825"/>
                                        </p:tgtEl>
                                        <p:attrNameLst>
                                          <p:attrName>style.visibility</p:attrName>
                                        </p:attrNameLst>
                                      </p:cBhvr>
                                      <p:to>
                                        <p:strVal val="visible"/>
                                      </p:to>
                                    </p:set>
                                    <p:anim calcmode="lin" valueType="num">
                                      <p:cBhvr additive="base">
                                        <p:cTn id="25" dur="500" fill="hold"/>
                                        <p:tgtEl>
                                          <p:spTgt spid="34825"/>
                                        </p:tgtEl>
                                        <p:attrNameLst>
                                          <p:attrName>ppt_x</p:attrName>
                                        </p:attrNameLst>
                                      </p:cBhvr>
                                      <p:tavLst>
                                        <p:tav tm="0">
                                          <p:val>
                                            <p:strVal val="#ppt_x"/>
                                          </p:val>
                                        </p:tav>
                                        <p:tav tm="100000">
                                          <p:val>
                                            <p:strVal val="#ppt_x"/>
                                          </p:val>
                                        </p:tav>
                                      </p:tavLst>
                                    </p:anim>
                                    <p:anim calcmode="lin" valueType="num">
                                      <p:cBhvr additive="base">
                                        <p:cTn id="26" dur="500" fill="hold"/>
                                        <p:tgtEl>
                                          <p:spTgt spid="3482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23" grpId="0"/>
      <p:bldP spid="34824" grpId="0"/>
      <p:bldP spid="34825"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3"/>
          <p:cNvSpPr/>
          <p:nvPr/>
        </p:nvSpPr>
        <p:spPr>
          <a:xfrm>
            <a:off x="684213" y="476250"/>
            <a:ext cx="5045075" cy="519113"/>
          </a:xfrm>
          <a:prstGeom prst="rect">
            <a:avLst/>
          </a:prstGeom>
          <a:noFill/>
          <a:ln w="22225">
            <a:noFill/>
          </a:ln>
        </p:spPr>
        <p:txBody>
          <a:bodyPr>
            <a:spAutoFit/>
          </a:bodyPr>
          <a:lstStyle/>
          <a:p>
            <a:pPr marL="457200" indent="-457200">
              <a:buFont typeface="Wingdings" panose="05000000000000000000" pitchFamily="2" charset="2"/>
              <a:buChar char="l"/>
            </a:pPr>
            <a:r>
              <a:rPr lang="en-US" altLang="zh-CN" sz="2800" dirty="0">
                <a:latin typeface="Times New Roman" panose="02020603050405020304" pitchFamily="18" charset="0"/>
                <a:ea typeface="黑体" panose="02010609060101010101" pitchFamily="49" charset="-122"/>
              </a:rPr>
              <a:t> </a:t>
            </a:r>
            <a:r>
              <a:rPr lang="en-US" altLang="zh-CN" sz="2800" b="1" dirty="0">
                <a:latin typeface="Times New Roman" panose="02020603050405020304" pitchFamily="18" charset="0"/>
                <a:ea typeface="黑体" panose="02010609060101010101" pitchFamily="49" charset="-122"/>
              </a:rPr>
              <a:t>PD</a:t>
            </a:r>
            <a:r>
              <a:rPr lang="zh-CN" altLang="en-US" sz="2800" b="1" dirty="0">
                <a:latin typeface="宋体" panose="02010600030101010101" pitchFamily="2" charset="-122"/>
              </a:rPr>
              <a:t>控制（</a:t>
            </a:r>
            <a:r>
              <a:rPr lang="zh-CN" altLang="en-US" sz="2800" b="1" dirty="0">
                <a:latin typeface="Times New Roman" panose="02020603050405020304" pitchFamily="18" charset="0"/>
              </a:rPr>
              <a:t>比例加微分控制</a:t>
            </a:r>
            <a:r>
              <a:rPr lang="zh-CN" altLang="en-US" sz="2800" b="1" dirty="0">
                <a:latin typeface="宋体" panose="02010600030101010101" pitchFamily="2" charset="-122"/>
              </a:rPr>
              <a:t>） </a:t>
            </a:r>
          </a:p>
        </p:txBody>
      </p:sp>
      <p:grpSp>
        <p:nvGrpSpPr>
          <p:cNvPr id="2" name="Group 4"/>
          <p:cNvGrpSpPr/>
          <p:nvPr/>
        </p:nvGrpSpPr>
        <p:grpSpPr>
          <a:xfrm>
            <a:off x="1042988" y="1412875"/>
            <a:ext cx="6775450" cy="909638"/>
            <a:chOff x="960" y="1251"/>
            <a:chExt cx="4268" cy="573"/>
          </a:xfrm>
        </p:grpSpPr>
        <p:graphicFrame>
          <p:nvGraphicFramePr>
            <p:cNvPr id="27677" name="Object 5"/>
            <p:cNvGraphicFramePr>
              <a:graphicFrameLocks noChangeAspect="1"/>
            </p:cNvGraphicFramePr>
            <p:nvPr/>
          </p:nvGraphicFramePr>
          <p:xfrm>
            <a:off x="960" y="1303"/>
            <a:ext cx="2114" cy="473"/>
          </p:xfrm>
          <a:graphic>
            <a:graphicData uri="http://schemas.openxmlformats.org/presentationml/2006/ole">
              <mc:AlternateContent xmlns:mc="http://schemas.openxmlformats.org/markup-compatibility/2006">
                <mc:Choice xmlns:v="urn:schemas-microsoft-com:vml" Requires="v">
                  <p:oleObj r:id="rId3" imgW="1739900" imgH="393700" progId="Equation.3">
                    <p:embed/>
                  </p:oleObj>
                </mc:Choice>
                <mc:Fallback>
                  <p:oleObj r:id="rId3" imgW="1739900" imgH="393700" progId="Equation.3">
                    <p:embed/>
                    <p:pic>
                      <p:nvPicPr>
                        <p:cNvPr id="0" name="图片 3096"/>
                        <p:cNvPicPr/>
                        <p:nvPr/>
                      </p:nvPicPr>
                      <p:blipFill>
                        <a:blip r:embed="rId4"/>
                        <a:stretch>
                          <a:fillRect/>
                        </a:stretch>
                      </p:blipFill>
                      <p:spPr>
                        <a:xfrm>
                          <a:off x="960" y="1303"/>
                          <a:ext cx="2114" cy="473"/>
                        </a:xfrm>
                        <a:prstGeom prst="rect">
                          <a:avLst/>
                        </a:prstGeom>
                        <a:noFill/>
                        <a:ln w="38100">
                          <a:noFill/>
                          <a:miter/>
                        </a:ln>
                      </p:spPr>
                    </p:pic>
                  </p:oleObj>
                </mc:Fallback>
              </mc:AlternateContent>
            </a:graphicData>
          </a:graphic>
        </p:graphicFrame>
        <p:graphicFrame>
          <p:nvGraphicFramePr>
            <p:cNvPr id="27678" name="Object 6"/>
            <p:cNvGraphicFramePr>
              <a:graphicFrameLocks noChangeAspect="1"/>
            </p:cNvGraphicFramePr>
            <p:nvPr/>
          </p:nvGraphicFramePr>
          <p:xfrm>
            <a:off x="3600" y="1251"/>
            <a:ext cx="1628" cy="573"/>
          </p:xfrm>
          <a:graphic>
            <a:graphicData uri="http://schemas.openxmlformats.org/presentationml/2006/ole">
              <mc:AlternateContent xmlns:mc="http://schemas.openxmlformats.org/markup-compatibility/2006">
                <mc:Choice xmlns:v="urn:schemas-microsoft-com:vml" Requires="v">
                  <p:oleObj r:id="rId5" imgW="1193800" imgH="419100" progId="Equation.3">
                    <p:embed/>
                  </p:oleObj>
                </mc:Choice>
                <mc:Fallback>
                  <p:oleObj r:id="rId5" imgW="1193800" imgH="419100" progId="Equation.3">
                    <p:embed/>
                    <p:pic>
                      <p:nvPicPr>
                        <p:cNvPr id="0" name="图片 3097"/>
                        <p:cNvPicPr/>
                        <p:nvPr/>
                      </p:nvPicPr>
                      <p:blipFill>
                        <a:blip r:embed="rId6"/>
                        <a:stretch>
                          <a:fillRect/>
                        </a:stretch>
                      </p:blipFill>
                      <p:spPr>
                        <a:xfrm>
                          <a:off x="3600" y="1251"/>
                          <a:ext cx="1628" cy="573"/>
                        </a:xfrm>
                        <a:prstGeom prst="rect">
                          <a:avLst/>
                        </a:prstGeom>
                        <a:noFill/>
                        <a:ln w="38100">
                          <a:noFill/>
                          <a:miter/>
                        </a:ln>
                      </p:spPr>
                    </p:pic>
                  </p:oleObj>
                </mc:Fallback>
              </mc:AlternateContent>
            </a:graphicData>
          </a:graphic>
        </p:graphicFrame>
        <p:sp>
          <p:nvSpPr>
            <p:cNvPr id="27679" name="AutoShape 7"/>
            <p:cNvSpPr/>
            <p:nvPr/>
          </p:nvSpPr>
          <p:spPr>
            <a:xfrm>
              <a:off x="3168" y="1464"/>
              <a:ext cx="336" cy="144"/>
            </a:xfrm>
            <a:prstGeom prst="leftRightArrow">
              <a:avLst>
                <a:gd name="adj1" fmla="val 50000"/>
                <a:gd name="adj2" fmla="val 46655"/>
              </a:avLst>
            </a:prstGeom>
            <a:solidFill>
              <a:srgbClr val="0000FF"/>
            </a:solidFill>
            <a:ln w="22225" cap="flat" cmpd="sng">
              <a:solidFill>
                <a:srgbClr val="0000FF"/>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ndParaRPr>
            </a:p>
          </p:txBody>
        </p:sp>
      </p:grpSp>
      <p:grpSp>
        <p:nvGrpSpPr>
          <p:cNvPr id="3" name="Group 8"/>
          <p:cNvGrpSpPr/>
          <p:nvPr/>
        </p:nvGrpSpPr>
        <p:grpSpPr>
          <a:xfrm>
            <a:off x="938213" y="2446338"/>
            <a:ext cx="6962775" cy="1884362"/>
            <a:chOff x="894" y="1872"/>
            <a:chExt cx="4386" cy="1187"/>
          </a:xfrm>
        </p:grpSpPr>
        <p:grpSp>
          <p:nvGrpSpPr>
            <p:cNvPr id="27654" name="Group 9"/>
            <p:cNvGrpSpPr/>
            <p:nvPr/>
          </p:nvGrpSpPr>
          <p:grpSpPr>
            <a:xfrm>
              <a:off x="894" y="1875"/>
              <a:ext cx="1986" cy="1184"/>
              <a:chOff x="963" y="1840"/>
              <a:chExt cx="1986" cy="1184"/>
            </a:xfrm>
          </p:grpSpPr>
          <p:sp>
            <p:nvSpPr>
              <p:cNvPr id="27669" name="Line 10"/>
              <p:cNvSpPr/>
              <p:nvPr/>
            </p:nvSpPr>
            <p:spPr>
              <a:xfrm>
                <a:off x="1405" y="2796"/>
                <a:ext cx="1544" cy="0"/>
              </a:xfrm>
              <a:prstGeom prst="line">
                <a:avLst/>
              </a:prstGeom>
              <a:ln w="22225" cap="flat" cmpd="sng">
                <a:solidFill>
                  <a:schemeClr val="tx1"/>
                </a:solidFill>
                <a:prstDash val="solid"/>
                <a:headEnd type="none" w="med" len="med"/>
                <a:tailEnd type="triangle" w="sm" len="med"/>
              </a:ln>
            </p:spPr>
          </p:sp>
          <p:sp>
            <p:nvSpPr>
              <p:cNvPr id="27670" name="Line 11"/>
              <p:cNvSpPr/>
              <p:nvPr/>
            </p:nvSpPr>
            <p:spPr>
              <a:xfrm flipH="1" flipV="1">
                <a:off x="1405" y="1958"/>
                <a:ext cx="0" cy="834"/>
              </a:xfrm>
              <a:prstGeom prst="line">
                <a:avLst/>
              </a:prstGeom>
              <a:ln w="22225" cap="flat" cmpd="sng">
                <a:solidFill>
                  <a:schemeClr val="tx1"/>
                </a:solidFill>
                <a:prstDash val="solid"/>
                <a:headEnd type="none" w="med" len="med"/>
                <a:tailEnd type="triangle" w="sm" len="med"/>
              </a:ln>
            </p:spPr>
          </p:sp>
          <p:sp>
            <p:nvSpPr>
              <p:cNvPr id="27671" name="Text Box 12"/>
              <p:cNvSpPr txBox="1"/>
              <p:nvPr/>
            </p:nvSpPr>
            <p:spPr>
              <a:xfrm>
                <a:off x="2759" y="2736"/>
                <a:ext cx="169" cy="288"/>
              </a:xfrm>
              <a:prstGeom prst="rect">
                <a:avLst/>
              </a:prstGeom>
              <a:noFill/>
              <a:ln w="22225">
                <a:noFill/>
              </a:ln>
            </p:spPr>
            <p:txBody>
              <a:bodyPr wrap="none">
                <a:spAutoFit/>
              </a:bodyPr>
              <a:lstStyle/>
              <a:p>
                <a:r>
                  <a:rPr lang="en-US" altLang="zh-CN" sz="2400" i="1" dirty="0">
                    <a:latin typeface="Times New Roman" panose="02020603050405020304" pitchFamily="18" charset="0"/>
                  </a:rPr>
                  <a:t>t</a:t>
                </a:r>
              </a:p>
            </p:txBody>
          </p:sp>
          <p:sp>
            <p:nvSpPr>
              <p:cNvPr id="27672" name="Text Box 13"/>
              <p:cNvSpPr txBox="1"/>
              <p:nvPr/>
            </p:nvSpPr>
            <p:spPr>
              <a:xfrm>
                <a:off x="1179" y="2702"/>
                <a:ext cx="211" cy="288"/>
              </a:xfrm>
              <a:prstGeom prst="rect">
                <a:avLst/>
              </a:prstGeom>
              <a:noFill/>
              <a:ln w="22225">
                <a:noFill/>
              </a:ln>
            </p:spPr>
            <p:txBody>
              <a:bodyPr wrap="none">
                <a:spAutoFit/>
              </a:bodyPr>
              <a:lstStyle/>
              <a:p>
                <a:r>
                  <a:rPr lang="en-US" altLang="zh-CN" sz="2400" dirty="0">
                    <a:latin typeface="Times New Roman" panose="02020603050405020304" pitchFamily="18" charset="0"/>
                  </a:rPr>
                  <a:t>0</a:t>
                </a:r>
              </a:p>
            </p:txBody>
          </p:sp>
          <p:sp>
            <p:nvSpPr>
              <p:cNvPr id="27673" name="Text Box 14"/>
              <p:cNvSpPr txBox="1"/>
              <p:nvPr/>
            </p:nvSpPr>
            <p:spPr>
              <a:xfrm>
                <a:off x="963" y="1840"/>
                <a:ext cx="429" cy="288"/>
              </a:xfrm>
              <a:prstGeom prst="rect">
                <a:avLst/>
              </a:prstGeom>
              <a:noFill/>
              <a:ln w="22225">
                <a:noFill/>
              </a:ln>
            </p:spPr>
            <p:txBody>
              <a:bodyPr wrap="none">
                <a:spAutoFit/>
              </a:bodyPr>
              <a:lstStyle/>
              <a:p>
                <a:r>
                  <a:rPr lang="en-US" altLang="zh-CN" sz="2400" i="1" dirty="0">
                    <a:latin typeface="Times New Roman" panose="02020603050405020304" pitchFamily="18" charset="0"/>
                    <a:sym typeface="Symbol" panose="05050102010706020507" pitchFamily="18" charset="2"/>
                  </a:rPr>
                  <a:t></a:t>
                </a:r>
                <a:r>
                  <a:rPr lang="en-US" altLang="zh-CN" sz="2400" i="1" dirty="0">
                    <a:latin typeface="Times New Roman" panose="02020603050405020304" pitchFamily="18" charset="0"/>
                  </a:rPr>
                  <a:t> </a:t>
                </a:r>
                <a:r>
                  <a:rPr lang="en-US" altLang="zh-CN" sz="2400" dirty="0">
                    <a:latin typeface="Times New Roman" panose="02020603050405020304" pitchFamily="18" charset="0"/>
                  </a:rPr>
                  <a:t>(</a:t>
                </a:r>
                <a:r>
                  <a:rPr lang="en-US" altLang="zh-CN" sz="2400" i="1" dirty="0">
                    <a:latin typeface="Times New Roman" panose="02020603050405020304" pitchFamily="18" charset="0"/>
                  </a:rPr>
                  <a:t>t</a:t>
                </a:r>
                <a:r>
                  <a:rPr lang="en-US" altLang="zh-CN" sz="2400" dirty="0">
                    <a:latin typeface="Times New Roman" panose="02020603050405020304" pitchFamily="18" charset="0"/>
                  </a:rPr>
                  <a:t>)</a:t>
                </a:r>
              </a:p>
            </p:txBody>
          </p:sp>
          <p:sp>
            <p:nvSpPr>
              <p:cNvPr id="27674" name="Line 15"/>
              <p:cNvSpPr/>
              <p:nvPr/>
            </p:nvSpPr>
            <p:spPr>
              <a:xfrm flipV="1">
                <a:off x="1400" y="2196"/>
                <a:ext cx="1300" cy="596"/>
              </a:xfrm>
              <a:prstGeom prst="line">
                <a:avLst/>
              </a:prstGeom>
              <a:ln w="22225" cap="flat" cmpd="sng">
                <a:solidFill>
                  <a:schemeClr val="tx1"/>
                </a:solidFill>
                <a:prstDash val="solid"/>
                <a:headEnd type="none" w="med" len="med"/>
                <a:tailEnd type="none" w="med" len="med"/>
              </a:ln>
            </p:spPr>
          </p:sp>
          <p:sp>
            <p:nvSpPr>
              <p:cNvPr id="27675" name="Rectangle 16"/>
              <p:cNvSpPr/>
              <p:nvPr/>
            </p:nvSpPr>
            <p:spPr>
              <a:xfrm>
                <a:off x="1632" y="1930"/>
                <a:ext cx="500" cy="518"/>
              </a:xfrm>
              <a:prstGeom prst="rect">
                <a:avLst/>
              </a:prstGeom>
              <a:noFill/>
              <a:ln w="22225">
                <a:noFill/>
              </a:ln>
            </p:spPr>
            <p:txBody>
              <a:bodyPr wrap="none">
                <a:spAutoFit/>
              </a:bodyPr>
              <a:lstStyle/>
              <a:p>
                <a:r>
                  <a:rPr lang="zh-CN" altLang="en-US" sz="2400" dirty="0">
                    <a:latin typeface="Times New Roman" panose="02020603050405020304" pitchFamily="18" charset="0"/>
                  </a:rPr>
                  <a:t>速度</a:t>
                </a:r>
              </a:p>
              <a:p>
                <a:r>
                  <a:rPr lang="zh-CN" altLang="en-US" sz="2400" dirty="0">
                    <a:latin typeface="Times New Roman" panose="02020603050405020304" pitchFamily="18" charset="0"/>
                  </a:rPr>
                  <a:t>信号</a:t>
                </a:r>
              </a:p>
            </p:txBody>
          </p:sp>
          <p:sp>
            <p:nvSpPr>
              <p:cNvPr id="27676" name="Line 17"/>
              <p:cNvSpPr/>
              <p:nvPr/>
            </p:nvSpPr>
            <p:spPr>
              <a:xfrm>
                <a:off x="2112" y="2173"/>
                <a:ext cx="244" cy="179"/>
              </a:xfrm>
              <a:prstGeom prst="line">
                <a:avLst/>
              </a:prstGeom>
              <a:ln w="22225" cap="flat" cmpd="sng">
                <a:solidFill>
                  <a:schemeClr val="tx1"/>
                </a:solidFill>
                <a:prstDash val="solid"/>
                <a:headEnd type="none" w="med" len="med"/>
                <a:tailEnd type="triangle" w="sm" len="med"/>
              </a:ln>
            </p:spPr>
          </p:sp>
        </p:grpSp>
        <p:grpSp>
          <p:nvGrpSpPr>
            <p:cNvPr id="27655" name="Group 18"/>
            <p:cNvGrpSpPr/>
            <p:nvPr/>
          </p:nvGrpSpPr>
          <p:grpSpPr>
            <a:xfrm>
              <a:off x="3111" y="1872"/>
              <a:ext cx="2169" cy="1187"/>
              <a:chOff x="3111" y="1789"/>
              <a:chExt cx="2169" cy="1187"/>
            </a:xfrm>
          </p:grpSpPr>
          <p:sp>
            <p:nvSpPr>
              <p:cNvPr id="27656" name="Line 19"/>
              <p:cNvSpPr/>
              <p:nvPr/>
            </p:nvSpPr>
            <p:spPr>
              <a:xfrm>
                <a:off x="3512" y="2744"/>
                <a:ext cx="1768" cy="0"/>
              </a:xfrm>
              <a:prstGeom prst="line">
                <a:avLst/>
              </a:prstGeom>
              <a:ln w="22225" cap="flat" cmpd="sng">
                <a:solidFill>
                  <a:schemeClr val="tx1"/>
                </a:solidFill>
                <a:prstDash val="solid"/>
                <a:headEnd type="none" w="med" len="med"/>
                <a:tailEnd type="triangle" w="sm" len="med"/>
              </a:ln>
            </p:spPr>
          </p:sp>
          <p:sp>
            <p:nvSpPr>
              <p:cNvPr id="27657" name="Line 20"/>
              <p:cNvSpPr/>
              <p:nvPr/>
            </p:nvSpPr>
            <p:spPr>
              <a:xfrm flipH="1" flipV="1">
                <a:off x="3504" y="1824"/>
                <a:ext cx="8" cy="920"/>
              </a:xfrm>
              <a:prstGeom prst="line">
                <a:avLst/>
              </a:prstGeom>
              <a:ln w="22225" cap="flat" cmpd="sng">
                <a:solidFill>
                  <a:schemeClr val="tx1"/>
                </a:solidFill>
                <a:prstDash val="solid"/>
                <a:headEnd type="none" w="med" len="med"/>
                <a:tailEnd type="triangle" w="sm" len="med"/>
              </a:ln>
            </p:spPr>
          </p:sp>
          <p:sp>
            <p:nvSpPr>
              <p:cNvPr id="27658" name="Text Box 21"/>
              <p:cNvSpPr txBox="1"/>
              <p:nvPr/>
            </p:nvSpPr>
            <p:spPr>
              <a:xfrm>
                <a:off x="5110" y="2688"/>
                <a:ext cx="170" cy="288"/>
              </a:xfrm>
              <a:prstGeom prst="rect">
                <a:avLst/>
              </a:prstGeom>
              <a:noFill/>
              <a:ln w="22225">
                <a:noFill/>
              </a:ln>
            </p:spPr>
            <p:txBody>
              <a:bodyPr wrap="none">
                <a:spAutoFit/>
              </a:bodyPr>
              <a:lstStyle/>
              <a:p>
                <a:r>
                  <a:rPr lang="en-US" altLang="zh-CN" sz="2400" i="1" dirty="0">
                    <a:latin typeface="Times New Roman" panose="02020603050405020304" pitchFamily="18" charset="0"/>
                  </a:rPr>
                  <a:t>t</a:t>
                </a:r>
              </a:p>
            </p:txBody>
          </p:sp>
          <p:sp>
            <p:nvSpPr>
              <p:cNvPr id="27659" name="Text Box 22"/>
              <p:cNvSpPr txBox="1"/>
              <p:nvPr/>
            </p:nvSpPr>
            <p:spPr>
              <a:xfrm>
                <a:off x="4368" y="1968"/>
                <a:ext cx="288" cy="288"/>
              </a:xfrm>
              <a:prstGeom prst="rect">
                <a:avLst/>
              </a:prstGeom>
              <a:noFill/>
              <a:ln w="22225">
                <a:noFill/>
              </a:ln>
            </p:spPr>
            <p:txBody>
              <a:bodyPr wrap="none">
                <a:spAutoFit/>
              </a:bodyPr>
              <a:lstStyle/>
              <a:p>
                <a:r>
                  <a:rPr lang="en-US" altLang="zh-CN" sz="2400" i="1" dirty="0">
                    <a:latin typeface="Times New Roman" panose="02020603050405020304" pitchFamily="18" charset="0"/>
                  </a:rPr>
                  <a:t>T</a:t>
                </a:r>
                <a:r>
                  <a:rPr lang="en-US" altLang="zh-CN" sz="2400" i="1" baseline="-18000" dirty="0">
                    <a:latin typeface="Times New Roman" panose="02020603050405020304" pitchFamily="18" charset="0"/>
                  </a:rPr>
                  <a:t>d</a:t>
                </a:r>
              </a:p>
            </p:txBody>
          </p:sp>
          <p:sp>
            <p:nvSpPr>
              <p:cNvPr id="27660" name="Text Box 23"/>
              <p:cNvSpPr txBox="1"/>
              <p:nvPr/>
            </p:nvSpPr>
            <p:spPr>
              <a:xfrm>
                <a:off x="3111" y="1789"/>
                <a:ext cx="393" cy="288"/>
              </a:xfrm>
              <a:prstGeom prst="rect">
                <a:avLst/>
              </a:prstGeom>
              <a:noFill/>
              <a:ln w="22225">
                <a:noFill/>
              </a:ln>
            </p:spPr>
            <p:txBody>
              <a:bodyPr wrap="none">
                <a:spAutoFit/>
              </a:bodyPr>
              <a:lstStyle/>
              <a:p>
                <a:r>
                  <a:rPr lang="en-US" altLang="zh-CN" sz="2400" i="1" dirty="0">
                    <a:latin typeface="Times New Roman" panose="02020603050405020304" pitchFamily="18" charset="0"/>
                  </a:rPr>
                  <a:t>u</a:t>
                </a:r>
                <a:r>
                  <a:rPr lang="en-US" altLang="zh-CN" sz="2400" dirty="0">
                    <a:latin typeface="Times New Roman" panose="02020603050405020304" pitchFamily="18" charset="0"/>
                  </a:rPr>
                  <a:t>(</a:t>
                </a:r>
                <a:r>
                  <a:rPr lang="en-US" altLang="zh-CN" sz="2400" i="1" dirty="0">
                    <a:latin typeface="Times New Roman" panose="02020603050405020304" pitchFamily="18" charset="0"/>
                  </a:rPr>
                  <a:t>t</a:t>
                </a:r>
                <a:r>
                  <a:rPr lang="en-US" altLang="zh-CN" sz="2400" dirty="0">
                    <a:latin typeface="Times New Roman" panose="02020603050405020304" pitchFamily="18" charset="0"/>
                  </a:rPr>
                  <a:t>)</a:t>
                </a:r>
              </a:p>
            </p:txBody>
          </p:sp>
          <p:sp>
            <p:nvSpPr>
              <p:cNvPr id="27661" name="Line 24"/>
              <p:cNvSpPr/>
              <p:nvPr/>
            </p:nvSpPr>
            <p:spPr>
              <a:xfrm flipH="1" flipV="1">
                <a:off x="4272" y="2387"/>
                <a:ext cx="192" cy="109"/>
              </a:xfrm>
              <a:prstGeom prst="line">
                <a:avLst/>
              </a:prstGeom>
              <a:ln w="22225" cap="flat" cmpd="sng">
                <a:solidFill>
                  <a:schemeClr val="accent2"/>
                </a:solidFill>
                <a:prstDash val="solid"/>
                <a:headEnd type="none" w="med" len="med"/>
                <a:tailEnd type="triangle" w="sm" len="med"/>
              </a:ln>
            </p:spPr>
          </p:sp>
          <p:sp>
            <p:nvSpPr>
              <p:cNvPr id="27662" name="Text Box 25"/>
              <p:cNvSpPr txBox="1"/>
              <p:nvPr/>
            </p:nvSpPr>
            <p:spPr>
              <a:xfrm>
                <a:off x="4193" y="2448"/>
                <a:ext cx="991" cy="288"/>
              </a:xfrm>
              <a:prstGeom prst="rect">
                <a:avLst/>
              </a:prstGeom>
              <a:noFill/>
              <a:ln w="22225">
                <a:noFill/>
              </a:ln>
            </p:spPr>
            <p:txBody>
              <a:bodyPr wrap="none">
                <a:spAutoFit/>
              </a:bodyPr>
              <a:lstStyle/>
              <a:p>
                <a:r>
                  <a:rPr lang="zh-CN" altLang="en-US" sz="2400" dirty="0">
                    <a:latin typeface="Times New Roman" panose="02020603050405020304" pitchFamily="18" charset="0"/>
                  </a:rPr>
                  <a:t>只有</a:t>
                </a:r>
                <a:r>
                  <a:rPr lang="en-US" altLang="zh-CN" sz="2400" dirty="0">
                    <a:latin typeface="Times New Roman" panose="02020603050405020304" pitchFamily="18" charset="0"/>
                  </a:rPr>
                  <a:t>P</a:t>
                </a:r>
                <a:r>
                  <a:rPr lang="zh-CN" altLang="en-US" sz="2400" dirty="0">
                    <a:latin typeface="Times New Roman" panose="02020603050405020304" pitchFamily="18" charset="0"/>
                  </a:rPr>
                  <a:t>控制</a:t>
                </a:r>
              </a:p>
            </p:txBody>
          </p:sp>
          <p:sp>
            <p:nvSpPr>
              <p:cNvPr id="27663" name="Text Box 26"/>
              <p:cNvSpPr txBox="1"/>
              <p:nvPr/>
            </p:nvSpPr>
            <p:spPr>
              <a:xfrm>
                <a:off x="3552" y="1872"/>
                <a:ext cx="746" cy="288"/>
              </a:xfrm>
              <a:prstGeom prst="rect">
                <a:avLst/>
              </a:prstGeom>
              <a:noFill/>
              <a:ln w="22225">
                <a:noFill/>
              </a:ln>
            </p:spPr>
            <p:txBody>
              <a:bodyPr wrap="none">
                <a:spAutoFit/>
              </a:bodyPr>
              <a:lstStyle/>
              <a:p>
                <a:r>
                  <a:rPr lang="en-US" altLang="zh-CN" sz="2400" dirty="0">
                    <a:latin typeface="Times New Roman" panose="02020603050405020304" pitchFamily="18" charset="0"/>
                  </a:rPr>
                  <a:t>PD</a:t>
                </a:r>
                <a:r>
                  <a:rPr lang="zh-CN" altLang="en-US" sz="2400" dirty="0">
                    <a:latin typeface="Times New Roman" panose="02020603050405020304" pitchFamily="18" charset="0"/>
                  </a:rPr>
                  <a:t>控制</a:t>
                </a:r>
              </a:p>
            </p:txBody>
          </p:sp>
          <p:sp>
            <p:nvSpPr>
              <p:cNvPr id="27664" name="Line 27"/>
              <p:cNvSpPr/>
              <p:nvPr/>
            </p:nvSpPr>
            <p:spPr>
              <a:xfrm flipH="1">
                <a:off x="3768" y="2112"/>
                <a:ext cx="72" cy="240"/>
              </a:xfrm>
              <a:prstGeom prst="line">
                <a:avLst/>
              </a:prstGeom>
              <a:ln w="22225" cap="flat" cmpd="sng">
                <a:solidFill>
                  <a:srgbClr val="990000"/>
                </a:solidFill>
                <a:prstDash val="solid"/>
                <a:headEnd type="none" w="med" len="med"/>
                <a:tailEnd type="triangle" w="sm" len="med"/>
              </a:ln>
            </p:spPr>
          </p:sp>
          <p:sp>
            <p:nvSpPr>
              <p:cNvPr id="27665" name="Text Box 28"/>
              <p:cNvSpPr txBox="1"/>
              <p:nvPr/>
            </p:nvSpPr>
            <p:spPr>
              <a:xfrm>
                <a:off x="3312" y="2640"/>
                <a:ext cx="211" cy="288"/>
              </a:xfrm>
              <a:prstGeom prst="rect">
                <a:avLst/>
              </a:prstGeom>
              <a:noFill/>
              <a:ln w="22225">
                <a:noFill/>
              </a:ln>
            </p:spPr>
            <p:txBody>
              <a:bodyPr wrap="none">
                <a:spAutoFit/>
              </a:bodyPr>
              <a:lstStyle/>
              <a:p>
                <a:r>
                  <a:rPr lang="en-US" altLang="zh-CN" sz="2400" dirty="0">
                    <a:latin typeface="Times New Roman" panose="02020603050405020304" pitchFamily="18" charset="0"/>
                  </a:rPr>
                  <a:t>0</a:t>
                </a:r>
              </a:p>
            </p:txBody>
          </p:sp>
          <p:sp>
            <p:nvSpPr>
              <p:cNvPr id="27666" name="Line 29"/>
              <p:cNvSpPr>
                <a:spLocks noChangeAspect="1"/>
              </p:cNvSpPr>
              <p:nvPr/>
            </p:nvSpPr>
            <p:spPr>
              <a:xfrm flipV="1">
                <a:off x="3512" y="2208"/>
                <a:ext cx="1170" cy="536"/>
              </a:xfrm>
              <a:prstGeom prst="line">
                <a:avLst/>
              </a:prstGeom>
              <a:ln w="22225" cap="flat" cmpd="sng">
                <a:solidFill>
                  <a:schemeClr val="accent2"/>
                </a:solidFill>
                <a:prstDash val="dash"/>
                <a:headEnd type="none" w="med" len="med"/>
                <a:tailEnd type="none" w="med" len="med"/>
              </a:ln>
            </p:spPr>
          </p:sp>
          <p:sp>
            <p:nvSpPr>
              <p:cNvPr id="27667" name="Line 30"/>
              <p:cNvSpPr>
                <a:spLocks noChangeAspect="1"/>
              </p:cNvSpPr>
              <p:nvPr/>
            </p:nvSpPr>
            <p:spPr>
              <a:xfrm flipV="1">
                <a:off x="3512" y="1920"/>
                <a:ext cx="1170" cy="537"/>
              </a:xfrm>
              <a:prstGeom prst="line">
                <a:avLst/>
              </a:prstGeom>
              <a:ln w="22225" cap="flat" cmpd="sng">
                <a:solidFill>
                  <a:srgbClr val="990000"/>
                </a:solidFill>
                <a:prstDash val="solid"/>
                <a:headEnd type="none" w="med" len="med"/>
                <a:tailEnd type="none" w="med" len="med"/>
              </a:ln>
            </p:spPr>
          </p:sp>
          <p:sp>
            <p:nvSpPr>
              <p:cNvPr id="27668" name="Line 31"/>
              <p:cNvSpPr/>
              <p:nvPr/>
            </p:nvSpPr>
            <p:spPr>
              <a:xfrm>
                <a:off x="3984" y="2256"/>
                <a:ext cx="576" cy="0"/>
              </a:xfrm>
              <a:prstGeom prst="line">
                <a:avLst/>
              </a:prstGeom>
              <a:ln w="22225" cap="flat" cmpd="sng">
                <a:solidFill>
                  <a:schemeClr val="tx1"/>
                </a:solidFill>
                <a:prstDash val="solid"/>
                <a:headEnd type="triangle" w="sm" len="med"/>
                <a:tailEnd type="triangle" w="sm" len="med"/>
              </a:ln>
            </p:spPr>
          </p:sp>
        </p:grpSp>
      </p:grpSp>
      <p:sp>
        <p:nvSpPr>
          <p:cNvPr id="35872" name="Rectangle 32"/>
          <p:cNvSpPr/>
          <p:nvPr/>
        </p:nvSpPr>
        <p:spPr>
          <a:xfrm>
            <a:off x="890588" y="4351338"/>
            <a:ext cx="7391400" cy="1563687"/>
          </a:xfrm>
          <a:prstGeom prst="rect">
            <a:avLst/>
          </a:prstGeom>
          <a:noFill/>
          <a:ln w="22225">
            <a:noFill/>
          </a:ln>
        </p:spPr>
        <p:txBody>
          <a:bodyPr>
            <a:spAutoFit/>
          </a:bodyPr>
          <a:lstStyle/>
          <a:p>
            <a:pPr>
              <a:lnSpc>
                <a:spcPct val="115000"/>
              </a:lnSpc>
            </a:pPr>
            <a:r>
              <a:rPr lang="zh-CN" altLang="en-US" sz="2800" dirty="0">
                <a:latin typeface="宋体" panose="02010600030101010101" pitchFamily="2" charset="-122"/>
              </a:rPr>
              <a:t>微分控制具有预测特性。</a:t>
            </a:r>
            <a:r>
              <a:rPr lang="en-US" altLang="zh-CN" sz="2800" i="1" dirty="0">
                <a:latin typeface="Times New Roman" panose="02020603050405020304" pitchFamily="18" charset="0"/>
              </a:rPr>
              <a:t>T</a:t>
            </a:r>
            <a:r>
              <a:rPr lang="en-US" altLang="zh-CN" sz="2900" i="1" baseline="-18000" dirty="0">
                <a:latin typeface="Times New Roman" panose="02020603050405020304" pitchFamily="18" charset="0"/>
              </a:rPr>
              <a:t>d </a:t>
            </a:r>
            <a:r>
              <a:rPr lang="zh-CN" altLang="en-US" sz="2800" dirty="0">
                <a:latin typeface="宋体" panose="02010600030101010101" pitchFamily="2" charset="-122"/>
              </a:rPr>
              <a:t>就是微分控制作用超前于比例控制作用效果的时间间隔。但须指出微分控制不可能预测任何尚未发生的作用。</a:t>
            </a:r>
            <a:r>
              <a:rPr lang="zh-CN" altLang="en-US" sz="2800" dirty="0">
                <a:latin typeface="Times New Roman" panose="02020603050405020304" pitchFamily="18" charset="0"/>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5872"/>
                                        </p:tgtEl>
                                        <p:attrNameLst>
                                          <p:attrName>style.visibility</p:attrName>
                                        </p:attrNameLst>
                                      </p:cBhvr>
                                      <p:to>
                                        <p:strVal val="visible"/>
                                      </p:to>
                                    </p:set>
                                    <p:anim calcmode="lin" valueType="num">
                                      <p:cBhvr additive="base">
                                        <p:cTn id="19" dur="500" fill="hold"/>
                                        <p:tgtEl>
                                          <p:spTgt spid="35872"/>
                                        </p:tgtEl>
                                        <p:attrNameLst>
                                          <p:attrName>ppt_x</p:attrName>
                                        </p:attrNameLst>
                                      </p:cBhvr>
                                      <p:tavLst>
                                        <p:tav tm="0">
                                          <p:val>
                                            <p:strVal val="#ppt_x"/>
                                          </p:val>
                                        </p:tav>
                                        <p:tav tm="100000">
                                          <p:val>
                                            <p:strVal val="#ppt_x"/>
                                          </p:val>
                                        </p:tav>
                                      </p:tavLst>
                                    </p:anim>
                                    <p:anim calcmode="lin" valueType="num">
                                      <p:cBhvr additive="base">
                                        <p:cTn id="20" dur="500" fill="hold"/>
                                        <p:tgtEl>
                                          <p:spTgt spid="3587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72"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8674" name="Object 3"/>
          <p:cNvGraphicFramePr>
            <a:graphicFrameLocks noChangeAspect="1"/>
          </p:cNvGraphicFramePr>
          <p:nvPr/>
        </p:nvGraphicFramePr>
        <p:xfrm>
          <a:off x="1489075" y="893763"/>
          <a:ext cx="3222625" cy="528637"/>
        </p:xfrm>
        <a:graphic>
          <a:graphicData uri="http://schemas.openxmlformats.org/presentationml/2006/ole">
            <mc:AlternateContent xmlns:mc="http://schemas.openxmlformats.org/markup-compatibility/2006">
              <mc:Choice xmlns:v="urn:schemas-microsoft-com:vml" Requires="v">
                <p:oleObj r:id="rId3" imgW="1473200" imgH="241300" progId="Equation.3">
                  <p:embed/>
                </p:oleObj>
              </mc:Choice>
              <mc:Fallback>
                <p:oleObj r:id="rId3" imgW="1473200" imgH="241300" progId="Equation.3">
                  <p:embed/>
                  <p:pic>
                    <p:nvPicPr>
                      <p:cNvPr id="0" name="图片 3098"/>
                      <p:cNvPicPr/>
                      <p:nvPr/>
                    </p:nvPicPr>
                    <p:blipFill>
                      <a:blip r:embed="rId4"/>
                      <a:stretch>
                        <a:fillRect/>
                      </a:stretch>
                    </p:blipFill>
                    <p:spPr>
                      <a:xfrm>
                        <a:off x="1489075" y="893763"/>
                        <a:ext cx="3222625" cy="528637"/>
                      </a:xfrm>
                      <a:prstGeom prst="rect">
                        <a:avLst/>
                      </a:prstGeom>
                      <a:noFill/>
                      <a:ln w="38100">
                        <a:noFill/>
                        <a:miter/>
                      </a:ln>
                    </p:spPr>
                  </p:pic>
                </p:oleObj>
              </mc:Fallback>
            </mc:AlternateContent>
          </a:graphicData>
        </a:graphic>
      </p:graphicFrame>
      <p:graphicFrame>
        <p:nvGraphicFramePr>
          <p:cNvPr id="36868" name="Object 4"/>
          <p:cNvGraphicFramePr>
            <a:graphicFrameLocks noChangeAspect="1"/>
          </p:cNvGraphicFramePr>
          <p:nvPr/>
        </p:nvGraphicFramePr>
        <p:xfrm>
          <a:off x="1489075" y="1503363"/>
          <a:ext cx="4724400" cy="646112"/>
        </p:xfrm>
        <a:graphic>
          <a:graphicData uri="http://schemas.openxmlformats.org/presentationml/2006/ole">
            <mc:AlternateContent xmlns:mc="http://schemas.openxmlformats.org/markup-compatibility/2006">
              <mc:Choice xmlns:v="urn:schemas-microsoft-com:vml" Requires="v">
                <p:oleObj r:id="rId5" imgW="2159000" imgH="292100" progId="Equation.3">
                  <p:embed/>
                </p:oleObj>
              </mc:Choice>
              <mc:Fallback>
                <p:oleObj r:id="rId5" imgW="2159000" imgH="292100" progId="Equation.3">
                  <p:embed/>
                  <p:pic>
                    <p:nvPicPr>
                      <p:cNvPr id="0" name="图片 3099"/>
                      <p:cNvPicPr/>
                      <p:nvPr/>
                    </p:nvPicPr>
                    <p:blipFill>
                      <a:blip r:embed="rId6"/>
                      <a:stretch>
                        <a:fillRect/>
                      </a:stretch>
                    </p:blipFill>
                    <p:spPr>
                      <a:xfrm>
                        <a:off x="1489075" y="1503363"/>
                        <a:ext cx="4724400" cy="646112"/>
                      </a:xfrm>
                      <a:prstGeom prst="rect">
                        <a:avLst/>
                      </a:prstGeom>
                      <a:noFill/>
                      <a:ln w="38100">
                        <a:noFill/>
                        <a:miter/>
                      </a:ln>
                    </p:spPr>
                  </p:pic>
                </p:oleObj>
              </mc:Fallback>
            </mc:AlternateContent>
          </a:graphicData>
        </a:graphic>
      </p:graphicFrame>
      <p:graphicFrame>
        <p:nvGraphicFramePr>
          <p:cNvPr id="36869" name="Object 5"/>
          <p:cNvGraphicFramePr>
            <a:graphicFrameLocks noChangeAspect="1"/>
          </p:cNvGraphicFramePr>
          <p:nvPr/>
        </p:nvGraphicFramePr>
        <p:xfrm>
          <a:off x="1498600" y="2341563"/>
          <a:ext cx="2505075" cy="500062"/>
        </p:xfrm>
        <a:graphic>
          <a:graphicData uri="http://schemas.openxmlformats.org/presentationml/2006/ole">
            <mc:AlternateContent xmlns:mc="http://schemas.openxmlformats.org/markup-compatibility/2006">
              <mc:Choice xmlns:v="urn:schemas-microsoft-com:vml" Requires="v">
                <p:oleObj r:id="rId7" imgW="1143000" imgH="228600" progId="Equation.3">
                  <p:embed/>
                </p:oleObj>
              </mc:Choice>
              <mc:Fallback>
                <p:oleObj r:id="rId7" imgW="1143000" imgH="228600" progId="Equation.3">
                  <p:embed/>
                  <p:pic>
                    <p:nvPicPr>
                      <p:cNvPr id="0" name="图片 3100"/>
                      <p:cNvPicPr/>
                      <p:nvPr/>
                    </p:nvPicPr>
                    <p:blipFill>
                      <a:blip r:embed="rId8"/>
                      <a:stretch>
                        <a:fillRect/>
                      </a:stretch>
                    </p:blipFill>
                    <p:spPr>
                      <a:xfrm>
                        <a:off x="1498600" y="2341563"/>
                        <a:ext cx="2505075" cy="500062"/>
                      </a:xfrm>
                      <a:prstGeom prst="rect">
                        <a:avLst/>
                      </a:prstGeom>
                      <a:noFill/>
                      <a:ln w="38100">
                        <a:noFill/>
                        <a:miter/>
                      </a:ln>
                    </p:spPr>
                  </p:pic>
                </p:oleObj>
              </mc:Fallback>
            </mc:AlternateContent>
          </a:graphicData>
        </a:graphic>
      </p:graphicFrame>
      <p:grpSp>
        <p:nvGrpSpPr>
          <p:cNvPr id="2" name="Group 6"/>
          <p:cNvGrpSpPr/>
          <p:nvPr/>
        </p:nvGrpSpPr>
        <p:grpSpPr>
          <a:xfrm>
            <a:off x="1619250" y="3789363"/>
            <a:ext cx="6346825" cy="1911350"/>
            <a:chOff x="1042" y="2448"/>
            <a:chExt cx="3998" cy="1204"/>
          </a:xfrm>
        </p:grpSpPr>
        <p:grpSp>
          <p:nvGrpSpPr>
            <p:cNvPr id="28679" name="Group 7"/>
            <p:cNvGrpSpPr/>
            <p:nvPr/>
          </p:nvGrpSpPr>
          <p:grpSpPr>
            <a:xfrm>
              <a:off x="1603" y="2629"/>
              <a:ext cx="246" cy="228"/>
              <a:chOff x="513" y="971"/>
              <a:chExt cx="171" cy="158"/>
            </a:xfrm>
          </p:grpSpPr>
          <p:sp>
            <p:nvSpPr>
              <p:cNvPr id="28698" name="Oval 8"/>
              <p:cNvSpPr/>
              <p:nvPr/>
            </p:nvSpPr>
            <p:spPr>
              <a:xfrm>
                <a:off x="513" y="971"/>
                <a:ext cx="171" cy="158"/>
              </a:xfrm>
              <a:prstGeom prst="ellipse">
                <a:avLst/>
              </a:prstGeom>
              <a:noFill/>
              <a:ln w="22225" cap="flat" cmpd="sng">
                <a:solidFill>
                  <a:schemeClr val="tx1"/>
                </a:solidFill>
                <a:prstDash val="solid"/>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28699" name="Line 9"/>
              <p:cNvSpPr/>
              <p:nvPr/>
            </p:nvSpPr>
            <p:spPr>
              <a:xfrm flipH="1">
                <a:off x="557" y="1011"/>
                <a:ext cx="85" cy="79"/>
              </a:xfrm>
              <a:prstGeom prst="line">
                <a:avLst/>
              </a:prstGeom>
              <a:ln w="22225" cap="flat" cmpd="sng">
                <a:solidFill>
                  <a:schemeClr val="tx1"/>
                </a:solidFill>
                <a:prstDash val="solid"/>
                <a:headEnd type="none" w="med" len="med"/>
                <a:tailEnd type="none" w="med" len="med"/>
              </a:ln>
            </p:spPr>
          </p:sp>
          <p:sp>
            <p:nvSpPr>
              <p:cNvPr id="28700" name="Line 10"/>
              <p:cNvSpPr/>
              <p:nvPr/>
            </p:nvSpPr>
            <p:spPr>
              <a:xfrm>
                <a:off x="557" y="1011"/>
                <a:ext cx="85" cy="79"/>
              </a:xfrm>
              <a:prstGeom prst="line">
                <a:avLst/>
              </a:prstGeom>
              <a:ln w="22225" cap="flat" cmpd="sng">
                <a:solidFill>
                  <a:schemeClr val="tx1"/>
                </a:solidFill>
                <a:prstDash val="solid"/>
                <a:headEnd type="none" w="med" len="med"/>
                <a:tailEnd type="none" w="med" len="med"/>
              </a:ln>
            </p:spPr>
          </p:sp>
        </p:grpSp>
        <p:sp>
          <p:nvSpPr>
            <p:cNvPr id="28680" name="Line 11"/>
            <p:cNvSpPr/>
            <p:nvPr/>
          </p:nvSpPr>
          <p:spPr>
            <a:xfrm>
              <a:off x="1072" y="2749"/>
              <a:ext cx="521" cy="0"/>
            </a:xfrm>
            <a:prstGeom prst="line">
              <a:avLst/>
            </a:prstGeom>
            <a:ln w="22225" cap="flat" cmpd="sng">
              <a:solidFill>
                <a:schemeClr val="tx1"/>
              </a:solidFill>
              <a:prstDash val="solid"/>
              <a:headEnd type="none" w="med" len="med"/>
              <a:tailEnd type="triangle" w="med" len="med"/>
            </a:ln>
          </p:spPr>
        </p:sp>
        <p:sp>
          <p:nvSpPr>
            <p:cNvPr id="28681" name="Line 12"/>
            <p:cNvSpPr/>
            <p:nvPr/>
          </p:nvSpPr>
          <p:spPr>
            <a:xfrm>
              <a:off x="1868" y="2749"/>
              <a:ext cx="446" cy="0"/>
            </a:xfrm>
            <a:prstGeom prst="line">
              <a:avLst/>
            </a:prstGeom>
            <a:ln w="22225" cap="flat" cmpd="sng">
              <a:solidFill>
                <a:schemeClr val="tx1"/>
              </a:solidFill>
              <a:prstDash val="solid"/>
              <a:headEnd type="none" w="med" len="med"/>
              <a:tailEnd type="triangle" w="med" len="med"/>
            </a:ln>
          </p:spPr>
        </p:sp>
        <p:sp>
          <p:nvSpPr>
            <p:cNvPr id="28682" name="Rectangle 13"/>
            <p:cNvSpPr/>
            <p:nvPr/>
          </p:nvSpPr>
          <p:spPr>
            <a:xfrm>
              <a:off x="2324" y="2474"/>
              <a:ext cx="930" cy="555"/>
            </a:xfrm>
            <a:prstGeom prst="rect">
              <a:avLst/>
            </a:prstGeom>
            <a:noFill/>
            <a:ln w="22225" cap="flat" cmpd="sng">
              <a:solidFill>
                <a:schemeClr val="tx1"/>
              </a:solidFill>
              <a:prstDash val="solid"/>
              <a:miter/>
              <a:headEnd type="none" w="med" len="med"/>
              <a:tailEnd type="none" w="med" len="med"/>
            </a:ln>
          </p:spPr>
          <p:txBody>
            <a:bodyPr wrap="none" anchor="ctr" anchorCtr="0"/>
            <a:lstStyle/>
            <a:p>
              <a:pPr algn="ctr"/>
              <a:endParaRPr lang="zh-CN" altLang="zh-CN" sz="2400" i="1" baseline="-16000" dirty="0">
                <a:latin typeface="Times New Roman" panose="02020603050405020304" pitchFamily="18" charset="0"/>
              </a:endParaRPr>
            </a:p>
          </p:txBody>
        </p:sp>
        <p:sp>
          <p:nvSpPr>
            <p:cNvPr id="28683" name="Rectangle 14"/>
            <p:cNvSpPr/>
            <p:nvPr/>
          </p:nvSpPr>
          <p:spPr>
            <a:xfrm>
              <a:off x="3700" y="2466"/>
              <a:ext cx="617" cy="563"/>
            </a:xfrm>
            <a:prstGeom prst="rect">
              <a:avLst/>
            </a:prstGeom>
            <a:noFill/>
            <a:ln w="22225" cap="flat" cmpd="sng">
              <a:solidFill>
                <a:schemeClr val="tx1"/>
              </a:solidFill>
              <a:prstDash val="solid"/>
              <a:miter/>
              <a:headEnd type="none" w="med" len="med"/>
              <a:tailEnd type="none" w="med" len="med"/>
            </a:ln>
          </p:spPr>
          <p:txBody>
            <a:bodyPr wrap="none" anchor="ctr" anchorCtr="0"/>
            <a:lstStyle/>
            <a:p>
              <a:pPr algn="ctr"/>
              <a:r>
                <a:rPr lang="en-US" altLang="zh-CN" sz="2400" i="1" dirty="0">
                  <a:latin typeface="Times New Roman" panose="02020603050405020304" pitchFamily="18" charset="0"/>
                </a:rPr>
                <a:t>G</a:t>
              </a:r>
              <a:r>
                <a:rPr lang="en-US" altLang="zh-CN" sz="2400" dirty="0">
                  <a:latin typeface="Times New Roman" panose="02020603050405020304" pitchFamily="18" charset="0"/>
                </a:rPr>
                <a:t>(</a:t>
              </a:r>
              <a:r>
                <a:rPr lang="en-US" altLang="zh-CN" sz="2400" i="1" dirty="0">
                  <a:latin typeface="Times New Roman" panose="02020603050405020304" pitchFamily="18" charset="0"/>
                </a:rPr>
                <a:t>s</a:t>
              </a:r>
              <a:r>
                <a:rPr lang="en-US" altLang="zh-CN" sz="2400" dirty="0">
                  <a:latin typeface="Times New Roman" panose="02020603050405020304" pitchFamily="18" charset="0"/>
                </a:rPr>
                <a:t>)</a:t>
              </a:r>
            </a:p>
          </p:txBody>
        </p:sp>
        <p:sp>
          <p:nvSpPr>
            <p:cNvPr id="28684" name="Line 15"/>
            <p:cNvSpPr/>
            <p:nvPr/>
          </p:nvSpPr>
          <p:spPr>
            <a:xfrm flipV="1">
              <a:off x="3254" y="2749"/>
              <a:ext cx="446" cy="0"/>
            </a:xfrm>
            <a:prstGeom prst="line">
              <a:avLst/>
            </a:prstGeom>
            <a:ln w="22225" cap="flat" cmpd="sng">
              <a:solidFill>
                <a:schemeClr val="tx1"/>
              </a:solidFill>
              <a:prstDash val="solid"/>
              <a:headEnd type="none" w="med" len="med"/>
              <a:tailEnd type="triangle" w="med" len="med"/>
            </a:ln>
          </p:spPr>
        </p:sp>
        <p:sp>
          <p:nvSpPr>
            <p:cNvPr id="28685" name="Line 16"/>
            <p:cNvSpPr/>
            <p:nvPr/>
          </p:nvSpPr>
          <p:spPr>
            <a:xfrm>
              <a:off x="4317" y="2741"/>
              <a:ext cx="723" cy="0"/>
            </a:xfrm>
            <a:prstGeom prst="line">
              <a:avLst/>
            </a:prstGeom>
            <a:ln w="22225" cap="flat" cmpd="sng">
              <a:solidFill>
                <a:schemeClr val="tx1"/>
              </a:solidFill>
              <a:prstDash val="solid"/>
              <a:headEnd type="none" w="med" len="med"/>
              <a:tailEnd type="triangle" w="med" len="med"/>
            </a:ln>
          </p:spPr>
        </p:sp>
        <p:sp>
          <p:nvSpPr>
            <p:cNvPr id="28686" name="Rectangle 17"/>
            <p:cNvSpPr/>
            <p:nvPr/>
          </p:nvSpPr>
          <p:spPr>
            <a:xfrm>
              <a:off x="2905" y="3197"/>
              <a:ext cx="791" cy="455"/>
            </a:xfrm>
            <a:prstGeom prst="rect">
              <a:avLst/>
            </a:prstGeom>
            <a:noFill/>
            <a:ln w="22225" cap="flat" cmpd="sng">
              <a:solidFill>
                <a:schemeClr val="tx1"/>
              </a:solidFill>
              <a:prstDash val="solid"/>
              <a:miter/>
              <a:headEnd type="none" w="med" len="med"/>
              <a:tailEnd type="none" w="med" len="med"/>
            </a:ln>
          </p:spPr>
          <p:txBody>
            <a:bodyPr wrap="none" anchor="ctr" anchorCtr="0"/>
            <a:lstStyle/>
            <a:p>
              <a:pPr algn="ctr"/>
              <a:r>
                <a:rPr lang="en-US" altLang="zh-CN" sz="2400" i="1" dirty="0">
                  <a:latin typeface="Times New Roman" panose="02020603050405020304" pitchFamily="18" charset="0"/>
                </a:rPr>
                <a:t>H</a:t>
              </a:r>
              <a:r>
                <a:rPr lang="en-US" altLang="zh-CN" sz="2400" dirty="0">
                  <a:latin typeface="Times New Roman" panose="02020603050405020304" pitchFamily="18" charset="0"/>
                </a:rPr>
                <a:t>(</a:t>
              </a:r>
              <a:r>
                <a:rPr lang="en-US" altLang="zh-CN" sz="2400" i="1" dirty="0">
                  <a:latin typeface="Times New Roman" panose="02020603050405020304" pitchFamily="18" charset="0"/>
                </a:rPr>
                <a:t>s</a:t>
              </a:r>
              <a:r>
                <a:rPr lang="en-US" altLang="zh-CN" sz="2400" dirty="0">
                  <a:latin typeface="Times New Roman" panose="02020603050405020304" pitchFamily="18" charset="0"/>
                </a:rPr>
                <a:t>)</a:t>
              </a:r>
            </a:p>
          </p:txBody>
        </p:sp>
        <p:sp>
          <p:nvSpPr>
            <p:cNvPr id="28687" name="Line 18"/>
            <p:cNvSpPr/>
            <p:nvPr/>
          </p:nvSpPr>
          <p:spPr>
            <a:xfrm>
              <a:off x="4514" y="2741"/>
              <a:ext cx="0" cy="683"/>
            </a:xfrm>
            <a:prstGeom prst="line">
              <a:avLst/>
            </a:prstGeom>
            <a:ln w="22225" cap="flat" cmpd="sng">
              <a:solidFill>
                <a:schemeClr val="tx1"/>
              </a:solidFill>
              <a:prstDash val="solid"/>
              <a:headEnd type="none" w="med" len="med"/>
              <a:tailEnd type="none" w="med" len="med"/>
            </a:ln>
          </p:spPr>
        </p:sp>
        <p:sp>
          <p:nvSpPr>
            <p:cNvPr id="28688" name="Line 19"/>
            <p:cNvSpPr/>
            <p:nvPr/>
          </p:nvSpPr>
          <p:spPr>
            <a:xfrm flipH="1">
              <a:off x="3696" y="3416"/>
              <a:ext cx="816" cy="4"/>
            </a:xfrm>
            <a:prstGeom prst="line">
              <a:avLst/>
            </a:prstGeom>
            <a:ln w="22225" cap="flat" cmpd="sng">
              <a:solidFill>
                <a:schemeClr val="tx1"/>
              </a:solidFill>
              <a:prstDash val="solid"/>
              <a:headEnd type="none" w="med" len="med"/>
              <a:tailEnd type="triangle" w="med" len="med"/>
            </a:ln>
          </p:spPr>
        </p:sp>
        <p:sp>
          <p:nvSpPr>
            <p:cNvPr id="28689" name="Line 20"/>
            <p:cNvSpPr/>
            <p:nvPr/>
          </p:nvSpPr>
          <p:spPr>
            <a:xfrm flipH="1" flipV="1">
              <a:off x="1719" y="3427"/>
              <a:ext cx="1191" cy="0"/>
            </a:xfrm>
            <a:prstGeom prst="line">
              <a:avLst/>
            </a:prstGeom>
            <a:ln w="22225" cap="flat" cmpd="sng">
              <a:solidFill>
                <a:schemeClr val="tx1"/>
              </a:solidFill>
              <a:prstDash val="solid"/>
              <a:headEnd type="none" w="med" len="med"/>
              <a:tailEnd type="none" w="med" len="med"/>
            </a:ln>
          </p:spPr>
        </p:sp>
        <p:sp>
          <p:nvSpPr>
            <p:cNvPr id="28690" name="Line 21"/>
            <p:cNvSpPr/>
            <p:nvPr/>
          </p:nvSpPr>
          <p:spPr>
            <a:xfrm flipV="1">
              <a:off x="1728" y="2855"/>
              <a:ext cx="0" cy="569"/>
            </a:xfrm>
            <a:prstGeom prst="line">
              <a:avLst/>
            </a:prstGeom>
            <a:ln w="22225" cap="flat" cmpd="sng">
              <a:solidFill>
                <a:schemeClr val="tx1"/>
              </a:solidFill>
              <a:prstDash val="solid"/>
              <a:headEnd type="none" w="med" len="med"/>
              <a:tailEnd type="triangle" w="med" len="med"/>
            </a:ln>
          </p:spPr>
        </p:sp>
        <p:sp>
          <p:nvSpPr>
            <p:cNvPr id="28691" name="Line 22"/>
            <p:cNvSpPr/>
            <p:nvPr/>
          </p:nvSpPr>
          <p:spPr>
            <a:xfrm>
              <a:off x="1821" y="3026"/>
              <a:ext cx="130" cy="0"/>
            </a:xfrm>
            <a:prstGeom prst="line">
              <a:avLst/>
            </a:prstGeom>
            <a:ln w="22225" cap="flat" cmpd="sng">
              <a:solidFill>
                <a:schemeClr val="tx1"/>
              </a:solidFill>
              <a:prstDash val="solid"/>
              <a:headEnd type="none" w="med" len="med"/>
              <a:tailEnd type="none" w="med" len="med"/>
            </a:ln>
          </p:spPr>
        </p:sp>
        <p:sp>
          <p:nvSpPr>
            <p:cNvPr id="28692" name="Rectangle 23"/>
            <p:cNvSpPr/>
            <p:nvPr/>
          </p:nvSpPr>
          <p:spPr>
            <a:xfrm>
              <a:off x="1042" y="2451"/>
              <a:ext cx="471" cy="289"/>
            </a:xfrm>
            <a:prstGeom prst="rect">
              <a:avLst/>
            </a:prstGeom>
            <a:noFill/>
            <a:ln w="22225">
              <a:noFill/>
            </a:ln>
          </p:spPr>
          <p:txBody>
            <a:bodyPr wrap="none">
              <a:spAutoFit/>
            </a:bodyPr>
            <a:lstStyle/>
            <a:p>
              <a:r>
                <a:rPr lang="en-US" altLang="zh-CN" sz="2400" i="1" dirty="0">
                  <a:latin typeface="Times New Roman" panose="02020603050405020304" pitchFamily="18" charset="0"/>
                </a:rPr>
                <a:t>X</a:t>
              </a:r>
              <a:r>
                <a:rPr lang="en-US" altLang="zh-CN" sz="2400" i="1" baseline="-18000" dirty="0">
                  <a:latin typeface="Times New Roman" panose="02020603050405020304" pitchFamily="18" charset="0"/>
                </a:rPr>
                <a:t>i</a:t>
              </a:r>
              <a:r>
                <a:rPr lang="en-US" altLang="zh-CN" sz="2400" dirty="0">
                  <a:latin typeface="Times New Roman" panose="02020603050405020304" pitchFamily="18" charset="0"/>
                </a:rPr>
                <a:t>(</a:t>
              </a:r>
              <a:r>
                <a:rPr lang="en-US" altLang="zh-CN" sz="2400" i="1" dirty="0">
                  <a:latin typeface="Times New Roman" panose="02020603050405020304" pitchFamily="18" charset="0"/>
                </a:rPr>
                <a:t>s</a:t>
              </a:r>
              <a:r>
                <a:rPr lang="en-US" altLang="zh-CN" sz="2400" dirty="0">
                  <a:latin typeface="Times New Roman" panose="02020603050405020304" pitchFamily="18" charset="0"/>
                </a:rPr>
                <a:t>)</a:t>
              </a:r>
            </a:p>
          </p:txBody>
        </p:sp>
        <p:sp>
          <p:nvSpPr>
            <p:cNvPr id="28693" name="Rectangle 24"/>
            <p:cNvSpPr/>
            <p:nvPr/>
          </p:nvSpPr>
          <p:spPr>
            <a:xfrm>
              <a:off x="4512" y="2448"/>
              <a:ext cx="500" cy="289"/>
            </a:xfrm>
            <a:prstGeom prst="rect">
              <a:avLst/>
            </a:prstGeom>
            <a:noFill/>
            <a:ln w="22225">
              <a:noFill/>
            </a:ln>
          </p:spPr>
          <p:txBody>
            <a:bodyPr wrap="none">
              <a:spAutoFit/>
            </a:bodyPr>
            <a:lstStyle/>
            <a:p>
              <a:r>
                <a:rPr lang="en-US" altLang="zh-CN" sz="2400" i="1" dirty="0">
                  <a:latin typeface="Times New Roman" panose="02020603050405020304" pitchFamily="18" charset="0"/>
                </a:rPr>
                <a:t>X</a:t>
              </a:r>
              <a:r>
                <a:rPr lang="en-US" altLang="zh-CN" sz="2400" i="1" baseline="-18000" dirty="0">
                  <a:latin typeface="Times New Roman" panose="02020603050405020304" pitchFamily="18" charset="0"/>
                </a:rPr>
                <a:t>o</a:t>
              </a:r>
              <a:r>
                <a:rPr lang="en-US" altLang="zh-CN" sz="2400" dirty="0">
                  <a:latin typeface="Times New Roman" panose="02020603050405020304" pitchFamily="18" charset="0"/>
                </a:rPr>
                <a:t>(</a:t>
              </a:r>
              <a:r>
                <a:rPr lang="en-US" altLang="zh-CN" sz="2400" i="1" dirty="0">
                  <a:latin typeface="Times New Roman" panose="02020603050405020304" pitchFamily="18" charset="0"/>
                </a:rPr>
                <a:t>s</a:t>
              </a:r>
              <a:r>
                <a:rPr lang="en-US" altLang="zh-CN" sz="2400" dirty="0">
                  <a:latin typeface="Times New Roman" panose="02020603050405020304" pitchFamily="18" charset="0"/>
                </a:rPr>
                <a:t>)</a:t>
              </a:r>
            </a:p>
          </p:txBody>
        </p:sp>
        <p:sp>
          <p:nvSpPr>
            <p:cNvPr id="28694" name="Oval 25"/>
            <p:cNvSpPr/>
            <p:nvPr/>
          </p:nvSpPr>
          <p:spPr>
            <a:xfrm>
              <a:off x="4490" y="2707"/>
              <a:ext cx="45" cy="45"/>
            </a:xfrm>
            <a:prstGeom prst="ellipse">
              <a:avLst/>
            </a:prstGeom>
            <a:solidFill>
              <a:schemeClr val="tx1"/>
            </a:solidFill>
            <a:ln w="22225" cap="flat" cmpd="sng">
              <a:solidFill>
                <a:schemeClr val="tx1"/>
              </a:solidFill>
              <a:prstDash val="solid"/>
              <a:headEnd type="none" w="med" len="med"/>
              <a:tailEnd type="none" w="med" len="med"/>
            </a:ln>
          </p:spPr>
          <p:txBody>
            <a:bodyPr wrap="none" anchor="ctr" anchorCtr="0"/>
            <a:lstStyle/>
            <a:p>
              <a:endParaRPr lang="zh-CN" altLang="en-US" dirty="0">
                <a:latin typeface="Arial" panose="020B0604020202020204" pitchFamily="34" charset="0"/>
              </a:endParaRPr>
            </a:p>
          </p:txBody>
        </p:sp>
        <p:graphicFrame>
          <p:nvGraphicFramePr>
            <p:cNvPr id="28695" name="Object 26"/>
            <p:cNvGraphicFramePr>
              <a:graphicFrameLocks noChangeAspect="1"/>
            </p:cNvGraphicFramePr>
            <p:nvPr/>
          </p:nvGraphicFramePr>
          <p:xfrm>
            <a:off x="2310" y="2603"/>
            <a:ext cx="969" cy="293"/>
          </p:xfrm>
          <a:graphic>
            <a:graphicData uri="http://schemas.openxmlformats.org/presentationml/2006/ole">
              <mc:AlternateContent xmlns:mc="http://schemas.openxmlformats.org/markup-compatibility/2006">
                <mc:Choice xmlns:v="urn:schemas-microsoft-com:vml" Requires="v">
                  <p:oleObj r:id="rId9" imgW="761365" imgH="241300" progId="Equation.3">
                    <p:embed/>
                  </p:oleObj>
                </mc:Choice>
                <mc:Fallback>
                  <p:oleObj r:id="rId9" imgW="761365" imgH="241300" progId="Equation.3">
                    <p:embed/>
                    <p:pic>
                      <p:nvPicPr>
                        <p:cNvPr id="0" name="图片 3101"/>
                        <p:cNvPicPr/>
                        <p:nvPr/>
                      </p:nvPicPr>
                      <p:blipFill>
                        <a:blip r:embed="rId10"/>
                        <a:stretch>
                          <a:fillRect/>
                        </a:stretch>
                      </p:blipFill>
                      <p:spPr>
                        <a:xfrm>
                          <a:off x="2310" y="2603"/>
                          <a:ext cx="969" cy="293"/>
                        </a:xfrm>
                        <a:prstGeom prst="rect">
                          <a:avLst/>
                        </a:prstGeom>
                        <a:noFill/>
                        <a:ln w="38100">
                          <a:noFill/>
                          <a:miter/>
                        </a:ln>
                      </p:spPr>
                    </p:pic>
                  </p:oleObj>
                </mc:Fallback>
              </mc:AlternateContent>
            </a:graphicData>
          </a:graphic>
        </p:graphicFrame>
        <p:sp>
          <p:nvSpPr>
            <p:cNvPr id="28696" name="Text Box 27"/>
            <p:cNvSpPr txBox="1"/>
            <p:nvPr/>
          </p:nvSpPr>
          <p:spPr>
            <a:xfrm>
              <a:off x="1805" y="2451"/>
              <a:ext cx="451" cy="289"/>
            </a:xfrm>
            <a:prstGeom prst="rect">
              <a:avLst/>
            </a:prstGeom>
            <a:noFill/>
            <a:ln w="22225">
              <a:noFill/>
            </a:ln>
          </p:spPr>
          <p:txBody>
            <a:bodyPr wrap="none">
              <a:spAutoFit/>
            </a:bodyPr>
            <a:lstStyle/>
            <a:p>
              <a:r>
                <a:rPr lang="en-US" altLang="zh-CN" sz="2400" i="1" dirty="0">
                  <a:latin typeface="Times New Roman" panose="02020603050405020304" pitchFamily="18" charset="0"/>
                  <a:sym typeface="Symbol" panose="05050102010706020507" pitchFamily="18" charset="2"/>
                </a:rPr>
                <a:t></a:t>
              </a:r>
              <a:r>
                <a:rPr lang="en-US" altLang="zh-CN" sz="2400" i="1" dirty="0">
                  <a:latin typeface="Times New Roman" panose="02020603050405020304" pitchFamily="18" charset="0"/>
                </a:rPr>
                <a:t> </a:t>
              </a:r>
              <a:r>
                <a:rPr lang="en-US" altLang="zh-CN" sz="2400" dirty="0">
                  <a:latin typeface="Times New Roman" panose="02020603050405020304" pitchFamily="18" charset="0"/>
                </a:rPr>
                <a:t>(</a:t>
              </a:r>
              <a:r>
                <a:rPr lang="en-US" altLang="zh-CN" sz="2400" i="1" dirty="0">
                  <a:latin typeface="Times New Roman" panose="02020603050405020304" pitchFamily="18" charset="0"/>
                </a:rPr>
                <a:t>s</a:t>
              </a:r>
              <a:r>
                <a:rPr lang="en-US" altLang="zh-CN" sz="2400" dirty="0">
                  <a:latin typeface="Times New Roman" panose="02020603050405020304" pitchFamily="18" charset="0"/>
                </a:rPr>
                <a:t>)</a:t>
              </a:r>
            </a:p>
          </p:txBody>
        </p:sp>
        <p:sp>
          <p:nvSpPr>
            <p:cNvPr id="28697" name="Text Box 28"/>
            <p:cNvSpPr txBox="1"/>
            <p:nvPr/>
          </p:nvSpPr>
          <p:spPr>
            <a:xfrm>
              <a:off x="3220" y="2452"/>
              <a:ext cx="458" cy="288"/>
            </a:xfrm>
            <a:prstGeom prst="rect">
              <a:avLst/>
            </a:prstGeom>
            <a:noFill/>
            <a:ln w="22225">
              <a:noFill/>
            </a:ln>
          </p:spPr>
          <p:txBody>
            <a:bodyPr wrap="none">
              <a:spAutoFit/>
            </a:bodyPr>
            <a:lstStyle/>
            <a:p>
              <a:r>
                <a:rPr lang="en-US" altLang="zh-CN" sz="2400" i="1" dirty="0">
                  <a:latin typeface="Times New Roman" panose="02020603050405020304" pitchFamily="18" charset="0"/>
                </a:rPr>
                <a:t>U</a:t>
              </a:r>
              <a:r>
                <a:rPr lang="en-US" altLang="zh-CN" sz="2400" dirty="0">
                  <a:latin typeface="Times New Roman" panose="02020603050405020304" pitchFamily="18" charset="0"/>
                </a:rPr>
                <a:t>(</a:t>
              </a:r>
              <a:r>
                <a:rPr lang="en-US" altLang="zh-CN" sz="2400" i="1" dirty="0">
                  <a:latin typeface="Times New Roman" panose="02020603050405020304" pitchFamily="18" charset="0"/>
                </a:rPr>
                <a:t>s</a:t>
              </a:r>
              <a:r>
                <a:rPr lang="en-US" altLang="zh-CN" sz="2400" dirty="0">
                  <a:latin typeface="Times New Roman" panose="02020603050405020304" pitchFamily="18" charset="0"/>
                </a:rPr>
                <a:t>)</a:t>
              </a:r>
            </a:p>
          </p:txBody>
        </p:sp>
      </p:grpSp>
      <p:sp>
        <p:nvSpPr>
          <p:cNvPr id="36893" name="Rectangle 29"/>
          <p:cNvSpPr/>
          <p:nvPr/>
        </p:nvSpPr>
        <p:spPr>
          <a:xfrm>
            <a:off x="1108075" y="3027363"/>
            <a:ext cx="7010400" cy="519112"/>
          </a:xfrm>
          <a:prstGeom prst="rect">
            <a:avLst/>
          </a:prstGeom>
          <a:noFill/>
          <a:ln w="22225">
            <a:noFill/>
          </a:ln>
        </p:spPr>
        <p:txBody>
          <a:bodyPr>
            <a:spAutoFit/>
          </a:bodyPr>
          <a:lstStyle/>
          <a:p>
            <a:pPr>
              <a:buFont typeface="Wingdings" panose="05000000000000000000" pitchFamily="2" charset="2"/>
              <a:buChar char="Ø"/>
            </a:pPr>
            <a:r>
              <a:rPr lang="en-US" altLang="zh-CN" sz="2800" i="1" dirty="0">
                <a:latin typeface="Times New Roman" panose="02020603050405020304" pitchFamily="18" charset="0"/>
              </a:rPr>
              <a:t> </a:t>
            </a:r>
            <a:r>
              <a:rPr lang="en-US" altLang="zh-CN" sz="2800" dirty="0">
                <a:latin typeface="Times New Roman" panose="02020603050405020304" pitchFamily="18" charset="0"/>
              </a:rPr>
              <a:t>PD</a:t>
            </a:r>
            <a:r>
              <a:rPr lang="zh-CN" altLang="en-US" sz="2800" dirty="0">
                <a:latin typeface="Times New Roman" panose="02020603050405020304" pitchFamily="18" charset="0"/>
              </a:rPr>
              <a:t>控制对系统性能的影响</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6868"/>
                                        </p:tgtEl>
                                        <p:attrNameLst>
                                          <p:attrName>style.visibility</p:attrName>
                                        </p:attrNameLst>
                                      </p:cBhvr>
                                      <p:to>
                                        <p:strVal val="visible"/>
                                      </p:to>
                                    </p:set>
                                    <p:anim calcmode="lin" valueType="num">
                                      <p:cBhvr additive="base">
                                        <p:cTn id="7" dur="500" fill="hold"/>
                                        <p:tgtEl>
                                          <p:spTgt spid="36868"/>
                                        </p:tgtEl>
                                        <p:attrNameLst>
                                          <p:attrName>ppt_x</p:attrName>
                                        </p:attrNameLst>
                                      </p:cBhvr>
                                      <p:tavLst>
                                        <p:tav tm="0">
                                          <p:val>
                                            <p:strVal val="#ppt_x"/>
                                          </p:val>
                                        </p:tav>
                                        <p:tav tm="100000">
                                          <p:val>
                                            <p:strVal val="#ppt_x"/>
                                          </p:val>
                                        </p:tav>
                                      </p:tavLst>
                                    </p:anim>
                                    <p:anim calcmode="lin" valueType="num">
                                      <p:cBhvr additive="base">
                                        <p:cTn id="8" dur="500" fill="hold"/>
                                        <p:tgtEl>
                                          <p:spTgt spid="3686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6869"/>
                                        </p:tgtEl>
                                        <p:attrNameLst>
                                          <p:attrName>style.visibility</p:attrName>
                                        </p:attrNameLst>
                                      </p:cBhvr>
                                      <p:to>
                                        <p:strVal val="visible"/>
                                      </p:to>
                                    </p:set>
                                    <p:anim calcmode="lin" valueType="num">
                                      <p:cBhvr additive="base">
                                        <p:cTn id="13" dur="500" fill="hold"/>
                                        <p:tgtEl>
                                          <p:spTgt spid="36869"/>
                                        </p:tgtEl>
                                        <p:attrNameLst>
                                          <p:attrName>ppt_x</p:attrName>
                                        </p:attrNameLst>
                                      </p:cBhvr>
                                      <p:tavLst>
                                        <p:tav tm="0">
                                          <p:val>
                                            <p:strVal val="#ppt_x"/>
                                          </p:val>
                                        </p:tav>
                                        <p:tav tm="100000">
                                          <p:val>
                                            <p:strVal val="#ppt_x"/>
                                          </p:val>
                                        </p:tav>
                                      </p:tavLst>
                                    </p:anim>
                                    <p:anim calcmode="lin" valueType="num">
                                      <p:cBhvr additive="base">
                                        <p:cTn id="14" dur="500" fill="hold"/>
                                        <p:tgtEl>
                                          <p:spTgt spid="36869"/>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6893"/>
                                        </p:tgtEl>
                                        <p:attrNameLst>
                                          <p:attrName>style.visibility</p:attrName>
                                        </p:attrNameLst>
                                      </p:cBhvr>
                                      <p:to>
                                        <p:strVal val="visible"/>
                                      </p:to>
                                    </p:set>
                                    <p:anim calcmode="lin" valueType="num">
                                      <p:cBhvr additive="base">
                                        <p:cTn id="19" dur="500" fill="hold"/>
                                        <p:tgtEl>
                                          <p:spTgt spid="36893"/>
                                        </p:tgtEl>
                                        <p:attrNameLst>
                                          <p:attrName>ppt_x</p:attrName>
                                        </p:attrNameLst>
                                      </p:cBhvr>
                                      <p:tavLst>
                                        <p:tav tm="0">
                                          <p:val>
                                            <p:strVal val="#ppt_x"/>
                                          </p:val>
                                        </p:tav>
                                        <p:tav tm="100000">
                                          <p:val>
                                            <p:strVal val="#ppt_x"/>
                                          </p:val>
                                        </p:tav>
                                      </p:tavLst>
                                    </p:anim>
                                    <p:anim calcmode="lin" valueType="num">
                                      <p:cBhvr additive="base">
                                        <p:cTn id="20" dur="500" fill="hold"/>
                                        <p:tgtEl>
                                          <p:spTgt spid="36893"/>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
                                        </p:tgtEl>
                                        <p:attrNameLst>
                                          <p:attrName>style.visibility</p:attrName>
                                        </p:attrNameLst>
                                      </p:cBhvr>
                                      <p:to>
                                        <p:strVal val="visible"/>
                                      </p:to>
                                    </p:set>
                                    <p:anim calcmode="lin" valueType="num">
                                      <p:cBhvr additive="base">
                                        <p:cTn id="25" dur="500" fill="hold"/>
                                        <p:tgtEl>
                                          <p:spTgt spid="2"/>
                                        </p:tgtEl>
                                        <p:attrNameLst>
                                          <p:attrName>ppt_x</p:attrName>
                                        </p:attrNameLst>
                                      </p:cBhvr>
                                      <p:tavLst>
                                        <p:tav tm="0">
                                          <p:val>
                                            <p:strVal val="#ppt_x"/>
                                          </p:val>
                                        </p:tav>
                                        <p:tav tm="100000">
                                          <p:val>
                                            <p:strVal val="#ppt_x"/>
                                          </p:val>
                                        </p:tav>
                                      </p:tavLst>
                                    </p:anim>
                                    <p:anim calcmode="lin" valueType="num">
                                      <p:cBhvr additive="base">
                                        <p:cTn id="26"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93"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9698" name="Group 3"/>
          <p:cNvGrpSpPr/>
          <p:nvPr/>
        </p:nvGrpSpPr>
        <p:grpSpPr>
          <a:xfrm>
            <a:off x="755650" y="1052513"/>
            <a:ext cx="7481888" cy="5181600"/>
            <a:chOff x="528" y="912"/>
            <a:chExt cx="4713" cy="3264"/>
          </a:xfrm>
        </p:grpSpPr>
        <p:sp>
          <p:nvSpPr>
            <p:cNvPr id="29699" name="Line 4"/>
            <p:cNvSpPr/>
            <p:nvPr/>
          </p:nvSpPr>
          <p:spPr>
            <a:xfrm>
              <a:off x="1179" y="1654"/>
              <a:ext cx="3866" cy="0"/>
            </a:xfrm>
            <a:prstGeom prst="line">
              <a:avLst/>
            </a:prstGeom>
            <a:ln w="22225" cap="flat" cmpd="sng">
              <a:solidFill>
                <a:schemeClr val="tx1"/>
              </a:solidFill>
              <a:prstDash val="solid"/>
              <a:headEnd type="none" w="med" len="med"/>
              <a:tailEnd type="triangle" w="med" len="med"/>
            </a:ln>
          </p:spPr>
        </p:sp>
        <p:sp>
          <p:nvSpPr>
            <p:cNvPr id="29700" name="Line 5"/>
            <p:cNvSpPr/>
            <p:nvPr/>
          </p:nvSpPr>
          <p:spPr>
            <a:xfrm flipV="1">
              <a:off x="1179" y="964"/>
              <a:ext cx="0" cy="1300"/>
            </a:xfrm>
            <a:prstGeom prst="line">
              <a:avLst/>
            </a:prstGeom>
            <a:ln w="22225" cap="flat" cmpd="sng">
              <a:solidFill>
                <a:schemeClr val="tx1"/>
              </a:solidFill>
              <a:prstDash val="solid"/>
              <a:headEnd type="none" w="med" len="med"/>
              <a:tailEnd type="triangle" w="med" len="med"/>
            </a:ln>
          </p:spPr>
        </p:sp>
        <p:sp>
          <p:nvSpPr>
            <p:cNvPr id="29701" name="Line 6"/>
            <p:cNvSpPr/>
            <p:nvPr/>
          </p:nvSpPr>
          <p:spPr>
            <a:xfrm flipV="1">
              <a:off x="1179" y="2345"/>
              <a:ext cx="0" cy="1665"/>
            </a:xfrm>
            <a:prstGeom prst="line">
              <a:avLst/>
            </a:prstGeom>
            <a:ln w="22225" cap="flat" cmpd="sng">
              <a:solidFill>
                <a:schemeClr val="tx1"/>
              </a:solidFill>
              <a:prstDash val="solid"/>
              <a:headEnd type="none" w="med" len="med"/>
              <a:tailEnd type="triangle" w="med" len="med"/>
            </a:ln>
          </p:spPr>
        </p:sp>
        <p:sp>
          <p:nvSpPr>
            <p:cNvPr id="29702" name="Line 7"/>
            <p:cNvSpPr/>
            <p:nvPr/>
          </p:nvSpPr>
          <p:spPr>
            <a:xfrm>
              <a:off x="1179" y="3604"/>
              <a:ext cx="3822" cy="0"/>
            </a:xfrm>
            <a:prstGeom prst="line">
              <a:avLst/>
            </a:prstGeom>
            <a:ln w="22225" cap="flat" cmpd="sng">
              <a:solidFill>
                <a:schemeClr val="tx1"/>
              </a:solidFill>
              <a:prstDash val="solid"/>
              <a:headEnd type="none" w="med" len="med"/>
              <a:tailEnd type="triangle" w="med" len="med"/>
            </a:ln>
          </p:spPr>
        </p:sp>
        <p:sp>
          <p:nvSpPr>
            <p:cNvPr id="29703" name="Text Box 8"/>
            <p:cNvSpPr txBox="1"/>
            <p:nvPr/>
          </p:nvSpPr>
          <p:spPr>
            <a:xfrm>
              <a:off x="962" y="1488"/>
              <a:ext cx="212" cy="288"/>
            </a:xfrm>
            <a:prstGeom prst="rect">
              <a:avLst/>
            </a:prstGeom>
            <a:noFill/>
            <a:ln w="9525">
              <a:noFill/>
            </a:ln>
          </p:spPr>
          <p:txBody>
            <a:bodyPr wrap="none">
              <a:spAutoFit/>
            </a:bodyPr>
            <a:lstStyle/>
            <a:p>
              <a:r>
                <a:rPr lang="en-US" altLang="zh-CN" sz="2400" dirty="0">
                  <a:latin typeface="Times New Roman" panose="02020603050405020304" pitchFamily="18" charset="0"/>
                </a:rPr>
                <a:t>0</a:t>
              </a:r>
            </a:p>
          </p:txBody>
        </p:sp>
        <p:sp>
          <p:nvSpPr>
            <p:cNvPr id="29704" name="Text Box 9"/>
            <p:cNvSpPr txBox="1"/>
            <p:nvPr/>
          </p:nvSpPr>
          <p:spPr>
            <a:xfrm>
              <a:off x="672" y="3456"/>
              <a:ext cx="660" cy="288"/>
            </a:xfrm>
            <a:prstGeom prst="rect">
              <a:avLst/>
            </a:prstGeom>
            <a:noFill/>
            <a:ln w="9525">
              <a:noFill/>
            </a:ln>
          </p:spPr>
          <p:txBody>
            <a:bodyPr wrap="none">
              <a:spAutoFit/>
            </a:bodyPr>
            <a:lstStyle/>
            <a:p>
              <a:r>
                <a:rPr lang="en-US" altLang="zh-CN" sz="2400" dirty="0">
                  <a:latin typeface="Times New Roman" panose="02020603050405020304" pitchFamily="18" charset="0"/>
                </a:rPr>
                <a:t>-180°</a:t>
              </a:r>
            </a:p>
          </p:txBody>
        </p:sp>
        <p:sp>
          <p:nvSpPr>
            <p:cNvPr id="29705" name="Text Box 10"/>
            <p:cNvSpPr txBox="1"/>
            <p:nvPr/>
          </p:nvSpPr>
          <p:spPr>
            <a:xfrm>
              <a:off x="889" y="2832"/>
              <a:ext cx="404" cy="288"/>
            </a:xfrm>
            <a:prstGeom prst="rect">
              <a:avLst/>
            </a:prstGeom>
            <a:noFill/>
            <a:ln w="9525">
              <a:noFill/>
            </a:ln>
          </p:spPr>
          <p:txBody>
            <a:bodyPr wrap="none">
              <a:spAutoFit/>
            </a:bodyPr>
            <a:lstStyle/>
            <a:p>
              <a:r>
                <a:rPr lang="en-US" altLang="zh-CN" sz="2400" dirty="0">
                  <a:latin typeface="Times New Roman" panose="02020603050405020304" pitchFamily="18" charset="0"/>
                </a:rPr>
                <a:t>0°</a:t>
              </a:r>
            </a:p>
          </p:txBody>
        </p:sp>
        <p:sp>
          <p:nvSpPr>
            <p:cNvPr id="29706" name="Text Box 11"/>
            <p:cNvSpPr txBox="1"/>
            <p:nvPr/>
          </p:nvSpPr>
          <p:spPr>
            <a:xfrm>
              <a:off x="802" y="2507"/>
              <a:ext cx="500" cy="288"/>
            </a:xfrm>
            <a:prstGeom prst="rect">
              <a:avLst/>
            </a:prstGeom>
            <a:noFill/>
            <a:ln w="9525">
              <a:noFill/>
            </a:ln>
          </p:spPr>
          <p:txBody>
            <a:bodyPr wrap="none">
              <a:spAutoFit/>
            </a:bodyPr>
            <a:lstStyle/>
            <a:p>
              <a:r>
                <a:rPr lang="en-US" altLang="zh-CN" sz="2400" dirty="0">
                  <a:latin typeface="Times New Roman" panose="02020603050405020304" pitchFamily="18" charset="0"/>
                </a:rPr>
                <a:t>90°</a:t>
              </a:r>
            </a:p>
          </p:txBody>
        </p:sp>
        <p:sp>
          <p:nvSpPr>
            <p:cNvPr id="29707" name="Line 12"/>
            <p:cNvSpPr/>
            <p:nvPr/>
          </p:nvSpPr>
          <p:spPr>
            <a:xfrm flipH="1">
              <a:off x="2976" y="1649"/>
              <a:ext cx="0" cy="1787"/>
            </a:xfrm>
            <a:prstGeom prst="line">
              <a:avLst/>
            </a:prstGeom>
            <a:ln w="22225" cap="flat" cmpd="sng">
              <a:solidFill>
                <a:schemeClr val="tx1"/>
              </a:solidFill>
              <a:prstDash val="dash"/>
              <a:headEnd type="none" w="med" len="med"/>
              <a:tailEnd type="none" w="med" len="med"/>
            </a:ln>
          </p:spPr>
        </p:sp>
        <p:sp>
          <p:nvSpPr>
            <p:cNvPr id="29708" name="Line 13"/>
            <p:cNvSpPr/>
            <p:nvPr/>
          </p:nvSpPr>
          <p:spPr>
            <a:xfrm>
              <a:off x="2976" y="3352"/>
              <a:ext cx="0" cy="203"/>
            </a:xfrm>
            <a:prstGeom prst="line">
              <a:avLst/>
            </a:prstGeom>
            <a:ln w="22225" cap="flat" cmpd="sng">
              <a:solidFill>
                <a:schemeClr val="accent2"/>
              </a:solidFill>
              <a:prstDash val="solid"/>
              <a:headEnd type="none" w="med" len="med"/>
              <a:tailEnd type="triangle" w="med" len="med"/>
            </a:ln>
          </p:spPr>
        </p:sp>
        <p:sp>
          <p:nvSpPr>
            <p:cNvPr id="29709" name="Line 14"/>
            <p:cNvSpPr/>
            <p:nvPr/>
          </p:nvSpPr>
          <p:spPr>
            <a:xfrm flipV="1">
              <a:off x="2976" y="3588"/>
              <a:ext cx="0" cy="206"/>
            </a:xfrm>
            <a:prstGeom prst="line">
              <a:avLst/>
            </a:prstGeom>
            <a:ln w="22225" cap="flat" cmpd="sng">
              <a:solidFill>
                <a:schemeClr val="accent2"/>
              </a:solidFill>
              <a:prstDash val="solid"/>
              <a:headEnd type="none" w="med" len="med"/>
              <a:tailEnd type="triangle" w="med" len="med"/>
            </a:ln>
          </p:spPr>
        </p:sp>
        <p:sp>
          <p:nvSpPr>
            <p:cNvPr id="29710" name="Text Box 15"/>
            <p:cNvSpPr txBox="1"/>
            <p:nvPr/>
          </p:nvSpPr>
          <p:spPr>
            <a:xfrm rot="-5400000">
              <a:off x="292" y="1414"/>
              <a:ext cx="760" cy="288"/>
            </a:xfrm>
            <a:prstGeom prst="rect">
              <a:avLst/>
            </a:prstGeom>
            <a:noFill/>
            <a:ln w="9525">
              <a:noFill/>
            </a:ln>
          </p:spPr>
          <p:txBody>
            <a:bodyPr wrap="none">
              <a:spAutoFit/>
            </a:bodyPr>
            <a:lstStyle/>
            <a:p>
              <a:r>
                <a:rPr lang="en-US" altLang="zh-CN" sz="2400" i="1" dirty="0">
                  <a:latin typeface="Times New Roman" panose="02020603050405020304" pitchFamily="18" charset="0"/>
                </a:rPr>
                <a:t>L</a:t>
              </a:r>
              <a:r>
                <a:rPr lang="en-US" altLang="zh-CN" sz="2400" dirty="0">
                  <a:latin typeface="Times New Roman" panose="02020603050405020304" pitchFamily="18" charset="0"/>
                </a:rPr>
                <a:t>(</a:t>
              </a:r>
              <a:r>
                <a:rPr lang="en-US" altLang="zh-CN" sz="2400" i="1" dirty="0">
                  <a:latin typeface="Times New Roman" panose="02020603050405020304" pitchFamily="18" charset="0"/>
                  <a:sym typeface="Symbol" panose="05050102010706020507" pitchFamily="18" charset="2"/>
                </a:rPr>
                <a:t></a:t>
              </a:r>
              <a:r>
                <a:rPr lang="en-US" altLang="zh-CN" sz="2400" dirty="0">
                  <a:latin typeface="Times New Roman" panose="02020603050405020304" pitchFamily="18" charset="0"/>
                </a:rPr>
                <a:t>)/dB</a:t>
              </a:r>
            </a:p>
          </p:txBody>
        </p:sp>
        <p:sp>
          <p:nvSpPr>
            <p:cNvPr id="29711" name="Text Box 16"/>
            <p:cNvSpPr txBox="1"/>
            <p:nvPr/>
          </p:nvSpPr>
          <p:spPr>
            <a:xfrm rot="-5400000">
              <a:off x="426" y="2939"/>
              <a:ext cx="492" cy="288"/>
            </a:xfrm>
            <a:prstGeom prst="rect">
              <a:avLst/>
            </a:prstGeom>
            <a:noFill/>
            <a:ln w="9525">
              <a:noFill/>
            </a:ln>
          </p:spPr>
          <p:txBody>
            <a:bodyPr wrap="none">
              <a:spAutoFit/>
            </a:bodyPr>
            <a:lstStyle/>
            <a:p>
              <a:r>
                <a:rPr lang="en-US" altLang="zh-CN" sz="2400" i="1" dirty="0">
                  <a:latin typeface="Times New Roman" panose="02020603050405020304" pitchFamily="18" charset="0"/>
                  <a:sym typeface="Symbol" panose="05050102010706020507" pitchFamily="18" charset="2"/>
                </a:rPr>
                <a:t></a:t>
              </a:r>
              <a:r>
                <a:rPr lang="en-US" altLang="zh-CN" sz="2400" dirty="0">
                  <a:latin typeface="Times New Roman" panose="02020603050405020304" pitchFamily="18" charset="0"/>
                </a:rPr>
                <a:t>(</a:t>
              </a:r>
              <a:r>
                <a:rPr lang="en-US" altLang="zh-CN" sz="2400" i="1" dirty="0">
                  <a:latin typeface="Times New Roman" panose="02020603050405020304" pitchFamily="18" charset="0"/>
                  <a:sym typeface="Symbol" panose="05050102010706020507" pitchFamily="18" charset="2"/>
                </a:rPr>
                <a:t></a:t>
              </a:r>
              <a:r>
                <a:rPr lang="en-US" altLang="zh-CN" sz="2400" dirty="0">
                  <a:latin typeface="Times New Roman" panose="02020603050405020304" pitchFamily="18" charset="0"/>
                </a:rPr>
                <a:t>)</a:t>
              </a:r>
            </a:p>
          </p:txBody>
        </p:sp>
        <p:sp>
          <p:nvSpPr>
            <p:cNvPr id="29712" name="Text Box 17"/>
            <p:cNvSpPr txBox="1"/>
            <p:nvPr/>
          </p:nvSpPr>
          <p:spPr>
            <a:xfrm>
              <a:off x="1628" y="1409"/>
              <a:ext cx="212" cy="288"/>
            </a:xfrm>
            <a:prstGeom prst="rect">
              <a:avLst/>
            </a:prstGeom>
            <a:noFill/>
            <a:ln w="9525">
              <a:noFill/>
            </a:ln>
          </p:spPr>
          <p:txBody>
            <a:bodyPr wrap="none">
              <a:spAutoFit/>
            </a:bodyPr>
            <a:lstStyle/>
            <a:p>
              <a:r>
                <a:rPr lang="en-US" altLang="zh-CN" sz="2400" dirty="0">
                  <a:latin typeface="Times New Roman" panose="02020603050405020304" pitchFamily="18" charset="0"/>
                </a:rPr>
                <a:t>0</a:t>
              </a:r>
            </a:p>
          </p:txBody>
        </p:sp>
        <p:sp>
          <p:nvSpPr>
            <p:cNvPr id="29713" name="Text Box 18"/>
            <p:cNvSpPr txBox="1"/>
            <p:nvPr/>
          </p:nvSpPr>
          <p:spPr>
            <a:xfrm>
              <a:off x="2091" y="1217"/>
              <a:ext cx="372" cy="288"/>
            </a:xfrm>
            <a:prstGeom prst="rect">
              <a:avLst/>
            </a:prstGeom>
            <a:noFill/>
            <a:ln w="9525">
              <a:noFill/>
            </a:ln>
          </p:spPr>
          <p:txBody>
            <a:bodyPr wrap="none">
              <a:spAutoFit/>
            </a:bodyPr>
            <a:lstStyle/>
            <a:p>
              <a:r>
                <a:rPr lang="en-US" altLang="zh-CN" sz="2400" dirty="0">
                  <a:latin typeface="Times New Roman" panose="02020603050405020304" pitchFamily="18" charset="0"/>
                </a:rPr>
                <a:t>-20</a:t>
              </a:r>
            </a:p>
          </p:txBody>
        </p:sp>
        <p:sp>
          <p:nvSpPr>
            <p:cNvPr id="29714" name="Text Box 19"/>
            <p:cNvSpPr txBox="1"/>
            <p:nvPr/>
          </p:nvSpPr>
          <p:spPr>
            <a:xfrm>
              <a:off x="3525" y="1640"/>
              <a:ext cx="372" cy="288"/>
            </a:xfrm>
            <a:prstGeom prst="rect">
              <a:avLst/>
            </a:prstGeom>
            <a:noFill/>
            <a:ln w="9525">
              <a:noFill/>
            </a:ln>
          </p:spPr>
          <p:txBody>
            <a:bodyPr wrap="none">
              <a:spAutoFit/>
            </a:bodyPr>
            <a:lstStyle/>
            <a:p>
              <a:r>
                <a:rPr lang="en-US" altLang="zh-CN" sz="2400" dirty="0">
                  <a:latin typeface="Times New Roman" panose="02020603050405020304" pitchFamily="18" charset="0"/>
                </a:rPr>
                <a:t>-40</a:t>
              </a:r>
            </a:p>
          </p:txBody>
        </p:sp>
        <p:sp>
          <p:nvSpPr>
            <p:cNvPr id="29715" name="Text Box 20"/>
            <p:cNvSpPr txBox="1"/>
            <p:nvPr/>
          </p:nvSpPr>
          <p:spPr>
            <a:xfrm>
              <a:off x="4549" y="1632"/>
              <a:ext cx="692" cy="288"/>
            </a:xfrm>
            <a:prstGeom prst="rect">
              <a:avLst/>
            </a:prstGeom>
            <a:noFill/>
            <a:ln w="9525">
              <a:noFill/>
            </a:ln>
          </p:spPr>
          <p:txBody>
            <a:bodyPr wrap="none">
              <a:spAutoFit/>
            </a:bodyPr>
            <a:lstStyle/>
            <a:p>
              <a:r>
                <a:rPr lang="zh-CN" altLang="en-US" sz="2400" dirty="0">
                  <a:solidFill>
                    <a:srgbClr val="FF0000"/>
                  </a:solidFill>
                  <a:latin typeface="Times New Roman" panose="02020603050405020304" pitchFamily="18" charset="0"/>
                </a:rPr>
                <a:t>已校正</a:t>
              </a:r>
            </a:p>
          </p:txBody>
        </p:sp>
        <p:sp>
          <p:nvSpPr>
            <p:cNvPr id="29716" name="Text Box 21"/>
            <p:cNvSpPr txBox="1"/>
            <p:nvPr/>
          </p:nvSpPr>
          <p:spPr>
            <a:xfrm>
              <a:off x="2688" y="912"/>
              <a:ext cx="1130" cy="288"/>
            </a:xfrm>
            <a:prstGeom prst="rect">
              <a:avLst/>
            </a:prstGeom>
            <a:noFill/>
            <a:ln w="9525">
              <a:noFill/>
            </a:ln>
          </p:spPr>
          <p:txBody>
            <a:bodyPr wrap="none">
              <a:spAutoFit/>
            </a:bodyPr>
            <a:lstStyle/>
            <a:p>
              <a:r>
                <a:rPr lang="en-US" altLang="zh-CN" sz="2400" dirty="0">
                  <a:solidFill>
                    <a:srgbClr val="009900"/>
                  </a:solidFill>
                  <a:latin typeface="Times New Roman" panose="02020603050405020304" pitchFamily="18" charset="0"/>
                </a:rPr>
                <a:t>PD</a:t>
              </a:r>
              <a:r>
                <a:rPr lang="zh-CN" altLang="en-US" sz="2400" dirty="0">
                  <a:solidFill>
                    <a:srgbClr val="009900"/>
                  </a:solidFill>
                  <a:latin typeface="Times New Roman" panose="02020603050405020304" pitchFamily="18" charset="0"/>
                </a:rPr>
                <a:t>校正装置</a:t>
              </a:r>
            </a:p>
          </p:txBody>
        </p:sp>
        <p:sp>
          <p:nvSpPr>
            <p:cNvPr id="29717" name="Text Box 22"/>
            <p:cNvSpPr txBox="1"/>
            <p:nvPr/>
          </p:nvSpPr>
          <p:spPr>
            <a:xfrm>
              <a:off x="3772" y="2160"/>
              <a:ext cx="692" cy="288"/>
            </a:xfrm>
            <a:prstGeom prst="rect">
              <a:avLst/>
            </a:prstGeom>
            <a:noFill/>
            <a:ln w="9525">
              <a:noFill/>
            </a:ln>
          </p:spPr>
          <p:txBody>
            <a:bodyPr wrap="none">
              <a:spAutoFit/>
            </a:bodyPr>
            <a:lstStyle/>
            <a:p>
              <a:r>
                <a:rPr lang="zh-CN" altLang="en-US" sz="2400" dirty="0">
                  <a:solidFill>
                    <a:schemeClr val="accent2"/>
                  </a:solidFill>
                  <a:latin typeface="Times New Roman" panose="02020603050405020304" pitchFamily="18" charset="0"/>
                </a:rPr>
                <a:t>未校正</a:t>
              </a:r>
            </a:p>
          </p:txBody>
        </p:sp>
        <p:sp>
          <p:nvSpPr>
            <p:cNvPr id="29718" name="Rectangle 23"/>
            <p:cNvSpPr/>
            <p:nvPr/>
          </p:nvSpPr>
          <p:spPr>
            <a:xfrm>
              <a:off x="2699" y="1573"/>
              <a:ext cx="305" cy="288"/>
            </a:xfrm>
            <a:prstGeom prst="rect">
              <a:avLst/>
            </a:prstGeom>
            <a:noFill/>
            <a:ln w="9525">
              <a:noFill/>
            </a:ln>
          </p:spPr>
          <p:txBody>
            <a:bodyPr wrap="none">
              <a:spAutoFit/>
            </a:bodyPr>
            <a:lstStyle/>
            <a:p>
              <a:r>
                <a:rPr lang="en-US" altLang="zh-CN" sz="2400" i="1" dirty="0">
                  <a:solidFill>
                    <a:schemeClr val="accent2"/>
                  </a:solidFill>
                  <a:latin typeface="Times New Roman" panose="02020603050405020304" pitchFamily="18" charset="0"/>
                  <a:sym typeface="Symbol" panose="05050102010706020507" pitchFamily="18" charset="2"/>
                </a:rPr>
                <a:t></a:t>
              </a:r>
              <a:r>
                <a:rPr lang="en-US" altLang="zh-CN" sz="2400" i="1" baseline="-18000" dirty="0">
                  <a:solidFill>
                    <a:schemeClr val="accent2"/>
                  </a:solidFill>
                  <a:latin typeface="Times New Roman" panose="02020603050405020304" pitchFamily="18" charset="0"/>
                </a:rPr>
                <a:t>c</a:t>
              </a:r>
            </a:p>
          </p:txBody>
        </p:sp>
        <p:sp>
          <p:nvSpPr>
            <p:cNvPr id="29719" name="Rectangle 24"/>
            <p:cNvSpPr/>
            <p:nvPr/>
          </p:nvSpPr>
          <p:spPr>
            <a:xfrm>
              <a:off x="2400" y="3563"/>
              <a:ext cx="560" cy="288"/>
            </a:xfrm>
            <a:prstGeom prst="rect">
              <a:avLst/>
            </a:prstGeom>
            <a:noFill/>
            <a:ln w="9525">
              <a:noFill/>
            </a:ln>
          </p:spPr>
          <p:txBody>
            <a:bodyPr wrap="none">
              <a:spAutoFit/>
            </a:bodyPr>
            <a:lstStyle/>
            <a:p>
              <a:r>
                <a:rPr lang="en-US" altLang="zh-CN" sz="2400" i="1" dirty="0">
                  <a:solidFill>
                    <a:schemeClr val="accent2"/>
                  </a:solidFill>
                  <a:latin typeface="Times New Roman" panose="02020603050405020304" pitchFamily="18" charset="0"/>
                  <a:sym typeface="Symbol" panose="05050102010706020507" pitchFamily="18" charset="2"/>
                </a:rPr>
                <a:t></a:t>
              </a:r>
              <a:r>
                <a:rPr lang="en-US" altLang="zh-CN" sz="2400" i="1" dirty="0">
                  <a:solidFill>
                    <a:schemeClr val="accent2"/>
                  </a:solidFill>
                  <a:latin typeface="Times New Roman" panose="02020603050405020304" pitchFamily="18" charset="0"/>
                </a:rPr>
                <a:t> </a:t>
              </a:r>
              <a:r>
                <a:rPr lang="en-US" altLang="zh-CN" sz="2400" dirty="0">
                  <a:solidFill>
                    <a:schemeClr val="accent2"/>
                  </a:solidFill>
                  <a:latin typeface="Times New Roman" panose="02020603050405020304" pitchFamily="18" charset="0"/>
                </a:rPr>
                <a:t>(</a:t>
              </a:r>
              <a:r>
                <a:rPr lang="en-US" altLang="zh-CN" sz="2400" i="1" dirty="0">
                  <a:solidFill>
                    <a:schemeClr val="accent2"/>
                  </a:solidFill>
                  <a:latin typeface="Times New Roman" panose="02020603050405020304" pitchFamily="18" charset="0"/>
                  <a:sym typeface="Symbol" panose="05050102010706020507" pitchFamily="18" charset="2"/>
                </a:rPr>
                <a:t></a:t>
              </a:r>
              <a:r>
                <a:rPr lang="en-US" altLang="zh-CN" sz="2400" i="1" baseline="-18000" dirty="0">
                  <a:solidFill>
                    <a:schemeClr val="accent2"/>
                  </a:solidFill>
                  <a:latin typeface="Times New Roman" panose="02020603050405020304" pitchFamily="18" charset="0"/>
                </a:rPr>
                <a:t>c</a:t>
              </a:r>
              <a:r>
                <a:rPr lang="en-US" altLang="zh-CN" sz="2400" dirty="0">
                  <a:solidFill>
                    <a:schemeClr val="accent2"/>
                  </a:solidFill>
                  <a:latin typeface="Times New Roman" panose="02020603050405020304" pitchFamily="18" charset="0"/>
                </a:rPr>
                <a:t>)</a:t>
              </a:r>
            </a:p>
          </p:txBody>
        </p:sp>
        <p:sp>
          <p:nvSpPr>
            <p:cNvPr id="29720" name="Rectangle 25"/>
            <p:cNvSpPr/>
            <p:nvPr/>
          </p:nvSpPr>
          <p:spPr>
            <a:xfrm>
              <a:off x="3456" y="3024"/>
              <a:ext cx="601" cy="288"/>
            </a:xfrm>
            <a:prstGeom prst="rect">
              <a:avLst/>
            </a:prstGeom>
            <a:noFill/>
            <a:ln w="9525">
              <a:noFill/>
            </a:ln>
          </p:spPr>
          <p:txBody>
            <a:bodyPr wrap="none">
              <a:spAutoFit/>
            </a:bodyPr>
            <a:lstStyle/>
            <a:p>
              <a:r>
                <a:rPr lang="en-US" altLang="zh-CN" sz="2400" i="1" dirty="0">
                  <a:solidFill>
                    <a:srgbClr val="FF0000"/>
                  </a:solidFill>
                  <a:latin typeface="Times New Roman" panose="02020603050405020304" pitchFamily="18" charset="0"/>
                  <a:sym typeface="Symbol" panose="05050102010706020507" pitchFamily="18" charset="2"/>
                </a:rPr>
                <a:t></a:t>
              </a:r>
              <a:r>
                <a:rPr lang="en-US" altLang="zh-CN" sz="2400" i="1" dirty="0">
                  <a:solidFill>
                    <a:srgbClr val="FF0000"/>
                  </a:solidFill>
                  <a:latin typeface="Times New Roman" panose="02020603050405020304" pitchFamily="18" charset="0"/>
                </a:rPr>
                <a:t> </a:t>
              </a:r>
              <a:r>
                <a:rPr lang="en-US" altLang="zh-CN" sz="2400" dirty="0">
                  <a:solidFill>
                    <a:srgbClr val="FF0000"/>
                  </a:solidFill>
                  <a:latin typeface="Times New Roman" panose="02020603050405020304" pitchFamily="18" charset="0"/>
                </a:rPr>
                <a:t>(</a:t>
              </a:r>
              <a:r>
                <a:rPr lang="en-US" altLang="zh-CN" sz="2400" i="1" dirty="0">
                  <a:solidFill>
                    <a:srgbClr val="FF0000"/>
                  </a:solidFill>
                  <a:latin typeface="Times New Roman" panose="02020603050405020304" pitchFamily="18" charset="0"/>
                  <a:sym typeface="Symbol" panose="05050102010706020507" pitchFamily="18" charset="2"/>
                </a:rPr>
                <a:t></a:t>
              </a:r>
              <a:r>
                <a:rPr lang="en-US" altLang="zh-CN" sz="2400" i="1" dirty="0">
                  <a:solidFill>
                    <a:srgbClr val="FF0000"/>
                  </a:solidFill>
                  <a:latin typeface="Times New Roman" panose="02020603050405020304" pitchFamily="18" charset="0"/>
                </a:rPr>
                <a:t>'</a:t>
              </a:r>
              <a:r>
                <a:rPr lang="en-US" altLang="zh-CN" sz="2400" i="1" baseline="-18000" dirty="0">
                  <a:solidFill>
                    <a:srgbClr val="FF0000"/>
                  </a:solidFill>
                  <a:latin typeface="Times New Roman" panose="02020603050405020304" pitchFamily="18" charset="0"/>
                </a:rPr>
                <a:t>c</a:t>
              </a:r>
              <a:r>
                <a:rPr lang="en-US" altLang="zh-CN" sz="2400" dirty="0">
                  <a:solidFill>
                    <a:srgbClr val="FF0000"/>
                  </a:solidFill>
                  <a:latin typeface="Times New Roman" panose="02020603050405020304" pitchFamily="18" charset="0"/>
                </a:rPr>
                <a:t>)</a:t>
              </a:r>
            </a:p>
          </p:txBody>
        </p:sp>
        <p:sp>
          <p:nvSpPr>
            <p:cNvPr id="29721" name="Text Box 26"/>
            <p:cNvSpPr txBox="1"/>
            <p:nvPr/>
          </p:nvSpPr>
          <p:spPr>
            <a:xfrm>
              <a:off x="3120" y="3648"/>
              <a:ext cx="692" cy="288"/>
            </a:xfrm>
            <a:prstGeom prst="rect">
              <a:avLst/>
            </a:prstGeom>
            <a:noFill/>
            <a:ln w="9525">
              <a:noFill/>
            </a:ln>
          </p:spPr>
          <p:txBody>
            <a:bodyPr wrap="none">
              <a:spAutoFit/>
            </a:bodyPr>
            <a:lstStyle/>
            <a:p>
              <a:r>
                <a:rPr lang="zh-CN" altLang="en-US" sz="2400" dirty="0">
                  <a:solidFill>
                    <a:schemeClr val="accent2"/>
                  </a:solidFill>
                  <a:latin typeface="Times New Roman" panose="02020603050405020304" pitchFamily="18" charset="0"/>
                </a:rPr>
                <a:t>未校正</a:t>
              </a:r>
            </a:p>
          </p:txBody>
        </p:sp>
        <p:sp>
          <p:nvSpPr>
            <p:cNvPr id="29722" name="Text Box 27"/>
            <p:cNvSpPr txBox="1"/>
            <p:nvPr/>
          </p:nvSpPr>
          <p:spPr>
            <a:xfrm>
              <a:off x="4012" y="3205"/>
              <a:ext cx="692" cy="288"/>
            </a:xfrm>
            <a:prstGeom prst="rect">
              <a:avLst/>
            </a:prstGeom>
            <a:noFill/>
            <a:ln w="9525">
              <a:noFill/>
            </a:ln>
          </p:spPr>
          <p:txBody>
            <a:bodyPr wrap="none">
              <a:spAutoFit/>
            </a:bodyPr>
            <a:lstStyle/>
            <a:p>
              <a:r>
                <a:rPr lang="zh-CN" altLang="en-US" sz="2400" dirty="0">
                  <a:solidFill>
                    <a:srgbClr val="FF0000"/>
                  </a:solidFill>
                  <a:latin typeface="Times New Roman" panose="02020603050405020304" pitchFamily="18" charset="0"/>
                </a:rPr>
                <a:t>已校正</a:t>
              </a:r>
            </a:p>
          </p:txBody>
        </p:sp>
        <p:sp>
          <p:nvSpPr>
            <p:cNvPr id="29723" name="Text Box 28"/>
            <p:cNvSpPr txBox="1"/>
            <p:nvPr/>
          </p:nvSpPr>
          <p:spPr>
            <a:xfrm>
              <a:off x="1680" y="2352"/>
              <a:ext cx="1130" cy="288"/>
            </a:xfrm>
            <a:prstGeom prst="rect">
              <a:avLst/>
            </a:prstGeom>
            <a:noFill/>
            <a:ln w="9525">
              <a:noFill/>
            </a:ln>
          </p:spPr>
          <p:txBody>
            <a:bodyPr wrap="none">
              <a:spAutoFit/>
            </a:bodyPr>
            <a:lstStyle/>
            <a:p>
              <a:r>
                <a:rPr lang="en-US" altLang="zh-CN" sz="2400" dirty="0">
                  <a:solidFill>
                    <a:srgbClr val="009900"/>
                  </a:solidFill>
                  <a:latin typeface="Times New Roman" panose="02020603050405020304" pitchFamily="18" charset="0"/>
                </a:rPr>
                <a:t>PD</a:t>
              </a:r>
              <a:r>
                <a:rPr lang="zh-CN" altLang="en-US" sz="2400" dirty="0">
                  <a:solidFill>
                    <a:srgbClr val="009900"/>
                  </a:solidFill>
                  <a:latin typeface="Times New Roman" panose="02020603050405020304" pitchFamily="18" charset="0"/>
                </a:rPr>
                <a:t>校正装置</a:t>
              </a:r>
            </a:p>
          </p:txBody>
        </p:sp>
        <p:sp>
          <p:nvSpPr>
            <p:cNvPr id="29724" name="Line 29"/>
            <p:cNvSpPr/>
            <p:nvPr/>
          </p:nvSpPr>
          <p:spPr>
            <a:xfrm>
              <a:off x="2308" y="2628"/>
              <a:ext cx="87" cy="164"/>
            </a:xfrm>
            <a:prstGeom prst="line">
              <a:avLst/>
            </a:prstGeom>
            <a:ln w="22225" cap="flat" cmpd="sng">
              <a:solidFill>
                <a:srgbClr val="009900"/>
              </a:solidFill>
              <a:prstDash val="solid"/>
              <a:headEnd type="none" w="med" len="med"/>
              <a:tailEnd type="triangle" w="med" len="med"/>
            </a:ln>
          </p:spPr>
        </p:sp>
        <p:sp>
          <p:nvSpPr>
            <p:cNvPr id="29725" name="Line 30"/>
            <p:cNvSpPr/>
            <p:nvPr/>
          </p:nvSpPr>
          <p:spPr>
            <a:xfrm>
              <a:off x="3792" y="1152"/>
              <a:ext cx="427" cy="218"/>
            </a:xfrm>
            <a:prstGeom prst="line">
              <a:avLst/>
            </a:prstGeom>
            <a:ln w="22225" cap="flat" cmpd="sng">
              <a:solidFill>
                <a:srgbClr val="009900"/>
              </a:solidFill>
              <a:prstDash val="solid"/>
              <a:headEnd type="none" w="med" len="med"/>
              <a:tailEnd type="triangle" w="med" len="med"/>
            </a:ln>
          </p:spPr>
        </p:sp>
        <p:sp>
          <p:nvSpPr>
            <p:cNvPr id="29726" name="Line 31"/>
            <p:cNvSpPr/>
            <p:nvPr/>
          </p:nvSpPr>
          <p:spPr>
            <a:xfrm flipH="1">
              <a:off x="4480" y="1776"/>
              <a:ext cx="130" cy="122"/>
            </a:xfrm>
            <a:prstGeom prst="line">
              <a:avLst/>
            </a:prstGeom>
            <a:ln w="22225" cap="flat" cmpd="sng">
              <a:solidFill>
                <a:srgbClr val="FF0000"/>
              </a:solidFill>
              <a:prstDash val="solid"/>
              <a:headEnd type="none" w="med" len="med"/>
              <a:tailEnd type="triangle" w="med" len="med"/>
            </a:ln>
          </p:spPr>
        </p:sp>
        <p:sp>
          <p:nvSpPr>
            <p:cNvPr id="29727" name="Line 32"/>
            <p:cNvSpPr/>
            <p:nvPr/>
          </p:nvSpPr>
          <p:spPr>
            <a:xfrm>
              <a:off x="4002" y="1979"/>
              <a:ext cx="44" cy="203"/>
            </a:xfrm>
            <a:prstGeom prst="line">
              <a:avLst/>
            </a:prstGeom>
            <a:ln w="22225" cap="flat" cmpd="sng">
              <a:solidFill>
                <a:schemeClr val="accent2"/>
              </a:solidFill>
              <a:prstDash val="solid"/>
              <a:headEnd type="triangle" w="med" len="med"/>
              <a:tailEnd type="none" w="med" len="med"/>
            </a:ln>
          </p:spPr>
        </p:sp>
        <p:sp>
          <p:nvSpPr>
            <p:cNvPr id="29728" name="Text Box 33"/>
            <p:cNvSpPr txBox="1"/>
            <p:nvPr/>
          </p:nvSpPr>
          <p:spPr>
            <a:xfrm>
              <a:off x="2309" y="1623"/>
              <a:ext cx="436" cy="288"/>
            </a:xfrm>
            <a:prstGeom prst="rect">
              <a:avLst/>
            </a:prstGeom>
            <a:noFill/>
            <a:ln w="22225">
              <a:noFill/>
            </a:ln>
          </p:spPr>
          <p:txBody>
            <a:bodyPr wrap="none">
              <a:spAutoFit/>
            </a:bodyPr>
            <a:lstStyle/>
            <a:p>
              <a:r>
                <a:rPr lang="en-US" altLang="zh-CN" sz="2400" dirty="0">
                  <a:latin typeface="Times New Roman" panose="02020603050405020304" pitchFamily="18" charset="0"/>
                </a:rPr>
                <a:t>1/</a:t>
              </a:r>
              <a:r>
                <a:rPr lang="en-US" altLang="zh-CN" sz="2400" i="1" dirty="0">
                  <a:latin typeface="Times New Roman" panose="02020603050405020304" pitchFamily="18" charset="0"/>
                </a:rPr>
                <a:t>T</a:t>
              </a:r>
              <a:r>
                <a:rPr lang="en-US" altLang="zh-CN" sz="2400" i="1" baseline="-18000" dirty="0">
                  <a:latin typeface="Times New Roman" panose="02020603050405020304" pitchFamily="18" charset="0"/>
                </a:rPr>
                <a:t>d</a:t>
              </a:r>
            </a:p>
          </p:txBody>
        </p:sp>
        <p:sp>
          <p:nvSpPr>
            <p:cNvPr id="29729" name="Freeform 34"/>
            <p:cNvSpPr/>
            <p:nvPr/>
          </p:nvSpPr>
          <p:spPr>
            <a:xfrm>
              <a:off x="1179" y="3277"/>
              <a:ext cx="3745" cy="611"/>
            </a:xfrm>
            <a:custGeom>
              <a:avLst/>
              <a:gdLst/>
              <a:ahLst/>
              <a:cxnLst>
                <a:cxn ang="0">
                  <a:pos x="0" y="0"/>
                </a:cxn>
                <a:cxn ang="0">
                  <a:pos x="77" y="0"/>
                </a:cxn>
                <a:cxn ang="0">
                  <a:pos x="154" y="6"/>
                </a:cxn>
                <a:cxn ang="0">
                  <a:pos x="231" y="6"/>
                </a:cxn>
                <a:cxn ang="0">
                  <a:pos x="308" y="12"/>
                </a:cxn>
                <a:cxn ang="0">
                  <a:pos x="385" y="12"/>
                </a:cxn>
                <a:cxn ang="0">
                  <a:pos x="461" y="19"/>
                </a:cxn>
                <a:cxn ang="0">
                  <a:pos x="538" y="25"/>
                </a:cxn>
                <a:cxn ang="0">
                  <a:pos x="615" y="36"/>
                </a:cxn>
                <a:cxn ang="0">
                  <a:pos x="692" y="42"/>
                </a:cxn>
                <a:cxn ang="0">
                  <a:pos x="763" y="54"/>
                </a:cxn>
                <a:cxn ang="0">
                  <a:pos x="840" y="66"/>
                </a:cxn>
                <a:cxn ang="0">
                  <a:pos x="917" y="78"/>
                </a:cxn>
                <a:cxn ang="0">
                  <a:pos x="993" y="96"/>
                </a:cxn>
                <a:cxn ang="0">
                  <a:pos x="1070" y="114"/>
                </a:cxn>
                <a:cxn ang="0">
                  <a:pos x="1147" y="132"/>
                </a:cxn>
                <a:cxn ang="0">
                  <a:pos x="1224" y="156"/>
                </a:cxn>
                <a:cxn ang="0">
                  <a:pos x="1301" y="174"/>
                </a:cxn>
                <a:cxn ang="0">
                  <a:pos x="1378" y="192"/>
                </a:cxn>
                <a:cxn ang="0">
                  <a:pos x="1455" y="210"/>
                </a:cxn>
                <a:cxn ang="0">
                  <a:pos x="1526" y="228"/>
                </a:cxn>
                <a:cxn ang="0">
                  <a:pos x="1602" y="246"/>
                </a:cxn>
                <a:cxn ang="0">
                  <a:pos x="1680" y="258"/>
                </a:cxn>
                <a:cxn ang="0">
                  <a:pos x="1757" y="275"/>
                </a:cxn>
                <a:cxn ang="0">
                  <a:pos x="1834" y="287"/>
                </a:cxn>
                <a:cxn ang="0">
                  <a:pos x="1911" y="300"/>
                </a:cxn>
                <a:cxn ang="0">
                  <a:pos x="1988" y="312"/>
                </a:cxn>
                <a:cxn ang="0">
                  <a:pos x="2065" y="324"/>
                </a:cxn>
                <a:cxn ang="0">
                  <a:pos x="2142" y="336"/>
                </a:cxn>
                <a:cxn ang="0">
                  <a:pos x="2219" y="347"/>
                </a:cxn>
                <a:cxn ang="0">
                  <a:pos x="2289" y="359"/>
                </a:cxn>
                <a:cxn ang="0">
                  <a:pos x="2366" y="378"/>
                </a:cxn>
                <a:cxn ang="0">
                  <a:pos x="2443" y="396"/>
                </a:cxn>
                <a:cxn ang="0">
                  <a:pos x="2520" y="413"/>
                </a:cxn>
                <a:cxn ang="0">
                  <a:pos x="2597" y="431"/>
                </a:cxn>
                <a:cxn ang="0">
                  <a:pos x="2674" y="450"/>
                </a:cxn>
                <a:cxn ang="0">
                  <a:pos x="2751" y="467"/>
                </a:cxn>
                <a:cxn ang="0">
                  <a:pos x="2828" y="491"/>
                </a:cxn>
                <a:cxn ang="0">
                  <a:pos x="2904" y="510"/>
                </a:cxn>
                <a:cxn ang="0">
                  <a:pos x="2981" y="527"/>
                </a:cxn>
                <a:cxn ang="0">
                  <a:pos x="3052" y="539"/>
                </a:cxn>
                <a:cxn ang="0">
                  <a:pos x="3129" y="551"/>
                </a:cxn>
                <a:cxn ang="0">
                  <a:pos x="3206" y="563"/>
                </a:cxn>
                <a:cxn ang="0">
                  <a:pos x="3283" y="576"/>
                </a:cxn>
                <a:cxn ang="0">
                  <a:pos x="3360" y="581"/>
                </a:cxn>
                <a:cxn ang="0">
                  <a:pos x="3436" y="593"/>
                </a:cxn>
                <a:cxn ang="0">
                  <a:pos x="3513" y="599"/>
                </a:cxn>
                <a:cxn ang="0">
                  <a:pos x="3591" y="599"/>
                </a:cxn>
                <a:cxn ang="0">
                  <a:pos x="3668" y="605"/>
                </a:cxn>
                <a:cxn ang="0">
                  <a:pos x="3745" y="611"/>
                </a:cxn>
              </a:cxnLst>
              <a:rect l="0" t="0" r="0" b="0"/>
              <a:pathLst>
                <a:path w="4139" h="723">
                  <a:moveTo>
                    <a:pt x="0" y="0"/>
                  </a:moveTo>
                  <a:lnTo>
                    <a:pt x="85" y="0"/>
                  </a:lnTo>
                  <a:lnTo>
                    <a:pt x="170" y="7"/>
                  </a:lnTo>
                  <a:lnTo>
                    <a:pt x="255" y="7"/>
                  </a:lnTo>
                  <a:lnTo>
                    <a:pt x="340" y="14"/>
                  </a:lnTo>
                  <a:lnTo>
                    <a:pt x="425" y="14"/>
                  </a:lnTo>
                  <a:lnTo>
                    <a:pt x="510" y="22"/>
                  </a:lnTo>
                  <a:lnTo>
                    <a:pt x="595" y="29"/>
                  </a:lnTo>
                  <a:lnTo>
                    <a:pt x="680" y="43"/>
                  </a:lnTo>
                  <a:lnTo>
                    <a:pt x="765" y="50"/>
                  </a:lnTo>
                  <a:lnTo>
                    <a:pt x="843" y="64"/>
                  </a:lnTo>
                  <a:lnTo>
                    <a:pt x="928" y="78"/>
                  </a:lnTo>
                  <a:lnTo>
                    <a:pt x="1013" y="92"/>
                  </a:lnTo>
                  <a:lnTo>
                    <a:pt x="1098" y="114"/>
                  </a:lnTo>
                  <a:lnTo>
                    <a:pt x="1183" y="135"/>
                  </a:lnTo>
                  <a:lnTo>
                    <a:pt x="1268" y="156"/>
                  </a:lnTo>
                  <a:lnTo>
                    <a:pt x="1353" y="185"/>
                  </a:lnTo>
                  <a:lnTo>
                    <a:pt x="1438" y="206"/>
                  </a:lnTo>
                  <a:lnTo>
                    <a:pt x="1523" y="227"/>
                  </a:lnTo>
                  <a:lnTo>
                    <a:pt x="1608" y="248"/>
                  </a:lnTo>
                  <a:lnTo>
                    <a:pt x="1686" y="270"/>
                  </a:lnTo>
                  <a:lnTo>
                    <a:pt x="1771" y="291"/>
                  </a:lnTo>
                  <a:lnTo>
                    <a:pt x="1857" y="305"/>
                  </a:lnTo>
                  <a:lnTo>
                    <a:pt x="1942" y="326"/>
                  </a:lnTo>
                  <a:lnTo>
                    <a:pt x="2027" y="340"/>
                  </a:lnTo>
                  <a:lnTo>
                    <a:pt x="2112" y="355"/>
                  </a:lnTo>
                  <a:lnTo>
                    <a:pt x="2197" y="369"/>
                  </a:lnTo>
                  <a:lnTo>
                    <a:pt x="2282" y="383"/>
                  </a:lnTo>
                  <a:lnTo>
                    <a:pt x="2367" y="397"/>
                  </a:lnTo>
                  <a:lnTo>
                    <a:pt x="2452" y="411"/>
                  </a:lnTo>
                  <a:lnTo>
                    <a:pt x="2530" y="425"/>
                  </a:lnTo>
                  <a:lnTo>
                    <a:pt x="2615" y="447"/>
                  </a:lnTo>
                  <a:lnTo>
                    <a:pt x="2700" y="468"/>
                  </a:lnTo>
                  <a:lnTo>
                    <a:pt x="2785" y="489"/>
                  </a:lnTo>
                  <a:lnTo>
                    <a:pt x="2870" y="510"/>
                  </a:lnTo>
                  <a:lnTo>
                    <a:pt x="2955" y="532"/>
                  </a:lnTo>
                  <a:lnTo>
                    <a:pt x="3040" y="553"/>
                  </a:lnTo>
                  <a:lnTo>
                    <a:pt x="3125" y="581"/>
                  </a:lnTo>
                  <a:lnTo>
                    <a:pt x="3210" y="603"/>
                  </a:lnTo>
                  <a:lnTo>
                    <a:pt x="3295" y="624"/>
                  </a:lnTo>
                  <a:lnTo>
                    <a:pt x="3373" y="638"/>
                  </a:lnTo>
                  <a:lnTo>
                    <a:pt x="3458" y="652"/>
                  </a:lnTo>
                  <a:lnTo>
                    <a:pt x="3543" y="666"/>
                  </a:lnTo>
                  <a:lnTo>
                    <a:pt x="3628" y="681"/>
                  </a:lnTo>
                  <a:lnTo>
                    <a:pt x="3713" y="688"/>
                  </a:lnTo>
                  <a:lnTo>
                    <a:pt x="3798" y="702"/>
                  </a:lnTo>
                  <a:lnTo>
                    <a:pt x="3883" y="709"/>
                  </a:lnTo>
                  <a:lnTo>
                    <a:pt x="3969" y="709"/>
                  </a:lnTo>
                  <a:lnTo>
                    <a:pt x="4054" y="716"/>
                  </a:lnTo>
                  <a:lnTo>
                    <a:pt x="4139" y="723"/>
                  </a:lnTo>
                </a:path>
              </a:pathLst>
            </a:custGeom>
            <a:noFill/>
            <a:ln w="38100" cap="flat" cmpd="sng">
              <a:solidFill>
                <a:schemeClr val="accent2">
                  <a:alpha val="100000"/>
                </a:schemeClr>
              </a:solidFill>
              <a:prstDash val="solid"/>
              <a:round/>
              <a:headEnd type="none" w="med" len="med"/>
              <a:tailEnd type="none" w="med" len="med"/>
            </a:ln>
          </p:spPr>
          <p:txBody>
            <a:bodyPr/>
            <a:lstStyle/>
            <a:p>
              <a:endParaRPr lang="zh-CN" altLang="en-US"/>
            </a:p>
          </p:txBody>
        </p:sp>
        <p:sp>
          <p:nvSpPr>
            <p:cNvPr id="29730" name="Freeform 35"/>
            <p:cNvSpPr/>
            <p:nvPr/>
          </p:nvSpPr>
          <p:spPr>
            <a:xfrm>
              <a:off x="1179" y="2629"/>
              <a:ext cx="3745" cy="306"/>
            </a:xfrm>
            <a:custGeom>
              <a:avLst/>
              <a:gdLst/>
              <a:ahLst/>
              <a:cxnLst>
                <a:cxn ang="0">
                  <a:pos x="0" y="306"/>
                </a:cxn>
                <a:cxn ang="0">
                  <a:pos x="77" y="306"/>
                </a:cxn>
                <a:cxn ang="0">
                  <a:pos x="154" y="300"/>
                </a:cxn>
                <a:cxn ang="0">
                  <a:pos x="231" y="300"/>
                </a:cxn>
                <a:cxn ang="0">
                  <a:pos x="308" y="294"/>
                </a:cxn>
                <a:cxn ang="0">
                  <a:pos x="385" y="294"/>
                </a:cxn>
                <a:cxn ang="0">
                  <a:pos x="461" y="288"/>
                </a:cxn>
                <a:cxn ang="0">
                  <a:pos x="538" y="282"/>
                </a:cxn>
                <a:cxn ang="0">
                  <a:pos x="615" y="270"/>
                </a:cxn>
                <a:cxn ang="0">
                  <a:pos x="692" y="264"/>
                </a:cxn>
                <a:cxn ang="0">
                  <a:pos x="763" y="253"/>
                </a:cxn>
                <a:cxn ang="0">
                  <a:pos x="840" y="240"/>
                </a:cxn>
                <a:cxn ang="0">
                  <a:pos x="917" y="228"/>
                </a:cxn>
                <a:cxn ang="0">
                  <a:pos x="993" y="210"/>
                </a:cxn>
                <a:cxn ang="0">
                  <a:pos x="1070" y="192"/>
                </a:cxn>
                <a:cxn ang="0">
                  <a:pos x="1147" y="174"/>
                </a:cxn>
                <a:cxn ang="0">
                  <a:pos x="1224" y="156"/>
                </a:cxn>
                <a:cxn ang="0">
                  <a:pos x="1301" y="138"/>
                </a:cxn>
                <a:cxn ang="0">
                  <a:pos x="1378" y="120"/>
                </a:cxn>
                <a:cxn ang="0">
                  <a:pos x="1455" y="102"/>
                </a:cxn>
                <a:cxn ang="0">
                  <a:pos x="1526" y="84"/>
                </a:cxn>
                <a:cxn ang="0">
                  <a:pos x="1602" y="72"/>
                </a:cxn>
                <a:cxn ang="0">
                  <a:pos x="1680" y="60"/>
                </a:cxn>
                <a:cxn ang="0">
                  <a:pos x="1757" y="48"/>
                </a:cxn>
                <a:cxn ang="0">
                  <a:pos x="1834" y="42"/>
                </a:cxn>
                <a:cxn ang="0">
                  <a:pos x="1911" y="36"/>
                </a:cxn>
                <a:cxn ang="0">
                  <a:pos x="1988" y="30"/>
                </a:cxn>
                <a:cxn ang="0">
                  <a:pos x="2065" y="24"/>
                </a:cxn>
                <a:cxn ang="0">
                  <a:pos x="2142" y="18"/>
                </a:cxn>
                <a:cxn ang="0">
                  <a:pos x="2219" y="18"/>
                </a:cxn>
                <a:cxn ang="0">
                  <a:pos x="2289" y="12"/>
                </a:cxn>
                <a:cxn ang="0">
                  <a:pos x="2366" y="12"/>
                </a:cxn>
                <a:cxn ang="0">
                  <a:pos x="2443" y="6"/>
                </a:cxn>
                <a:cxn ang="0">
                  <a:pos x="2520" y="6"/>
                </a:cxn>
                <a:cxn ang="0">
                  <a:pos x="2597" y="6"/>
                </a:cxn>
                <a:cxn ang="0">
                  <a:pos x="2674" y="6"/>
                </a:cxn>
                <a:cxn ang="0">
                  <a:pos x="2751" y="0"/>
                </a:cxn>
                <a:cxn ang="0">
                  <a:pos x="2828" y="0"/>
                </a:cxn>
                <a:cxn ang="0">
                  <a:pos x="2904" y="0"/>
                </a:cxn>
                <a:cxn ang="0">
                  <a:pos x="2981" y="0"/>
                </a:cxn>
                <a:cxn ang="0">
                  <a:pos x="3052" y="0"/>
                </a:cxn>
                <a:cxn ang="0">
                  <a:pos x="3129" y="0"/>
                </a:cxn>
                <a:cxn ang="0">
                  <a:pos x="3206" y="0"/>
                </a:cxn>
                <a:cxn ang="0">
                  <a:pos x="3283" y="0"/>
                </a:cxn>
                <a:cxn ang="0">
                  <a:pos x="3360" y="0"/>
                </a:cxn>
                <a:cxn ang="0">
                  <a:pos x="3436" y="0"/>
                </a:cxn>
                <a:cxn ang="0">
                  <a:pos x="3513" y="0"/>
                </a:cxn>
                <a:cxn ang="0">
                  <a:pos x="3591" y="0"/>
                </a:cxn>
                <a:cxn ang="0">
                  <a:pos x="3668" y="0"/>
                </a:cxn>
                <a:cxn ang="0">
                  <a:pos x="3745" y="0"/>
                </a:cxn>
              </a:cxnLst>
              <a:rect l="0" t="0" r="0" b="0"/>
              <a:pathLst>
                <a:path w="4139" h="361">
                  <a:moveTo>
                    <a:pt x="0" y="361"/>
                  </a:moveTo>
                  <a:lnTo>
                    <a:pt x="85" y="361"/>
                  </a:lnTo>
                  <a:lnTo>
                    <a:pt x="170" y="354"/>
                  </a:lnTo>
                  <a:lnTo>
                    <a:pt x="255" y="354"/>
                  </a:lnTo>
                  <a:lnTo>
                    <a:pt x="340" y="347"/>
                  </a:lnTo>
                  <a:lnTo>
                    <a:pt x="425" y="347"/>
                  </a:lnTo>
                  <a:lnTo>
                    <a:pt x="510" y="340"/>
                  </a:lnTo>
                  <a:lnTo>
                    <a:pt x="595" y="333"/>
                  </a:lnTo>
                  <a:lnTo>
                    <a:pt x="680" y="319"/>
                  </a:lnTo>
                  <a:lnTo>
                    <a:pt x="765" y="312"/>
                  </a:lnTo>
                  <a:lnTo>
                    <a:pt x="843" y="298"/>
                  </a:lnTo>
                  <a:lnTo>
                    <a:pt x="928" y="283"/>
                  </a:lnTo>
                  <a:lnTo>
                    <a:pt x="1013" y="269"/>
                  </a:lnTo>
                  <a:lnTo>
                    <a:pt x="1098" y="248"/>
                  </a:lnTo>
                  <a:lnTo>
                    <a:pt x="1183" y="227"/>
                  </a:lnTo>
                  <a:lnTo>
                    <a:pt x="1268" y="205"/>
                  </a:lnTo>
                  <a:lnTo>
                    <a:pt x="1353" y="184"/>
                  </a:lnTo>
                  <a:lnTo>
                    <a:pt x="1438" y="163"/>
                  </a:lnTo>
                  <a:lnTo>
                    <a:pt x="1523" y="142"/>
                  </a:lnTo>
                  <a:lnTo>
                    <a:pt x="1608" y="120"/>
                  </a:lnTo>
                  <a:lnTo>
                    <a:pt x="1686" y="99"/>
                  </a:lnTo>
                  <a:lnTo>
                    <a:pt x="1771" y="85"/>
                  </a:lnTo>
                  <a:lnTo>
                    <a:pt x="1857" y="71"/>
                  </a:lnTo>
                  <a:lnTo>
                    <a:pt x="1942" y="57"/>
                  </a:lnTo>
                  <a:lnTo>
                    <a:pt x="2027" y="49"/>
                  </a:lnTo>
                  <a:lnTo>
                    <a:pt x="2112" y="42"/>
                  </a:lnTo>
                  <a:lnTo>
                    <a:pt x="2197" y="35"/>
                  </a:lnTo>
                  <a:lnTo>
                    <a:pt x="2282" y="28"/>
                  </a:lnTo>
                  <a:lnTo>
                    <a:pt x="2367" y="21"/>
                  </a:lnTo>
                  <a:lnTo>
                    <a:pt x="2452" y="21"/>
                  </a:lnTo>
                  <a:lnTo>
                    <a:pt x="2530" y="14"/>
                  </a:lnTo>
                  <a:lnTo>
                    <a:pt x="2615" y="14"/>
                  </a:lnTo>
                  <a:lnTo>
                    <a:pt x="2700" y="7"/>
                  </a:lnTo>
                  <a:lnTo>
                    <a:pt x="2785" y="7"/>
                  </a:lnTo>
                  <a:lnTo>
                    <a:pt x="2870" y="7"/>
                  </a:lnTo>
                  <a:lnTo>
                    <a:pt x="2955" y="7"/>
                  </a:lnTo>
                  <a:lnTo>
                    <a:pt x="3040" y="0"/>
                  </a:lnTo>
                  <a:lnTo>
                    <a:pt x="3125" y="0"/>
                  </a:lnTo>
                  <a:lnTo>
                    <a:pt x="3210" y="0"/>
                  </a:lnTo>
                  <a:lnTo>
                    <a:pt x="3295" y="0"/>
                  </a:lnTo>
                  <a:lnTo>
                    <a:pt x="3373" y="0"/>
                  </a:lnTo>
                  <a:lnTo>
                    <a:pt x="3458" y="0"/>
                  </a:lnTo>
                  <a:lnTo>
                    <a:pt x="3543" y="0"/>
                  </a:lnTo>
                  <a:lnTo>
                    <a:pt x="3628" y="0"/>
                  </a:lnTo>
                  <a:lnTo>
                    <a:pt x="3713" y="0"/>
                  </a:lnTo>
                  <a:lnTo>
                    <a:pt x="3798" y="0"/>
                  </a:lnTo>
                  <a:lnTo>
                    <a:pt x="3883" y="0"/>
                  </a:lnTo>
                  <a:lnTo>
                    <a:pt x="3969" y="0"/>
                  </a:lnTo>
                  <a:lnTo>
                    <a:pt x="4054" y="0"/>
                  </a:lnTo>
                  <a:lnTo>
                    <a:pt x="4139" y="0"/>
                  </a:lnTo>
                </a:path>
              </a:pathLst>
            </a:custGeom>
            <a:noFill/>
            <a:ln w="28575" cap="flat" cmpd="sng">
              <a:solidFill>
                <a:srgbClr val="009900">
                  <a:alpha val="100000"/>
                </a:srgbClr>
              </a:solidFill>
              <a:prstDash val="lgDashDot"/>
              <a:round/>
              <a:headEnd type="none" w="med" len="med"/>
              <a:tailEnd type="none" w="med" len="med"/>
            </a:ln>
          </p:spPr>
          <p:txBody>
            <a:bodyPr/>
            <a:lstStyle/>
            <a:p>
              <a:endParaRPr lang="zh-CN" altLang="en-US"/>
            </a:p>
          </p:txBody>
        </p:sp>
        <p:sp>
          <p:nvSpPr>
            <p:cNvPr id="29731" name="Freeform 36"/>
            <p:cNvSpPr/>
            <p:nvPr/>
          </p:nvSpPr>
          <p:spPr>
            <a:xfrm>
              <a:off x="1179" y="3265"/>
              <a:ext cx="3745" cy="299"/>
            </a:xfrm>
            <a:custGeom>
              <a:avLst/>
              <a:gdLst/>
              <a:ahLst/>
              <a:cxnLst>
                <a:cxn ang="0">
                  <a:pos x="0" y="0"/>
                </a:cxn>
                <a:cxn ang="0">
                  <a:pos x="77" y="0"/>
                </a:cxn>
                <a:cxn ang="0">
                  <a:pos x="154" y="0"/>
                </a:cxn>
                <a:cxn ang="0">
                  <a:pos x="231" y="0"/>
                </a:cxn>
                <a:cxn ang="0">
                  <a:pos x="308" y="0"/>
                </a:cxn>
                <a:cxn ang="0">
                  <a:pos x="385" y="0"/>
                </a:cxn>
                <a:cxn ang="0">
                  <a:pos x="461" y="0"/>
                </a:cxn>
                <a:cxn ang="0">
                  <a:pos x="538" y="0"/>
                </a:cxn>
                <a:cxn ang="0">
                  <a:pos x="615" y="0"/>
                </a:cxn>
                <a:cxn ang="0">
                  <a:pos x="692" y="0"/>
                </a:cxn>
                <a:cxn ang="0">
                  <a:pos x="763" y="0"/>
                </a:cxn>
                <a:cxn ang="0">
                  <a:pos x="840" y="0"/>
                </a:cxn>
                <a:cxn ang="0">
                  <a:pos x="917" y="0"/>
                </a:cxn>
                <a:cxn ang="0">
                  <a:pos x="993" y="0"/>
                </a:cxn>
                <a:cxn ang="0">
                  <a:pos x="1070" y="6"/>
                </a:cxn>
                <a:cxn ang="0">
                  <a:pos x="1147" y="6"/>
                </a:cxn>
                <a:cxn ang="0">
                  <a:pos x="1224" y="6"/>
                </a:cxn>
                <a:cxn ang="0">
                  <a:pos x="1301" y="6"/>
                </a:cxn>
                <a:cxn ang="0">
                  <a:pos x="1378" y="6"/>
                </a:cxn>
                <a:cxn ang="0">
                  <a:pos x="1455" y="12"/>
                </a:cxn>
                <a:cxn ang="0">
                  <a:pos x="1526" y="12"/>
                </a:cxn>
                <a:cxn ang="0">
                  <a:pos x="1602" y="12"/>
                </a:cxn>
                <a:cxn ang="0">
                  <a:pos x="1680" y="18"/>
                </a:cxn>
                <a:cxn ang="0">
                  <a:pos x="1757" y="18"/>
                </a:cxn>
                <a:cxn ang="0">
                  <a:pos x="1834" y="24"/>
                </a:cxn>
                <a:cxn ang="0">
                  <a:pos x="1911" y="30"/>
                </a:cxn>
                <a:cxn ang="0">
                  <a:pos x="1988" y="36"/>
                </a:cxn>
                <a:cxn ang="0">
                  <a:pos x="2065" y="42"/>
                </a:cxn>
                <a:cxn ang="0">
                  <a:pos x="2142" y="48"/>
                </a:cxn>
                <a:cxn ang="0">
                  <a:pos x="2219" y="60"/>
                </a:cxn>
                <a:cxn ang="0">
                  <a:pos x="2289" y="66"/>
                </a:cxn>
                <a:cxn ang="0">
                  <a:pos x="2366" y="84"/>
                </a:cxn>
                <a:cxn ang="0">
                  <a:pos x="2443" y="95"/>
                </a:cxn>
                <a:cxn ang="0">
                  <a:pos x="2520" y="114"/>
                </a:cxn>
                <a:cxn ang="0">
                  <a:pos x="2597" y="132"/>
                </a:cxn>
                <a:cxn ang="0">
                  <a:pos x="2674" y="150"/>
                </a:cxn>
                <a:cxn ang="0">
                  <a:pos x="2751" y="168"/>
                </a:cxn>
                <a:cxn ang="0">
                  <a:pos x="2828" y="186"/>
                </a:cxn>
                <a:cxn ang="0">
                  <a:pos x="2904" y="204"/>
                </a:cxn>
                <a:cxn ang="0">
                  <a:pos x="2981" y="221"/>
                </a:cxn>
                <a:cxn ang="0">
                  <a:pos x="3052" y="233"/>
                </a:cxn>
                <a:cxn ang="0">
                  <a:pos x="3129" y="246"/>
                </a:cxn>
                <a:cxn ang="0">
                  <a:pos x="3206" y="258"/>
                </a:cxn>
                <a:cxn ang="0">
                  <a:pos x="3283" y="269"/>
                </a:cxn>
                <a:cxn ang="0">
                  <a:pos x="3360" y="275"/>
                </a:cxn>
                <a:cxn ang="0">
                  <a:pos x="3436" y="281"/>
                </a:cxn>
                <a:cxn ang="0">
                  <a:pos x="3513" y="287"/>
                </a:cxn>
                <a:cxn ang="0">
                  <a:pos x="3591" y="293"/>
                </a:cxn>
                <a:cxn ang="0">
                  <a:pos x="3668" y="299"/>
                </a:cxn>
                <a:cxn ang="0">
                  <a:pos x="3745" y="299"/>
                </a:cxn>
              </a:cxnLst>
              <a:rect l="0" t="0" r="0" b="0"/>
              <a:pathLst>
                <a:path w="4139" h="354">
                  <a:moveTo>
                    <a:pt x="0" y="0"/>
                  </a:moveTo>
                  <a:lnTo>
                    <a:pt x="85" y="0"/>
                  </a:lnTo>
                  <a:lnTo>
                    <a:pt x="170" y="0"/>
                  </a:lnTo>
                  <a:lnTo>
                    <a:pt x="255" y="0"/>
                  </a:lnTo>
                  <a:lnTo>
                    <a:pt x="340" y="0"/>
                  </a:lnTo>
                  <a:lnTo>
                    <a:pt x="425" y="0"/>
                  </a:lnTo>
                  <a:lnTo>
                    <a:pt x="510" y="0"/>
                  </a:lnTo>
                  <a:lnTo>
                    <a:pt x="595" y="0"/>
                  </a:lnTo>
                  <a:lnTo>
                    <a:pt x="680" y="0"/>
                  </a:lnTo>
                  <a:lnTo>
                    <a:pt x="765" y="0"/>
                  </a:lnTo>
                  <a:lnTo>
                    <a:pt x="843" y="0"/>
                  </a:lnTo>
                  <a:lnTo>
                    <a:pt x="928" y="0"/>
                  </a:lnTo>
                  <a:lnTo>
                    <a:pt x="1013" y="0"/>
                  </a:lnTo>
                  <a:lnTo>
                    <a:pt x="1098" y="0"/>
                  </a:lnTo>
                  <a:lnTo>
                    <a:pt x="1183" y="7"/>
                  </a:lnTo>
                  <a:lnTo>
                    <a:pt x="1268" y="7"/>
                  </a:lnTo>
                  <a:lnTo>
                    <a:pt x="1353" y="7"/>
                  </a:lnTo>
                  <a:lnTo>
                    <a:pt x="1438" y="7"/>
                  </a:lnTo>
                  <a:lnTo>
                    <a:pt x="1523" y="7"/>
                  </a:lnTo>
                  <a:lnTo>
                    <a:pt x="1608" y="14"/>
                  </a:lnTo>
                  <a:lnTo>
                    <a:pt x="1686" y="14"/>
                  </a:lnTo>
                  <a:lnTo>
                    <a:pt x="1771" y="14"/>
                  </a:lnTo>
                  <a:lnTo>
                    <a:pt x="1857" y="21"/>
                  </a:lnTo>
                  <a:lnTo>
                    <a:pt x="1942" y="21"/>
                  </a:lnTo>
                  <a:lnTo>
                    <a:pt x="2027" y="28"/>
                  </a:lnTo>
                  <a:lnTo>
                    <a:pt x="2112" y="36"/>
                  </a:lnTo>
                  <a:lnTo>
                    <a:pt x="2197" y="43"/>
                  </a:lnTo>
                  <a:lnTo>
                    <a:pt x="2282" y="50"/>
                  </a:lnTo>
                  <a:lnTo>
                    <a:pt x="2367" y="57"/>
                  </a:lnTo>
                  <a:lnTo>
                    <a:pt x="2452" y="71"/>
                  </a:lnTo>
                  <a:lnTo>
                    <a:pt x="2530" y="78"/>
                  </a:lnTo>
                  <a:lnTo>
                    <a:pt x="2615" y="99"/>
                  </a:lnTo>
                  <a:lnTo>
                    <a:pt x="2700" y="113"/>
                  </a:lnTo>
                  <a:lnTo>
                    <a:pt x="2785" y="135"/>
                  </a:lnTo>
                  <a:lnTo>
                    <a:pt x="2870" y="156"/>
                  </a:lnTo>
                  <a:lnTo>
                    <a:pt x="2955" y="177"/>
                  </a:lnTo>
                  <a:lnTo>
                    <a:pt x="3040" y="199"/>
                  </a:lnTo>
                  <a:lnTo>
                    <a:pt x="3125" y="220"/>
                  </a:lnTo>
                  <a:lnTo>
                    <a:pt x="3210" y="241"/>
                  </a:lnTo>
                  <a:lnTo>
                    <a:pt x="3295" y="262"/>
                  </a:lnTo>
                  <a:lnTo>
                    <a:pt x="3373" y="276"/>
                  </a:lnTo>
                  <a:lnTo>
                    <a:pt x="3458" y="291"/>
                  </a:lnTo>
                  <a:lnTo>
                    <a:pt x="3543" y="305"/>
                  </a:lnTo>
                  <a:lnTo>
                    <a:pt x="3628" y="319"/>
                  </a:lnTo>
                  <a:lnTo>
                    <a:pt x="3713" y="326"/>
                  </a:lnTo>
                  <a:lnTo>
                    <a:pt x="3798" y="333"/>
                  </a:lnTo>
                  <a:lnTo>
                    <a:pt x="3883" y="340"/>
                  </a:lnTo>
                  <a:lnTo>
                    <a:pt x="3969" y="347"/>
                  </a:lnTo>
                  <a:lnTo>
                    <a:pt x="4054" y="354"/>
                  </a:lnTo>
                  <a:lnTo>
                    <a:pt x="4139" y="354"/>
                  </a:lnTo>
                </a:path>
              </a:pathLst>
            </a:custGeom>
            <a:noFill/>
            <a:ln w="38100" cap="flat" cmpd="sng">
              <a:solidFill>
                <a:srgbClr val="FF0000">
                  <a:alpha val="100000"/>
                </a:srgbClr>
              </a:solidFill>
              <a:prstDash val="dash"/>
              <a:round/>
              <a:headEnd type="none" w="med" len="med"/>
              <a:tailEnd type="none" w="med" len="med"/>
            </a:ln>
          </p:spPr>
          <p:txBody>
            <a:bodyPr/>
            <a:lstStyle/>
            <a:p>
              <a:endParaRPr lang="zh-CN" altLang="en-US"/>
            </a:p>
          </p:txBody>
        </p:sp>
        <p:sp>
          <p:nvSpPr>
            <p:cNvPr id="29732" name="Text Box 37"/>
            <p:cNvSpPr txBox="1"/>
            <p:nvPr/>
          </p:nvSpPr>
          <p:spPr>
            <a:xfrm>
              <a:off x="759" y="3117"/>
              <a:ext cx="564" cy="288"/>
            </a:xfrm>
            <a:prstGeom prst="rect">
              <a:avLst/>
            </a:prstGeom>
            <a:noFill/>
            <a:ln w="9525">
              <a:noFill/>
            </a:ln>
          </p:spPr>
          <p:txBody>
            <a:bodyPr wrap="none">
              <a:spAutoFit/>
            </a:bodyPr>
            <a:lstStyle/>
            <a:p>
              <a:r>
                <a:rPr lang="en-US" altLang="zh-CN" sz="2400" dirty="0">
                  <a:latin typeface="Times New Roman" panose="02020603050405020304" pitchFamily="18" charset="0"/>
                </a:rPr>
                <a:t>-90°</a:t>
              </a:r>
            </a:p>
          </p:txBody>
        </p:sp>
        <p:sp>
          <p:nvSpPr>
            <p:cNvPr id="29733" name="Line 38"/>
            <p:cNvSpPr/>
            <p:nvPr/>
          </p:nvSpPr>
          <p:spPr>
            <a:xfrm>
              <a:off x="1179" y="2954"/>
              <a:ext cx="44" cy="0"/>
            </a:xfrm>
            <a:prstGeom prst="line">
              <a:avLst/>
            </a:prstGeom>
            <a:ln w="22225" cap="flat" cmpd="sng">
              <a:solidFill>
                <a:schemeClr val="tx1"/>
              </a:solidFill>
              <a:prstDash val="solid"/>
              <a:headEnd type="none" w="med" len="med"/>
              <a:tailEnd type="none" w="med" len="med"/>
            </a:ln>
          </p:spPr>
        </p:sp>
        <p:sp>
          <p:nvSpPr>
            <p:cNvPr id="29734" name="Line 39"/>
            <p:cNvSpPr/>
            <p:nvPr/>
          </p:nvSpPr>
          <p:spPr>
            <a:xfrm>
              <a:off x="1179" y="2629"/>
              <a:ext cx="44" cy="0"/>
            </a:xfrm>
            <a:prstGeom prst="line">
              <a:avLst/>
            </a:prstGeom>
            <a:ln w="22225" cap="flat" cmpd="sng">
              <a:solidFill>
                <a:schemeClr val="tx1"/>
              </a:solidFill>
              <a:prstDash val="solid"/>
              <a:headEnd type="none" w="med" len="med"/>
              <a:tailEnd type="none" w="med" len="med"/>
            </a:ln>
          </p:spPr>
        </p:sp>
        <p:sp>
          <p:nvSpPr>
            <p:cNvPr id="29735" name="Line 40"/>
            <p:cNvSpPr/>
            <p:nvPr/>
          </p:nvSpPr>
          <p:spPr>
            <a:xfrm>
              <a:off x="1179" y="3929"/>
              <a:ext cx="44" cy="0"/>
            </a:xfrm>
            <a:prstGeom prst="line">
              <a:avLst/>
            </a:prstGeom>
            <a:ln w="22225" cap="flat" cmpd="sng">
              <a:solidFill>
                <a:schemeClr val="tx1"/>
              </a:solidFill>
              <a:prstDash val="solid"/>
              <a:headEnd type="none" w="med" len="med"/>
              <a:tailEnd type="none" w="med" len="med"/>
            </a:ln>
          </p:spPr>
        </p:sp>
        <p:sp>
          <p:nvSpPr>
            <p:cNvPr id="29736" name="Text Box 41"/>
            <p:cNvSpPr txBox="1"/>
            <p:nvPr/>
          </p:nvSpPr>
          <p:spPr>
            <a:xfrm>
              <a:off x="672" y="3766"/>
              <a:ext cx="660" cy="288"/>
            </a:xfrm>
            <a:prstGeom prst="rect">
              <a:avLst/>
            </a:prstGeom>
            <a:noFill/>
            <a:ln w="9525">
              <a:noFill/>
            </a:ln>
          </p:spPr>
          <p:txBody>
            <a:bodyPr wrap="none">
              <a:spAutoFit/>
            </a:bodyPr>
            <a:lstStyle/>
            <a:p>
              <a:r>
                <a:rPr lang="en-US" altLang="zh-CN" sz="2400" dirty="0">
                  <a:latin typeface="Times New Roman" panose="02020603050405020304" pitchFamily="18" charset="0"/>
                </a:rPr>
                <a:t>-270°</a:t>
              </a:r>
            </a:p>
          </p:txBody>
        </p:sp>
        <p:grpSp>
          <p:nvGrpSpPr>
            <p:cNvPr id="29737" name="Group 42"/>
            <p:cNvGrpSpPr/>
            <p:nvPr/>
          </p:nvGrpSpPr>
          <p:grpSpPr>
            <a:xfrm>
              <a:off x="1179" y="1289"/>
              <a:ext cx="3779" cy="1137"/>
              <a:chOff x="816" y="576"/>
              <a:chExt cx="4176" cy="1344"/>
            </a:xfrm>
          </p:grpSpPr>
          <p:sp>
            <p:nvSpPr>
              <p:cNvPr id="29752" name="Line 43"/>
              <p:cNvSpPr/>
              <p:nvPr/>
            </p:nvSpPr>
            <p:spPr>
              <a:xfrm>
                <a:off x="816" y="576"/>
                <a:ext cx="1440" cy="240"/>
              </a:xfrm>
              <a:prstGeom prst="line">
                <a:avLst/>
              </a:prstGeom>
              <a:ln w="38100" cap="flat" cmpd="sng">
                <a:solidFill>
                  <a:schemeClr val="accent2"/>
                </a:solidFill>
                <a:prstDash val="solid"/>
                <a:headEnd type="none" w="med" len="med"/>
                <a:tailEnd type="none" w="med" len="med"/>
              </a:ln>
            </p:spPr>
          </p:sp>
          <p:sp>
            <p:nvSpPr>
              <p:cNvPr id="29753" name="Line 44"/>
              <p:cNvSpPr/>
              <p:nvPr/>
            </p:nvSpPr>
            <p:spPr>
              <a:xfrm>
                <a:off x="2256" y="816"/>
                <a:ext cx="1680" cy="576"/>
              </a:xfrm>
              <a:prstGeom prst="line">
                <a:avLst/>
              </a:prstGeom>
              <a:ln w="38100" cap="flat" cmpd="sng">
                <a:solidFill>
                  <a:schemeClr val="accent2"/>
                </a:solidFill>
                <a:prstDash val="solid"/>
                <a:headEnd type="none" w="med" len="med"/>
                <a:tailEnd type="none" w="med" len="med"/>
              </a:ln>
            </p:spPr>
          </p:sp>
          <p:sp>
            <p:nvSpPr>
              <p:cNvPr id="29754" name="Line 45"/>
              <p:cNvSpPr/>
              <p:nvPr/>
            </p:nvSpPr>
            <p:spPr>
              <a:xfrm>
                <a:off x="3936" y="1392"/>
                <a:ext cx="1056" cy="528"/>
              </a:xfrm>
              <a:prstGeom prst="line">
                <a:avLst/>
              </a:prstGeom>
              <a:ln w="38100" cap="flat" cmpd="sng">
                <a:solidFill>
                  <a:schemeClr val="accent2"/>
                </a:solidFill>
                <a:prstDash val="solid"/>
                <a:headEnd type="none" w="med" len="med"/>
                <a:tailEnd type="none" w="med" len="med"/>
              </a:ln>
            </p:spPr>
          </p:sp>
        </p:grpSp>
        <p:grpSp>
          <p:nvGrpSpPr>
            <p:cNvPr id="29738" name="Group 46"/>
            <p:cNvGrpSpPr/>
            <p:nvPr/>
          </p:nvGrpSpPr>
          <p:grpSpPr>
            <a:xfrm>
              <a:off x="1179" y="1246"/>
              <a:ext cx="3779" cy="406"/>
              <a:chOff x="816" y="528"/>
              <a:chExt cx="4176" cy="480"/>
            </a:xfrm>
          </p:grpSpPr>
          <p:sp>
            <p:nvSpPr>
              <p:cNvPr id="29750" name="Line 47"/>
              <p:cNvSpPr/>
              <p:nvPr/>
            </p:nvSpPr>
            <p:spPr>
              <a:xfrm flipV="1">
                <a:off x="2256" y="528"/>
                <a:ext cx="2736" cy="480"/>
              </a:xfrm>
              <a:prstGeom prst="line">
                <a:avLst/>
              </a:prstGeom>
              <a:ln w="28575" cap="flat" cmpd="sng">
                <a:solidFill>
                  <a:srgbClr val="009900"/>
                </a:solidFill>
                <a:prstDash val="lgDashDot"/>
                <a:headEnd type="none" w="med" len="med"/>
                <a:tailEnd type="none" w="med" len="med"/>
              </a:ln>
            </p:spPr>
          </p:sp>
          <p:sp>
            <p:nvSpPr>
              <p:cNvPr id="29751" name="Line 48"/>
              <p:cNvSpPr/>
              <p:nvPr/>
            </p:nvSpPr>
            <p:spPr>
              <a:xfrm flipH="1">
                <a:off x="816" y="1008"/>
                <a:ext cx="1440" cy="0"/>
              </a:xfrm>
              <a:prstGeom prst="line">
                <a:avLst/>
              </a:prstGeom>
              <a:ln w="28575" cap="flat" cmpd="sng">
                <a:solidFill>
                  <a:srgbClr val="009900"/>
                </a:solidFill>
                <a:prstDash val="lgDashDot"/>
                <a:headEnd type="none" w="med" len="med"/>
                <a:tailEnd type="none" w="med" len="med"/>
              </a:ln>
            </p:spPr>
          </p:sp>
        </p:grpSp>
        <p:sp>
          <p:nvSpPr>
            <p:cNvPr id="29739" name="Line 49"/>
            <p:cNvSpPr/>
            <p:nvPr/>
          </p:nvSpPr>
          <p:spPr>
            <a:xfrm>
              <a:off x="1179" y="1289"/>
              <a:ext cx="2823" cy="447"/>
            </a:xfrm>
            <a:prstGeom prst="line">
              <a:avLst/>
            </a:prstGeom>
            <a:ln w="38100" cap="flat" cmpd="sng">
              <a:solidFill>
                <a:srgbClr val="FF0000"/>
              </a:solidFill>
              <a:prstDash val="dash"/>
              <a:headEnd type="none" w="med" len="med"/>
              <a:tailEnd type="none" w="med" len="med"/>
            </a:ln>
          </p:spPr>
        </p:sp>
        <p:sp>
          <p:nvSpPr>
            <p:cNvPr id="29740" name="Line 50"/>
            <p:cNvSpPr>
              <a:spLocks noChangeAspect="1"/>
            </p:cNvSpPr>
            <p:nvPr/>
          </p:nvSpPr>
          <p:spPr>
            <a:xfrm>
              <a:off x="4002" y="1736"/>
              <a:ext cx="958" cy="313"/>
            </a:xfrm>
            <a:prstGeom prst="line">
              <a:avLst/>
            </a:prstGeom>
            <a:ln w="38100" cap="flat" cmpd="sng">
              <a:solidFill>
                <a:srgbClr val="FF0000"/>
              </a:solidFill>
              <a:prstDash val="dash"/>
              <a:headEnd type="none" w="med" len="med"/>
              <a:tailEnd type="none" w="med" len="med"/>
            </a:ln>
          </p:spPr>
        </p:sp>
        <p:sp>
          <p:nvSpPr>
            <p:cNvPr id="29741" name="Text Box 51"/>
            <p:cNvSpPr txBox="1"/>
            <p:nvPr/>
          </p:nvSpPr>
          <p:spPr>
            <a:xfrm>
              <a:off x="4399" y="1981"/>
              <a:ext cx="372" cy="288"/>
            </a:xfrm>
            <a:prstGeom prst="rect">
              <a:avLst/>
            </a:prstGeom>
            <a:noFill/>
            <a:ln w="9525">
              <a:noFill/>
            </a:ln>
          </p:spPr>
          <p:txBody>
            <a:bodyPr wrap="none">
              <a:spAutoFit/>
            </a:bodyPr>
            <a:lstStyle/>
            <a:p>
              <a:r>
                <a:rPr lang="en-US" altLang="zh-CN" sz="2400" dirty="0">
                  <a:latin typeface="Times New Roman" panose="02020603050405020304" pitchFamily="18" charset="0"/>
                </a:rPr>
                <a:t>-60</a:t>
              </a:r>
            </a:p>
          </p:txBody>
        </p:sp>
        <p:sp>
          <p:nvSpPr>
            <p:cNvPr id="29742" name="Text Box 52"/>
            <p:cNvSpPr txBox="1"/>
            <p:nvPr/>
          </p:nvSpPr>
          <p:spPr>
            <a:xfrm>
              <a:off x="4219" y="1623"/>
              <a:ext cx="372" cy="288"/>
            </a:xfrm>
            <a:prstGeom prst="rect">
              <a:avLst/>
            </a:prstGeom>
            <a:noFill/>
            <a:ln w="9525">
              <a:noFill/>
            </a:ln>
          </p:spPr>
          <p:txBody>
            <a:bodyPr wrap="none">
              <a:spAutoFit/>
            </a:bodyPr>
            <a:lstStyle/>
            <a:p>
              <a:r>
                <a:rPr lang="en-US" altLang="zh-CN" sz="2400" dirty="0">
                  <a:latin typeface="Times New Roman" panose="02020603050405020304" pitchFamily="18" charset="0"/>
                </a:rPr>
                <a:t>-40</a:t>
              </a:r>
            </a:p>
          </p:txBody>
        </p:sp>
        <p:sp>
          <p:nvSpPr>
            <p:cNvPr id="29743" name="Text Box 53"/>
            <p:cNvSpPr txBox="1"/>
            <p:nvPr/>
          </p:nvSpPr>
          <p:spPr>
            <a:xfrm>
              <a:off x="3426" y="1207"/>
              <a:ext cx="416" cy="288"/>
            </a:xfrm>
            <a:prstGeom prst="rect">
              <a:avLst/>
            </a:prstGeom>
            <a:noFill/>
            <a:ln w="9525">
              <a:noFill/>
            </a:ln>
          </p:spPr>
          <p:txBody>
            <a:bodyPr wrap="none">
              <a:spAutoFit/>
            </a:bodyPr>
            <a:lstStyle/>
            <a:p>
              <a:r>
                <a:rPr lang="en-US" altLang="zh-CN" sz="2400" dirty="0">
                  <a:latin typeface="Times New Roman" panose="02020603050405020304" pitchFamily="18" charset="0"/>
                </a:rPr>
                <a:t>+20</a:t>
              </a:r>
            </a:p>
          </p:txBody>
        </p:sp>
        <p:sp>
          <p:nvSpPr>
            <p:cNvPr id="29744" name="Rectangle 54"/>
            <p:cNvSpPr/>
            <p:nvPr/>
          </p:nvSpPr>
          <p:spPr>
            <a:xfrm>
              <a:off x="3403" y="1392"/>
              <a:ext cx="346" cy="288"/>
            </a:xfrm>
            <a:prstGeom prst="rect">
              <a:avLst/>
            </a:prstGeom>
            <a:noFill/>
            <a:ln w="9525">
              <a:noFill/>
            </a:ln>
          </p:spPr>
          <p:txBody>
            <a:bodyPr wrap="none">
              <a:spAutoFit/>
            </a:bodyPr>
            <a:lstStyle/>
            <a:p>
              <a:r>
                <a:rPr lang="en-US" altLang="zh-CN" sz="2400" i="1" dirty="0">
                  <a:solidFill>
                    <a:srgbClr val="FF0000"/>
                  </a:solidFill>
                  <a:latin typeface="Times New Roman" panose="02020603050405020304" pitchFamily="18" charset="0"/>
                  <a:sym typeface="Symbol" panose="05050102010706020507" pitchFamily="18" charset="2"/>
                </a:rPr>
                <a:t></a:t>
              </a:r>
              <a:r>
                <a:rPr lang="en-US" altLang="zh-CN" sz="2400" i="1" dirty="0">
                  <a:solidFill>
                    <a:srgbClr val="FF0000"/>
                  </a:solidFill>
                  <a:latin typeface="Times New Roman" panose="02020603050405020304" pitchFamily="18" charset="0"/>
                </a:rPr>
                <a:t>'</a:t>
              </a:r>
              <a:r>
                <a:rPr lang="en-US" altLang="zh-CN" sz="2400" i="1" baseline="-18000" dirty="0">
                  <a:solidFill>
                    <a:srgbClr val="FF0000"/>
                  </a:solidFill>
                  <a:latin typeface="Times New Roman" panose="02020603050405020304" pitchFamily="18" charset="0"/>
                </a:rPr>
                <a:t>c</a:t>
              </a:r>
            </a:p>
          </p:txBody>
        </p:sp>
        <p:sp>
          <p:nvSpPr>
            <p:cNvPr id="29745" name="Line 55"/>
            <p:cNvSpPr/>
            <p:nvPr/>
          </p:nvSpPr>
          <p:spPr>
            <a:xfrm>
              <a:off x="4002" y="1654"/>
              <a:ext cx="0" cy="325"/>
            </a:xfrm>
            <a:prstGeom prst="line">
              <a:avLst/>
            </a:prstGeom>
            <a:ln w="22225" cap="flat" cmpd="sng">
              <a:solidFill>
                <a:schemeClr val="tx1"/>
              </a:solidFill>
              <a:prstDash val="dash"/>
              <a:headEnd type="none" w="med" len="med"/>
              <a:tailEnd type="none" w="med" len="med"/>
            </a:ln>
          </p:spPr>
        </p:sp>
        <p:sp>
          <p:nvSpPr>
            <p:cNvPr id="29746" name="Line 56"/>
            <p:cNvSpPr/>
            <p:nvPr/>
          </p:nvSpPr>
          <p:spPr>
            <a:xfrm flipV="1">
              <a:off x="2501" y="1492"/>
              <a:ext cx="0" cy="162"/>
            </a:xfrm>
            <a:prstGeom prst="line">
              <a:avLst/>
            </a:prstGeom>
            <a:ln w="22225" cap="flat" cmpd="sng">
              <a:solidFill>
                <a:schemeClr val="tx1"/>
              </a:solidFill>
              <a:prstDash val="dash"/>
              <a:headEnd type="none" w="med" len="med"/>
              <a:tailEnd type="none" w="med" len="med"/>
            </a:ln>
          </p:spPr>
        </p:sp>
        <p:sp>
          <p:nvSpPr>
            <p:cNvPr id="29747" name="Line 57"/>
            <p:cNvSpPr/>
            <p:nvPr/>
          </p:nvSpPr>
          <p:spPr>
            <a:xfrm>
              <a:off x="3476" y="1654"/>
              <a:ext cx="0" cy="1666"/>
            </a:xfrm>
            <a:prstGeom prst="line">
              <a:avLst/>
            </a:prstGeom>
            <a:ln w="22225" cap="flat" cmpd="sng">
              <a:solidFill>
                <a:schemeClr val="tx1"/>
              </a:solidFill>
              <a:prstDash val="dash"/>
              <a:headEnd type="none" w="med" len="med"/>
              <a:tailEnd type="none" w="med" len="med"/>
            </a:ln>
          </p:spPr>
        </p:sp>
        <p:sp>
          <p:nvSpPr>
            <p:cNvPr id="29748" name="Line 58"/>
            <p:cNvSpPr/>
            <p:nvPr/>
          </p:nvSpPr>
          <p:spPr>
            <a:xfrm>
              <a:off x="3470" y="3320"/>
              <a:ext cx="0" cy="284"/>
            </a:xfrm>
            <a:prstGeom prst="line">
              <a:avLst/>
            </a:prstGeom>
            <a:ln w="22225" cap="flat" cmpd="sng">
              <a:solidFill>
                <a:srgbClr val="FF0000"/>
              </a:solidFill>
              <a:prstDash val="solid"/>
              <a:headEnd type="triangle" w="med" len="med"/>
              <a:tailEnd type="triangle" w="med" len="med"/>
            </a:ln>
          </p:spPr>
        </p:sp>
        <p:sp>
          <p:nvSpPr>
            <p:cNvPr id="29749" name="Rectangle 59"/>
            <p:cNvSpPr/>
            <p:nvPr/>
          </p:nvSpPr>
          <p:spPr>
            <a:xfrm>
              <a:off x="2697" y="3888"/>
              <a:ext cx="867" cy="288"/>
            </a:xfrm>
            <a:prstGeom prst="rect">
              <a:avLst/>
            </a:prstGeom>
            <a:noFill/>
            <a:ln w="22225">
              <a:noFill/>
            </a:ln>
          </p:spPr>
          <p:txBody>
            <a:bodyPr wrap="none">
              <a:spAutoFit/>
            </a:bodyPr>
            <a:lstStyle/>
            <a:p>
              <a:r>
                <a:rPr lang="en-US" altLang="zh-CN" sz="2400" i="1" dirty="0">
                  <a:latin typeface="Times New Roman" panose="02020603050405020304" pitchFamily="18" charset="0"/>
                  <a:sym typeface="Symbol" panose="05050102010706020507" pitchFamily="18" charset="2"/>
                </a:rPr>
                <a:t></a:t>
              </a:r>
              <a:r>
                <a:rPr lang="en-US" altLang="zh-CN" sz="2400" i="1" dirty="0">
                  <a:latin typeface="Times New Roman" panose="02020603050405020304" pitchFamily="18" charset="0"/>
                </a:rPr>
                <a:t>  </a:t>
              </a:r>
              <a:r>
                <a:rPr lang="en-US" altLang="zh-CN" sz="2400" dirty="0">
                  <a:latin typeface="Times New Roman" panose="02020603050405020304" pitchFamily="18" charset="0"/>
                </a:rPr>
                <a:t>(</a:t>
              </a:r>
              <a:r>
                <a:rPr lang="en-US" altLang="zh-CN" sz="2400" i="1" dirty="0">
                  <a:latin typeface="Times New Roman" panose="02020603050405020304" pitchFamily="18" charset="0"/>
                </a:rPr>
                <a:t>rad/s</a:t>
              </a:r>
              <a:r>
                <a:rPr lang="en-US" altLang="zh-CN" sz="2400" dirty="0">
                  <a:latin typeface="Times New Roman" panose="02020603050405020304" pitchFamily="18" charset="0"/>
                </a:rPr>
                <a:t>)</a:t>
              </a:r>
            </a:p>
          </p:txBody>
        </p:sp>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3"/>
          <p:cNvSpPr/>
          <p:nvPr/>
        </p:nvSpPr>
        <p:spPr>
          <a:xfrm>
            <a:off x="1187450" y="1365250"/>
            <a:ext cx="7467600" cy="582613"/>
          </a:xfrm>
          <a:prstGeom prst="rect">
            <a:avLst/>
          </a:prstGeom>
          <a:noFill/>
          <a:ln w="22225">
            <a:noFill/>
          </a:ln>
        </p:spPr>
        <p:txBody>
          <a:bodyPr>
            <a:spAutoFit/>
          </a:bodyPr>
          <a:lstStyle/>
          <a:p>
            <a:pPr>
              <a:lnSpc>
                <a:spcPct val="115000"/>
              </a:lnSpc>
              <a:buFont typeface="Wingdings" panose="05000000000000000000" pitchFamily="2" charset="2"/>
              <a:buChar char="ü"/>
            </a:pPr>
            <a:r>
              <a:rPr lang="en-US" altLang="zh-CN" sz="2800" dirty="0">
                <a:latin typeface="宋体" panose="02010600030101010101" pitchFamily="2" charset="-122"/>
              </a:rPr>
              <a:t> </a:t>
            </a:r>
            <a:r>
              <a:rPr lang="zh-CN" altLang="en-US" sz="2800" dirty="0">
                <a:latin typeface="宋体" panose="02010600030101010101" pitchFamily="2" charset="-122"/>
              </a:rPr>
              <a:t>相位裕量增加</a:t>
            </a:r>
            <a:r>
              <a:rPr lang="en-US" altLang="zh-CN" sz="2800" dirty="0">
                <a:latin typeface="宋体" panose="02010600030101010101" pitchFamily="2" charset="-122"/>
              </a:rPr>
              <a:t>(</a:t>
            </a:r>
            <a:r>
              <a:rPr lang="zh-CN" altLang="en-US" sz="2800" dirty="0">
                <a:latin typeface="宋体" panose="02010600030101010101" pitchFamily="2" charset="-122"/>
              </a:rPr>
              <a:t>因为</a:t>
            </a:r>
            <a:r>
              <a:rPr lang="zh-CN" altLang="en-US" sz="2800" i="1" dirty="0">
                <a:latin typeface="Times New Roman" panose="02020603050405020304" pitchFamily="18" charset="0"/>
                <a:sym typeface="Symbol" panose="05050102010706020507" pitchFamily="18" charset="2"/>
              </a:rPr>
              <a:t></a:t>
            </a:r>
            <a:r>
              <a:rPr lang="en-US" altLang="zh-CN" sz="2900" i="1" baseline="-18000" dirty="0">
                <a:latin typeface="Times New Roman" panose="02020603050405020304" pitchFamily="18" charset="0"/>
              </a:rPr>
              <a:t>c</a:t>
            </a:r>
            <a:r>
              <a:rPr lang="en-US" altLang="zh-CN" sz="2800" dirty="0">
                <a:latin typeface="Times New Roman" panose="02020603050405020304" pitchFamily="18" charset="0"/>
              </a:rPr>
              <a:t>(</a:t>
            </a:r>
            <a:r>
              <a:rPr lang="en-US" altLang="zh-CN" sz="2800" i="1" dirty="0">
                <a:latin typeface="Times New Roman" panose="02020603050405020304" pitchFamily="18" charset="0"/>
                <a:sym typeface="Symbol" panose="05050102010706020507" pitchFamily="18" charset="2"/>
              </a:rPr>
              <a:t></a:t>
            </a:r>
            <a:r>
              <a:rPr lang="en-US" altLang="zh-CN" sz="2800" dirty="0">
                <a:latin typeface="Times New Roman" panose="02020603050405020304" pitchFamily="18" charset="0"/>
              </a:rPr>
              <a:t>)&gt;0)</a:t>
            </a:r>
            <a:r>
              <a:rPr lang="zh-CN" altLang="en-US" sz="2800" dirty="0">
                <a:latin typeface="宋体" panose="02010600030101010101" pitchFamily="2" charset="-122"/>
              </a:rPr>
              <a:t>，稳定性提高；</a:t>
            </a:r>
            <a:r>
              <a:rPr lang="zh-CN" altLang="en-US" sz="2800" dirty="0">
                <a:latin typeface="Times New Roman" panose="02020603050405020304" pitchFamily="18" charset="0"/>
              </a:rPr>
              <a:t> </a:t>
            </a:r>
          </a:p>
        </p:txBody>
      </p:sp>
      <p:sp>
        <p:nvSpPr>
          <p:cNvPr id="38916" name="Rectangle 4"/>
          <p:cNvSpPr/>
          <p:nvPr/>
        </p:nvSpPr>
        <p:spPr>
          <a:xfrm>
            <a:off x="1187450" y="1871663"/>
            <a:ext cx="7467600" cy="582612"/>
          </a:xfrm>
          <a:prstGeom prst="rect">
            <a:avLst/>
          </a:prstGeom>
          <a:noFill/>
          <a:ln w="22225">
            <a:noFill/>
          </a:ln>
        </p:spPr>
        <p:txBody>
          <a:bodyPr>
            <a:spAutoFit/>
          </a:bodyPr>
          <a:lstStyle/>
          <a:p>
            <a:pPr>
              <a:lnSpc>
                <a:spcPct val="115000"/>
              </a:lnSpc>
              <a:buFont typeface="Wingdings" panose="05000000000000000000" pitchFamily="2" charset="2"/>
              <a:buChar char="ü"/>
            </a:pPr>
            <a:r>
              <a:rPr lang="en-US" altLang="zh-CN" sz="2800" dirty="0">
                <a:latin typeface="Times New Roman" panose="02020603050405020304" pitchFamily="18" charset="0"/>
              </a:rPr>
              <a:t> </a:t>
            </a:r>
            <a:r>
              <a:rPr lang="en-US" altLang="zh-CN" sz="2800" i="1" dirty="0">
                <a:latin typeface="Times New Roman" panose="02020603050405020304" pitchFamily="18" charset="0"/>
                <a:sym typeface="Symbol" panose="05050102010706020507" pitchFamily="18" charset="2"/>
              </a:rPr>
              <a:t></a:t>
            </a:r>
            <a:r>
              <a:rPr lang="en-US" altLang="zh-CN" sz="2900" i="1" baseline="-18000" dirty="0">
                <a:latin typeface="Times New Roman" panose="02020603050405020304" pitchFamily="18" charset="0"/>
              </a:rPr>
              <a:t>c</a:t>
            </a:r>
            <a:r>
              <a:rPr lang="zh-CN" altLang="en-US" sz="2800" dirty="0">
                <a:latin typeface="Times New Roman" panose="02020603050405020304" pitchFamily="18" charset="0"/>
              </a:rPr>
              <a:t>增大，快速性提高；</a:t>
            </a:r>
          </a:p>
        </p:txBody>
      </p:sp>
      <p:sp>
        <p:nvSpPr>
          <p:cNvPr id="38917" name="Rectangle 5"/>
          <p:cNvSpPr/>
          <p:nvPr/>
        </p:nvSpPr>
        <p:spPr>
          <a:xfrm>
            <a:off x="1187450" y="2405063"/>
            <a:ext cx="7467600" cy="582612"/>
          </a:xfrm>
          <a:prstGeom prst="rect">
            <a:avLst/>
          </a:prstGeom>
          <a:noFill/>
          <a:ln w="22225">
            <a:noFill/>
          </a:ln>
        </p:spPr>
        <p:txBody>
          <a:bodyPr>
            <a:spAutoFit/>
          </a:bodyPr>
          <a:lstStyle/>
          <a:p>
            <a:pPr>
              <a:lnSpc>
                <a:spcPct val="115000"/>
              </a:lnSpc>
              <a:buFont typeface="Wingdings" panose="05000000000000000000" pitchFamily="2" charset="2"/>
              <a:buChar char="ü"/>
            </a:pPr>
            <a:r>
              <a:rPr lang="en-US" altLang="zh-CN" sz="2800" dirty="0">
                <a:latin typeface="宋体" panose="02010600030101010101" pitchFamily="2" charset="-122"/>
              </a:rPr>
              <a:t> </a:t>
            </a:r>
            <a:r>
              <a:rPr lang="en-US" altLang="zh-CN" sz="2800" i="1" dirty="0">
                <a:latin typeface="Times New Roman" panose="02020603050405020304" pitchFamily="18" charset="0"/>
              </a:rPr>
              <a:t>K</a:t>
            </a:r>
            <a:r>
              <a:rPr lang="en-US" altLang="zh-CN" sz="2900" i="1" baseline="-18000" dirty="0">
                <a:latin typeface="Times New Roman" panose="02020603050405020304" pitchFamily="18" charset="0"/>
              </a:rPr>
              <a:t>p</a:t>
            </a:r>
            <a:r>
              <a:rPr lang="zh-CN" altLang="en-US" sz="2800" dirty="0">
                <a:latin typeface="Times New Roman" panose="02020603050405020304" pitchFamily="18" charset="0"/>
              </a:rPr>
              <a:t>＝</a:t>
            </a:r>
            <a:r>
              <a:rPr lang="en-US" altLang="zh-CN" sz="2800" dirty="0">
                <a:latin typeface="Times New Roman" panose="02020603050405020304" pitchFamily="18" charset="0"/>
              </a:rPr>
              <a:t>1</a:t>
            </a:r>
            <a:r>
              <a:rPr lang="zh-CN" altLang="en-US" sz="2800" dirty="0">
                <a:latin typeface="Times New Roman" panose="02020603050405020304" pitchFamily="18" charset="0"/>
              </a:rPr>
              <a:t>时，</a:t>
            </a:r>
            <a:r>
              <a:rPr lang="zh-CN" altLang="en-US" sz="2800" dirty="0">
                <a:latin typeface="宋体" panose="02010600030101010101" pitchFamily="2" charset="-122"/>
              </a:rPr>
              <a:t>系统的稳态性能没有变化</a:t>
            </a:r>
            <a:r>
              <a:rPr lang="zh-CN" altLang="en-US" sz="2800" dirty="0">
                <a:latin typeface="Times New Roman" panose="02020603050405020304" pitchFamily="18" charset="0"/>
              </a:rPr>
              <a:t>；</a:t>
            </a:r>
          </a:p>
        </p:txBody>
      </p:sp>
      <p:sp>
        <p:nvSpPr>
          <p:cNvPr id="38918" name="Rectangle 6"/>
          <p:cNvSpPr/>
          <p:nvPr/>
        </p:nvSpPr>
        <p:spPr>
          <a:xfrm>
            <a:off x="1187450" y="2938463"/>
            <a:ext cx="7632700" cy="1073150"/>
          </a:xfrm>
          <a:prstGeom prst="rect">
            <a:avLst/>
          </a:prstGeom>
          <a:noFill/>
          <a:ln w="22225">
            <a:noFill/>
          </a:ln>
        </p:spPr>
        <p:txBody>
          <a:bodyPr>
            <a:spAutoFit/>
          </a:bodyPr>
          <a:lstStyle/>
          <a:p>
            <a:pPr>
              <a:lnSpc>
                <a:spcPct val="115000"/>
              </a:lnSpc>
              <a:buFont typeface="Wingdings" panose="05000000000000000000" pitchFamily="2" charset="2"/>
              <a:buChar char="ü"/>
            </a:pPr>
            <a:r>
              <a:rPr lang="en-US" altLang="zh-CN" sz="2800" dirty="0">
                <a:latin typeface="宋体" panose="02010600030101010101" pitchFamily="2" charset="-122"/>
              </a:rPr>
              <a:t> </a:t>
            </a:r>
            <a:r>
              <a:rPr lang="zh-CN" altLang="en-US" sz="2800" dirty="0">
                <a:latin typeface="宋体" panose="02010600030101010101" pitchFamily="2" charset="-122"/>
              </a:rPr>
              <a:t>高频段增益上升，降低了系统抗干扰的能力。</a:t>
            </a:r>
            <a:r>
              <a:rPr lang="zh-CN" altLang="en-US" sz="2800" dirty="0">
                <a:latin typeface="Times New Roman" panose="02020603050405020304" pitchFamily="18" charset="0"/>
              </a:rPr>
              <a:t> </a:t>
            </a:r>
          </a:p>
        </p:txBody>
      </p:sp>
      <p:sp>
        <p:nvSpPr>
          <p:cNvPr id="38919" name="Rectangle 7"/>
          <p:cNvSpPr/>
          <p:nvPr/>
        </p:nvSpPr>
        <p:spPr>
          <a:xfrm>
            <a:off x="1187450" y="4005263"/>
            <a:ext cx="7467600" cy="1563687"/>
          </a:xfrm>
          <a:prstGeom prst="rect">
            <a:avLst/>
          </a:prstGeom>
          <a:noFill/>
          <a:ln w="22225">
            <a:noFill/>
          </a:ln>
        </p:spPr>
        <p:txBody>
          <a:bodyPr>
            <a:spAutoFit/>
          </a:bodyPr>
          <a:lstStyle/>
          <a:p>
            <a:pPr>
              <a:lnSpc>
                <a:spcPct val="115000"/>
              </a:lnSpc>
            </a:pPr>
            <a:r>
              <a:rPr lang="zh-CN" altLang="en-US" sz="2800" dirty="0">
                <a:latin typeface="宋体" panose="02010600030101010101" pitchFamily="2" charset="-122"/>
              </a:rPr>
              <a:t>综上所述，</a:t>
            </a:r>
            <a:r>
              <a:rPr lang="en-US" altLang="zh-CN" sz="2800" dirty="0">
                <a:latin typeface="Times New Roman" panose="02020603050405020304" pitchFamily="18" charset="0"/>
              </a:rPr>
              <a:t>PD</a:t>
            </a:r>
            <a:r>
              <a:rPr lang="zh-CN" altLang="en-US" sz="2800" dirty="0">
                <a:latin typeface="宋体" panose="02010600030101010101" pitchFamily="2" charset="-122"/>
              </a:rPr>
              <a:t>控制通过引入微分作用改善了系统的动态性能。</a:t>
            </a:r>
            <a:r>
              <a:rPr lang="zh-CN" altLang="en-US" sz="2800" dirty="0">
                <a:latin typeface="Times New Roman" panose="02020603050405020304" pitchFamily="18" charset="0"/>
              </a:rPr>
              <a:t> </a:t>
            </a:r>
            <a:r>
              <a:rPr lang="zh-CN" altLang="en-US" sz="2800" dirty="0">
                <a:latin typeface="宋体" panose="02010600030101010101" pitchFamily="2" charset="-122"/>
              </a:rPr>
              <a:t>但须注意，微分控制仅仅在系统的瞬态过程中起作用，一般不单独使用。</a:t>
            </a:r>
            <a:r>
              <a:rPr lang="zh-CN" altLang="en-US" sz="2800" dirty="0">
                <a:latin typeface="Times New Roman" panose="02020603050405020304" pitchFamily="18" charset="0"/>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8916"/>
                                        </p:tgtEl>
                                        <p:attrNameLst>
                                          <p:attrName>style.visibility</p:attrName>
                                        </p:attrNameLst>
                                      </p:cBhvr>
                                      <p:to>
                                        <p:strVal val="visible"/>
                                      </p:to>
                                    </p:set>
                                    <p:anim calcmode="lin" valueType="num">
                                      <p:cBhvr additive="base">
                                        <p:cTn id="7" dur="500" fill="hold"/>
                                        <p:tgtEl>
                                          <p:spTgt spid="38916"/>
                                        </p:tgtEl>
                                        <p:attrNameLst>
                                          <p:attrName>ppt_x</p:attrName>
                                        </p:attrNameLst>
                                      </p:cBhvr>
                                      <p:tavLst>
                                        <p:tav tm="0">
                                          <p:val>
                                            <p:strVal val="#ppt_x"/>
                                          </p:val>
                                        </p:tav>
                                        <p:tav tm="100000">
                                          <p:val>
                                            <p:strVal val="#ppt_x"/>
                                          </p:val>
                                        </p:tav>
                                      </p:tavLst>
                                    </p:anim>
                                    <p:anim calcmode="lin" valueType="num">
                                      <p:cBhvr additive="base">
                                        <p:cTn id="8" dur="500" fill="hold"/>
                                        <p:tgtEl>
                                          <p:spTgt spid="3891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8917"/>
                                        </p:tgtEl>
                                        <p:attrNameLst>
                                          <p:attrName>style.visibility</p:attrName>
                                        </p:attrNameLst>
                                      </p:cBhvr>
                                      <p:to>
                                        <p:strVal val="visible"/>
                                      </p:to>
                                    </p:set>
                                    <p:anim calcmode="lin" valueType="num">
                                      <p:cBhvr additive="base">
                                        <p:cTn id="13" dur="500" fill="hold"/>
                                        <p:tgtEl>
                                          <p:spTgt spid="38917"/>
                                        </p:tgtEl>
                                        <p:attrNameLst>
                                          <p:attrName>ppt_x</p:attrName>
                                        </p:attrNameLst>
                                      </p:cBhvr>
                                      <p:tavLst>
                                        <p:tav tm="0">
                                          <p:val>
                                            <p:strVal val="#ppt_x"/>
                                          </p:val>
                                        </p:tav>
                                        <p:tav tm="100000">
                                          <p:val>
                                            <p:strVal val="#ppt_x"/>
                                          </p:val>
                                        </p:tav>
                                      </p:tavLst>
                                    </p:anim>
                                    <p:anim calcmode="lin" valueType="num">
                                      <p:cBhvr additive="base">
                                        <p:cTn id="14" dur="500" fill="hold"/>
                                        <p:tgtEl>
                                          <p:spTgt spid="3891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8918"/>
                                        </p:tgtEl>
                                        <p:attrNameLst>
                                          <p:attrName>style.visibility</p:attrName>
                                        </p:attrNameLst>
                                      </p:cBhvr>
                                      <p:to>
                                        <p:strVal val="visible"/>
                                      </p:to>
                                    </p:set>
                                    <p:anim calcmode="lin" valueType="num">
                                      <p:cBhvr additive="base">
                                        <p:cTn id="19" dur="500" fill="hold"/>
                                        <p:tgtEl>
                                          <p:spTgt spid="38918"/>
                                        </p:tgtEl>
                                        <p:attrNameLst>
                                          <p:attrName>ppt_x</p:attrName>
                                        </p:attrNameLst>
                                      </p:cBhvr>
                                      <p:tavLst>
                                        <p:tav tm="0">
                                          <p:val>
                                            <p:strVal val="#ppt_x"/>
                                          </p:val>
                                        </p:tav>
                                        <p:tav tm="100000">
                                          <p:val>
                                            <p:strVal val="#ppt_x"/>
                                          </p:val>
                                        </p:tav>
                                      </p:tavLst>
                                    </p:anim>
                                    <p:anim calcmode="lin" valueType="num">
                                      <p:cBhvr additive="base">
                                        <p:cTn id="20" dur="500" fill="hold"/>
                                        <p:tgtEl>
                                          <p:spTgt spid="38918"/>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8919"/>
                                        </p:tgtEl>
                                        <p:attrNameLst>
                                          <p:attrName>style.visibility</p:attrName>
                                        </p:attrNameLst>
                                      </p:cBhvr>
                                      <p:to>
                                        <p:strVal val="visible"/>
                                      </p:to>
                                    </p:set>
                                    <p:anim calcmode="lin" valueType="num">
                                      <p:cBhvr additive="base">
                                        <p:cTn id="25" dur="500" fill="hold"/>
                                        <p:tgtEl>
                                          <p:spTgt spid="38919"/>
                                        </p:tgtEl>
                                        <p:attrNameLst>
                                          <p:attrName>ppt_x</p:attrName>
                                        </p:attrNameLst>
                                      </p:cBhvr>
                                      <p:tavLst>
                                        <p:tav tm="0">
                                          <p:val>
                                            <p:strVal val="#ppt_x"/>
                                          </p:val>
                                        </p:tav>
                                        <p:tav tm="100000">
                                          <p:val>
                                            <p:strVal val="#ppt_x"/>
                                          </p:val>
                                        </p:tav>
                                      </p:tavLst>
                                    </p:anim>
                                    <p:anim calcmode="lin" valueType="num">
                                      <p:cBhvr additive="base">
                                        <p:cTn id="26" dur="500" fill="hold"/>
                                        <p:tgtEl>
                                          <p:spTgt spid="389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6" grpId="0"/>
      <p:bldP spid="38917" grpId="0"/>
      <p:bldP spid="38918" grpId="0"/>
      <p:bldP spid="38919"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3"/>
          <p:cNvSpPr/>
          <p:nvPr/>
        </p:nvSpPr>
        <p:spPr>
          <a:xfrm>
            <a:off x="539750" y="333375"/>
            <a:ext cx="5532438" cy="519113"/>
          </a:xfrm>
          <a:prstGeom prst="rect">
            <a:avLst/>
          </a:prstGeom>
          <a:noFill/>
          <a:ln w="22225">
            <a:noFill/>
          </a:ln>
        </p:spPr>
        <p:txBody>
          <a:bodyPr>
            <a:spAutoFit/>
          </a:bodyPr>
          <a:lstStyle/>
          <a:p>
            <a:pPr marL="457200" indent="-457200">
              <a:buFont typeface="Wingdings" panose="05000000000000000000" pitchFamily="2" charset="2"/>
              <a:buChar char="l"/>
            </a:pPr>
            <a:r>
              <a:rPr lang="en-US" altLang="zh-CN" sz="2800" dirty="0">
                <a:latin typeface="Times New Roman" panose="02020603050405020304" pitchFamily="18" charset="0"/>
                <a:ea typeface="黑体" panose="02010609060101010101" pitchFamily="49" charset="-122"/>
              </a:rPr>
              <a:t> </a:t>
            </a:r>
            <a:r>
              <a:rPr lang="en-US" altLang="zh-CN" sz="2800" b="1" dirty="0">
                <a:latin typeface="Times New Roman" panose="02020603050405020304" pitchFamily="18" charset="0"/>
                <a:ea typeface="黑体" panose="02010609060101010101" pitchFamily="49" charset="-122"/>
              </a:rPr>
              <a:t>PID</a:t>
            </a:r>
            <a:r>
              <a:rPr lang="zh-CN" altLang="en-US" sz="2800" b="1" dirty="0">
                <a:latin typeface="宋体" panose="02010600030101010101" pitchFamily="2" charset="-122"/>
              </a:rPr>
              <a:t>控制（</a:t>
            </a:r>
            <a:r>
              <a:rPr lang="zh-CN" altLang="en-US" sz="2800" b="1" dirty="0">
                <a:latin typeface="Times New Roman" panose="02020603050405020304" pitchFamily="18" charset="0"/>
              </a:rPr>
              <a:t>比例积分微分控制</a:t>
            </a:r>
            <a:r>
              <a:rPr lang="zh-CN" altLang="en-US" sz="2800" b="1" dirty="0">
                <a:latin typeface="宋体" panose="02010600030101010101" pitchFamily="2" charset="-122"/>
              </a:rPr>
              <a:t>） </a:t>
            </a:r>
          </a:p>
        </p:txBody>
      </p:sp>
      <p:graphicFrame>
        <p:nvGraphicFramePr>
          <p:cNvPr id="39940" name="Object 4"/>
          <p:cNvGraphicFramePr>
            <a:graphicFrameLocks noChangeAspect="1"/>
          </p:cNvGraphicFramePr>
          <p:nvPr/>
        </p:nvGraphicFramePr>
        <p:xfrm>
          <a:off x="1116013" y="1268413"/>
          <a:ext cx="5210175" cy="892175"/>
        </p:xfrm>
        <a:graphic>
          <a:graphicData uri="http://schemas.openxmlformats.org/presentationml/2006/ole">
            <mc:AlternateContent xmlns:mc="http://schemas.openxmlformats.org/markup-compatibility/2006">
              <mc:Choice xmlns:v="urn:schemas-microsoft-com:vml" Requires="v">
                <p:oleObj r:id="rId3" imgW="2654300" imgH="457200" progId="Equation.3">
                  <p:embed/>
                </p:oleObj>
              </mc:Choice>
              <mc:Fallback>
                <p:oleObj r:id="rId3" imgW="2654300" imgH="457200" progId="Equation.3">
                  <p:embed/>
                  <p:pic>
                    <p:nvPicPr>
                      <p:cNvPr id="0" name="图片 3102"/>
                      <p:cNvPicPr/>
                      <p:nvPr/>
                    </p:nvPicPr>
                    <p:blipFill>
                      <a:blip r:embed="rId4"/>
                      <a:stretch>
                        <a:fillRect/>
                      </a:stretch>
                    </p:blipFill>
                    <p:spPr>
                      <a:xfrm>
                        <a:off x="1116013" y="1268413"/>
                        <a:ext cx="5210175" cy="892175"/>
                      </a:xfrm>
                      <a:prstGeom prst="rect">
                        <a:avLst/>
                      </a:prstGeom>
                      <a:noFill/>
                      <a:ln w="38100">
                        <a:noFill/>
                        <a:miter/>
                      </a:ln>
                    </p:spPr>
                  </p:pic>
                </p:oleObj>
              </mc:Fallback>
            </mc:AlternateContent>
          </a:graphicData>
        </a:graphic>
      </p:graphicFrame>
      <p:graphicFrame>
        <p:nvGraphicFramePr>
          <p:cNvPr id="39941" name="Object 5"/>
          <p:cNvGraphicFramePr>
            <a:graphicFrameLocks noChangeAspect="1"/>
          </p:cNvGraphicFramePr>
          <p:nvPr/>
        </p:nvGraphicFramePr>
        <p:xfrm>
          <a:off x="1130300" y="2259013"/>
          <a:ext cx="3124200" cy="927100"/>
        </p:xfrm>
        <a:graphic>
          <a:graphicData uri="http://schemas.openxmlformats.org/presentationml/2006/ole">
            <mc:AlternateContent xmlns:mc="http://schemas.openxmlformats.org/markup-compatibility/2006">
              <mc:Choice xmlns:v="urn:schemas-microsoft-com:vml" Requires="v">
                <p:oleObj r:id="rId5" imgW="1637665" imgH="482600" progId="Equation.3">
                  <p:embed/>
                </p:oleObj>
              </mc:Choice>
              <mc:Fallback>
                <p:oleObj r:id="rId5" imgW="1637665" imgH="482600" progId="Equation.3">
                  <p:embed/>
                  <p:pic>
                    <p:nvPicPr>
                      <p:cNvPr id="0" name="图片 3103"/>
                      <p:cNvPicPr/>
                      <p:nvPr/>
                    </p:nvPicPr>
                    <p:blipFill>
                      <a:blip r:embed="rId6"/>
                      <a:stretch>
                        <a:fillRect/>
                      </a:stretch>
                    </p:blipFill>
                    <p:spPr>
                      <a:xfrm>
                        <a:off x="1130300" y="2259013"/>
                        <a:ext cx="3124200" cy="927100"/>
                      </a:xfrm>
                      <a:prstGeom prst="rect">
                        <a:avLst/>
                      </a:prstGeom>
                      <a:noFill/>
                      <a:ln w="38100">
                        <a:noFill/>
                        <a:miter/>
                      </a:ln>
                    </p:spPr>
                  </p:pic>
                </p:oleObj>
              </mc:Fallback>
            </mc:AlternateContent>
          </a:graphicData>
        </a:graphic>
      </p:graphicFrame>
      <p:grpSp>
        <p:nvGrpSpPr>
          <p:cNvPr id="2" name="Group 6"/>
          <p:cNvGrpSpPr/>
          <p:nvPr/>
        </p:nvGrpSpPr>
        <p:grpSpPr>
          <a:xfrm>
            <a:off x="1116013" y="3500438"/>
            <a:ext cx="6553200" cy="2308225"/>
            <a:chOff x="1008" y="2482"/>
            <a:chExt cx="4128" cy="1454"/>
          </a:xfrm>
        </p:grpSpPr>
        <p:sp>
          <p:nvSpPr>
            <p:cNvPr id="31750" name="Line 7"/>
            <p:cNvSpPr/>
            <p:nvPr/>
          </p:nvSpPr>
          <p:spPr>
            <a:xfrm>
              <a:off x="3445" y="3680"/>
              <a:ext cx="1691" cy="0"/>
            </a:xfrm>
            <a:prstGeom prst="line">
              <a:avLst/>
            </a:prstGeom>
            <a:ln w="22225" cap="flat" cmpd="sng">
              <a:solidFill>
                <a:schemeClr val="tx1"/>
              </a:solidFill>
              <a:prstDash val="solid"/>
              <a:headEnd type="none" w="med" len="med"/>
              <a:tailEnd type="triangle" w="sm" len="med"/>
            </a:ln>
          </p:spPr>
        </p:sp>
        <p:sp>
          <p:nvSpPr>
            <p:cNvPr id="31751" name="Line 8"/>
            <p:cNvSpPr/>
            <p:nvPr/>
          </p:nvSpPr>
          <p:spPr>
            <a:xfrm flipV="1">
              <a:off x="3445" y="2585"/>
              <a:ext cx="0" cy="1095"/>
            </a:xfrm>
            <a:prstGeom prst="line">
              <a:avLst/>
            </a:prstGeom>
            <a:ln w="22225" cap="flat" cmpd="sng">
              <a:solidFill>
                <a:schemeClr val="tx1"/>
              </a:solidFill>
              <a:prstDash val="solid"/>
              <a:headEnd type="none" w="med" len="med"/>
              <a:tailEnd type="triangle" w="sm" len="med"/>
            </a:ln>
          </p:spPr>
        </p:sp>
        <p:sp>
          <p:nvSpPr>
            <p:cNvPr id="31752" name="Text Box 9"/>
            <p:cNvSpPr txBox="1"/>
            <p:nvPr/>
          </p:nvSpPr>
          <p:spPr>
            <a:xfrm>
              <a:off x="4968" y="3648"/>
              <a:ext cx="168" cy="288"/>
            </a:xfrm>
            <a:prstGeom prst="rect">
              <a:avLst/>
            </a:prstGeom>
            <a:noFill/>
            <a:ln w="22225">
              <a:noFill/>
            </a:ln>
          </p:spPr>
          <p:txBody>
            <a:bodyPr wrap="none">
              <a:spAutoFit/>
            </a:bodyPr>
            <a:lstStyle/>
            <a:p>
              <a:r>
                <a:rPr lang="en-US" altLang="zh-CN" sz="2400" i="1" dirty="0">
                  <a:latin typeface="Times New Roman" panose="02020603050405020304" pitchFamily="18" charset="0"/>
                </a:rPr>
                <a:t>t</a:t>
              </a:r>
            </a:p>
          </p:txBody>
        </p:sp>
        <p:sp>
          <p:nvSpPr>
            <p:cNvPr id="31753" name="Text Box 10"/>
            <p:cNvSpPr txBox="1"/>
            <p:nvPr/>
          </p:nvSpPr>
          <p:spPr>
            <a:xfrm>
              <a:off x="3063" y="2496"/>
              <a:ext cx="393" cy="288"/>
            </a:xfrm>
            <a:prstGeom prst="rect">
              <a:avLst/>
            </a:prstGeom>
            <a:noFill/>
            <a:ln w="22225">
              <a:noFill/>
            </a:ln>
          </p:spPr>
          <p:txBody>
            <a:bodyPr wrap="none">
              <a:spAutoFit/>
            </a:bodyPr>
            <a:lstStyle/>
            <a:p>
              <a:r>
                <a:rPr lang="en-US" altLang="zh-CN" sz="2400" i="1" dirty="0">
                  <a:latin typeface="Times New Roman" panose="02020603050405020304" pitchFamily="18" charset="0"/>
                </a:rPr>
                <a:t>u</a:t>
              </a:r>
              <a:r>
                <a:rPr lang="en-US" altLang="zh-CN" sz="2400" dirty="0">
                  <a:latin typeface="Times New Roman" panose="02020603050405020304" pitchFamily="18" charset="0"/>
                </a:rPr>
                <a:t>(</a:t>
              </a:r>
              <a:r>
                <a:rPr lang="en-US" altLang="zh-CN" sz="2400" i="1" dirty="0">
                  <a:latin typeface="Times New Roman" panose="02020603050405020304" pitchFamily="18" charset="0"/>
                </a:rPr>
                <a:t>t</a:t>
              </a:r>
              <a:r>
                <a:rPr lang="en-US" altLang="zh-CN" sz="2400" dirty="0">
                  <a:latin typeface="Times New Roman" panose="02020603050405020304" pitchFamily="18" charset="0"/>
                </a:rPr>
                <a:t>)</a:t>
              </a:r>
            </a:p>
          </p:txBody>
        </p:sp>
        <p:sp>
          <p:nvSpPr>
            <p:cNvPr id="31754" name="Line 11"/>
            <p:cNvSpPr/>
            <p:nvPr/>
          </p:nvSpPr>
          <p:spPr>
            <a:xfrm flipH="1" flipV="1">
              <a:off x="4222" y="3289"/>
              <a:ext cx="311" cy="156"/>
            </a:xfrm>
            <a:prstGeom prst="line">
              <a:avLst/>
            </a:prstGeom>
            <a:ln w="22225" cap="flat" cmpd="sng">
              <a:solidFill>
                <a:schemeClr val="accent2"/>
              </a:solidFill>
              <a:prstDash val="solid"/>
              <a:headEnd type="none" w="med" len="med"/>
              <a:tailEnd type="triangle" w="sm" len="med"/>
            </a:ln>
          </p:spPr>
        </p:sp>
        <p:sp>
          <p:nvSpPr>
            <p:cNvPr id="31755" name="Text Box 12"/>
            <p:cNvSpPr txBox="1"/>
            <p:nvPr/>
          </p:nvSpPr>
          <p:spPr>
            <a:xfrm>
              <a:off x="4032" y="3409"/>
              <a:ext cx="992" cy="287"/>
            </a:xfrm>
            <a:prstGeom prst="rect">
              <a:avLst/>
            </a:prstGeom>
            <a:noFill/>
            <a:ln w="22225">
              <a:noFill/>
            </a:ln>
          </p:spPr>
          <p:txBody>
            <a:bodyPr wrap="none">
              <a:spAutoFit/>
            </a:bodyPr>
            <a:lstStyle/>
            <a:p>
              <a:r>
                <a:rPr lang="zh-CN" altLang="en-US" sz="2400" dirty="0">
                  <a:latin typeface="Times New Roman" panose="02020603050405020304" pitchFamily="18" charset="0"/>
                </a:rPr>
                <a:t>只有</a:t>
              </a:r>
              <a:r>
                <a:rPr lang="en-US" altLang="zh-CN" sz="2400" dirty="0">
                  <a:latin typeface="Times New Roman" panose="02020603050405020304" pitchFamily="18" charset="0"/>
                </a:rPr>
                <a:t>P</a:t>
              </a:r>
              <a:r>
                <a:rPr lang="zh-CN" altLang="en-US" sz="2400" dirty="0">
                  <a:latin typeface="Times New Roman" panose="02020603050405020304" pitchFamily="18" charset="0"/>
                </a:rPr>
                <a:t>控制</a:t>
              </a:r>
            </a:p>
          </p:txBody>
        </p:sp>
        <p:sp>
          <p:nvSpPr>
            <p:cNvPr id="31756" name="Text Box 13"/>
            <p:cNvSpPr txBox="1"/>
            <p:nvPr/>
          </p:nvSpPr>
          <p:spPr>
            <a:xfrm>
              <a:off x="4378" y="2509"/>
              <a:ext cx="747" cy="288"/>
            </a:xfrm>
            <a:prstGeom prst="rect">
              <a:avLst/>
            </a:prstGeom>
            <a:noFill/>
            <a:ln w="22225">
              <a:noFill/>
            </a:ln>
          </p:spPr>
          <p:txBody>
            <a:bodyPr wrap="none">
              <a:spAutoFit/>
            </a:bodyPr>
            <a:lstStyle/>
            <a:p>
              <a:r>
                <a:rPr lang="en-US" altLang="zh-CN" sz="2400" dirty="0">
                  <a:latin typeface="Times New Roman" panose="02020603050405020304" pitchFamily="18" charset="0"/>
                </a:rPr>
                <a:t>PD</a:t>
              </a:r>
              <a:r>
                <a:rPr lang="zh-CN" altLang="en-US" sz="2400" dirty="0">
                  <a:latin typeface="Times New Roman" panose="02020603050405020304" pitchFamily="18" charset="0"/>
                </a:rPr>
                <a:t>控制</a:t>
              </a:r>
            </a:p>
          </p:txBody>
        </p:sp>
        <p:sp>
          <p:nvSpPr>
            <p:cNvPr id="31757" name="Line 14"/>
            <p:cNvSpPr/>
            <p:nvPr/>
          </p:nvSpPr>
          <p:spPr>
            <a:xfrm flipH="1">
              <a:off x="4300" y="2742"/>
              <a:ext cx="156" cy="312"/>
            </a:xfrm>
            <a:prstGeom prst="line">
              <a:avLst/>
            </a:prstGeom>
            <a:ln w="22225" cap="flat" cmpd="sng">
              <a:solidFill>
                <a:srgbClr val="009900"/>
              </a:solidFill>
              <a:prstDash val="solid"/>
              <a:headEnd type="none" w="med" len="med"/>
              <a:tailEnd type="triangle" w="sm" len="med"/>
            </a:ln>
          </p:spPr>
        </p:sp>
        <p:sp>
          <p:nvSpPr>
            <p:cNvPr id="31758" name="Text Box 15"/>
            <p:cNvSpPr txBox="1"/>
            <p:nvPr/>
          </p:nvSpPr>
          <p:spPr>
            <a:xfrm>
              <a:off x="3244" y="3600"/>
              <a:ext cx="212" cy="288"/>
            </a:xfrm>
            <a:prstGeom prst="rect">
              <a:avLst/>
            </a:prstGeom>
            <a:noFill/>
            <a:ln w="22225">
              <a:noFill/>
            </a:ln>
          </p:spPr>
          <p:txBody>
            <a:bodyPr wrap="none">
              <a:spAutoFit/>
            </a:bodyPr>
            <a:lstStyle/>
            <a:p>
              <a:r>
                <a:rPr lang="en-US" altLang="zh-CN" sz="2400" dirty="0">
                  <a:latin typeface="Times New Roman" panose="02020603050405020304" pitchFamily="18" charset="0"/>
                </a:rPr>
                <a:t>0</a:t>
              </a:r>
            </a:p>
          </p:txBody>
        </p:sp>
        <p:sp>
          <p:nvSpPr>
            <p:cNvPr id="31759" name="Line 16"/>
            <p:cNvSpPr/>
            <p:nvPr/>
          </p:nvSpPr>
          <p:spPr>
            <a:xfrm>
              <a:off x="1428" y="3685"/>
              <a:ext cx="1478" cy="0"/>
            </a:xfrm>
            <a:prstGeom prst="line">
              <a:avLst/>
            </a:prstGeom>
            <a:ln w="22225" cap="flat" cmpd="sng">
              <a:solidFill>
                <a:schemeClr val="tx1"/>
              </a:solidFill>
              <a:prstDash val="solid"/>
              <a:headEnd type="none" w="med" len="med"/>
              <a:tailEnd type="triangle" w="sm" len="med"/>
            </a:ln>
          </p:spPr>
        </p:sp>
        <p:sp>
          <p:nvSpPr>
            <p:cNvPr id="31760" name="Line 17"/>
            <p:cNvSpPr/>
            <p:nvPr/>
          </p:nvSpPr>
          <p:spPr>
            <a:xfrm flipH="1" flipV="1">
              <a:off x="1428" y="2585"/>
              <a:ext cx="0" cy="1095"/>
            </a:xfrm>
            <a:prstGeom prst="line">
              <a:avLst/>
            </a:prstGeom>
            <a:ln w="22225" cap="flat" cmpd="sng">
              <a:solidFill>
                <a:schemeClr val="tx1"/>
              </a:solidFill>
              <a:prstDash val="solid"/>
              <a:headEnd type="none" w="med" len="med"/>
              <a:tailEnd type="triangle" w="sm" len="med"/>
            </a:ln>
          </p:spPr>
        </p:sp>
        <p:sp>
          <p:nvSpPr>
            <p:cNvPr id="31761" name="Text Box 18"/>
            <p:cNvSpPr txBox="1"/>
            <p:nvPr/>
          </p:nvSpPr>
          <p:spPr>
            <a:xfrm>
              <a:off x="2736" y="3648"/>
              <a:ext cx="169" cy="288"/>
            </a:xfrm>
            <a:prstGeom prst="rect">
              <a:avLst/>
            </a:prstGeom>
            <a:noFill/>
            <a:ln w="22225">
              <a:noFill/>
            </a:ln>
          </p:spPr>
          <p:txBody>
            <a:bodyPr wrap="none">
              <a:spAutoFit/>
            </a:bodyPr>
            <a:lstStyle/>
            <a:p>
              <a:r>
                <a:rPr lang="en-US" altLang="zh-CN" sz="2400" i="1" dirty="0">
                  <a:latin typeface="Times New Roman" panose="02020603050405020304" pitchFamily="18" charset="0"/>
                </a:rPr>
                <a:t>t</a:t>
              </a:r>
            </a:p>
          </p:txBody>
        </p:sp>
        <p:sp>
          <p:nvSpPr>
            <p:cNvPr id="31762" name="Text Box 19"/>
            <p:cNvSpPr txBox="1"/>
            <p:nvPr/>
          </p:nvSpPr>
          <p:spPr>
            <a:xfrm>
              <a:off x="1227" y="3600"/>
              <a:ext cx="213" cy="288"/>
            </a:xfrm>
            <a:prstGeom prst="rect">
              <a:avLst/>
            </a:prstGeom>
            <a:noFill/>
            <a:ln w="22225">
              <a:noFill/>
            </a:ln>
          </p:spPr>
          <p:txBody>
            <a:bodyPr wrap="none">
              <a:spAutoFit/>
            </a:bodyPr>
            <a:lstStyle/>
            <a:p>
              <a:r>
                <a:rPr lang="en-US" altLang="zh-CN" sz="2400" dirty="0">
                  <a:latin typeface="Times New Roman" panose="02020603050405020304" pitchFamily="18" charset="0"/>
                </a:rPr>
                <a:t>0</a:t>
              </a:r>
            </a:p>
          </p:txBody>
        </p:sp>
        <p:sp>
          <p:nvSpPr>
            <p:cNvPr id="31763" name="Text Box 20"/>
            <p:cNvSpPr txBox="1"/>
            <p:nvPr/>
          </p:nvSpPr>
          <p:spPr>
            <a:xfrm>
              <a:off x="1008" y="2482"/>
              <a:ext cx="429" cy="288"/>
            </a:xfrm>
            <a:prstGeom prst="rect">
              <a:avLst/>
            </a:prstGeom>
            <a:noFill/>
            <a:ln w="22225">
              <a:noFill/>
            </a:ln>
          </p:spPr>
          <p:txBody>
            <a:bodyPr wrap="none">
              <a:spAutoFit/>
            </a:bodyPr>
            <a:lstStyle/>
            <a:p>
              <a:r>
                <a:rPr lang="en-US" altLang="zh-CN" sz="2400" i="1" dirty="0">
                  <a:latin typeface="Times New Roman" panose="02020603050405020304" pitchFamily="18" charset="0"/>
                  <a:sym typeface="Symbol" panose="05050102010706020507" pitchFamily="18" charset="2"/>
                </a:rPr>
                <a:t></a:t>
              </a:r>
              <a:r>
                <a:rPr lang="en-US" altLang="zh-CN" sz="2400" i="1" dirty="0">
                  <a:latin typeface="Times New Roman" panose="02020603050405020304" pitchFamily="18" charset="0"/>
                </a:rPr>
                <a:t> </a:t>
              </a:r>
              <a:r>
                <a:rPr lang="en-US" altLang="zh-CN" sz="2400" dirty="0">
                  <a:latin typeface="Times New Roman" panose="02020603050405020304" pitchFamily="18" charset="0"/>
                </a:rPr>
                <a:t>(</a:t>
              </a:r>
              <a:r>
                <a:rPr lang="en-US" altLang="zh-CN" sz="2400" i="1" dirty="0">
                  <a:latin typeface="Times New Roman" panose="02020603050405020304" pitchFamily="18" charset="0"/>
                </a:rPr>
                <a:t>t</a:t>
              </a:r>
              <a:r>
                <a:rPr lang="en-US" altLang="zh-CN" sz="2400" dirty="0">
                  <a:latin typeface="Times New Roman" panose="02020603050405020304" pitchFamily="18" charset="0"/>
                </a:rPr>
                <a:t>)</a:t>
              </a:r>
            </a:p>
          </p:txBody>
        </p:sp>
        <p:sp>
          <p:nvSpPr>
            <p:cNvPr id="31764" name="Rectangle 21"/>
            <p:cNvSpPr/>
            <p:nvPr/>
          </p:nvSpPr>
          <p:spPr>
            <a:xfrm>
              <a:off x="1515" y="2698"/>
              <a:ext cx="501" cy="518"/>
            </a:xfrm>
            <a:prstGeom prst="rect">
              <a:avLst/>
            </a:prstGeom>
            <a:noFill/>
            <a:ln w="22225">
              <a:noFill/>
            </a:ln>
          </p:spPr>
          <p:txBody>
            <a:bodyPr wrap="none">
              <a:spAutoFit/>
            </a:bodyPr>
            <a:lstStyle/>
            <a:p>
              <a:r>
                <a:rPr lang="zh-CN" altLang="en-US" sz="2400" dirty="0">
                  <a:latin typeface="Times New Roman" panose="02020603050405020304" pitchFamily="18" charset="0"/>
                </a:rPr>
                <a:t>速度</a:t>
              </a:r>
            </a:p>
            <a:p>
              <a:r>
                <a:rPr lang="zh-CN" altLang="en-US" sz="2400" dirty="0">
                  <a:latin typeface="Times New Roman" panose="02020603050405020304" pitchFamily="18" charset="0"/>
                </a:rPr>
                <a:t>信号</a:t>
              </a:r>
            </a:p>
          </p:txBody>
        </p:sp>
        <p:sp>
          <p:nvSpPr>
            <p:cNvPr id="31765" name="Line 22"/>
            <p:cNvSpPr/>
            <p:nvPr/>
          </p:nvSpPr>
          <p:spPr>
            <a:xfrm>
              <a:off x="1968" y="3077"/>
              <a:ext cx="233" cy="235"/>
            </a:xfrm>
            <a:prstGeom prst="line">
              <a:avLst/>
            </a:prstGeom>
            <a:ln w="22225" cap="flat" cmpd="sng">
              <a:solidFill>
                <a:schemeClr val="tx1"/>
              </a:solidFill>
              <a:prstDash val="solid"/>
              <a:headEnd type="none" w="med" len="med"/>
              <a:tailEnd type="triangle" w="sm" len="med"/>
            </a:ln>
          </p:spPr>
        </p:sp>
        <p:sp>
          <p:nvSpPr>
            <p:cNvPr id="31766" name="Freeform 23"/>
            <p:cNvSpPr>
              <a:spLocks noChangeAspect="1"/>
            </p:cNvSpPr>
            <p:nvPr/>
          </p:nvSpPr>
          <p:spPr>
            <a:xfrm>
              <a:off x="3453" y="2663"/>
              <a:ext cx="925" cy="769"/>
            </a:xfrm>
            <a:custGeom>
              <a:avLst/>
              <a:gdLst/>
              <a:ahLst/>
              <a:cxnLst>
                <a:cxn ang="0">
                  <a:pos x="12" y="762"/>
                </a:cxn>
                <a:cxn ang="0">
                  <a:pos x="34" y="751"/>
                </a:cxn>
                <a:cxn ang="0">
                  <a:pos x="56" y="740"/>
                </a:cxn>
                <a:cxn ang="0">
                  <a:pos x="79" y="729"/>
                </a:cxn>
                <a:cxn ang="0">
                  <a:pos x="100" y="715"/>
                </a:cxn>
                <a:cxn ang="0">
                  <a:pos x="123" y="705"/>
                </a:cxn>
                <a:cxn ang="0">
                  <a:pos x="145" y="693"/>
                </a:cxn>
                <a:cxn ang="0">
                  <a:pos x="167" y="679"/>
                </a:cxn>
                <a:cxn ang="0">
                  <a:pos x="189" y="665"/>
                </a:cxn>
                <a:cxn ang="0">
                  <a:pos x="211" y="654"/>
                </a:cxn>
                <a:cxn ang="0">
                  <a:pos x="233" y="640"/>
                </a:cxn>
                <a:cxn ang="0">
                  <a:pos x="255" y="625"/>
                </a:cxn>
                <a:cxn ang="0">
                  <a:pos x="277" y="611"/>
                </a:cxn>
                <a:cxn ang="0">
                  <a:pos x="297" y="593"/>
                </a:cxn>
                <a:cxn ang="0">
                  <a:pos x="319" y="578"/>
                </a:cxn>
                <a:cxn ang="0">
                  <a:pos x="341" y="564"/>
                </a:cxn>
                <a:cxn ang="0">
                  <a:pos x="363" y="546"/>
                </a:cxn>
                <a:cxn ang="0">
                  <a:pos x="385" y="528"/>
                </a:cxn>
                <a:cxn ang="0">
                  <a:pos x="407" y="514"/>
                </a:cxn>
                <a:cxn ang="0">
                  <a:pos x="429" y="496"/>
                </a:cxn>
                <a:cxn ang="0">
                  <a:pos x="451" y="478"/>
                </a:cxn>
                <a:cxn ang="0">
                  <a:pos x="474" y="460"/>
                </a:cxn>
                <a:cxn ang="0">
                  <a:pos x="495" y="442"/>
                </a:cxn>
                <a:cxn ang="0">
                  <a:pos x="518" y="421"/>
                </a:cxn>
                <a:cxn ang="0">
                  <a:pos x="540" y="402"/>
                </a:cxn>
                <a:cxn ang="0">
                  <a:pos x="562" y="385"/>
                </a:cxn>
                <a:cxn ang="0">
                  <a:pos x="584" y="363"/>
                </a:cxn>
                <a:cxn ang="0">
                  <a:pos x="603" y="341"/>
                </a:cxn>
                <a:cxn ang="0">
                  <a:pos x="626" y="323"/>
                </a:cxn>
                <a:cxn ang="0">
                  <a:pos x="648" y="302"/>
                </a:cxn>
                <a:cxn ang="0">
                  <a:pos x="670" y="280"/>
                </a:cxn>
                <a:cxn ang="0">
                  <a:pos x="692" y="255"/>
                </a:cxn>
                <a:cxn ang="0">
                  <a:pos x="714" y="233"/>
                </a:cxn>
                <a:cxn ang="0">
                  <a:pos x="736" y="212"/>
                </a:cxn>
                <a:cxn ang="0">
                  <a:pos x="758" y="187"/>
                </a:cxn>
                <a:cxn ang="0">
                  <a:pos x="780" y="165"/>
                </a:cxn>
                <a:cxn ang="0">
                  <a:pos x="802" y="140"/>
                </a:cxn>
                <a:cxn ang="0">
                  <a:pos x="824" y="118"/>
                </a:cxn>
                <a:cxn ang="0">
                  <a:pos x="846" y="93"/>
                </a:cxn>
                <a:cxn ang="0">
                  <a:pos x="869" y="68"/>
                </a:cxn>
                <a:cxn ang="0">
                  <a:pos x="888" y="43"/>
                </a:cxn>
                <a:cxn ang="0">
                  <a:pos x="910" y="18"/>
                </a:cxn>
              </a:cxnLst>
              <a:rect l="0" t="0" r="0" b="0"/>
              <a:pathLst>
                <a:path w="2672" h="1516">
                  <a:moveTo>
                    <a:pt x="0" y="1516"/>
                  </a:moveTo>
                  <a:lnTo>
                    <a:pt x="14" y="1509"/>
                  </a:lnTo>
                  <a:lnTo>
                    <a:pt x="35" y="1502"/>
                  </a:lnTo>
                  <a:lnTo>
                    <a:pt x="56" y="1495"/>
                  </a:lnTo>
                  <a:lnTo>
                    <a:pt x="78" y="1488"/>
                  </a:lnTo>
                  <a:lnTo>
                    <a:pt x="99" y="1481"/>
                  </a:lnTo>
                  <a:lnTo>
                    <a:pt x="120" y="1474"/>
                  </a:lnTo>
                  <a:lnTo>
                    <a:pt x="141" y="1466"/>
                  </a:lnTo>
                  <a:lnTo>
                    <a:pt x="163" y="1459"/>
                  </a:lnTo>
                  <a:lnTo>
                    <a:pt x="184" y="1452"/>
                  </a:lnTo>
                  <a:lnTo>
                    <a:pt x="205" y="1445"/>
                  </a:lnTo>
                  <a:lnTo>
                    <a:pt x="227" y="1438"/>
                  </a:lnTo>
                  <a:lnTo>
                    <a:pt x="248" y="1431"/>
                  </a:lnTo>
                  <a:lnTo>
                    <a:pt x="269" y="1424"/>
                  </a:lnTo>
                  <a:lnTo>
                    <a:pt x="290" y="1410"/>
                  </a:lnTo>
                  <a:lnTo>
                    <a:pt x="312" y="1403"/>
                  </a:lnTo>
                  <a:lnTo>
                    <a:pt x="333" y="1396"/>
                  </a:lnTo>
                  <a:lnTo>
                    <a:pt x="354" y="1389"/>
                  </a:lnTo>
                  <a:lnTo>
                    <a:pt x="375" y="1381"/>
                  </a:lnTo>
                  <a:lnTo>
                    <a:pt x="397" y="1374"/>
                  </a:lnTo>
                  <a:lnTo>
                    <a:pt x="418" y="1367"/>
                  </a:lnTo>
                  <a:lnTo>
                    <a:pt x="439" y="1353"/>
                  </a:lnTo>
                  <a:lnTo>
                    <a:pt x="460" y="1346"/>
                  </a:lnTo>
                  <a:lnTo>
                    <a:pt x="482" y="1339"/>
                  </a:lnTo>
                  <a:lnTo>
                    <a:pt x="503" y="1332"/>
                  </a:lnTo>
                  <a:lnTo>
                    <a:pt x="524" y="1325"/>
                  </a:lnTo>
                  <a:lnTo>
                    <a:pt x="545" y="1311"/>
                  </a:lnTo>
                  <a:lnTo>
                    <a:pt x="567" y="1303"/>
                  </a:lnTo>
                  <a:lnTo>
                    <a:pt x="588" y="1296"/>
                  </a:lnTo>
                  <a:lnTo>
                    <a:pt x="609" y="1289"/>
                  </a:lnTo>
                  <a:lnTo>
                    <a:pt x="630" y="1275"/>
                  </a:lnTo>
                  <a:lnTo>
                    <a:pt x="652" y="1268"/>
                  </a:lnTo>
                  <a:lnTo>
                    <a:pt x="673" y="1261"/>
                  </a:lnTo>
                  <a:lnTo>
                    <a:pt x="694" y="1247"/>
                  </a:lnTo>
                  <a:lnTo>
                    <a:pt x="716" y="1240"/>
                  </a:lnTo>
                  <a:lnTo>
                    <a:pt x="737" y="1233"/>
                  </a:lnTo>
                  <a:lnTo>
                    <a:pt x="758" y="1218"/>
                  </a:lnTo>
                  <a:lnTo>
                    <a:pt x="779" y="1211"/>
                  </a:lnTo>
                  <a:lnTo>
                    <a:pt x="801" y="1204"/>
                  </a:lnTo>
                  <a:lnTo>
                    <a:pt x="822" y="1190"/>
                  </a:lnTo>
                  <a:lnTo>
                    <a:pt x="843" y="1183"/>
                  </a:lnTo>
                  <a:lnTo>
                    <a:pt x="857" y="1169"/>
                  </a:lnTo>
                  <a:lnTo>
                    <a:pt x="879" y="1162"/>
                  </a:lnTo>
                  <a:lnTo>
                    <a:pt x="900" y="1155"/>
                  </a:lnTo>
                  <a:lnTo>
                    <a:pt x="921" y="1140"/>
                  </a:lnTo>
                  <a:lnTo>
                    <a:pt x="942" y="1133"/>
                  </a:lnTo>
                  <a:lnTo>
                    <a:pt x="964" y="1119"/>
                  </a:lnTo>
                  <a:lnTo>
                    <a:pt x="985" y="1112"/>
                  </a:lnTo>
                  <a:lnTo>
                    <a:pt x="1006" y="1098"/>
                  </a:lnTo>
                  <a:lnTo>
                    <a:pt x="1027" y="1091"/>
                  </a:lnTo>
                  <a:lnTo>
                    <a:pt x="1049" y="1077"/>
                  </a:lnTo>
                  <a:lnTo>
                    <a:pt x="1070" y="1070"/>
                  </a:lnTo>
                  <a:lnTo>
                    <a:pt x="1091" y="1055"/>
                  </a:lnTo>
                  <a:lnTo>
                    <a:pt x="1112" y="1041"/>
                  </a:lnTo>
                  <a:lnTo>
                    <a:pt x="1134" y="1034"/>
                  </a:lnTo>
                  <a:lnTo>
                    <a:pt x="1155" y="1020"/>
                  </a:lnTo>
                  <a:lnTo>
                    <a:pt x="1176" y="1013"/>
                  </a:lnTo>
                  <a:lnTo>
                    <a:pt x="1197" y="999"/>
                  </a:lnTo>
                  <a:lnTo>
                    <a:pt x="1219" y="992"/>
                  </a:lnTo>
                  <a:lnTo>
                    <a:pt x="1240" y="978"/>
                  </a:lnTo>
                  <a:lnTo>
                    <a:pt x="1261" y="963"/>
                  </a:lnTo>
                  <a:lnTo>
                    <a:pt x="1283" y="956"/>
                  </a:lnTo>
                  <a:lnTo>
                    <a:pt x="1304" y="942"/>
                  </a:lnTo>
                  <a:lnTo>
                    <a:pt x="1325" y="928"/>
                  </a:lnTo>
                  <a:lnTo>
                    <a:pt x="1346" y="921"/>
                  </a:lnTo>
                  <a:lnTo>
                    <a:pt x="1368" y="907"/>
                  </a:lnTo>
                  <a:lnTo>
                    <a:pt x="1389" y="892"/>
                  </a:lnTo>
                  <a:lnTo>
                    <a:pt x="1410" y="878"/>
                  </a:lnTo>
                  <a:lnTo>
                    <a:pt x="1431" y="871"/>
                  </a:lnTo>
                  <a:lnTo>
                    <a:pt x="1453" y="857"/>
                  </a:lnTo>
                  <a:lnTo>
                    <a:pt x="1474" y="843"/>
                  </a:lnTo>
                  <a:lnTo>
                    <a:pt x="1495" y="829"/>
                  </a:lnTo>
                  <a:lnTo>
                    <a:pt x="1516" y="822"/>
                  </a:lnTo>
                  <a:lnTo>
                    <a:pt x="1538" y="807"/>
                  </a:lnTo>
                  <a:lnTo>
                    <a:pt x="1559" y="793"/>
                  </a:lnTo>
                  <a:lnTo>
                    <a:pt x="1580" y="779"/>
                  </a:lnTo>
                  <a:lnTo>
                    <a:pt x="1601" y="765"/>
                  </a:lnTo>
                  <a:lnTo>
                    <a:pt x="1623" y="758"/>
                  </a:lnTo>
                  <a:lnTo>
                    <a:pt x="1644" y="744"/>
                  </a:lnTo>
                  <a:lnTo>
                    <a:pt x="1665" y="729"/>
                  </a:lnTo>
                  <a:lnTo>
                    <a:pt x="1686" y="715"/>
                  </a:lnTo>
                  <a:lnTo>
                    <a:pt x="1701" y="701"/>
                  </a:lnTo>
                  <a:lnTo>
                    <a:pt x="1722" y="687"/>
                  </a:lnTo>
                  <a:lnTo>
                    <a:pt x="1743" y="673"/>
                  </a:lnTo>
                  <a:lnTo>
                    <a:pt x="1764" y="659"/>
                  </a:lnTo>
                  <a:lnTo>
                    <a:pt x="1786" y="644"/>
                  </a:lnTo>
                  <a:lnTo>
                    <a:pt x="1807" y="637"/>
                  </a:lnTo>
                  <a:lnTo>
                    <a:pt x="1828" y="623"/>
                  </a:lnTo>
                  <a:lnTo>
                    <a:pt x="1849" y="609"/>
                  </a:lnTo>
                  <a:lnTo>
                    <a:pt x="1871" y="595"/>
                  </a:lnTo>
                  <a:lnTo>
                    <a:pt x="1892" y="581"/>
                  </a:lnTo>
                  <a:lnTo>
                    <a:pt x="1913" y="566"/>
                  </a:lnTo>
                  <a:lnTo>
                    <a:pt x="1935" y="552"/>
                  </a:lnTo>
                  <a:lnTo>
                    <a:pt x="1956" y="538"/>
                  </a:lnTo>
                  <a:lnTo>
                    <a:pt x="1977" y="524"/>
                  </a:lnTo>
                  <a:lnTo>
                    <a:pt x="1998" y="503"/>
                  </a:lnTo>
                  <a:lnTo>
                    <a:pt x="2020" y="489"/>
                  </a:lnTo>
                  <a:lnTo>
                    <a:pt x="2041" y="474"/>
                  </a:lnTo>
                  <a:lnTo>
                    <a:pt x="2062" y="460"/>
                  </a:lnTo>
                  <a:lnTo>
                    <a:pt x="2083" y="446"/>
                  </a:lnTo>
                  <a:lnTo>
                    <a:pt x="2105" y="432"/>
                  </a:lnTo>
                  <a:lnTo>
                    <a:pt x="2126" y="418"/>
                  </a:lnTo>
                  <a:lnTo>
                    <a:pt x="2147" y="403"/>
                  </a:lnTo>
                  <a:lnTo>
                    <a:pt x="2168" y="389"/>
                  </a:lnTo>
                  <a:lnTo>
                    <a:pt x="2190" y="368"/>
                  </a:lnTo>
                  <a:lnTo>
                    <a:pt x="2211" y="354"/>
                  </a:lnTo>
                  <a:lnTo>
                    <a:pt x="2232" y="340"/>
                  </a:lnTo>
                  <a:lnTo>
                    <a:pt x="2253" y="326"/>
                  </a:lnTo>
                  <a:lnTo>
                    <a:pt x="2275" y="311"/>
                  </a:lnTo>
                  <a:lnTo>
                    <a:pt x="2296" y="297"/>
                  </a:lnTo>
                  <a:lnTo>
                    <a:pt x="2317" y="276"/>
                  </a:lnTo>
                  <a:lnTo>
                    <a:pt x="2339" y="262"/>
                  </a:lnTo>
                  <a:lnTo>
                    <a:pt x="2360" y="248"/>
                  </a:lnTo>
                  <a:lnTo>
                    <a:pt x="2381" y="233"/>
                  </a:lnTo>
                  <a:lnTo>
                    <a:pt x="2402" y="212"/>
                  </a:lnTo>
                  <a:lnTo>
                    <a:pt x="2424" y="198"/>
                  </a:lnTo>
                  <a:lnTo>
                    <a:pt x="2445" y="184"/>
                  </a:lnTo>
                  <a:lnTo>
                    <a:pt x="2466" y="163"/>
                  </a:lnTo>
                  <a:lnTo>
                    <a:pt x="2487" y="148"/>
                  </a:lnTo>
                  <a:lnTo>
                    <a:pt x="2509" y="134"/>
                  </a:lnTo>
                  <a:lnTo>
                    <a:pt x="2530" y="113"/>
                  </a:lnTo>
                  <a:lnTo>
                    <a:pt x="2544" y="99"/>
                  </a:lnTo>
                  <a:lnTo>
                    <a:pt x="2565" y="85"/>
                  </a:lnTo>
                  <a:lnTo>
                    <a:pt x="2587" y="63"/>
                  </a:lnTo>
                  <a:lnTo>
                    <a:pt x="2608" y="49"/>
                  </a:lnTo>
                  <a:lnTo>
                    <a:pt x="2629" y="35"/>
                  </a:lnTo>
                  <a:lnTo>
                    <a:pt x="2650" y="14"/>
                  </a:lnTo>
                  <a:lnTo>
                    <a:pt x="2672" y="0"/>
                  </a:lnTo>
                </a:path>
              </a:pathLst>
            </a:custGeom>
            <a:noFill/>
            <a:ln w="22225" cap="flat" cmpd="sng">
              <a:solidFill>
                <a:srgbClr val="990000">
                  <a:alpha val="100000"/>
                </a:srgbClr>
              </a:solidFill>
              <a:prstDash val="solid"/>
              <a:round/>
              <a:headEnd type="none" w="med" len="med"/>
              <a:tailEnd type="none" w="med" len="med"/>
            </a:ln>
          </p:spPr>
          <p:txBody>
            <a:bodyPr/>
            <a:lstStyle/>
            <a:p>
              <a:endParaRPr lang="zh-CN" altLang="en-US"/>
            </a:p>
          </p:txBody>
        </p:sp>
        <p:sp>
          <p:nvSpPr>
            <p:cNvPr id="31767" name="Line 24"/>
            <p:cNvSpPr/>
            <p:nvPr/>
          </p:nvSpPr>
          <p:spPr>
            <a:xfrm flipV="1">
              <a:off x="1423" y="3132"/>
              <a:ext cx="1167" cy="548"/>
            </a:xfrm>
            <a:prstGeom prst="line">
              <a:avLst/>
            </a:prstGeom>
            <a:ln w="22225" cap="flat" cmpd="sng">
              <a:solidFill>
                <a:schemeClr val="tx1"/>
              </a:solidFill>
              <a:prstDash val="solid"/>
              <a:headEnd type="none" w="med" len="med"/>
              <a:tailEnd type="none" w="med" len="med"/>
            </a:ln>
          </p:spPr>
        </p:sp>
        <p:sp>
          <p:nvSpPr>
            <p:cNvPr id="31768" name="Line 25"/>
            <p:cNvSpPr/>
            <p:nvPr/>
          </p:nvSpPr>
          <p:spPr>
            <a:xfrm flipV="1">
              <a:off x="3445" y="2898"/>
              <a:ext cx="1166" cy="547"/>
            </a:xfrm>
            <a:prstGeom prst="line">
              <a:avLst/>
            </a:prstGeom>
            <a:ln w="22225" cap="flat" cmpd="sng">
              <a:solidFill>
                <a:srgbClr val="009900"/>
              </a:solidFill>
              <a:prstDash val="dash"/>
              <a:headEnd type="none" w="med" len="med"/>
              <a:tailEnd type="none" w="med" len="med"/>
            </a:ln>
          </p:spPr>
        </p:sp>
        <p:sp>
          <p:nvSpPr>
            <p:cNvPr id="31769" name="Line 26"/>
            <p:cNvSpPr/>
            <p:nvPr/>
          </p:nvSpPr>
          <p:spPr>
            <a:xfrm flipV="1">
              <a:off x="3445" y="3132"/>
              <a:ext cx="1166" cy="548"/>
            </a:xfrm>
            <a:prstGeom prst="line">
              <a:avLst/>
            </a:prstGeom>
            <a:ln w="22225" cap="flat" cmpd="sng">
              <a:solidFill>
                <a:schemeClr val="accent2"/>
              </a:solidFill>
              <a:prstDash val="dash"/>
              <a:headEnd type="none" w="med" len="med"/>
              <a:tailEnd type="none" w="med" len="med"/>
            </a:ln>
          </p:spPr>
        </p:sp>
        <p:sp>
          <p:nvSpPr>
            <p:cNvPr id="31770" name="Line 27"/>
            <p:cNvSpPr/>
            <p:nvPr/>
          </p:nvSpPr>
          <p:spPr>
            <a:xfrm>
              <a:off x="3834" y="2820"/>
              <a:ext cx="233" cy="156"/>
            </a:xfrm>
            <a:prstGeom prst="line">
              <a:avLst/>
            </a:prstGeom>
            <a:ln w="22225" cap="flat" cmpd="sng">
              <a:solidFill>
                <a:srgbClr val="990000"/>
              </a:solidFill>
              <a:prstDash val="solid"/>
              <a:headEnd type="none" w="med" len="med"/>
              <a:tailEnd type="triangle" w="sm" len="med"/>
            </a:ln>
          </p:spPr>
        </p:sp>
        <p:sp>
          <p:nvSpPr>
            <p:cNvPr id="31771" name="Text Box 28"/>
            <p:cNvSpPr txBox="1"/>
            <p:nvPr/>
          </p:nvSpPr>
          <p:spPr>
            <a:xfrm>
              <a:off x="3463" y="2544"/>
              <a:ext cx="810" cy="288"/>
            </a:xfrm>
            <a:prstGeom prst="rect">
              <a:avLst/>
            </a:prstGeom>
            <a:noFill/>
            <a:ln w="22225">
              <a:noFill/>
            </a:ln>
          </p:spPr>
          <p:txBody>
            <a:bodyPr wrap="none">
              <a:spAutoFit/>
            </a:bodyPr>
            <a:lstStyle/>
            <a:p>
              <a:r>
                <a:rPr lang="en-US" altLang="zh-CN" sz="2400" dirty="0">
                  <a:latin typeface="Times New Roman" panose="02020603050405020304" pitchFamily="18" charset="0"/>
                </a:rPr>
                <a:t>PID</a:t>
              </a:r>
              <a:r>
                <a:rPr lang="zh-CN" altLang="en-US" sz="2400" dirty="0">
                  <a:latin typeface="Times New Roman" panose="02020603050405020304" pitchFamily="18" charset="0"/>
                </a:rPr>
                <a:t>控制</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9940"/>
                                        </p:tgtEl>
                                        <p:attrNameLst>
                                          <p:attrName>style.visibility</p:attrName>
                                        </p:attrNameLst>
                                      </p:cBhvr>
                                      <p:to>
                                        <p:strVal val="visible"/>
                                      </p:to>
                                    </p:set>
                                    <p:anim calcmode="lin" valueType="num">
                                      <p:cBhvr additive="base">
                                        <p:cTn id="7" dur="500" fill="hold"/>
                                        <p:tgtEl>
                                          <p:spTgt spid="39940"/>
                                        </p:tgtEl>
                                        <p:attrNameLst>
                                          <p:attrName>ppt_x</p:attrName>
                                        </p:attrNameLst>
                                      </p:cBhvr>
                                      <p:tavLst>
                                        <p:tav tm="0">
                                          <p:val>
                                            <p:strVal val="#ppt_x"/>
                                          </p:val>
                                        </p:tav>
                                        <p:tav tm="100000">
                                          <p:val>
                                            <p:strVal val="#ppt_x"/>
                                          </p:val>
                                        </p:tav>
                                      </p:tavLst>
                                    </p:anim>
                                    <p:anim calcmode="lin" valueType="num">
                                      <p:cBhvr additive="base">
                                        <p:cTn id="8" dur="500" fill="hold"/>
                                        <p:tgtEl>
                                          <p:spTgt spid="3994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9941"/>
                                        </p:tgtEl>
                                        <p:attrNameLst>
                                          <p:attrName>style.visibility</p:attrName>
                                        </p:attrNameLst>
                                      </p:cBhvr>
                                      <p:to>
                                        <p:strVal val="visible"/>
                                      </p:to>
                                    </p:set>
                                    <p:anim calcmode="lin" valueType="num">
                                      <p:cBhvr additive="base">
                                        <p:cTn id="13" dur="500" fill="hold"/>
                                        <p:tgtEl>
                                          <p:spTgt spid="39941"/>
                                        </p:tgtEl>
                                        <p:attrNameLst>
                                          <p:attrName>ppt_x</p:attrName>
                                        </p:attrNameLst>
                                      </p:cBhvr>
                                      <p:tavLst>
                                        <p:tav tm="0">
                                          <p:val>
                                            <p:strVal val="#ppt_x"/>
                                          </p:val>
                                        </p:tav>
                                        <p:tav tm="100000">
                                          <p:val>
                                            <p:strVal val="#ppt_x"/>
                                          </p:val>
                                        </p:tav>
                                      </p:tavLst>
                                    </p:anim>
                                    <p:anim calcmode="lin" valueType="num">
                                      <p:cBhvr additive="base">
                                        <p:cTn id="14" dur="500" fill="hold"/>
                                        <p:tgtEl>
                                          <p:spTgt spid="39941"/>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additive="base">
                                        <p:cTn id="19" dur="500" fill="hold"/>
                                        <p:tgtEl>
                                          <p:spTgt spid="2"/>
                                        </p:tgtEl>
                                        <p:attrNameLst>
                                          <p:attrName>ppt_x</p:attrName>
                                        </p:attrNameLst>
                                      </p:cBhvr>
                                      <p:tavLst>
                                        <p:tav tm="0">
                                          <p:val>
                                            <p:strVal val="#ppt_x"/>
                                          </p:val>
                                        </p:tav>
                                        <p:tav tm="100000">
                                          <p:val>
                                            <p:strVal val="#ppt_x"/>
                                          </p:val>
                                        </p:tav>
                                      </p:tavLst>
                                    </p:anim>
                                    <p:anim calcmode="lin" valueType="num">
                                      <p:cBhvr additive="base">
                                        <p:cTn id="20"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70" name="Rectangle 10"/>
          <p:cNvSpPr/>
          <p:nvPr/>
        </p:nvSpPr>
        <p:spPr>
          <a:xfrm>
            <a:off x="827088" y="3716338"/>
            <a:ext cx="7467600" cy="2054225"/>
          </a:xfrm>
          <a:prstGeom prst="rect">
            <a:avLst/>
          </a:prstGeom>
          <a:noFill/>
          <a:ln w="22225">
            <a:noFill/>
          </a:ln>
        </p:spPr>
        <p:txBody>
          <a:bodyPr>
            <a:spAutoFit/>
          </a:bodyPr>
          <a:lstStyle/>
          <a:p>
            <a:pPr>
              <a:lnSpc>
                <a:spcPct val="115000"/>
              </a:lnSpc>
            </a:pPr>
            <a:r>
              <a:rPr lang="zh-CN" altLang="en-US" sz="2800" dirty="0">
                <a:latin typeface="宋体" panose="02010600030101010101" pitchFamily="2" charset="-122"/>
              </a:rPr>
              <a:t>通常，</a:t>
            </a:r>
            <a:r>
              <a:rPr lang="en-US" altLang="zh-CN" sz="2800" dirty="0">
                <a:latin typeface="Times New Roman" panose="02020603050405020304" pitchFamily="18" charset="0"/>
              </a:rPr>
              <a:t>PID </a:t>
            </a:r>
            <a:r>
              <a:rPr lang="zh-CN" altLang="en-US" sz="2800" dirty="0">
                <a:latin typeface="宋体" panose="02010600030101010101" pitchFamily="2" charset="-122"/>
              </a:rPr>
              <a:t>控制器中积分控制作用发生在系统的低频段，以提高系统的稳态性能；而微分控制作用处于系统的中频段，以改善系统的动态性能，因此，有</a:t>
            </a:r>
            <a:r>
              <a:rPr lang="zh-CN" altLang="en-US" sz="2800" i="1" dirty="0">
                <a:latin typeface="Times New Roman" panose="02020603050405020304" pitchFamily="18" charset="0"/>
                <a:sym typeface="Symbol" panose="05050102010706020507" pitchFamily="18" charset="2"/>
              </a:rPr>
              <a:t></a:t>
            </a:r>
            <a:r>
              <a:rPr lang="en-US" altLang="zh-CN" sz="2900" i="1" baseline="-18000" dirty="0">
                <a:latin typeface="Times New Roman" panose="02020603050405020304" pitchFamily="18" charset="0"/>
              </a:rPr>
              <a:t>i </a:t>
            </a:r>
            <a:r>
              <a:rPr lang="en-US" altLang="zh-CN" sz="2800" dirty="0">
                <a:latin typeface="Times New Roman" panose="02020603050405020304" pitchFamily="18" charset="0"/>
              </a:rPr>
              <a:t>&lt; </a:t>
            </a:r>
            <a:r>
              <a:rPr lang="en-US" altLang="zh-CN" sz="2800" i="1" dirty="0">
                <a:latin typeface="Times New Roman" panose="02020603050405020304" pitchFamily="18" charset="0"/>
                <a:sym typeface="Symbol" panose="05050102010706020507" pitchFamily="18" charset="2"/>
              </a:rPr>
              <a:t></a:t>
            </a:r>
            <a:r>
              <a:rPr lang="en-US" altLang="zh-CN" sz="2900" i="1" baseline="-18000" dirty="0">
                <a:latin typeface="Times New Roman" panose="02020603050405020304" pitchFamily="18" charset="0"/>
              </a:rPr>
              <a:t>d</a:t>
            </a:r>
            <a:r>
              <a:rPr lang="zh-CN" altLang="en-US" sz="2800" dirty="0">
                <a:latin typeface="宋体" panose="02010600030101010101" pitchFamily="2" charset="-122"/>
              </a:rPr>
              <a:t>（即</a:t>
            </a:r>
            <a:r>
              <a:rPr lang="en-US" altLang="zh-CN" sz="2800" i="1" dirty="0">
                <a:latin typeface="Times New Roman" panose="02020603050405020304" pitchFamily="18" charset="0"/>
              </a:rPr>
              <a:t>T</a:t>
            </a:r>
            <a:r>
              <a:rPr lang="en-US" altLang="zh-CN" sz="2900" i="1" baseline="-18000" dirty="0">
                <a:latin typeface="Times New Roman" panose="02020603050405020304" pitchFamily="18" charset="0"/>
              </a:rPr>
              <a:t>i </a:t>
            </a:r>
            <a:r>
              <a:rPr lang="en-US" altLang="zh-CN" sz="2800" dirty="0">
                <a:latin typeface="Times New Roman" panose="02020603050405020304" pitchFamily="18" charset="0"/>
              </a:rPr>
              <a:t>&gt; </a:t>
            </a:r>
            <a:r>
              <a:rPr lang="en-US" altLang="zh-CN" sz="2800" i="1" dirty="0">
                <a:latin typeface="Times New Roman" panose="02020603050405020304" pitchFamily="18" charset="0"/>
              </a:rPr>
              <a:t>T</a:t>
            </a:r>
            <a:r>
              <a:rPr lang="en-US" altLang="zh-CN" sz="2900" i="1" baseline="-18000" dirty="0">
                <a:latin typeface="Times New Roman" panose="02020603050405020304" pitchFamily="18" charset="0"/>
              </a:rPr>
              <a:t>d</a:t>
            </a:r>
            <a:r>
              <a:rPr lang="en-US" altLang="zh-CN" sz="2800" dirty="0">
                <a:latin typeface="宋体" panose="02010600030101010101" pitchFamily="2" charset="-122"/>
              </a:rPr>
              <a:t> </a:t>
            </a:r>
            <a:r>
              <a:rPr lang="zh-CN" altLang="en-US" sz="2800" dirty="0">
                <a:latin typeface="宋体" panose="02010600030101010101" pitchFamily="2" charset="-122"/>
              </a:rPr>
              <a:t>）。</a:t>
            </a:r>
            <a:endParaRPr lang="zh-CN" altLang="en-US" sz="2800" dirty="0">
              <a:latin typeface="Times New Roman" panose="02020603050405020304" pitchFamily="18" charset="0"/>
            </a:endParaRPr>
          </a:p>
        </p:txBody>
      </p:sp>
      <p:graphicFrame>
        <p:nvGraphicFramePr>
          <p:cNvPr id="40971" name="Object 11"/>
          <p:cNvGraphicFramePr>
            <a:graphicFrameLocks noChangeAspect="1"/>
          </p:cNvGraphicFramePr>
          <p:nvPr/>
        </p:nvGraphicFramePr>
        <p:xfrm>
          <a:off x="1500188" y="1755775"/>
          <a:ext cx="3157537" cy="820738"/>
        </p:xfrm>
        <a:graphic>
          <a:graphicData uri="http://schemas.openxmlformats.org/presentationml/2006/ole">
            <mc:AlternateContent xmlns:mc="http://schemas.openxmlformats.org/markup-compatibility/2006">
              <mc:Choice xmlns:v="urn:schemas-microsoft-com:vml" Requires="v">
                <p:oleObj r:id="rId3" imgW="1651000" imgH="431800" progId="Equation.3">
                  <p:embed/>
                </p:oleObj>
              </mc:Choice>
              <mc:Fallback>
                <p:oleObj r:id="rId3" imgW="1651000" imgH="431800" progId="Equation.3">
                  <p:embed/>
                  <p:pic>
                    <p:nvPicPr>
                      <p:cNvPr id="0" name="图片 3104"/>
                      <p:cNvPicPr/>
                      <p:nvPr/>
                    </p:nvPicPr>
                    <p:blipFill>
                      <a:blip r:embed="rId4"/>
                      <a:stretch>
                        <a:fillRect/>
                      </a:stretch>
                    </p:blipFill>
                    <p:spPr>
                      <a:xfrm>
                        <a:off x="1500188" y="1755775"/>
                        <a:ext cx="3157537" cy="820738"/>
                      </a:xfrm>
                      <a:prstGeom prst="rect">
                        <a:avLst/>
                      </a:prstGeom>
                      <a:noFill/>
                      <a:ln w="38100">
                        <a:noFill/>
                        <a:miter/>
                      </a:ln>
                    </p:spPr>
                  </p:pic>
                </p:oleObj>
              </mc:Fallback>
            </mc:AlternateContent>
          </a:graphicData>
        </a:graphic>
      </p:graphicFrame>
      <p:sp>
        <p:nvSpPr>
          <p:cNvPr id="32772" name="Rectangle 12"/>
          <p:cNvSpPr/>
          <p:nvPr/>
        </p:nvSpPr>
        <p:spPr>
          <a:xfrm>
            <a:off x="1042988" y="1052513"/>
            <a:ext cx="6629400" cy="519112"/>
          </a:xfrm>
          <a:prstGeom prst="rect">
            <a:avLst/>
          </a:prstGeom>
          <a:noFill/>
          <a:ln w="22225">
            <a:noFill/>
          </a:ln>
        </p:spPr>
        <p:txBody>
          <a:bodyPr>
            <a:spAutoFit/>
          </a:bodyPr>
          <a:lstStyle/>
          <a:p>
            <a:r>
              <a:rPr lang="zh-CN" altLang="en-US" sz="2800" dirty="0">
                <a:latin typeface="Times New Roman" panose="02020603050405020304" pitchFamily="18" charset="0"/>
              </a:rPr>
              <a:t>当取</a:t>
            </a:r>
            <a:r>
              <a:rPr lang="en-US" altLang="zh-CN" sz="2800" i="1" dirty="0">
                <a:latin typeface="Times New Roman" panose="02020603050405020304" pitchFamily="18" charset="0"/>
              </a:rPr>
              <a:t>K</a:t>
            </a:r>
            <a:r>
              <a:rPr lang="en-US" altLang="zh-CN" sz="2900" i="1" baseline="-18000" dirty="0">
                <a:latin typeface="Times New Roman" panose="02020603050405020304" pitchFamily="18" charset="0"/>
              </a:rPr>
              <a:t>p</a:t>
            </a:r>
            <a:r>
              <a:rPr lang="zh-CN" altLang="en-US" sz="2800" dirty="0">
                <a:latin typeface="Times New Roman" panose="02020603050405020304" pitchFamily="18" charset="0"/>
              </a:rPr>
              <a:t>＝</a:t>
            </a:r>
            <a:r>
              <a:rPr lang="en-US" altLang="zh-CN" sz="2800" dirty="0">
                <a:latin typeface="Times New Roman" panose="02020603050405020304" pitchFamily="18" charset="0"/>
              </a:rPr>
              <a:t>1</a:t>
            </a:r>
            <a:r>
              <a:rPr lang="zh-CN" altLang="en-US" sz="2800" dirty="0">
                <a:latin typeface="Times New Roman" panose="02020603050405020304" pitchFamily="18" charset="0"/>
              </a:rPr>
              <a:t>时，</a:t>
            </a:r>
            <a:r>
              <a:rPr lang="en-US" altLang="zh-CN" sz="2800" dirty="0">
                <a:latin typeface="Times New Roman" panose="02020603050405020304" pitchFamily="18" charset="0"/>
              </a:rPr>
              <a:t>PID</a:t>
            </a:r>
            <a:r>
              <a:rPr lang="zh-CN" altLang="en-US" sz="2800" dirty="0">
                <a:latin typeface="Times New Roman" panose="02020603050405020304" pitchFamily="18" charset="0"/>
              </a:rPr>
              <a:t>控制器的频率特性为：</a:t>
            </a:r>
          </a:p>
        </p:txBody>
      </p:sp>
      <p:grpSp>
        <p:nvGrpSpPr>
          <p:cNvPr id="2" name="Group 13"/>
          <p:cNvGrpSpPr/>
          <p:nvPr/>
        </p:nvGrpSpPr>
        <p:grpSpPr>
          <a:xfrm>
            <a:off x="1042988" y="2652713"/>
            <a:ext cx="3505200" cy="815975"/>
            <a:chOff x="864" y="2174"/>
            <a:chExt cx="2208" cy="514"/>
          </a:xfrm>
        </p:grpSpPr>
        <p:graphicFrame>
          <p:nvGraphicFramePr>
            <p:cNvPr id="32774" name="Object 14"/>
            <p:cNvGraphicFramePr>
              <a:graphicFrameLocks noChangeAspect="1"/>
            </p:cNvGraphicFramePr>
            <p:nvPr/>
          </p:nvGraphicFramePr>
          <p:xfrm>
            <a:off x="1344" y="2175"/>
            <a:ext cx="605" cy="513"/>
          </p:xfrm>
          <a:graphic>
            <a:graphicData uri="http://schemas.openxmlformats.org/presentationml/2006/ole">
              <mc:AlternateContent xmlns:mc="http://schemas.openxmlformats.org/markup-compatibility/2006">
                <mc:Choice xmlns:v="urn:schemas-microsoft-com:vml" Requires="v">
                  <p:oleObj r:id="rId5" imgW="508000" imgH="431800" progId="Equation.3">
                    <p:embed/>
                  </p:oleObj>
                </mc:Choice>
                <mc:Fallback>
                  <p:oleObj r:id="rId5" imgW="508000" imgH="431800" progId="Equation.3">
                    <p:embed/>
                    <p:pic>
                      <p:nvPicPr>
                        <p:cNvPr id="0" name="图片 3108"/>
                        <p:cNvPicPr/>
                        <p:nvPr/>
                      </p:nvPicPr>
                      <p:blipFill>
                        <a:blip r:embed="rId6"/>
                        <a:stretch>
                          <a:fillRect/>
                        </a:stretch>
                      </p:blipFill>
                      <p:spPr>
                        <a:xfrm>
                          <a:off x="1344" y="2175"/>
                          <a:ext cx="605" cy="513"/>
                        </a:xfrm>
                        <a:prstGeom prst="rect">
                          <a:avLst/>
                        </a:prstGeom>
                        <a:noFill/>
                        <a:ln w="38100">
                          <a:noFill/>
                          <a:miter/>
                        </a:ln>
                      </p:spPr>
                    </p:pic>
                  </p:oleObj>
                </mc:Fallback>
              </mc:AlternateContent>
            </a:graphicData>
          </a:graphic>
        </p:graphicFrame>
        <p:graphicFrame>
          <p:nvGraphicFramePr>
            <p:cNvPr id="32775" name="Object 15"/>
            <p:cNvGraphicFramePr>
              <a:graphicFrameLocks noChangeAspect="1"/>
            </p:cNvGraphicFramePr>
            <p:nvPr/>
          </p:nvGraphicFramePr>
          <p:xfrm>
            <a:off x="2387" y="2174"/>
            <a:ext cx="685" cy="514"/>
          </p:xfrm>
          <a:graphic>
            <a:graphicData uri="http://schemas.openxmlformats.org/presentationml/2006/ole">
              <mc:AlternateContent xmlns:mc="http://schemas.openxmlformats.org/markup-compatibility/2006">
                <mc:Choice xmlns:v="urn:schemas-microsoft-com:vml" Requires="v">
                  <p:oleObj r:id="rId7" imgW="571500" imgH="431800" progId="Equation.3">
                    <p:embed/>
                  </p:oleObj>
                </mc:Choice>
                <mc:Fallback>
                  <p:oleObj r:id="rId7" imgW="571500" imgH="431800" progId="Equation.3">
                    <p:embed/>
                    <p:pic>
                      <p:nvPicPr>
                        <p:cNvPr id="0" name="图片 3107"/>
                        <p:cNvPicPr/>
                        <p:nvPr/>
                      </p:nvPicPr>
                      <p:blipFill>
                        <a:blip r:embed="rId8"/>
                        <a:stretch>
                          <a:fillRect/>
                        </a:stretch>
                      </p:blipFill>
                      <p:spPr>
                        <a:xfrm>
                          <a:off x="2387" y="2174"/>
                          <a:ext cx="685" cy="514"/>
                        </a:xfrm>
                        <a:prstGeom prst="rect">
                          <a:avLst/>
                        </a:prstGeom>
                        <a:noFill/>
                        <a:ln w="38100">
                          <a:noFill/>
                          <a:miter/>
                        </a:ln>
                      </p:spPr>
                    </p:pic>
                  </p:oleObj>
                </mc:Fallback>
              </mc:AlternateContent>
            </a:graphicData>
          </a:graphic>
        </p:graphicFrame>
        <p:sp>
          <p:nvSpPr>
            <p:cNvPr id="32776" name="Rectangle 16"/>
            <p:cNvSpPr/>
            <p:nvPr/>
          </p:nvSpPr>
          <p:spPr>
            <a:xfrm>
              <a:off x="864" y="2231"/>
              <a:ext cx="1460" cy="327"/>
            </a:xfrm>
            <a:prstGeom prst="rect">
              <a:avLst/>
            </a:prstGeom>
            <a:noFill/>
            <a:ln w="22225">
              <a:noFill/>
            </a:ln>
          </p:spPr>
          <p:txBody>
            <a:bodyPr wrap="none">
              <a:spAutoFit/>
            </a:bodyPr>
            <a:lstStyle/>
            <a:p>
              <a:r>
                <a:rPr lang="zh-CN" altLang="en-US" sz="2800" dirty="0">
                  <a:latin typeface="Times New Roman" panose="02020603050405020304" pitchFamily="18" charset="0"/>
                </a:rPr>
                <a:t>令：            ，</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0971"/>
                                        </p:tgtEl>
                                        <p:attrNameLst>
                                          <p:attrName>style.visibility</p:attrName>
                                        </p:attrNameLst>
                                      </p:cBhvr>
                                      <p:to>
                                        <p:strVal val="visible"/>
                                      </p:to>
                                    </p:set>
                                    <p:anim calcmode="lin" valueType="num">
                                      <p:cBhvr additive="base">
                                        <p:cTn id="7" dur="500" fill="hold"/>
                                        <p:tgtEl>
                                          <p:spTgt spid="40971"/>
                                        </p:tgtEl>
                                        <p:attrNameLst>
                                          <p:attrName>ppt_x</p:attrName>
                                        </p:attrNameLst>
                                      </p:cBhvr>
                                      <p:tavLst>
                                        <p:tav tm="0">
                                          <p:val>
                                            <p:strVal val="#ppt_x"/>
                                          </p:val>
                                        </p:tav>
                                        <p:tav tm="100000">
                                          <p:val>
                                            <p:strVal val="#ppt_x"/>
                                          </p:val>
                                        </p:tav>
                                      </p:tavLst>
                                    </p:anim>
                                    <p:anim calcmode="lin" valueType="num">
                                      <p:cBhvr additive="base">
                                        <p:cTn id="8" dur="500" fill="hold"/>
                                        <p:tgtEl>
                                          <p:spTgt spid="4097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0970"/>
                                        </p:tgtEl>
                                        <p:attrNameLst>
                                          <p:attrName>style.visibility</p:attrName>
                                        </p:attrNameLst>
                                      </p:cBhvr>
                                      <p:to>
                                        <p:strVal val="visible"/>
                                      </p:to>
                                    </p:set>
                                    <p:anim calcmode="lin" valueType="num">
                                      <p:cBhvr additive="base">
                                        <p:cTn id="19" dur="500" fill="hold"/>
                                        <p:tgtEl>
                                          <p:spTgt spid="40970"/>
                                        </p:tgtEl>
                                        <p:attrNameLst>
                                          <p:attrName>ppt_x</p:attrName>
                                        </p:attrNameLst>
                                      </p:cBhvr>
                                      <p:tavLst>
                                        <p:tav tm="0">
                                          <p:val>
                                            <p:strVal val="#ppt_x"/>
                                          </p:val>
                                        </p:tav>
                                        <p:tav tm="100000">
                                          <p:val>
                                            <p:strVal val="#ppt_x"/>
                                          </p:val>
                                        </p:tav>
                                      </p:tavLst>
                                    </p:anim>
                                    <p:anim calcmode="lin" valueType="num">
                                      <p:cBhvr additive="base">
                                        <p:cTn id="20" dur="500" fill="hold"/>
                                        <p:tgtEl>
                                          <p:spTgt spid="4097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70"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3011" name="Object 3"/>
          <p:cNvGraphicFramePr>
            <a:graphicFrameLocks noChangeAspect="1"/>
          </p:cNvGraphicFramePr>
          <p:nvPr/>
        </p:nvGraphicFramePr>
        <p:xfrm>
          <a:off x="1447800" y="2133600"/>
          <a:ext cx="4367213" cy="2211388"/>
        </p:xfrm>
        <a:graphic>
          <a:graphicData uri="http://schemas.openxmlformats.org/presentationml/2006/ole">
            <mc:AlternateContent xmlns:mc="http://schemas.openxmlformats.org/markup-compatibility/2006">
              <mc:Choice xmlns:v="urn:schemas-microsoft-com:vml" Requires="v">
                <p:oleObj r:id="rId3" imgW="2260600" imgH="1143000" progId="Equation.3">
                  <p:embed/>
                </p:oleObj>
              </mc:Choice>
              <mc:Fallback>
                <p:oleObj r:id="rId3" imgW="2260600" imgH="1143000" progId="Equation.3">
                  <p:embed/>
                  <p:pic>
                    <p:nvPicPr>
                      <p:cNvPr id="0" name="图片 3105"/>
                      <p:cNvPicPr/>
                      <p:nvPr/>
                    </p:nvPicPr>
                    <p:blipFill>
                      <a:blip r:embed="rId4"/>
                      <a:stretch>
                        <a:fillRect/>
                      </a:stretch>
                    </p:blipFill>
                    <p:spPr>
                      <a:xfrm>
                        <a:off x="1447800" y="2133600"/>
                        <a:ext cx="4367213" cy="2211388"/>
                      </a:xfrm>
                      <a:prstGeom prst="rect">
                        <a:avLst/>
                      </a:prstGeom>
                      <a:noFill/>
                      <a:ln w="38100">
                        <a:noFill/>
                        <a:miter/>
                      </a:ln>
                    </p:spPr>
                  </p:pic>
                </p:oleObj>
              </mc:Fallback>
            </mc:AlternateContent>
          </a:graphicData>
        </a:graphic>
      </p:graphicFrame>
      <p:graphicFrame>
        <p:nvGraphicFramePr>
          <p:cNvPr id="43012" name="Object 4"/>
          <p:cNvGraphicFramePr>
            <a:graphicFrameLocks noChangeAspect="1"/>
          </p:cNvGraphicFramePr>
          <p:nvPr/>
        </p:nvGraphicFramePr>
        <p:xfrm>
          <a:off x="1447800" y="4572000"/>
          <a:ext cx="3590925" cy="1565275"/>
        </p:xfrm>
        <a:graphic>
          <a:graphicData uri="http://schemas.openxmlformats.org/presentationml/2006/ole">
            <mc:AlternateContent xmlns:mc="http://schemas.openxmlformats.org/markup-compatibility/2006">
              <mc:Choice xmlns:v="urn:schemas-microsoft-com:vml" Requires="v">
                <p:oleObj r:id="rId5" imgW="1854200" imgH="812800" progId="Equation.3">
                  <p:embed/>
                </p:oleObj>
              </mc:Choice>
              <mc:Fallback>
                <p:oleObj r:id="rId5" imgW="1854200" imgH="812800" progId="Equation.3">
                  <p:embed/>
                  <p:pic>
                    <p:nvPicPr>
                      <p:cNvPr id="0" name="图片 3106"/>
                      <p:cNvPicPr/>
                      <p:nvPr/>
                    </p:nvPicPr>
                    <p:blipFill>
                      <a:blip r:embed="rId6"/>
                      <a:stretch>
                        <a:fillRect/>
                      </a:stretch>
                    </p:blipFill>
                    <p:spPr>
                      <a:xfrm>
                        <a:off x="1447800" y="4572000"/>
                        <a:ext cx="3590925" cy="1565275"/>
                      </a:xfrm>
                      <a:prstGeom prst="rect">
                        <a:avLst/>
                      </a:prstGeom>
                      <a:noFill/>
                      <a:ln w="38100">
                        <a:noFill/>
                        <a:miter/>
                      </a:ln>
                    </p:spPr>
                  </p:pic>
                </p:oleObj>
              </mc:Fallback>
            </mc:AlternateContent>
          </a:graphicData>
        </a:graphic>
      </p:graphicFrame>
      <p:sp>
        <p:nvSpPr>
          <p:cNvPr id="33796" name="Rectangle 5"/>
          <p:cNvSpPr/>
          <p:nvPr/>
        </p:nvSpPr>
        <p:spPr>
          <a:xfrm>
            <a:off x="395288" y="620713"/>
            <a:ext cx="2971800" cy="519112"/>
          </a:xfrm>
          <a:prstGeom prst="rect">
            <a:avLst/>
          </a:prstGeom>
          <a:noFill/>
          <a:ln w="22225">
            <a:noFill/>
          </a:ln>
        </p:spPr>
        <p:txBody>
          <a:bodyPr>
            <a:spAutoFit/>
          </a:bodyPr>
          <a:lstStyle/>
          <a:p>
            <a:r>
              <a:rPr lang="zh-CN" altLang="en-US" sz="2800" dirty="0">
                <a:latin typeface="宋体" panose="02010600030101010101" pitchFamily="2" charset="-122"/>
              </a:rPr>
              <a:t>于是，近似有：</a:t>
            </a:r>
          </a:p>
        </p:txBody>
      </p:sp>
      <p:graphicFrame>
        <p:nvGraphicFramePr>
          <p:cNvPr id="33797" name="Object 6"/>
          <p:cNvGraphicFramePr>
            <a:graphicFrameLocks noChangeAspect="1"/>
          </p:cNvGraphicFramePr>
          <p:nvPr/>
        </p:nvGraphicFramePr>
        <p:xfrm>
          <a:off x="1835150" y="1125538"/>
          <a:ext cx="5659438" cy="820737"/>
        </p:xfrm>
        <a:graphic>
          <a:graphicData uri="http://schemas.openxmlformats.org/presentationml/2006/ole">
            <mc:AlternateContent xmlns:mc="http://schemas.openxmlformats.org/markup-compatibility/2006">
              <mc:Choice xmlns:v="urn:schemas-microsoft-com:vml" Requires="v">
                <p:oleObj r:id="rId7" imgW="2959100" imgH="431800" progId="Equation.DSMT4">
                  <p:embed/>
                </p:oleObj>
              </mc:Choice>
              <mc:Fallback>
                <p:oleObj r:id="rId7" imgW="2959100" imgH="431800" progId="Equation.DSMT4">
                  <p:embed/>
                  <p:pic>
                    <p:nvPicPr>
                      <p:cNvPr id="0" name="图片 3109"/>
                      <p:cNvPicPr/>
                      <p:nvPr/>
                    </p:nvPicPr>
                    <p:blipFill>
                      <a:blip r:embed="rId8"/>
                      <a:stretch>
                        <a:fillRect/>
                      </a:stretch>
                    </p:blipFill>
                    <p:spPr>
                      <a:xfrm>
                        <a:off x="1835150" y="1125538"/>
                        <a:ext cx="5659438" cy="820737"/>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3011"/>
                                        </p:tgtEl>
                                        <p:attrNameLst>
                                          <p:attrName>style.visibility</p:attrName>
                                        </p:attrNameLst>
                                      </p:cBhvr>
                                      <p:to>
                                        <p:strVal val="visible"/>
                                      </p:to>
                                    </p:set>
                                    <p:anim calcmode="lin" valueType="num">
                                      <p:cBhvr additive="base">
                                        <p:cTn id="7" dur="500" fill="hold"/>
                                        <p:tgtEl>
                                          <p:spTgt spid="43011"/>
                                        </p:tgtEl>
                                        <p:attrNameLst>
                                          <p:attrName>ppt_x</p:attrName>
                                        </p:attrNameLst>
                                      </p:cBhvr>
                                      <p:tavLst>
                                        <p:tav tm="0">
                                          <p:val>
                                            <p:strVal val="#ppt_x"/>
                                          </p:val>
                                        </p:tav>
                                        <p:tav tm="100000">
                                          <p:val>
                                            <p:strVal val="#ppt_x"/>
                                          </p:val>
                                        </p:tav>
                                      </p:tavLst>
                                    </p:anim>
                                    <p:anim calcmode="lin" valueType="num">
                                      <p:cBhvr additive="base">
                                        <p:cTn id="8" dur="500" fill="hold"/>
                                        <p:tgtEl>
                                          <p:spTgt spid="4301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3012"/>
                                        </p:tgtEl>
                                        <p:attrNameLst>
                                          <p:attrName>style.visibility</p:attrName>
                                        </p:attrNameLst>
                                      </p:cBhvr>
                                      <p:to>
                                        <p:strVal val="visible"/>
                                      </p:to>
                                    </p:set>
                                    <p:anim calcmode="lin" valueType="num">
                                      <p:cBhvr additive="base">
                                        <p:cTn id="13" dur="500" fill="hold"/>
                                        <p:tgtEl>
                                          <p:spTgt spid="43012"/>
                                        </p:tgtEl>
                                        <p:attrNameLst>
                                          <p:attrName>ppt_x</p:attrName>
                                        </p:attrNameLst>
                                      </p:cBhvr>
                                      <p:tavLst>
                                        <p:tav tm="0">
                                          <p:val>
                                            <p:strVal val="#ppt_x"/>
                                          </p:val>
                                        </p:tav>
                                        <p:tav tm="100000">
                                          <p:val>
                                            <p:strVal val="#ppt_x"/>
                                          </p:val>
                                        </p:tav>
                                      </p:tavLst>
                                    </p:anim>
                                    <p:anim calcmode="lin" valueType="num">
                                      <p:cBhvr additive="base">
                                        <p:cTn id="14" dur="500" fill="hold"/>
                                        <p:tgtEl>
                                          <p:spTgt spid="430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818" name="Group 3"/>
          <p:cNvGrpSpPr/>
          <p:nvPr/>
        </p:nvGrpSpPr>
        <p:grpSpPr>
          <a:xfrm>
            <a:off x="539750" y="620713"/>
            <a:ext cx="8001000" cy="5462587"/>
            <a:chOff x="432" y="687"/>
            <a:chExt cx="5040" cy="3441"/>
          </a:xfrm>
        </p:grpSpPr>
        <p:sp>
          <p:nvSpPr>
            <p:cNvPr id="34819" name="Line 4"/>
            <p:cNvSpPr/>
            <p:nvPr/>
          </p:nvSpPr>
          <p:spPr>
            <a:xfrm>
              <a:off x="1152" y="1632"/>
              <a:ext cx="4320" cy="1"/>
            </a:xfrm>
            <a:prstGeom prst="line">
              <a:avLst/>
            </a:prstGeom>
            <a:ln w="22225" cap="flat" cmpd="sng">
              <a:solidFill>
                <a:schemeClr val="tx1"/>
              </a:solidFill>
              <a:prstDash val="solid"/>
              <a:headEnd type="none" w="med" len="med"/>
              <a:tailEnd type="triangle" w="med" len="med"/>
            </a:ln>
          </p:spPr>
        </p:sp>
        <p:sp>
          <p:nvSpPr>
            <p:cNvPr id="34820" name="Line 5"/>
            <p:cNvSpPr/>
            <p:nvPr/>
          </p:nvSpPr>
          <p:spPr>
            <a:xfrm>
              <a:off x="1152" y="3630"/>
              <a:ext cx="4320" cy="1"/>
            </a:xfrm>
            <a:prstGeom prst="line">
              <a:avLst/>
            </a:prstGeom>
            <a:ln w="22225" cap="flat" cmpd="sng">
              <a:solidFill>
                <a:schemeClr val="tx1"/>
              </a:solidFill>
              <a:prstDash val="solid"/>
              <a:headEnd type="none" w="med" len="med"/>
              <a:tailEnd type="triangle" w="med" len="med"/>
            </a:ln>
          </p:spPr>
        </p:sp>
        <p:sp>
          <p:nvSpPr>
            <p:cNvPr id="34821" name="Line 6"/>
            <p:cNvSpPr/>
            <p:nvPr/>
          </p:nvSpPr>
          <p:spPr>
            <a:xfrm flipV="1">
              <a:off x="1152" y="720"/>
              <a:ext cx="0" cy="1536"/>
            </a:xfrm>
            <a:prstGeom prst="line">
              <a:avLst/>
            </a:prstGeom>
            <a:ln w="22225" cap="flat" cmpd="sng">
              <a:solidFill>
                <a:schemeClr val="tx1"/>
              </a:solidFill>
              <a:prstDash val="solid"/>
              <a:headEnd type="none" w="med" len="med"/>
              <a:tailEnd type="triangle" w="med" len="med"/>
            </a:ln>
          </p:spPr>
        </p:sp>
        <p:sp>
          <p:nvSpPr>
            <p:cNvPr id="34822" name="Line 7"/>
            <p:cNvSpPr/>
            <p:nvPr/>
          </p:nvSpPr>
          <p:spPr>
            <a:xfrm flipV="1">
              <a:off x="1152" y="2400"/>
              <a:ext cx="1" cy="1632"/>
            </a:xfrm>
            <a:prstGeom prst="line">
              <a:avLst/>
            </a:prstGeom>
            <a:ln w="22225" cap="flat" cmpd="sng">
              <a:solidFill>
                <a:schemeClr val="tx1"/>
              </a:solidFill>
              <a:prstDash val="solid"/>
              <a:headEnd type="none" w="med" len="med"/>
              <a:tailEnd type="triangle" w="med" len="med"/>
            </a:ln>
          </p:spPr>
        </p:sp>
        <p:sp>
          <p:nvSpPr>
            <p:cNvPr id="34823" name="Line 8"/>
            <p:cNvSpPr/>
            <p:nvPr/>
          </p:nvSpPr>
          <p:spPr>
            <a:xfrm>
              <a:off x="1152" y="2544"/>
              <a:ext cx="48" cy="1"/>
            </a:xfrm>
            <a:prstGeom prst="line">
              <a:avLst/>
            </a:prstGeom>
            <a:ln w="22225" cap="flat" cmpd="sng">
              <a:solidFill>
                <a:schemeClr val="tx1"/>
              </a:solidFill>
              <a:prstDash val="solid"/>
              <a:headEnd type="none" w="med" len="med"/>
              <a:tailEnd type="none" w="med" len="med"/>
            </a:ln>
          </p:spPr>
        </p:sp>
        <p:sp>
          <p:nvSpPr>
            <p:cNvPr id="34824" name="Line 9"/>
            <p:cNvSpPr/>
            <p:nvPr/>
          </p:nvSpPr>
          <p:spPr>
            <a:xfrm>
              <a:off x="1152" y="2907"/>
              <a:ext cx="48" cy="1"/>
            </a:xfrm>
            <a:prstGeom prst="line">
              <a:avLst/>
            </a:prstGeom>
            <a:ln w="22225" cap="flat" cmpd="sng">
              <a:solidFill>
                <a:schemeClr val="tx1"/>
              </a:solidFill>
              <a:prstDash val="solid"/>
              <a:headEnd type="none" w="med" len="med"/>
              <a:tailEnd type="none" w="med" len="med"/>
            </a:ln>
          </p:spPr>
        </p:sp>
        <p:sp>
          <p:nvSpPr>
            <p:cNvPr id="34825" name="Line 10"/>
            <p:cNvSpPr/>
            <p:nvPr/>
          </p:nvSpPr>
          <p:spPr>
            <a:xfrm>
              <a:off x="1152" y="3264"/>
              <a:ext cx="48" cy="1"/>
            </a:xfrm>
            <a:prstGeom prst="line">
              <a:avLst/>
            </a:prstGeom>
            <a:ln w="22225" cap="flat" cmpd="sng">
              <a:solidFill>
                <a:schemeClr val="tx1"/>
              </a:solidFill>
              <a:prstDash val="solid"/>
              <a:headEnd type="none" w="med" len="med"/>
              <a:tailEnd type="none" w="med" len="med"/>
            </a:ln>
          </p:spPr>
        </p:sp>
        <p:sp>
          <p:nvSpPr>
            <p:cNvPr id="34826" name="Line 11"/>
            <p:cNvSpPr/>
            <p:nvPr/>
          </p:nvSpPr>
          <p:spPr>
            <a:xfrm>
              <a:off x="1152" y="3996"/>
              <a:ext cx="48" cy="1"/>
            </a:xfrm>
            <a:prstGeom prst="line">
              <a:avLst/>
            </a:prstGeom>
            <a:ln w="22225" cap="flat" cmpd="sng">
              <a:solidFill>
                <a:schemeClr val="tx1"/>
              </a:solidFill>
              <a:prstDash val="solid"/>
              <a:headEnd type="none" w="med" len="med"/>
              <a:tailEnd type="none" w="med" len="med"/>
            </a:ln>
          </p:spPr>
        </p:sp>
        <p:grpSp>
          <p:nvGrpSpPr>
            <p:cNvPr id="34827" name="Group 12"/>
            <p:cNvGrpSpPr/>
            <p:nvPr/>
          </p:nvGrpSpPr>
          <p:grpSpPr>
            <a:xfrm>
              <a:off x="1152" y="1068"/>
              <a:ext cx="4098" cy="921"/>
              <a:chOff x="960" y="780"/>
              <a:chExt cx="4098" cy="921"/>
            </a:xfrm>
          </p:grpSpPr>
          <p:sp>
            <p:nvSpPr>
              <p:cNvPr id="34887" name="Line 13"/>
              <p:cNvSpPr/>
              <p:nvPr/>
            </p:nvSpPr>
            <p:spPr>
              <a:xfrm>
                <a:off x="960" y="780"/>
                <a:ext cx="2592" cy="384"/>
              </a:xfrm>
              <a:prstGeom prst="line">
                <a:avLst/>
              </a:prstGeom>
              <a:ln w="28575" cap="flat" cmpd="sng">
                <a:solidFill>
                  <a:schemeClr val="accent2"/>
                </a:solidFill>
                <a:prstDash val="solid"/>
                <a:headEnd type="none" w="med" len="med"/>
                <a:tailEnd type="none" w="med" len="med"/>
              </a:ln>
            </p:spPr>
          </p:sp>
          <p:sp>
            <p:nvSpPr>
              <p:cNvPr id="34888" name="Line 14"/>
              <p:cNvSpPr/>
              <p:nvPr/>
            </p:nvSpPr>
            <p:spPr>
              <a:xfrm>
                <a:off x="3552" y="1158"/>
                <a:ext cx="912" cy="282"/>
              </a:xfrm>
              <a:prstGeom prst="line">
                <a:avLst/>
              </a:prstGeom>
              <a:ln w="28575" cap="flat" cmpd="sng">
                <a:solidFill>
                  <a:schemeClr val="accent2"/>
                </a:solidFill>
                <a:prstDash val="solid"/>
                <a:headEnd type="none" w="med" len="med"/>
                <a:tailEnd type="none" w="med" len="med"/>
              </a:ln>
            </p:spPr>
          </p:sp>
          <p:sp>
            <p:nvSpPr>
              <p:cNvPr id="34889" name="Line 15"/>
              <p:cNvSpPr/>
              <p:nvPr/>
            </p:nvSpPr>
            <p:spPr>
              <a:xfrm>
                <a:off x="4464" y="1440"/>
                <a:ext cx="594" cy="261"/>
              </a:xfrm>
              <a:prstGeom prst="line">
                <a:avLst/>
              </a:prstGeom>
              <a:ln w="28575" cap="flat" cmpd="sng">
                <a:solidFill>
                  <a:schemeClr val="accent2"/>
                </a:solidFill>
                <a:prstDash val="solid"/>
                <a:headEnd type="none" w="med" len="med"/>
                <a:tailEnd type="none" w="med" len="med"/>
              </a:ln>
            </p:spPr>
          </p:sp>
        </p:grpSp>
        <p:sp>
          <p:nvSpPr>
            <p:cNvPr id="34828" name="Freeform 16"/>
            <p:cNvSpPr/>
            <p:nvPr/>
          </p:nvSpPr>
          <p:spPr>
            <a:xfrm>
              <a:off x="1151" y="3268"/>
              <a:ext cx="4111" cy="681"/>
            </a:xfrm>
            <a:custGeom>
              <a:avLst/>
              <a:gdLst/>
              <a:ahLst/>
              <a:cxnLst>
                <a:cxn ang="0">
                  <a:pos x="0" y="0"/>
                </a:cxn>
                <a:cxn ang="0">
                  <a:pos x="85" y="0"/>
                </a:cxn>
                <a:cxn ang="0">
                  <a:pos x="170" y="0"/>
                </a:cxn>
                <a:cxn ang="0">
                  <a:pos x="255" y="0"/>
                </a:cxn>
                <a:cxn ang="0">
                  <a:pos x="340" y="0"/>
                </a:cxn>
                <a:cxn ang="0">
                  <a:pos x="425" y="0"/>
                </a:cxn>
                <a:cxn ang="0">
                  <a:pos x="503" y="0"/>
                </a:cxn>
                <a:cxn ang="0">
                  <a:pos x="588" y="0"/>
                </a:cxn>
                <a:cxn ang="0">
                  <a:pos x="673" y="7"/>
                </a:cxn>
                <a:cxn ang="0">
                  <a:pos x="758" y="7"/>
                </a:cxn>
                <a:cxn ang="0">
                  <a:pos x="843" y="7"/>
                </a:cxn>
                <a:cxn ang="0">
                  <a:pos x="921" y="7"/>
                </a:cxn>
                <a:cxn ang="0">
                  <a:pos x="1006" y="7"/>
                </a:cxn>
                <a:cxn ang="0">
                  <a:pos x="1091" y="7"/>
                </a:cxn>
                <a:cxn ang="0">
                  <a:pos x="1177" y="15"/>
                </a:cxn>
                <a:cxn ang="0">
                  <a:pos x="1262" y="15"/>
                </a:cxn>
                <a:cxn ang="0">
                  <a:pos x="1347" y="15"/>
                </a:cxn>
                <a:cxn ang="0">
                  <a:pos x="1425" y="22"/>
                </a:cxn>
                <a:cxn ang="0">
                  <a:pos x="1510" y="29"/>
                </a:cxn>
                <a:cxn ang="0">
                  <a:pos x="1595" y="29"/>
                </a:cxn>
                <a:cxn ang="0">
                  <a:pos x="1680" y="36"/>
                </a:cxn>
                <a:cxn ang="0">
                  <a:pos x="1765" y="43"/>
                </a:cxn>
                <a:cxn ang="0">
                  <a:pos x="1843" y="57"/>
                </a:cxn>
                <a:cxn ang="0">
                  <a:pos x="1928" y="64"/>
                </a:cxn>
                <a:cxn ang="0">
                  <a:pos x="2013" y="78"/>
                </a:cxn>
                <a:cxn ang="0">
                  <a:pos x="2098" y="92"/>
                </a:cxn>
                <a:cxn ang="0">
                  <a:pos x="2183" y="107"/>
                </a:cxn>
                <a:cxn ang="0">
                  <a:pos x="2268" y="128"/>
                </a:cxn>
                <a:cxn ang="0">
                  <a:pos x="2346" y="149"/>
                </a:cxn>
                <a:cxn ang="0">
                  <a:pos x="2431" y="178"/>
                </a:cxn>
                <a:cxn ang="0">
                  <a:pos x="2516" y="206"/>
                </a:cxn>
                <a:cxn ang="0">
                  <a:pos x="2601" y="234"/>
                </a:cxn>
                <a:cxn ang="0">
                  <a:pos x="2686" y="263"/>
                </a:cxn>
                <a:cxn ang="0">
                  <a:pos x="2764" y="291"/>
                </a:cxn>
                <a:cxn ang="0">
                  <a:pos x="2849" y="326"/>
                </a:cxn>
                <a:cxn ang="0">
                  <a:pos x="2934" y="355"/>
                </a:cxn>
                <a:cxn ang="0">
                  <a:pos x="3019" y="383"/>
                </a:cxn>
                <a:cxn ang="0">
                  <a:pos x="3104" y="418"/>
                </a:cxn>
                <a:cxn ang="0">
                  <a:pos x="3189" y="447"/>
                </a:cxn>
                <a:cxn ang="0">
                  <a:pos x="3267" y="475"/>
                </a:cxn>
                <a:cxn ang="0">
                  <a:pos x="3352" y="503"/>
                </a:cxn>
                <a:cxn ang="0">
                  <a:pos x="3437" y="539"/>
                </a:cxn>
                <a:cxn ang="0">
                  <a:pos x="3522" y="560"/>
                </a:cxn>
                <a:cxn ang="0">
                  <a:pos x="3607" y="589"/>
                </a:cxn>
                <a:cxn ang="0">
                  <a:pos x="3685" y="610"/>
                </a:cxn>
                <a:cxn ang="0">
                  <a:pos x="3770" y="631"/>
                </a:cxn>
                <a:cxn ang="0">
                  <a:pos x="3855" y="645"/>
                </a:cxn>
                <a:cxn ang="0">
                  <a:pos x="3941" y="659"/>
                </a:cxn>
                <a:cxn ang="0">
                  <a:pos x="4026" y="674"/>
                </a:cxn>
                <a:cxn ang="0">
                  <a:pos x="4111" y="681"/>
                </a:cxn>
              </a:cxnLst>
              <a:rect l="0" t="0" r="0" b="0"/>
              <a:pathLst>
                <a:path w="4111" h="681">
                  <a:moveTo>
                    <a:pt x="0" y="0"/>
                  </a:moveTo>
                  <a:lnTo>
                    <a:pt x="85" y="0"/>
                  </a:lnTo>
                  <a:lnTo>
                    <a:pt x="170" y="0"/>
                  </a:lnTo>
                  <a:lnTo>
                    <a:pt x="255" y="0"/>
                  </a:lnTo>
                  <a:lnTo>
                    <a:pt x="340" y="0"/>
                  </a:lnTo>
                  <a:lnTo>
                    <a:pt x="425" y="0"/>
                  </a:lnTo>
                  <a:lnTo>
                    <a:pt x="503" y="0"/>
                  </a:lnTo>
                  <a:lnTo>
                    <a:pt x="588" y="0"/>
                  </a:lnTo>
                  <a:lnTo>
                    <a:pt x="673" y="7"/>
                  </a:lnTo>
                  <a:lnTo>
                    <a:pt x="758" y="7"/>
                  </a:lnTo>
                  <a:lnTo>
                    <a:pt x="843" y="7"/>
                  </a:lnTo>
                  <a:lnTo>
                    <a:pt x="921" y="7"/>
                  </a:lnTo>
                  <a:lnTo>
                    <a:pt x="1006" y="7"/>
                  </a:lnTo>
                  <a:lnTo>
                    <a:pt x="1091" y="7"/>
                  </a:lnTo>
                  <a:lnTo>
                    <a:pt x="1177" y="15"/>
                  </a:lnTo>
                  <a:lnTo>
                    <a:pt x="1262" y="15"/>
                  </a:lnTo>
                  <a:lnTo>
                    <a:pt x="1347" y="15"/>
                  </a:lnTo>
                  <a:lnTo>
                    <a:pt x="1425" y="22"/>
                  </a:lnTo>
                  <a:lnTo>
                    <a:pt x="1510" y="29"/>
                  </a:lnTo>
                  <a:lnTo>
                    <a:pt x="1595" y="29"/>
                  </a:lnTo>
                  <a:lnTo>
                    <a:pt x="1680" y="36"/>
                  </a:lnTo>
                  <a:lnTo>
                    <a:pt x="1765" y="43"/>
                  </a:lnTo>
                  <a:lnTo>
                    <a:pt x="1843" y="57"/>
                  </a:lnTo>
                  <a:lnTo>
                    <a:pt x="1928" y="64"/>
                  </a:lnTo>
                  <a:lnTo>
                    <a:pt x="2013" y="78"/>
                  </a:lnTo>
                  <a:lnTo>
                    <a:pt x="2098" y="92"/>
                  </a:lnTo>
                  <a:lnTo>
                    <a:pt x="2183" y="107"/>
                  </a:lnTo>
                  <a:lnTo>
                    <a:pt x="2268" y="128"/>
                  </a:lnTo>
                  <a:lnTo>
                    <a:pt x="2346" y="149"/>
                  </a:lnTo>
                  <a:lnTo>
                    <a:pt x="2431" y="178"/>
                  </a:lnTo>
                  <a:lnTo>
                    <a:pt x="2516" y="206"/>
                  </a:lnTo>
                  <a:lnTo>
                    <a:pt x="2601" y="234"/>
                  </a:lnTo>
                  <a:lnTo>
                    <a:pt x="2686" y="263"/>
                  </a:lnTo>
                  <a:lnTo>
                    <a:pt x="2764" y="291"/>
                  </a:lnTo>
                  <a:lnTo>
                    <a:pt x="2849" y="326"/>
                  </a:lnTo>
                  <a:lnTo>
                    <a:pt x="2934" y="355"/>
                  </a:lnTo>
                  <a:lnTo>
                    <a:pt x="3019" y="383"/>
                  </a:lnTo>
                  <a:lnTo>
                    <a:pt x="3104" y="418"/>
                  </a:lnTo>
                  <a:lnTo>
                    <a:pt x="3189" y="447"/>
                  </a:lnTo>
                  <a:lnTo>
                    <a:pt x="3267" y="475"/>
                  </a:lnTo>
                  <a:lnTo>
                    <a:pt x="3352" y="503"/>
                  </a:lnTo>
                  <a:lnTo>
                    <a:pt x="3437" y="539"/>
                  </a:lnTo>
                  <a:lnTo>
                    <a:pt x="3522" y="560"/>
                  </a:lnTo>
                  <a:lnTo>
                    <a:pt x="3607" y="589"/>
                  </a:lnTo>
                  <a:lnTo>
                    <a:pt x="3685" y="610"/>
                  </a:lnTo>
                  <a:lnTo>
                    <a:pt x="3770" y="631"/>
                  </a:lnTo>
                  <a:lnTo>
                    <a:pt x="3855" y="645"/>
                  </a:lnTo>
                  <a:lnTo>
                    <a:pt x="3941" y="659"/>
                  </a:lnTo>
                  <a:lnTo>
                    <a:pt x="4026" y="674"/>
                  </a:lnTo>
                  <a:lnTo>
                    <a:pt x="4111" y="681"/>
                  </a:lnTo>
                </a:path>
              </a:pathLst>
            </a:custGeom>
            <a:noFill/>
            <a:ln w="22225" cap="flat" cmpd="sng">
              <a:solidFill>
                <a:srgbClr val="0000FF">
                  <a:alpha val="100000"/>
                </a:srgbClr>
              </a:solidFill>
              <a:prstDash val="solid"/>
              <a:round/>
              <a:headEnd type="none" w="med" len="med"/>
              <a:tailEnd type="none" w="med" len="med"/>
            </a:ln>
          </p:spPr>
          <p:txBody>
            <a:bodyPr/>
            <a:lstStyle/>
            <a:p>
              <a:endParaRPr lang="zh-CN" altLang="en-US"/>
            </a:p>
          </p:txBody>
        </p:sp>
        <p:sp>
          <p:nvSpPr>
            <p:cNvPr id="34829" name="Freeform 17"/>
            <p:cNvSpPr/>
            <p:nvPr/>
          </p:nvSpPr>
          <p:spPr>
            <a:xfrm>
              <a:off x="1151" y="2553"/>
              <a:ext cx="4111" cy="680"/>
            </a:xfrm>
            <a:custGeom>
              <a:avLst/>
              <a:gdLst/>
              <a:ahLst/>
              <a:cxnLst>
                <a:cxn ang="0">
                  <a:pos x="0" y="680"/>
                </a:cxn>
                <a:cxn ang="0">
                  <a:pos x="85" y="673"/>
                </a:cxn>
                <a:cxn ang="0">
                  <a:pos x="170" y="666"/>
                </a:cxn>
                <a:cxn ang="0">
                  <a:pos x="255" y="652"/>
                </a:cxn>
                <a:cxn ang="0">
                  <a:pos x="340" y="637"/>
                </a:cxn>
                <a:cxn ang="0">
                  <a:pos x="425" y="623"/>
                </a:cxn>
                <a:cxn ang="0">
                  <a:pos x="503" y="609"/>
                </a:cxn>
                <a:cxn ang="0">
                  <a:pos x="588" y="588"/>
                </a:cxn>
                <a:cxn ang="0">
                  <a:pos x="673" y="574"/>
                </a:cxn>
                <a:cxn ang="0">
                  <a:pos x="758" y="552"/>
                </a:cxn>
                <a:cxn ang="0">
                  <a:pos x="843" y="524"/>
                </a:cxn>
                <a:cxn ang="0">
                  <a:pos x="921" y="503"/>
                </a:cxn>
                <a:cxn ang="0">
                  <a:pos x="1006" y="481"/>
                </a:cxn>
                <a:cxn ang="0">
                  <a:pos x="1091" y="460"/>
                </a:cxn>
                <a:cxn ang="0">
                  <a:pos x="1177" y="446"/>
                </a:cxn>
                <a:cxn ang="0">
                  <a:pos x="1262" y="425"/>
                </a:cxn>
                <a:cxn ang="0">
                  <a:pos x="1347" y="411"/>
                </a:cxn>
                <a:cxn ang="0">
                  <a:pos x="1425" y="396"/>
                </a:cxn>
                <a:cxn ang="0">
                  <a:pos x="1510" y="389"/>
                </a:cxn>
                <a:cxn ang="0">
                  <a:pos x="1595" y="375"/>
                </a:cxn>
                <a:cxn ang="0">
                  <a:pos x="1680" y="368"/>
                </a:cxn>
                <a:cxn ang="0">
                  <a:pos x="1765" y="361"/>
                </a:cxn>
                <a:cxn ang="0">
                  <a:pos x="1843" y="347"/>
                </a:cxn>
                <a:cxn ang="0">
                  <a:pos x="1928" y="340"/>
                </a:cxn>
                <a:cxn ang="0">
                  <a:pos x="2013" y="333"/>
                </a:cxn>
                <a:cxn ang="0">
                  <a:pos x="2098" y="318"/>
                </a:cxn>
                <a:cxn ang="0">
                  <a:pos x="2183" y="311"/>
                </a:cxn>
                <a:cxn ang="0">
                  <a:pos x="2268" y="297"/>
                </a:cxn>
                <a:cxn ang="0">
                  <a:pos x="2346" y="290"/>
                </a:cxn>
                <a:cxn ang="0">
                  <a:pos x="2431" y="269"/>
                </a:cxn>
                <a:cxn ang="0">
                  <a:pos x="2516" y="255"/>
                </a:cxn>
                <a:cxn ang="0">
                  <a:pos x="2601" y="241"/>
                </a:cxn>
                <a:cxn ang="0">
                  <a:pos x="2686" y="219"/>
                </a:cxn>
                <a:cxn ang="0">
                  <a:pos x="2764" y="198"/>
                </a:cxn>
                <a:cxn ang="0">
                  <a:pos x="2849" y="177"/>
                </a:cxn>
                <a:cxn ang="0">
                  <a:pos x="2934" y="148"/>
                </a:cxn>
                <a:cxn ang="0">
                  <a:pos x="3019" y="127"/>
                </a:cxn>
                <a:cxn ang="0">
                  <a:pos x="3104" y="106"/>
                </a:cxn>
                <a:cxn ang="0">
                  <a:pos x="3189" y="92"/>
                </a:cxn>
                <a:cxn ang="0">
                  <a:pos x="3267" y="78"/>
                </a:cxn>
                <a:cxn ang="0">
                  <a:pos x="3352" y="56"/>
                </a:cxn>
                <a:cxn ang="0">
                  <a:pos x="3437" y="49"/>
                </a:cxn>
                <a:cxn ang="0">
                  <a:pos x="3522" y="35"/>
                </a:cxn>
                <a:cxn ang="0">
                  <a:pos x="3607" y="28"/>
                </a:cxn>
                <a:cxn ang="0">
                  <a:pos x="3685" y="21"/>
                </a:cxn>
                <a:cxn ang="0">
                  <a:pos x="3770" y="14"/>
                </a:cxn>
                <a:cxn ang="0">
                  <a:pos x="3855" y="7"/>
                </a:cxn>
                <a:cxn ang="0">
                  <a:pos x="3941" y="7"/>
                </a:cxn>
                <a:cxn ang="0">
                  <a:pos x="4026" y="0"/>
                </a:cxn>
                <a:cxn ang="0">
                  <a:pos x="4111" y="0"/>
                </a:cxn>
              </a:cxnLst>
              <a:rect l="0" t="0" r="0" b="0"/>
              <a:pathLst>
                <a:path w="4111" h="680">
                  <a:moveTo>
                    <a:pt x="0" y="680"/>
                  </a:moveTo>
                  <a:lnTo>
                    <a:pt x="85" y="673"/>
                  </a:lnTo>
                  <a:lnTo>
                    <a:pt x="170" y="666"/>
                  </a:lnTo>
                  <a:lnTo>
                    <a:pt x="255" y="652"/>
                  </a:lnTo>
                  <a:lnTo>
                    <a:pt x="340" y="637"/>
                  </a:lnTo>
                  <a:lnTo>
                    <a:pt x="425" y="623"/>
                  </a:lnTo>
                  <a:lnTo>
                    <a:pt x="503" y="609"/>
                  </a:lnTo>
                  <a:lnTo>
                    <a:pt x="588" y="588"/>
                  </a:lnTo>
                  <a:lnTo>
                    <a:pt x="673" y="574"/>
                  </a:lnTo>
                  <a:lnTo>
                    <a:pt x="758" y="552"/>
                  </a:lnTo>
                  <a:lnTo>
                    <a:pt x="843" y="524"/>
                  </a:lnTo>
                  <a:lnTo>
                    <a:pt x="921" y="503"/>
                  </a:lnTo>
                  <a:lnTo>
                    <a:pt x="1006" y="481"/>
                  </a:lnTo>
                  <a:lnTo>
                    <a:pt x="1091" y="460"/>
                  </a:lnTo>
                  <a:lnTo>
                    <a:pt x="1177" y="446"/>
                  </a:lnTo>
                  <a:lnTo>
                    <a:pt x="1262" y="425"/>
                  </a:lnTo>
                  <a:lnTo>
                    <a:pt x="1347" y="411"/>
                  </a:lnTo>
                  <a:lnTo>
                    <a:pt x="1425" y="396"/>
                  </a:lnTo>
                  <a:lnTo>
                    <a:pt x="1510" y="389"/>
                  </a:lnTo>
                  <a:lnTo>
                    <a:pt x="1595" y="375"/>
                  </a:lnTo>
                  <a:lnTo>
                    <a:pt x="1680" y="368"/>
                  </a:lnTo>
                  <a:lnTo>
                    <a:pt x="1765" y="361"/>
                  </a:lnTo>
                  <a:lnTo>
                    <a:pt x="1843" y="347"/>
                  </a:lnTo>
                  <a:lnTo>
                    <a:pt x="1928" y="340"/>
                  </a:lnTo>
                  <a:lnTo>
                    <a:pt x="2013" y="333"/>
                  </a:lnTo>
                  <a:lnTo>
                    <a:pt x="2098" y="318"/>
                  </a:lnTo>
                  <a:lnTo>
                    <a:pt x="2183" y="311"/>
                  </a:lnTo>
                  <a:lnTo>
                    <a:pt x="2268" y="297"/>
                  </a:lnTo>
                  <a:lnTo>
                    <a:pt x="2346" y="290"/>
                  </a:lnTo>
                  <a:lnTo>
                    <a:pt x="2431" y="269"/>
                  </a:lnTo>
                  <a:lnTo>
                    <a:pt x="2516" y="255"/>
                  </a:lnTo>
                  <a:lnTo>
                    <a:pt x="2601" y="241"/>
                  </a:lnTo>
                  <a:lnTo>
                    <a:pt x="2686" y="219"/>
                  </a:lnTo>
                  <a:lnTo>
                    <a:pt x="2764" y="198"/>
                  </a:lnTo>
                  <a:lnTo>
                    <a:pt x="2849" y="177"/>
                  </a:lnTo>
                  <a:lnTo>
                    <a:pt x="2934" y="148"/>
                  </a:lnTo>
                  <a:lnTo>
                    <a:pt x="3019" y="127"/>
                  </a:lnTo>
                  <a:lnTo>
                    <a:pt x="3104" y="106"/>
                  </a:lnTo>
                  <a:lnTo>
                    <a:pt x="3189" y="92"/>
                  </a:lnTo>
                  <a:lnTo>
                    <a:pt x="3267" y="78"/>
                  </a:lnTo>
                  <a:lnTo>
                    <a:pt x="3352" y="56"/>
                  </a:lnTo>
                  <a:lnTo>
                    <a:pt x="3437" y="49"/>
                  </a:lnTo>
                  <a:lnTo>
                    <a:pt x="3522" y="35"/>
                  </a:lnTo>
                  <a:lnTo>
                    <a:pt x="3607" y="28"/>
                  </a:lnTo>
                  <a:lnTo>
                    <a:pt x="3685" y="21"/>
                  </a:lnTo>
                  <a:lnTo>
                    <a:pt x="3770" y="14"/>
                  </a:lnTo>
                  <a:lnTo>
                    <a:pt x="3855" y="7"/>
                  </a:lnTo>
                  <a:lnTo>
                    <a:pt x="3941" y="7"/>
                  </a:lnTo>
                  <a:lnTo>
                    <a:pt x="4026" y="0"/>
                  </a:lnTo>
                  <a:lnTo>
                    <a:pt x="4111" y="0"/>
                  </a:lnTo>
                </a:path>
              </a:pathLst>
            </a:custGeom>
            <a:noFill/>
            <a:ln w="22225" cap="flat" cmpd="sng">
              <a:solidFill>
                <a:srgbClr val="00A500">
                  <a:alpha val="100000"/>
                </a:srgbClr>
              </a:solidFill>
              <a:prstDash val="solid"/>
              <a:round/>
              <a:headEnd type="none" w="med" len="med"/>
              <a:tailEnd type="none" w="med" len="med"/>
            </a:ln>
          </p:spPr>
          <p:txBody>
            <a:bodyPr/>
            <a:lstStyle/>
            <a:p>
              <a:endParaRPr lang="zh-CN" altLang="en-US"/>
            </a:p>
          </p:txBody>
        </p:sp>
        <p:sp>
          <p:nvSpPr>
            <p:cNvPr id="34830" name="Freeform 18"/>
            <p:cNvSpPr/>
            <p:nvPr/>
          </p:nvSpPr>
          <p:spPr>
            <a:xfrm>
              <a:off x="1151" y="3325"/>
              <a:ext cx="4111" cy="276"/>
            </a:xfrm>
            <a:custGeom>
              <a:avLst/>
              <a:gdLst/>
              <a:ahLst/>
              <a:cxnLst>
                <a:cxn ang="0">
                  <a:pos x="0" y="276"/>
                </a:cxn>
                <a:cxn ang="0">
                  <a:pos x="85" y="269"/>
                </a:cxn>
                <a:cxn ang="0">
                  <a:pos x="170" y="255"/>
                </a:cxn>
                <a:cxn ang="0">
                  <a:pos x="255" y="248"/>
                </a:cxn>
                <a:cxn ang="0">
                  <a:pos x="340" y="234"/>
                </a:cxn>
                <a:cxn ang="0">
                  <a:pos x="425" y="220"/>
                </a:cxn>
                <a:cxn ang="0">
                  <a:pos x="503" y="206"/>
                </a:cxn>
                <a:cxn ang="0">
                  <a:pos x="588" y="191"/>
                </a:cxn>
                <a:cxn ang="0">
                  <a:pos x="673" y="170"/>
                </a:cxn>
                <a:cxn ang="0">
                  <a:pos x="758" y="149"/>
                </a:cxn>
                <a:cxn ang="0">
                  <a:pos x="843" y="128"/>
                </a:cxn>
                <a:cxn ang="0">
                  <a:pos x="921" y="106"/>
                </a:cxn>
                <a:cxn ang="0">
                  <a:pos x="1006" y="85"/>
                </a:cxn>
                <a:cxn ang="0">
                  <a:pos x="1091" y="64"/>
                </a:cxn>
                <a:cxn ang="0">
                  <a:pos x="1177" y="50"/>
                </a:cxn>
                <a:cxn ang="0">
                  <a:pos x="1262" y="35"/>
                </a:cxn>
                <a:cxn ang="0">
                  <a:pos x="1347" y="21"/>
                </a:cxn>
                <a:cxn ang="0">
                  <a:pos x="1425" y="14"/>
                </a:cxn>
                <a:cxn ang="0">
                  <a:pos x="1510" y="7"/>
                </a:cxn>
                <a:cxn ang="0">
                  <a:pos x="1595" y="0"/>
                </a:cxn>
                <a:cxn ang="0">
                  <a:pos x="1680" y="0"/>
                </a:cxn>
                <a:cxn ang="0">
                  <a:pos x="1765" y="0"/>
                </a:cxn>
                <a:cxn ang="0">
                  <a:pos x="1843" y="0"/>
                </a:cxn>
                <a:cxn ang="0">
                  <a:pos x="1928" y="0"/>
                </a:cxn>
                <a:cxn ang="0">
                  <a:pos x="2013" y="0"/>
                </a:cxn>
                <a:cxn ang="0">
                  <a:pos x="2098" y="7"/>
                </a:cxn>
                <a:cxn ang="0">
                  <a:pos x="2183" y="14"/>
                </a:cxn>
                <a:cxn ang="0">
                  <a:pos x="2268" y="21"/>
                </a:cxn>
                <a:cxn ang="0">
                  <a:pos x="2346" y="35"/>
                </a:cxn>
                <a:cxn ang="0">
                  <a:pos x="2431" y="43"/>
                </a:cxn>
                <a:cxn ang="0">
                  <a:pos x="2516" y="57"/>
                </a:cxn>
                <a:cxn ang="0">
                  <a:pos x="2601" y="64"/>
                </a:cxn>
                <a:cxn ang="0">
                  <a:pos x="2686" y="78"/>
                </a:cxn>
                <a:cxn ang="0">
                  <a:pos x="2764" y="85"/>
                </a:cxn>
                <a:cxn ang="0">
                  <a:pos x="2849" y="92"/>
                </a:cxn>
                <a:cxn ang="0">
                  <a:pos x="2934" y="99"/>
                </a:cxn>
                <a:cxn ang="0">
                  <a:pos x="3019" y="106"/>
                </a:cxn>
                <a:cxn ang="0">
                  <a:pos x="3104" y="121"/>
                </a:cxn>
                <a:cxn ang="0">
                  <a:pos x="3189" y="135"/>
                </a:cxn>
                <a:cxn ang="0">
                  <a:pos x="3267" y="149"/>
                </a:cxn>
                <a:cxn ang="0">
                  <a:pos x="3352" y="163"/>
                </a:cxn>
                <a:cxn ang="0">
                  <a:pos x="3437" y="177"/>
                </a:cxn>
                <a:cxn ang="0">
                  <a:pos x="3522" y="191"/>
                </a:cxn>
                <a:cxn ang="0">
                  <a:pos x="3607" y="206"/>
                </a:cxn>
                <a:cxn ang="0">
                  <a:pos x="3685" y="220"/>
                </a:cxn>
                <a:cxn ang="0">
                  <a:pos x="3770" y="234"/>
                </a:cxn>
                <a:cxn ang="0">
                  <a:pos x="3855" y="248"/>
                </a:cxn>
                <a:cxn ang="0">
                  <a:pos x="3941" y="255"/>
                </a:cxn>
                <a:cxn ang="0">
                  <a:pos x="4026" y="269"/>
                </a:cxn>
                <a:cxn ang="0">
                  <a:pos x="4111" y="276"/>
                </a:cxn>
              </a:cxnLst>
              <a:rect l="0" t="0" r="0" b="0"/>
              <a:pathLst>
                <a:path w="4111" h="276">
                  <a:moveTo>
                    <a:pt x="0" y="276"/>
                  </a:moveTo>
                  <a:lnTo>
                    <a:pt x="85" y="269"/>
                  </a:lnTo>
                  <a:lnTo>
                    <a:pt x="170" y="255"/>
                  </a:lnTo>
                  <a:lnTo>
                    <a:pt x="255" y="248"/>
                  </a:lnTo>
                  <a:lnTo>
                    <a:pt x="340" y="234"/>
                  </a:lnTo>
                  <a:lnTo>
                    <a:pt x="425" y="220"/>
                  </a:lnTo>
                  <a:lnTo>
                    <a:pt x="503" y="206"/>
                  </a:lnTo>
                  <a:lnTo>
                    <a:pt x="588" y="191"/>
                  </a:lnTo>
                  <a:lnTo>
                    <a:pt x="673" y="170"/>
                  </a:lnTo>
                  <a:lnTo>
                    <a:pt x="758" y="149"/>
                  </a:lnTo>
                  <a:lnTo>
                    <a:pt x="843" y="128"/>
                  </a:lnTo>
                  <a:lnTo>
                    <a:pt x="921" y="106"/>
                  </a:lnTo>
                  <a:lnTo>
                    <a:pt x="1006" y="85"/>
                  </a:lnTo>
                  <a:lnTo>
                    <a:pt x="1091" y="64"/>
                  </a:lnTo>
                  <a:lnTo>
                    <a:pt x="1177" y="50"/>
                  </a:lnTo>
                  <a:lnTo>
                    <a:pt x="1262" y="35"/>
                  </a:lnTo>
                  <a:lnTo>
                    <a:pt x="1347" y="21"/>
                  </a:lnTo>
                  <a:lnTo>
                    <a:pt x="1425" y="14"/>
                  </a:lnTo>
                  <a:lnTo>
                    <a:pt x="1510" y="7"/>
                  </a:lnTo>
                  <a:lnTo>
                    <a:pt x="1595" y="0"/>
                  </a:lnTo>
                  <a:lnTo>
                    <a:pt x="1680" y="0"/>
                  </a:lnTo>
                  <a:lnTo>
                    <a:pt x="1765" y="0"/>
                  </a:lnTo>
                  <a:lnTo>
                    <a:pt x="1843" y="0"/>
                  </a:lnTo>
                  <a:lnTo>
                    <a:pt x="1928" y="0"/>
                  </a:lnTo>
                  <a:lnTo>
                    <a:pt x="2013" y="0"/>
                  </a:lnTo>
                  <a:lnTo>
                    <a:pt x="2098" y="7"/>
                  </a:lnTo>
                  <a:lnTo>
                    <a:pt x="2183" y="14"/>
                  </a:lnTo>
                  <a:lnTo>
                    <a:pt x="2268" y="21"/>
                  </a:lnTo>
                  <a:lnTo>
                    <a:pt x="2346" y="35"/>
                  </a:lnTo>
                  <a:lnTo>
                    <a:pt x="2431" y="43"/>
                  </a:lnTo>
                  <a:lnTo>
                    <a:pt x="2516" y="57"/>
                  </a:lnTo>
                  <a:lnTo>
                    <a:pt x="2601" y="64"/>
                  </a:lnTo>
                  <a:lnTo>
                    <a:pt x="2686" y="78"/>
                  </a:lnTo>
                  <a:lnTo>
                    <a:pt x="2764" y="85"/>
                  </a:lnTo>
                  <a:lnTo>
                    <a:pt x="2849" y="92"/>
                  </a:lnTo>
                  <a:lnTo>
                    <a:pt x="2934" y="99"/>
                  </a:lnTo>
                  <a:lnTo>
                    <a:pt x="3019" y="106"/>
                  </a:lnTo>
                  <a:lnTo>
                    <a:pt x="3104" y="121"/>
                  </a:lnTo>
                  <a:lnTo>
                    <a:pt x="3189" y="135"/>
                  </a:lnTo>
                  <a:lnTo>
                    <a:pt x="3267" y="149"/>
                  </a:lnTo>
                  <a:lnTo>
                    <a:pt x="3352" y="163"/>
                  </a:lnTo>
                  <a:lnTo>
                    <a:pt x="3437" y="177"/>
                  </a:lnTo>
                  <a:lnTo>
                    <a:pt x="3522" y="191"/>
                  </a:lnTo>
                  <a:lnTo>
                    <a:pt x="3607" y="206"/>
                  </a:lnTo>
                  <a:lnTo>
                    <a:pt x="3685" y="220"/>
                  </a:lnTo>
                  <a:lnTo>
                    <a:pt x="3770" y="234"/>
                  </a:lnTo>
                  <a:lnTo>
                    <a:pt x="3855" y="248"/>
                  </a:lnTo>
                  <a:lnTo>
                    <a:pt x="3941" y="255"/>
                  </a:lnTo>
                  <a:lnTo>
                    <a:pt x="4026" y="269"/>
                  </a:lnTo>
                  <a:lnTo>
                    <a:pt x="4111" y="276"/>
                  </a:lnTo>
                </a:path>
              </a:pathLst>
            </a:custGeom>
            <a:noFill/>
            <a:ln w="22225" cap="flat" cmpd="sng">
              <a:solidFill>
                <a:srgbClr val="FF0000">
                  <a:alpha val="100000"/>
                </a:srgbClr>
              </a:solidFill>
              <a:prstDash val="solid"/>
              <a:round/>
              <a:headEnd type="none" w="med" len="med"/>
              <a:tailEnd type="none" w="med" len="med"/>
            </a:ln>
          </p:spPr>
          <p:txBody>
            <a:bodyPr/>
            <a:lstStyle/>
            <a:p>
              <a:endParaRPr lang="zh-CN" altLang="en-US"/>
            </a:p>
          </p:txBody>
        </p:sp>
        <p:sp>
          <p:nvSpPr>
            <p:cNvPr id="34831" name="Line 19"/>
            <p:cNvSpPr/>
            <p:nvPr/>
          </p:nvSpPr>
          <p:spPr>
            <a:xfrm>
              <a:off x="4032" y="1536"/>
              <a:ext cx="1" cy="96"/>
            </a:xfrm>
            <a:prstGeom prst="line">
              <a:avLst/>
            </a:prstGeom>
            <a:ln w="22225" cap="flat" cmpd="sng">
              <a:solidFill>
                <a:schemeClr val="tx1"/>
              </a:solidFill>
              <a:prstDash val="dash"/>
              <a:headEnd type="none" w="med" len="med"/>
              <a:tailEnd type="none" w="med" len="med"/>
            </a:ln>
          </p:spPr>
        </p:sp>
        <p:grpSp>
          <p:nvGrpSpPr>
            <p:cNvPr id="34832" name="Group 20"/>
            <p:cNvGrpSpPr/>
            <p:nvPr/>
          </p:nvGrpSpPr>
          <p:grpSpPr>
            <a:xfrm>
              <a:off x="1152" y="1440"/>
              <a:ext cx="4128" cy="192"/>
              <a:chOff x="960" y="1152"/>
              <a:chExt cx="4128" cy="192"/>
            </a:xfrm>
          </p:grpSpPr>
          <p:sp>
            <p:nvSpPr>
              <p:cNvPr id="34884" name="Line 21"/>
              <p:cNvSpPr/>
              <p:nvPr/>
            </p:nvSpPr>
            <p:spPr>
              <a:xfrm>
                <a:off x="960" y="1200"/>
                <a:ext cx="816" cy="144"/>
              </a:xfrm>
              <a:prstGeom prst="line">
                <a:avLst/>
              </a:prstGeom>
              <a:ln w="22225" cap="flat" cmpd="sng">
                <a:solidFill>
                  <a:srgbClr val="009900"/>
                </a:solidFill>
                <a:prstDash val="solid"/>
                <a:headEnd type="none" w="med" len="med"/>
                <a:tailEnd type="none" w="med" len="med"/>
              </a:ln>
            </p:spPr>
          </p:sp>
          <p:sp>
            <p:nvSpPr>
              <p:cNvPr id="34885" name="Line 22"/>
              <p:cNvSpPr/>
              <p:nvPr/>
            </p:nvSpPr>
            <p:spPr>
              <a:xfrm>
                <a:off x="1776" y="1344"/>
                <a:ext cx="2064" cy="0"/>
              </a:xfrm>
              <a:prstGeom prst="line">
                <a:avLst/>
              </a:prstGeom>
              <a:ln w="22225" cap="flat" cmpd="sng">
                <a:solidFill>
                  <a:srgbClr val="009900"/>
                </a:solidFill>
                <a:prstDash val="solid"/>
                <a:headEnd type="none" w="med" len="med"/>
                <a:tailEnd type="none" w="med" len="med"/>
              </a:ln>
            </p:spPr>
          </p:sp>
          <p:sp>
            <p:nvSpPr>
              <p:cNvPr id="34886" name="Line 23"/>
              <p:cNvSpPr/>
              <p:nvPr/>
            </p:nvSpPr>
            <p:spPr>
              <a:xfrm flipV="1">
                <a:off x="3840" y="1152"/>
                <a:ext cx="1248" cy="192"/>
              </a:xfrm>
              <a:prstGeom prst="line">
                <a:avLst/>
              </a:prstGeom>
              <a:ln w="22225" cap="flat" cmpd="sng">
                <a:solidFill>
                  <a:srgbClr val="009900"/>
                </a:solidFill>
                <a:prstDash val="solid"/>
                <a:headEnd type="none" w="med" len="med"/>
                <a:tailEnd type="none" w="med" len="med"/>
              </a:ln>
            </p:spPr>
          </p:sp>
        </p:grpSp>
        <p:sp>
          <p:nvSpPr>
            <p:cNvPr id="34833" name="Line 24"/>
            <p:cNvSpPr/>
            <p:nvPr/>
          </p:nvSpPr>
          <p:spPr>
            <a:xfrm flipV="1">
              <a:off x="1946" y="1200"/>
              <a:ext cx="0" cy="432"/>
            </a:xfrm>
            <a:prstGeom prst="line">
              <a:avLst/>
            </a:prstGeom>
            <a:ln w="22225" cap="flat" cmpd="sng">
              <a:solidFill>
                <a:schemeClr val="tx1"/>
              </a:solidFill>
              <a:prstDash val="dash"/>
              <a:headEnd type="none" w="med" len="med"/>
              <a:tailEnd type="none" w="med" len="med"/>
            </a:ln>
          </p:spPr>
        </p:sp>
        <p:sp>
          <p:nvSpPr>
            <p:cNvPr id="34834" name="Line 25"/>
            <p:cNvSpPr/>
            <p:nvPr/>
          </p:nvSpPr>
          <p:spPr>
            <a:xfrm flipH="1" flipV="1">
              <a:off x="3744" y="1444"/>
              <a:ext cx="0" cy="192"/>
            </a:xfrm>
            <a:prstGeom prst="line">
              <a:avLst/>
            </a:prstGeom>
            <a:ln w="22225" cap="flat" cmpd="sng">
              <a:solidFill>
                <a:schemeClr val="tx1"/>
              </a:solidFill>
              <a:prstDash val="dash"/>
              <a:headEnd type="none" w="med" len="med"/>
              <a:tailEnd type="none" w="med" len="med"/>
            </a:ln>
          </p:spPr>
        </p:sp>
        <p:sp>
          <p:nvSpPr>
            <p:cNvPr id="34835" name="Line 26"/>
            <p:cNvSpPr/>
            <p:nvPr/>
          </p:nvSpPr>
          <p:spPr>
            <a:xfrm flipV="1">
              <a:off x="4638" y="1632"/>
              <a:ext cx="0" cy="1776"/>
            </a:xfrm>
            <a:prstGeom prst="line">
              <a:avLst/>
            </a:prstGeom>
            <a:ln w="22225" cap="flat" cmpd="sng">
              <a:solidFill>
                <a:schemeClr val="tx1"/>
              </a:solidFill>
              <a:prstDash val="dash"/>
              <a:headEnd type="none" w="med" len="med"/>
              <a:tailEnd type="none" w="med" len="med"/>
            </a:ln>
          </p:spPr>
        </p:sp>
        <p:sp>
          <p:nvSpPr>
            <p:cNvPr id="34836" name="Text Box 27"/>
            <p:cNvSpPr txBox="1"/>
            <p:nvPr/>
          </p:nvSpPr>
          <p:spPr>
            <a:xfrm>
              <a:off x="912" y="1488"/>
              <a:ext cx="212" cy="288"/>
            </a:xfrm>
            <a:prstGeom prst="rect">
              <a:avLst/>
            </a:prstGeom>
            <a:noFill/>
            <a:ln w="9525">
              <a:noFill/>
            </a:ln>
          </p:spPr>
          <p:txBody>
            <a:bodyPr wrap="none">
              <a:spAutoFit/>
            </a:bodyPr>
            <a:lstStyle/>
            <a:p>
              <a:r>
                <a:rPr lang="en-US" altLang="zh-CN" sz="2400" dirty="0">
                  <a:latin typeface="Times New Roman" panose="02020603050405020304" pitchFamily="18" charset="0"/>
                </a:rPr>
                <a:t>0</a:t>
              </a:r>
            </a:p>
          </p:txBody>
        </p:sp>
        <p:sp>
          <p:nvSpPr>
            <p:cNvPr id="34837" name="Text Box 28"/>
            <p:cNvSpPr txBox="1"/>
            <p:nvPr/>
          </p:nvSpPr>
          <p:spPr>
            <a:xfrm>
              <a:off x="624" y="3840"/>
              <a:ext cx="660" cy="288"/>
            </a:xfrm>
            <a:prstGeom prst="rect">
              <a:avLst/>
            </a:prstGeom>
            <a:noFill/>
            <a:ln w="9525">
              <a:noFill/>
            </a:ln>
          </p:spPr>
          <p:txBody>
            <a:bodyPr wrap="none">
              <a:spAutoFit/>
            </a:bodyPr>
            <a:lstStyle/>
            <a:p>
              <a:r>
                <a:rPr lang="en-US" altLang="zh-CN" sz="2400" dirty="0">
                  <a:latin typeface="Times New Roman" panose="02020603050405020304" pitchFamily="18" charset="0"/>
                </a:rPr>
                <a:t>-270°</a:t>
              </a:r>
            </a:p>
          </p:txBody>
        </p:sp>
        <p:sp>
          <p:nvSpPr>
            <p:cNvPr id="34838" name="Text Box 29"/>
            <p:cNvSpPr txBox="1"/>
            <p:nvPr/>
          </p:nvSpPr>
          <p:spPr>
            <a:xfrm>
              <a:off x="720" y="3120"/>
              <a:ext cx="564" cy="288"/>
            </a:xfrm>
            <a:prstGeom prst="rect">
              <a:avLst/>
            </a:prstGeom>
            <a:noFill/>
            <a:ln w="9525">
              <a:noFill/>
            </a:ln>
          </p:spPr>
          <p:txBody>
            <a:bodyPr wrap="none">
              <a:spAutoFit/>
            </a:bodyPr>
            <a:lstStyle/>
            <a:p>
              <a:r>
                <a:rPr lang="en-US" altLang="zh-CN" sz="2400" dirty="0">
                  <a:latin typeface="Times New Roman" panose="02020603050405020304" pitchFamily="18" charset="0"/>
                </a:rPr>
                <a:t>-90°</a:t>
              </a:r>
            </a:p>
          </p:txBody>
        </p:sp>
        <p:sp>
          <p:nvSpPr>
            <p:cNvPr id="34839" name="Text Box 30"/>
            <p:cNvSpPr txBox="1"/>
            <p:nvPr/>
          </p:nvSpPr>
          <p:spPr>
            <a:xfrm>
              <a:off x="863" y="2736"/>
              <a:ext cx="404" cy="288"/>
            </a:xfrm>
            <a:prstGeom prst="rect">
              <a:avLst/>
            </a:prstGeom>
            <a:noFill/>
            <a:ln w="9525">
              <a:noFill/>
            </a:ln>
          </p:spPr>
          <p:txBody>
            <a:bodyPr wrap="none">
              <a:spAutoFit/>
            </a:bodyPr>
            <a:lstStyle/>
            <a:p>
              <a:r>
                <a:rPr lang="en-US" altLang="zh-CN" sz="2400" dirty="0">
                  <a:latin typeface="Times New Roman" panose="02020603050405020304" pitchFamily="18" charset="0"/>
                </a:rPr>
                <a:t>0°</a:t>
              </a:r>
            </a:p>
          </p:txBody>
        </p:sp>
        <p:sp>
          <p:nvSpPr>
            <p:cNvPr id="34840" name="Text Box 31"/>
            <p:cNvSpPr txBox="1"/>
            <p:nvPr/>
          </p:nvSpPr>
          <p:spPr>
            <a:xfrm rot="-5400000">
              <a:off x="196" y="1300"/>
              <a:ext cx="760" cy="288"/>
            </a:xfrm>
            <a:prstGeom prst="rect">
              <a:avLst/>
            </a:prstGeom>
            <a:noFill/>
            <a:ln w="9525">
              <a:noFill/>
            </a:ln>
          </p:spPr>
          <p:txBody>
            <a:bodyPr wrap="none">
              <a:spAutoFit/>
            </a:bodyPr>
            <a:lstStyle/>
            <a:p>
              <a:r>
                <a:rPr lang="en-US" altLang="zh-CN" sz="2400" i="1" dirty="0">
                  <a:latin typeface="Times New Roman" panose="02020603050405020304" pitchFamily="18" charset="0"/>
                </a:rPr>
                <a:t>L</a:t>
              </a:r>
              <a:r>
                <a:rPr lang="en-US" altLang="zh-CN" sz="2400" dirty="0">
                  <a:latin typeface="Times New Roman" panose="02020603050405020304" pitchFamily="18" charset="0"/>
                </a:rPr>
                <a:t>(</a:t>
              </a:r>
              <a:r>
                <a:rPr lang="en-US" altLang="zh-CN" sz="2400" i="1" dirty="0">
                  <a:latin typeface="Times New Roman" panose="02020603050405020304" pitchFamily="18" charset="0"/>
                  <a:sym typeface="Symbol" panose="05050102010706020507" pitchFamily="18" charset="2"/>
                </a:rPr>
                <a:t></a:t>
              </a:r>
              <a:r>
                <a:rPr lang="en-US" altLang="zh-CN" sz="2400" dirty="0">
                  <a:latin typeface="Times New Roman" panose="02020603050405020304" pitchFamily="18" charset="0"/>
                </a:rPr>
                <a:t>)/dB</a:t>
              </a:r>
            </a:p>
          </p:txBody>
        </p:sp>
        <p:sp>
          <p:nvSpPr>
            <p:cNvPr id="34841" name="Text Box 32"/>
            <p:cNvSpPr txBox="1"/>
            <p:nvPr/>
          </p:nvSpPr>
          <p:spPr>
            <a:xfrm rot="-5400000">
              <a:off x="330" y="2970"/>
              <a:ext cx="492" cy="288"/>
            </a:xfrm>
            <a:prstGeom prst="rect">
              <a:avLst/>
            </a:prstGeom>
            <a:noFill/>
            <a:ln w="9525">
              <a:noFill/>
            </a:ln>
          </p:spPr>
          <p:txBody>
            <a:bodyPr wrap="none">
              <a:spAutoFit/>
            </a:bodyPr>
            <a:lstStyle/>
            <a:p>
              <a:r>
                <a:rPr lang="en-US" altLang="zh-CN" sz="2400" i="1" dirty="0">
                  <a:latin typeface="Times New Roman" panose="02020603050405020304" pitchFamily="18" charset="0"/>
                  <a:sym typeface="Symbol" panose="05050102010706020507" pitchFamily="18" charset="2"/>
                </a:rPr>
                <a:t></a:t>
              </a:r>
              <a:r>
                <a:rPr lang="en-US" altLang="zh-CN" sz="2400" dirty="0">
                  <a:latin typeface="Times New Roman" panose="02020603050405020304" pitchFamily="18" charset="0"/>
                </a:rPr>
                <a:t>(</a:t>
              </a:r>
              <a:r>
                <a:rPr lang="en-US" altLang="zh-CN" sz="2400" i="1" dirty="0">
                  <a:latin typeface="Times New Roman" panose="02020603050405020304" pitchFamily="18" charset="0"/>
                  <a:sym typeface="Symbol" panose="05050102010706020507" pitchFamily="18" charset="2"/>
                </a:rPr>
                <a:t></a:t>
              </a:r>
              <a:r>
                <a:rPr lang="en-US" altLang="zh-CN" sz="2400" dirty="0">
                  <a:latin typeface="Times New Roman" panose="02020603050405020304" pitchFamily="18" charset="0"/>
                </a:rPr>
                <a:t>)</a:t>
              </a:r>
            </a:p>
          </p:txBody>
        </p:sp>
        <p:sp>
          <p:nvSpPr>
            <p:cNvPr id="34842" name="Text Box 33"/>
            <p:cNvSpPr txBox="1"/>
            <p:nvPr/>
          </p:nvSpPr>
          <p:spPr>
            <a:xfrm>
              <a:off x="624" y="3456"/>
              <a:ext cx="660" cy="288"/>
            </a:xfrm>
            <a:prstGeom prst="rect">
              <a:avLst/>
            </a:prstGeom>
            <a:noFill/>
            <a:ln w="9525">
              <a:noFill/>
            </a:ln>
          </p:spPr>
          <p:txBody>
            <a:bodyPr wrap="none">
              <a:spAutoFit/>
            </a:bodyPr>
            <a:lstStyle/>
            <a:p>
              <a:r>
                <a:rPr lang="en-US" altLang="zh-CN" sz="2400" dirty="0">
                  <a:latin typeface="Times New Roman" panose="02020603050405020304" pitchFamily="18" charset="0"/>
                </a:rPr>
                <a:t>-180°</a:t>
              </a:r>
            </a:p>
          </p:txBody>
        </p:sp>
        <p:sp>
          <p:nvSpPr>
            <p:cNvPr id="34843" name="Rectangle 34"/>
            <p:cNvSpPr/>
            <p:nvPr/>
          </p:nvSpPr>
          <p:spPr>
            <a:xfrm>
              <a:off x="2685" y="3840"/>
              <a:ext cx="867" cy="288"/>
            </a:xfrm>
            <a:prstGeom prst="rect">
              <a:avLst/>
            </a:prstGeom>
            <a:noFill/>
            <a:ln w="22225">
              <a:noFill/>
            </a:ln>
          </p:spPr>
          <p:txBody>
            <a:bodyPr wrap="none">
              <a:spAutoFit/>
            </a:bodyPr>
            <a:lstStyle/>
            <a:p>
              <a:r>
                <a:rPr lang="en-US" altLang="zh-CN" sz="2400" i="1" dirty="0">
                  <a:latin typeface="Times New Roman" panose="02020603050405020304" pitchFamily="18" charset="0"/>
                  <a:sym typeface="Symbol" panose="05050102010706020507" pitchFamily="18" charset="2"/>
                </a:rPr>
                <a:t></a:t>
              </a:r>
              <a:r>
                <a:rPr lang="en-US" altLang="zh-CN" sz="2400" i="1" dirty="0">
                  <a:latin typeface="Times New Roman" panose="02020603050405020304" pitchFamily="18" charset="0"/>
                </a:rPr>
                <a:t>  </a:t>
              </a:r>
              <a:r>
                <a:rPr lang="en-US" altLang="zh-CN" sz="2400" dirty="0">
                  <a:latin typeface="Times New Roman" panose="02020603050405020304" pitchFamily="18" charset="0"/>
                </a:rPr>
                <a:t>(</a:t>
              </a:r>
              <a:r>
                <a:rPr lang="en-US" altLang="zh-CN" sz="2400" i="1" dirty="0">
                  <a:latin typeface="Times New Roman" panose="02020603050405020304" pitchFamily="18" charset="0"/>
                </a:rPr>
                <a:t>rad/s</a:t>
              </a:r>
              <a:r>
                <a:rPr lang="en-US" altLang="zh-CN" sz="2400" dirty="0">
                  <a:latin typeface="Times New Roman" panose="02020603050405020304" pitchFamily="18" charset="0"/>
                </a:rPr>
                <a:t>)</a:t>
              </a:r>
            </a:p>
          </p:txBody>
        </p:sp>
        <p:sp>
          <p:nvSpPr>
            <p:cNvPr id="34844" name="Text Box 35"/>
            <p:cNvSpPr txBox="1"/>
            <p:nvPr/>
          </p:nvSpPr>
          <p:spPr>
            <a:xfrm>
              <a:off x="767" y="2400"/>
              <a:ext cx="500" cy="288"/>
            </a:xfrm>
            <a:prstGeom prst="rect">
              <a:avLst/>
            </a:prstGeom>
            <a:noFill/>
            <a:ln w="9525">
              <a:noFill/>
            </a:ln>
          </p:spPr>
          <p:txBody>
            <a:bodyPr wrap="none">
              <a:spAutoFit/>
            </a:bodyPr>
            <a:lstStyle/>
            <a:p>
              <a:r>
                <a:rPr lang="en-US" altLang="zh-CN" sz="2400" dirty="0">
                  <a:latin typeface="Times New Roman" panose="02020603050405020304" pitchFamily="18" charset="0"/>
                </a:rPr>
                <a:t>90°</a:t>
              </a:r>
            </a:p>
          </p:txBody>
        </p:sp>
        <p:sp>
          <p:nvSpPr>
            <p:cNvPr id="34845" name="Text Box 36"/>
            <p:cNvSpPr txBox="1"/>
            <p:nvPr/>
          </p:nvSpPr>
          <p:spPr>
            <a:xfrm>
              <a:off x="2604" y="1056"/>
              <a:ext cx="372" cy="288"/>
            </a:xfrm>
            <a:prstGeom prst="rect">
              <a:avLst/>
            </a:prstGeom>
            <a:noFill/>
            <a:ln w="9525">
              <a:noFill/>
            </a:ln>
          </p:spPr>
          <p:txBody>
            <a:bodyPr wrap="none">
              <a:spAutoFit/>
            </a:bodyPr>
            <a:lstStyle/>
            <a:p>
              <a:r>
                <a:rPr lang="en-US" altLang="zh-CN" sz="2400" dirty="0">
                  <a:latin typeface="Times New Roman" panose="02020603050405020304" pitchFamily="18" charset="0"/>
                </a:rPr>
                <a:t>-20</a:t>
              </a:r>
            </a:p>
          </p:txBody>
        </p:sp>
        <p:sp>
          <p:nvSpPr>
            <p:cNvPr id="34846" name="Text Box 37"/>
            <p:cNvSpPr txBox="1"/>
            <p:nvPr/>
          </p:nvSpPr>
          <p:spPr>
            <a:xfrm>
              <a:off x="1612" y="687"/>
              <a:ext cx="692" cy="288"/>
            </a:xfrm>
            <a:prstGeom prst="rect">
              <a:avLst/>
            </a:prstGeom>
            <a:noFill/>
            <a:ln w="9525">
              <a:noFill/>
            </a:ln>
          </p:spPr>
          <p:txBody>
            <a:bodyPr wrap="none">
              <a:spAutoFit/>
            </a:bodyPr>
            <a:lstStyle/>
            <a:p>
              <a:r>
                <a:rPr lang="zh-CN" altLang="en-US" sz="2400" dirty="0">
                  <a:solidFill>
                    <a:srgbClr val="FF0000"/>
                  </a:solidFill>
                  <a:latin typeface="Times New Roman" panose="02020603050405020304" pitchFamily="18" charset="0"/>
                </a:rPr>
                <a:t>已校正</a:t>
              </a:r>
            </a:p>
          </p:txBody>
        </p:sp>
        <p:sp useBgFill="1">
          <p:nvSpPr>
            <p:cNvPr id="34847" name="Text Box 38"/>
            <p:cNvSpPr txBox="1"/>
            <p:nvPr/>
          </p:nvSpPr>
          <p:spPr>
            <a:xfrm>
              <a:off x="4368" y="2064"/>
              <a:ext cx="692" cy="288"/>
            </a:xfrm>
            <a:prstGeom prst="rect">
              <a:avLst/>
            </a:prstGeom>
            <a:ln w="9525">
              <a:noFill/>
            </a:ln>
          </p:spPr>
          <p:txBody>
            <a:bodyPr wrap="none">
              <a:spAutoFit/>
            </a:bodyPr>
            <a:lstStyle/>
            <a:p>
              <a:r>
                <a:rPr lang="zh-CN" altLang="en-US" sz="2400" dirty="0">
                  <a:solidFill>
                    <a:schemeClr val="accent2"/>
                  </a:solidFill>
                  <a:latin typeface="Times New Roman" panose="02020603050405020304" pitchFamily="18" charset="0"/>
                </a:rPr>
                <a:t>未校正</a:t>
              </a:r>
            </a:p>
          </p:txBody>
        </p:sp>
        <p:sp>
          <p:nvSpPr>
            <p:cNvPr id="34848" name="Rectangle 39"/>
            <p:cNvSpPr/>
            <p:nvPr/>
          </p:nvSpPr>
          <p:spPr>
            <a:xfrm>
              <a:off x="4284" y="1537"/>
              <a:ext cx="305" cy="288"/>
            </a:xfrm>
            <a:prstGeom prst="rect">
              <a:avLst/>
            </a:prstGeom>
            <a:noFill/>
            <a:ln w="9525">
              <a:noFill/>
            </a:ln>
          </p:spPr>
          <p:txBody>
            <a:bodyPr wrap="none">
              <a:spAutoFit/>
            </a:bodyPr>
            <a:lstStyle/>
            <a:p>
              <a:r>
                <a:rPr lang="en-US" altLang="zh-CN" sz="2400" i="1" dirty="0">
                  <a:latin typeface="Times New Roman" panose="02020603050405020304" pitchFamily="18" charset="0"/>
                  <a:sym typeface="Symbol" panose="05050102010706020507" pitchFamily="18" charset="2"/>
                </a:rPr>
                <a:t></a:t>
              </a:r>
              <a:r>
                <a:rPr lang="en-US" altLang="zh-CN" sz="2400" i="1" baseline="-18000" dirty="0">
                  <a:latin typeface="Times New Roman" panose="02020603050405020304" pitchFamily="18" charset="0"/>
                </a:rPr>
                <a:t>c</a:t>
              </a:r>
            </a:p>
          </p:txBody>
        </p:sp>
        <p:sp>
          <p:nvSpPr>
            <p:cNvPr id="34849" name="Rectangle 40"/>
            <p:cNvSpPr/>
            <p:nvPr/>
          </p:nvSpPr>
          <p:spPr>
            <a:xfrm>
              <a:off x="3792" y="3634"/>
              <a:ext cx="560" cy="288"/>
            </a:xfrm>
            <a:prstGeom prst="rect">
              <a:avLst/>
            </a:prstGeom>
            <a:noFill/>
            <a:ln w="9525">
              <a:noFill/>
            </a:ln>
          </p:spPr>
          <p:txBody>
            <a:bodyPr wrap="none">
              <a:spAutoFit/>
            </a:bodyPr>
            <a:lstStyle/>
            <a:p>
              <a:r>
                <a:rPr lang="en-US" altLang="zh-CN" sz="2400" i="1" dirty="0">
                  <a:solidFill>
                    <a:schemeClr val="accent2"/>
                  </a:solidFill>
                  <a:latin typeface="Times New Roman" panose="02020603050405020304" pitchFamily="18" charset="0"/>
                  <a:sym typeface="Symbol" panose="05050102010706020507" pitchFamily="18" charset="2"/>
                </a:rPr>
                <a:t></a:t>
              </a:r>
              <a:r>
                <a:rPr lang="en-US" altLang="zh-CN" sz="2400" i="1" dirty="0">
                  <a:solidFill>
                    <a:schemeClr val="accent2"/>
                  </a:solidFill>
                  <a:latin typeface="Times New Roman" panose="02020603050405020304" pitchFamily="18" charset="0"/>
                </a:rPr>
                <a:t> </a:t>
              </a:r>
              <a:r>
                <a:rPr lang="en-US" altLang="zh-CN" sz="2400" dirty="0">
                  <a:solidFill>
                    <a:schemeClr val="accent2"/>
                  </a:solidFill>
                  <a:latin typeface="Times New Roman" panose="02020603050405020304" pitchFamily="18" charset="0"/>
                </a:rPr>
                <a:t>(</a:t>
              </a:r>
              <a:r>
                <a:rPr lang="en-US" altLang="zh-CN" sz="2400" i="1" dirty="0">
                  <a:solidFill>
                    <a:schemeClr val="accent2"/>
                  </a:solidFill>
                  <a:latin typeface="Times New Roman" panose="02020603050405020304" pitchFamily="18" charset="0"/>
                  <a:sym typeface="Symbol" panose="05050102010706020507" pitchFamily="18" charset="2"/>
                </a:rPr>
                <a:t></a:t>
              </a:r>
              <a:r>
                <a:rPr lang="en-US" altLang="zh-CN" sz="2400" i="1" baseline="-18000" dirty="0">
                  <a:solidFill>
                    <a:schemeClr val="accent2"/>
                  </a:solidFill>
                  <a:latin typeface="Times New Roman" panose="02020603050405020304" pitchFamily="18" charset="0"/>
                </a:rPr>
                <a:t>c</a:t>
              </a:r>
              <a:r>
                <a:rPr lang="en-US" altLang="zh-CN" sz="2400" dirty="0">
                  <a:solidFill>
                    <a:schemeClr val="accent2"/>
                  </a:solidFill>
                  <a:latin typeface="Times New Roman" panose="02020603050405020304" pitchFamily="18" charset="0"/>
                </a:rPr>
                <a:t>)</a:t>
              </a:r>
            </a:p>
          </p:txBody>
        </p:sp>
        <p:sp>
          <p:nvSpPr>
            <p:cNvPr id="34850" name="Rectangle 41"/>
            <p:cNvSpPr/>
            <p:nvPr/>
          </p:nvSpPr>
          <p:spPr>
            <a:xfrm>
              <a:off x="4620" y="3216"/>
              <a:ext cx="585" cy="288"/>
            </a:xfrm>
            <a:prstGeom prst="rect">
              <a:avLst/>
            </a:prstGeom>
            <a:noFill/>
            <a:ln w="9525">
              <a:noFill/>
            </a:ln>
          </p:spPr>
          <p:txBody>
            <a:bodyPr wrap="none">
              <a:spAutoFit/>
            </a:bodyPr>
            <a:lstStyle/>
            <a:p>
              <a:r>
                <a:rPr lang="en-US" altLang="zh-CN" sz="2400" i="1" dirty="0">
                  <a:solidFill>
                    <a:srgbClr val="FF0000"/>
                  </a:solidFill>
                  <a:latin typeface="Times New Roman" panose="02020603050405020304" pitchFamily="18" charset="0"/>
                  <a:sym typeface="Symbol" panose="05050102010706020507" pitchFamily="18" charset="2"/>
                </a:rPr>
                <a:t></a:t>
              </a:r>
              <a:r>
                <a:rPr lang="en-US" altLang="zh-CN" sz="2400" baseline="-18000" dirty="0">
                  <a:solidFill>
                    <a:srgbClr val="FF0000"/>
                  </a:solidFill>
                  <a:latin typeface="Times New Roman" panose="02020603050405020304" pitchFamily="18" charset="0"/>
                </a:rPr>
                <a:t> </a:t>
              </a:r>
              <a:r>
                <a:rPr lang="en-US" altLang="zh-CN" sz="2400" dirty="0">
                  <a:solidFill>
                    <a:srgbClr val="FF0000"/>
                  </a:solidFill>
                  <a:latin typeface="Times New Roman" panose="02020603050405020304" pitchFamily="18" charset="0"/>
                </a:rPr>
                <a:t>(</a:t>
              </a:r>
              <a:r>
                <a:rPr lang="en-US" altLang="zh-CN" sz="2400" i="1" dirty="0">
                  <a:solidFill>
                    <a:srgbClr val="FF0000"/>
                  </a:solidFill>
                  <a:latin typeface="Times New Roman" panose="02020603050405020304" pitchFamily="18" charset="0"/>
                  <a:sym typeface="Symbol" panose="05050102010706020507" pitchFamily="18" charset="2"/>
                </a:rPr>
                <a:t></a:t>
              </a:r>
              <a:r>
                <a:rPr lang="en-US" altLang="zh-CN" sz="2400" i="1" dirty="0">
                  <a:solidFill>
                    <a:srgbClr val="FF0000"/>
                  </a:solidFill>
                  <a:latin typeface="Times New Roman" panose="02020603050405020304" pitchFamily="18" charset="0"/>
                </a:rPr>
                <a:t>'</a:t>
              </a:r>
              <a:r>
                <a:rPr lang="en-US" altLang="zh-CN" sz="2400" i="1" baseline="-18000" dirty="0">
                  <a:solidFill>
                    <a:srgbClr val="FF0000"/>
                  </a:solidFill>
                  <a:latin typeface="Times New Roman" panose="02020603050405020304" pitchFamily="18" charset="0"/>
                </a:rPr>
                <a:t>c</a:t>
              </a:r>
              <a:r>
                <a:rPr lang="en-US" altLang="zh-CN" sz="2400" dirty="0">
                  <a:solidFill>
                    <a:srgbClr val="FF0000"/>
                  </a:solidFill>
                  <a:latin typeface="Times New Roman" panose="02020603050405020304" pitchFamily="18" charset="0"/>
                </a:rPr>
                <a:t>)</a:t>
              </a:r>
            </a:p>
          </p:txBody>
        </p:sp>
        <p:sp>
          <p:nvSpPr>
            <p:cNvPr id="34851" name="Text Box 42"/>
            <p:cNvSpPr txBox="1"/>
            <p:nvPr/>
          </p:nvSpPr>
          <p:spPr>
            <a:xfrm>
              <a:off x="2428" y="2943"/>
              <a:ext cx="692" cy="288"/>
            </a:xfrm>
            <a:prstGeom prst="rect">
              <a:avLst/>
            </a:prstGeom>
            <a:noFill/>
            <a:ln w="9525">
              <a:noFill/>
            </a:ln>
          </p:spPr>
          <p:txBody>
            <a:bodyPr wrap="none">
              <a:spAutoFit/>
            </a:bodyPr>
            <a:lstStyle/>
            <a:p>
              <a:r>
                <a:rPr lang="zh-CN" altLang="en-US" sz="2400" dirty="0">
                  <a:solidFill>
                    <a:schemeClr val="accent2"/>
                  </a:solidFill>
                  <a:latin typeface="Times New Roman" panose="02020603050405020304" pitchFamily="18" charset="0"/>
                </a:rPr>
                <a:t>未校正</a:t>
              </a:r>
            </a:p>
          </p:txBody>
        </p:sp>
        <p:sp>
          <p:nvSpPr>
            <p:cNvPr id="34852" name="Text Box 43"/>
            <p:cNvSpPr txBox="1"/>
            <p:nvPr/>
          </p:nvSpPr>
          <p:spPr>
            <a:xfrm>
              <a:off x="3628" y="2981"/>
              <a:ext cx="692" cy="288"/>
            </a:xfrm>
            <a:prstGeom prst="rect">
              <a:avLst/>
            </a:prstGeom>
            <a:noFill/>
            <a:ln w="9525">
              <a:noFill/>
            </a:ln>
          </p:spPr>
          <p:txBody>
            <a:bodyPr wrap="none">
              <a:spAutoFit/>
            </a:bodyPr>
            <a:lstStyle/>
            <a:p>
              <a:r>
                <a:rPr lang="zh-CN" altLang="en-US" sz="2400" dirty="0">
                  <a:solidFill>
                    <a:srgbClr val="FF0000"/>
                  </a:solidFill>
                  <a:latin typeface="Times New Roman" panose="02020603050405020304" pitchFamily="18" charset="0"/>
                </a:rPr>
                <a:t>已校正</a:t>
              </a:r>
            </a:p>
          </p:txBody>
        </p:sp>
        <p:sp>
          <p:nvSpPr>
            <p:cNvPr id="34853" name="Text Box 44"/>
            <p:cNvSpPr txBox="1"/>
            <p:nvPr/>
          </p:nvSpPr>
          <p:spPr>
            <a:xfrm>
              <a:off x="1488" y="1841"/>
              <a:ext cx="1194" cy="288"/>
            </a:xfrm>
            <a:prstGeom prst="rect">
              <a:avLst/>
            </a:prstGeom>
            <a:noFill/>
            <a:ln w="9525">
              <a:noFill/>
            </a:ln>
          </p:spPr>
          <p:txBody>
            <a:bodyPr wrap="none">
              <a:spAutoFit/>
            </a:bodyPr>
            <a:lstStyle/>
            <a:p>
              <a:r>
                <a:rPr lang="en-US" altLang="zh-CN" sz="2400" dirty="0">
                  <a:solidFill>
                    <a:srgbClr val="009900"/>
                  </a:solidFill>
                  <a:latin typeface="Times New Roman" panose="02020603050405020304" pitchFamily="18" charset="0"/>
                </a:rPr>
                <a:t>PID</a:t>
              </a:r>
              <a:r>
                <a:rPr lang="zh-CN" altLang="en-US" sz="2400" dirty="0">
                  <a:solidFill>
                    <a:srgbClr val="009900"/>
                  </a:solidFill>
                  <a:latin typeface="Times New Roman" panose="02020603050405020304" pitchFamily="18" charset="0"/>
                </a:rPr>
                <a:t>校正装置</a:t>
              </a:r>
            </a:p>
          </p:txBody>
        </p:sp>
        <p:sp>
          <p:nvSpPr>
            <p:cNvPr id="34854" name="Text Box 45"/>
            <p:cNvSpPr txBox="1"/>
            <p:nvPr/>
          </p:nvSpPr>
          <p:spPr>
            <a:xfrm>
              <a:off x="3804" y="1265"/>
              <a:ext cx="372" cy="288"/>
            </a:xfrm>
            <a:prstGeom prst="rect">
              <a:avLst/>
            </a:prstGeom>
            <a:noFill/>
            <a:ln w="9525">
              <a:noFill/>
            </a:ln>
          </p:spPr>
          <p:txBody>
            <a:bodyPr wrap="none">
              <a:spAutoFit/>
            </a:bodyPr>
            <a:lstStyle/>
            <a:p>
              <a:r>
                <a:rPr lang="en-US" altLang="zh-CN" sz="2400" dirty="0">
                  <a:latin typeface="Times New Roman" panose="02020603050405020304" pitchFamily="18" charset="0"/>
                </a:rPr>
                <a:t>-40</a:t>
              </a:r>
            </a:p>
          </p:txBody>
        </p:sp>
        <p:sp>
          <p:nvSpPr>
            <p:cNvPr id="34855" name="Text Box 46"/>
            <p:cNvSpPr txBox="1"/>
            <p:nvPr/>
          </p:nvSpPr>
          <p:spPr>
            <a:xfrm>
              <a:off x="4848" y="1872"/>
              <a:ext cx="372" cy="288"/>
            </a:xfrm>
            <a:prstGeom prst="rect">
              <a:avLst/>
            </a:prstGeom>
            <a:noFill/>
            <a:ln w="9525">
              <a:noFill/>
            </a:ln>
          </p:spPr>
          <p:txBody>
            <a:bodyPr wrap="none">
              <a:spAutoFit/>
            </a:bodyPr>
            <a:lstStyle/>
            <a:p>
              <a:r>
                <a:rPr lang="en-US" altLang="zh-CN" sz="2400" dirty="0">
                  <a:latin typeface="Times New Roman" panose="02020603050405020304" pitchFamily="18" charset="0"/>
                </a:rPr>
                <a:t>-60</a:t>
              </a:r>
            </a:p>
          </p:txBody>
        </p:sp>
        <p:sp>
          <p:nvSpPr>
            <p:cNvPr id="34856" name="Text Box 47"/>
            <p:cNvSpPr txBox="1"/>
            <p:nvPr/>
          </p:nvSpPr>
          <p:spPr>
            <a:xfrm>
              <a:off x="1344" y="1303"/>
              <a:ext cx="372" cy="288"/>
            </a:xfrm>
            <a:prstGeom prst="rect">
              <a:avLst/>
            </a:prstGeom>
            <a:noFill/>
            <a:ln w="9525">
              <a:noFill/>
            </a:ln>
          </p:spPr>
          <p:txBody>
            <a:bodyPr wrap="none">
              <a:spAutoFit/>
            </a:bodyPr>
            <a:lstStyle/>
            <a:p>
              <a:r>
                <a:rPr lang="en-US" altLang="zh-CN" sz="2400" dirty="0">
                  <a:latin typeface="Times New Roman" panose="02020603050405020304" pitchFamily="18" charset="0"/>
                </a:rPr>
                <a:t>-20</a:t>
              </a:r>
            </a:p>
          </p:txBody>
        </p:sp>
        <p:sp>
          <p:nvSpPr>
            <p:cNvPr id="34857" name="Text Box 48"/>
            <p:cNvSpPr txBox="1"/>
            <p:nvPr/>
          </p:nvSpPr>
          <p:spPr>
            <a:xfrm>
              <a:off x="1344" y="785"/>
              <a:ext cx="372" cy="288"/>
            </a:xfrm>
            <a:prstGeom prst="rect">
              <a:avLst/>
            </a:prstGeom>
            <a:noFill/>
            <a:ln w="9525">
              <a:noFill/>
            </a:ln>
          </p:spPr>
          <p:txBody>
            <a:bodyPr wrap="none">
              <a:spAutoFit/>
            </a:bodyPr>
            <a:lstStyle/>
            <a:p>
              <a:r>
                <a:rPr lang="en-US" altLang="zh-CN" sz="2400" dirty="0">
                  <a:latin typeface="Times New Roman" panose="02020603050405020304" pitchFamily="18" charset="0"/>
                </a:rPr>
                <a:t>-40</a:t>
              </a:r>
            </a:p>
          </p:txBody>
        </p:sp>
        <p:sp>
          <p:nvSpPr>
            <p:cNvPr id="34858" name="Rectangle 49"/>
            <p:cNvSpPr/>
            <p:nvPr/>
          </p:nvSpPr>
          <p:spPr>
            <a:xfrm>
              <a:off x="4578" y="1345"/>
              <a:ext cx="346" cy="288"/>
            </a:xfrm>
            <a:prstGeom prst="rect">
              <a:avLst/>
            </a:prstGeom>
            <a:solidFill>
              <a:schemeClr val="bg1"/>
            </a:solidFill>
            <a:ln w="22225">
              <a:noFill/>
            </a:ln>
          </p:spPr>
          <p:txBody>
            <a:bodyPr wrap="none">
              <a:spAutoFit/>
            </a:bodyPr>
            <a:lstStyle/>
            <a:p>
              <a:r>
                <a:rPr lang="en-US" altLang="zh-CN" sz="2400" i="1" dirty="0">
                  <a:solidFill>
                    <a:srgbClr val="FF0000"/>
                  </a:solidFill>
                  <a:latin typeface="Times New Roman" panose="02020603050405020304" pitchFamily="18" charset="0"/>
                  <a:sym typeface="Symbol" panose="05050102010706020507" pitchFamily="18" charset="2"/>
                </a:rPr>
                <a:t></a:t>
              </a:r>
              <a:r>
                <a:rPr lang="en-US" altLang="zh-CN" sz="2400" i="1" dirty="0">
                  <a:solidFill>
                    <a:srgbClr val="FF0000"/>
                  </a:solidFill>
                  <a:latin typeface="Times New Roman" panose="02020603050405020304" pitchFamily="18" charset="0"/>
                </a:rPr>
                <a:t>'</a:t>
              </a:r>
              <a:r>
                <a:rPr lang="en-US" altLang="zh-CN" sz="2400" i="1" baseline="-18000" dirty="0">
                  <a:solidFill>
                    <a:srgbClr val="FF0000"/>
                  </a:solidFill>
                  <a:latin typeface="Times New Roman" panose="02020603050405020304" pitchFamily="18" charset="0"/>
                </a:rPr>
                <a:t>c</a:t>
              </a:r>
            </a:p>
          </p:txBody>
        </p:sp>
        <p:sp>
          <p:nvSpPr>
            <p:cNvPr id="34859" name="Text Box 50"/>
            <p:cNvSpPr txBox="1"/>
            <p:nvPr/>
          </p:nvSpPr>
          <p:spPr>
            <a:xfrm>
              <a:off x="1779" y="1584"/>
              <a:ext cx="408" cy="288"/>
            </a:xfrm>
            <a:prstGeom prst="rect">
              <a:avLst/>
            </a:prstGeom>
            <a:noFill/>
            <a:ln w="22225">
              <a:noFill/>
            </a:ln>
          </p:spPr>
          <p:txBody>
            <a:bodyPr wrap="none">
              <a:spAutoFit/>
            </a:bodyPr>
            <a:lstStyle/>
            <a:p>
              <a:r>
                <a:rPr lang="en-US" altLang="zh-CN" sz="2400" dirty="0">
                  <a:latin typeface="Times New Roman" panose="02020603050405020304" pitchFamily="18" charset="0"/>
                </a:rPr>
                <a:t>1/</a:t>
              </a:r>
              <a:r>
                <a:rPr lang="en-US" altLang="zh-CN" sz="2400" i="1" dirty="0">
                  <a:latin typeface="Times New Roman" panose="02020603050405020304" pitchFamily="18" charset="0"/>
                </a:rPr>
                <a:t>T</a:t>
              </a:r>
              <a:r>
                <a:rPr lang="en-US" altLang="zh-CN" sz="2400" i="1" baseline="-18000" dirty="0">
                  <a:latin typeface="Times New Roman" panose="02020603050405020304" pitchFamily="18" charset="0"/>
                </a:rPr>
                <a:t>i</a:t>
              </a:r>
            </a:p>
          </p:txBody>
        </p:sp>
        <p:sp>
          <p:nvSpPr>
            <p:cNvPr id="34860" name="Text Box 51"/>
            <p:cNvSpPr txBox="1"/>
            <p:nvPr/>
          </p:nvSpPr>
          <p:spPr>
            <a:xfrm>
              <a:off x="3792" y="1584"/>
              <a:ext cx="436" cy="288"/>
            </a:xfrm>
            <a:prstGeom prst="rect">
              <a:avLst/>
            </a:prstGeom>
            <a:noFill/>
            <a:ln w="22225">
              <a:noFill/>
            </a:ln>
          </p:spPr>
          <p:txBody>
            <a:bodyPr wrap="none">
              <a:spAutoFit/>
            </a:bodyPr>
            <a:lstStyle/>
            <a:p>
              <a:r>
                <a:rPr lang="en-US" altLang="zh-CN" sz="2400" dirty="0">
                  <a:latin typeface="Times New Roman" panose="02020603050405020304" pitchFamily="18" charset="0"/>
                </a:rPr>
                <a:t>1/</a:t>
              </a:r>
              <a:r>
                <a:rPr lang="en-US" altLang="zh-CN" sz="2400" i="1" dirty="0">
                  <a:latin typeface="Times New Roman" panose="02020603050405020304" pitchFamily="18" charset="0"/>
                </a:rPr>
                <a:t>T</a:t>
              </a:r>
              <a:r>
                <a:rPr lang="en-US" altLang="zh-CN" sz="2400" i="1" baseline="-18000" dirty="0">
                  <a:latin typeface="Times New Roman" panose="02020603050405020304" pitchFamily="18" charset="0"/>
                </a:rPr>
                <a:t>d</a:t>
              </a:r>
            </a:p>
          </p:txBody>
        </p:sp>
        <p:grpSp>
          <p:nvGrpSpPr>
            <p:cNvPr id="34861" name="Group 52"/>
            <p:cNvGrpSpPr/>
            <p:nvPr/>
          </p:nvGrpSpPr>
          <p:grpSpPr>
            <a:xfrm>
              <a:off x="1152" y="952"/>
              <a:ext cx="4128" cy="872"/>
              <a:chOff x="960" y="664"/>
              <a:chExt cx="4128" cy="872"/>
            </a:xfrm>
          </p:grpSpPr>
          <p:sp>
            <p:nvSpPr>
              <p:cNvPr id="34879" name="Line 53"/>
              <p:cNvSpPr/>
              <p:nvPr/>
            </p:nvSpPr>
            <p:spPr>
              <a:xfrm flipH="1" flipV="1">
                <a:off x="960" y="664"/>
                <a:ext cx="816" cy="240"/>
              </a:xfrm>
              <a:prstGeom prst="line">
                <a:avLst/>
              </a:prstGeom>
              <a:ln w="28575" cap="flat" cmpd="sng">
                <a:solidFill>
                  <a:srgbClr val="FF0000"/>
                </a:solidFill>
                <a:prstDash val="dash"/>
                <a:headEnd type="none" w="med" len="med"/>
                <a:tailEnd type="none" w="med" len="med"/>
              </a:ln>
            </p:spPr>
          </p:sp>
          <p:sp>
            <p:nvSpPr>
              <p:cNvPr id="34880" name="Line 54"/>
              <p:cNvSpPr/>
              <p:nvPr/>
            </p:nvSpPr>
            <p:spPr>
              <a:xfrm>
                <a:off x="3552" y="1160"/>
                <a:ext cx="288" cy="88"/>
              </a:xfrm>
              <a:prstGeom prst="line">
                <a:avLst/>
              </a:prstGeom>
              <a:ln w="28575" cap="flat" cmpd="sng">
                <a:solidFill>
                  <a:srgbClr val="FF3300"/>
                </a:solidFill>
                <a:prstDash val="dash"/>
                <a:headEnd type="none" w="med" len="med"/>
                <a:tailEnd type="none" w="med" len="med"/>
              </a:ln>
            </p:spPr>
          </p:sp>
          <p:sp>
            <p:nvSpPr>
              <p:cNvPr id="34881" name="Line 55"/>
              <p:cNvSpPr/>
              <p:nvPr/>
            </p:nvSpPr>
            <p:spPr>
              <a:xfrm>
                <a:off x="3840" y="1248"/>
                <a:ext cx="624" cy="96"/>
              </a:xfrm>
              <a:prstGeom prst="line">
                <a:avLst/>
              </a:prstGeom>
              <a:ln w="28575" cap="flat" cmpd="sng">
                <a:solidFill>
                  <a:srgbClr val="FF0000"/>
                </a:solidFill>
                <a:prstDash val="dash"/>
                <a:headEnd type="none" w="med" len="med"/>
                <a:tailEnd type="none" w="med" len="med"/>
              </a:ln>
            </p:spPr>
          </p:sp>
          <p:sp>
            <p:nvSpPr>
              <p:cNvPr id="34882" name="Line 56"/>
              <p:cNvSpPr/>
              <p:nvPr/>
            </p:nvSpPr>
            <p:spPr>
              <a:xfrm>
                <a:off x="4464" y="1344"/>
                <a:ext cx="624" cy="192"/>
              </a:xfrm>
              <a:prstGeom prst="line">
                <a:avLst/>
              </a:prstGeom>
              <a:ln w="28575" cap="flat" cmpd="sng">
                <a:solidFill>
                  <a:srgbClr val="FF3300"/>
                </a:solidFill>
                <a:prstDash val="dash"/>
                <a:headEnd type="none" w="med" len="med"/>
                <a:tailEnd type="none" w="med" len="med"/>
              </a:ln>
            </p:spPr>
          </p:sp>
          <p:sp>
            <p:nvSpPr>
              <p:cNvPr id="34883" name="Line 57"/>
              <p:cNvSpPr>
                <a:spLocks noChangeAspect="1"/>
              </p:cNvSpPr>
              <p:nvPr/>
            </p:nvSpPr>
            <p:spPr>
              <a:xfrm>
                <a:off x="1759" y="899"/>
                <a:ext cx="1793" cy="265"/>
              </a:xfrm>
              <a:prstGeom prst="line">
                <a:avLst/>
              </a:prstGeom>
              <a:ln w="28575" cap="flat" cmpd="sng">
                <a:solidFill>
                  <a:srgbClr val="FF3300"/>
                </a:solidFill>
                <a:prstDash val="dash"/>
                <a:headEnd type="none" w="med" len="med"/>
                <a:tailEnd type="none" w="med" len="med"/>
              </a:ln>
            </p:spPr>
          </p:sp>
        </p:grpSp>
        <p:sp>
          <p:nvSpPr>
            <p:cNvPr id="34862" name="Line 58"/>
            <p:cNvSpPr/>
            <p:nvPr/>
          </p:nvSpPr>
          <p:spPr>
            <a:xfrm flipH="1">
              <a:off x="1632" y="960"/>
              <a:ext cx="192" cy="144"/>
            </a:xfrm>
            <a:prstGeom prst="line">
              <a:avLst/>
            </a:prstGeom>
            <a:ln w="22225" cap="flat" cmpd="sng">
              <a:solidFill>
                <a:srgbClr val="FF3300"/>
              </a:solidFill>
              <a:prstDash val="solid"/>
              <a:headEnd type="none" w="med" len="med"/>
              <a:tailEnd type="triangle" w="med" len="med"/>
            </a:ln>
          </p:spPr>
        </p:sp>
        <p:sp>
          <p:nvSpPr>
            <p:cNvPr id="34863" name="Text Box 59"/>
            <p:cNvSpPr txBox="1"/>
            <p:nvPr/>
          </p:nvSpPr>
          <p:spPr>
            <a:xfrm>
              <a:off x="4135" y="1328"/>
              <a:ext cx="372" cy="288"/>
            </a:xfrm>
            <a:prstGeom prst="rect">
              <a:avLst/>
            </a:prstGeom>
            <a:noFill/>
            <a:ln w="9525">
              <a:noFill/>
            </a:ln>
          </p:spPr>
          <p:txBody>
            <a:bodyPr wrap="none">
              <a:spAutoFit/>
            </a:bodyPr>
            <a:lstStyle/>
            <a:p>
              <a:r>
                <a:rPr lang="en-US" altLang="zh-CN" sz="2400" dirty="0">
                  <a:latin typeface="Times New Roman" panose="02020603050405020304" pitchFamily="18" charset="0"/>
                </a:rPr>
                <a:t>-20</a:t>
              </a:r>
            </a:p>
          </p:txBody>
        </p:sp>
        <p:sp>
          <p:nvSpPr>
            <p:cNvPr id="34864" name="Text Box 60"/>
            <p:cNvSpPr txBox="1"/>
            <p:nvPr/>
          </p:nvSpPr>
          <p:spPr>
            <a:xfrm>
              <a:off x="4795" y="1250"/>
              <a:ext cx="416" cy="288"/>
            </a:xfrm>
            <a:prstGeom prst="rect">
              <a:avLst/>
            </a:prstGeom>
            <a:noFill/>
            <a:ln w="9525">
              <a:noFill/>
            </a:ln>
          </p:spPr>
          <p:txBody>
            <a:bodyPr wrap="none">
              <a:spAutoFit/>
            </a:bodyPr>
            <a:lstStyle/>
            <a:p>
              <a:r>
                <a:rPr lang="en-US" altLang="zh-CN" sz="2400" dirty="0">
                  <a:latin typeface="Times New Roman" panose="02020603050405020304" pitchFamily="18" charset="0"/>
                </a:rPr>
                <a:t>+20</a:t>
              </a:r>
            </a:p>
          </p:txBody>
        </p:sp>
        <p:sp>
          <p:nvSpPr>
            <p:cNvPr id="34865" name="Text Box 61"/>
            <p:cNvSpPr txBox="1"/>
            <p:nvPr/>
          </p:nvSpPr>
          <p:spPr>
            <a:xfrm>
              <a:off x="5016" y="1557"/>
              <a:ext cx="372" cy="288"/>
            </a:xfrm>
            <a:prstGeom prst="rect">
              <a:avLst/>
            </a:prstGeom>
            <a:noFill/>
            <a:ln w="9525">
              <a:noFill/>
            </a:ln>
          </p:spPr>
          <p:txBody>
            <a:bodyPr wrap="none">
              <a:spAutoFit/>
            </a:bodyPr>
            <a:lstStyle/>
            <a:p>
              <a:r>
                <a:rPr lang="en-US" altLang="zh-CN" sz="2400" dirty="0">
                  <a:latin typeface="Times New Roman" panose="02020603050405020304" pitchFamily="18" charset="0"/>
                </a:rPr>
                <a:t>-40</a:t>
              </a:r>
            </a:p>
          </p:txBody>
        </p:sp>
        <p:sp>
          <p:nvSpPr>
            <p:cNvPr id="34866" name="Line 62"/>
            <p:cNvSpPr/>
            <p:nvPr/>
          </p:nvSpPr>
          <p:spPr>
            <a:xfrm flipV="1">
              <a:off x="4752" y="1776"/>
              <a:ext cx="48" cy="288"/>
            </a:xfrm>
            <a:prstGeom prst="line">
              <a:avLst/>
            </a:prstGeom>
            <a:ln w="22225" cap="flat" cmpd="sng">
              <a:solidFill>
                <a:schemeClr val="accent2"/>
              </a:solidFill>
              <a:prstDash val="solid"/>
              <a:headEnd type="none" w="med" len="med"/>
              <a:tailEnd type="triangle" w="med" len="med"/>
            </a:ln>
          </p:spPr>
        </p:sp>
        <p:sp>
          <p:nvSpPr>
            <p:cNvPr id="34867" name="Line 63"/>
            <p:cNvSpPr/>
            <p:nvPr/>
          </p:nvSpPr>
          <p:spPr>
            <a:xfrm flipH="1" flipV="1">
              <a:off x="1488" y="1536"/>
              <a:ext cx="192" cy="384"/>
            </a:xfrm>
            <a:prstGeom prst="line">
              <a:avLst/>
            </a:prstGeom>
            <a:ln w="22225" cap="flat" cmpd="sng">
              <a:solidFill>
                <a:srgbClr val="009900"/>
              </a:solidFill>
              <a:prstDash val="solid"/>
              <a:headEnd type="none" w="med" len="med"/>
              <a:tailEnd type="triangle" w="med" len="med"/>
            </a:ln>
          </p:spPr>
        </p:sp>
        <p:sp>
          <p:nvSpPr>
            <p:cNvPr id="34868" name="Line 64"/>
            <p:cNvSpPr/>
            <p:nvPr/>
          </p:nvSpPr>
          <p:spPr>
            <a:xfrm flipV="1">
              <a:off x="4338" y="1632"/>
              <a:ext cx="0" cy="1920"/>
            </a:xfrm>
            <a:prstGeom prst="line">
              <a:avLst/>
            </a:prstGeom>
            <a:ln w="22225" cap="flat" cmpd="sng">
              <a:solidFill>
                <a:schemeClr val="tx1"/>
              </a:solidFill>
              <a:prstDash val="dash"/>
              <a:headEnd type="none" w="med" len="med"/>
              <a:tailEnd type="none" w="med" len="med"/>
            </a:ln>
          </p:spPr>
        </p:sp>
        <p:grpSp>
          <p:nvGrpSpPr>
            <p:cNvPr id="34869" name="Group 65"/>
            <p:cNvGrpSpPr/>
            <p:nvPr/>
          </p:nvGrpSpPr>
          <p:grpSpPr>
            <a:xfrm>
              <a:off x="4338" y="3438"/>
              <a:ext cx="0" cy="456"/>
              <a:chOff x="4128" y="3144"/>
              <a:chExt cx="0" cy="456"/>
            </a:xfrm>
          </p:grpSpPr>
          <p:sp>
            <p:nvSpPr>
              <p:cNvPr id="34877" name="Line 66"/>
              <p:cNvSpPr/>
              <p:nvPr/>
            </p:nvSpPr>
            <p:spPr>
              <a:xfrm>
                <a:off x="4128" y="3144"/>
                <a:ext cx="0" cy="192"/>
              </a:xfrm>
              <a:prstGeom prst="line">
                <a:avLst/>
              </a:prstGeom>
              <a:ln w="22225" cap="flat" cmpd="sng">
                <a:solidFill>
                  <a:schemeClr val="accent2"/>
                </a:solidFill>
                <a:prstDash val="solid"/>
                <a:headEnd type="none" w="med" len="med"/>
                <a:tailEnd type="triangle" w="med" len="med"/>
              </a:ln>
            </p:spPr>
          </p:sp>
          <p:sp>
            <p:nvSpPr>
              <p:cNvPr id="34878" name="Line 67"/>
              <p:cNvSpPr/>
              <p:nvPr/>
            </p:nvSpPr>
            <p:spPr>
              <a:xfrm flipV="1">
                <a:off x="4128" y="3408"/>
                <a:ext cx="0" cy="192"/>
              </a:xfrm>
              <a:prstGeom prst="line">
                <a:avLst/>
              </a:prstGeom>
              <a:ln w="22225" cap="flat" cmpd="sng">
                <a:solidFill>
                  <a:schemeClr val="accent2"/>
                </a:solidFill>
                <a:prstDash val="solid"/>
                <a:headEnd type="none" w="med" len="med"/>
                <a:tailEnd type="triangle" w="med" len="med"/>
              </a:ln>
            </p:spPr>
          </p:sp>
        </p:grpSp>
        <p:grpSp>
          <p:nvGrpSpPr>
            <p:cNvPr id="34870" name="Group 68"/>
            <p:cNvGrpSpPr/>
            <p:nvPr/>
          </p:nvGrpSpPr>
          <p:grpSpPr>
            <a:xfrm>
              <a:off x="4638" y="3318"/>
              <a:ext cx="0" cy="498"/>
              <a:chOff x="4464" y="3030"/>
              <a:chExt cx="0" cy="498"/>
            </a:xfrm>
          </p:grpSpPr>
          <p:sp>
            <p:nvSpPr>
              <p:cNvPr id="34875" name="Line 69"/>
              <p:cNvSpPr/>
              <p:nvPr/>
            </p:nvSpPr>
            <p:spPr>
              <a:xfrm>
                <a:off x="4464" y="3030"/>
                <a:ext cx="0" cy="192"/>
              </a:xfrm>
              <a:prstGeom prst="line">
                <a:avLst/>
              </a:prstGeom>
              <a:ln w="22225" cap="flat" cmpd="sng">
                <a:solidFill>
                  <a:srgbClr val="FF3300"/>
                </a:solidFill>
                <a:prstDash val="solid"/>
                <a:headEnd type="none" w="med" len="med"/>
                <a:tailEnd type="triangle" w="med" len="med"/>
              </a:ln>
            </p:spPr>
          </p:sp>
          <p:sp>
            <p:nvSpPr>
              <p:cNvPr id="34876" name="Line 70"/>
              <p:cNvSpPr/>
              <p:nvPr/>
            </p:nvSpPr>
            <p:spPr>
              <a:xfrm flipV="1">
                <a:off x="4464" y="3336"/>
                <a:ext cx="0" cy="192"/>
              </a:xfrm>
              <a:prstGeom prst="line">
                <a:avLst/>
              </a:prstGeom>
              <a:ln w="22225" cap="flat" cmpd="sng">
                <a:solidFill>
                  <a:srgbClr val="FF3300"/>
                </a:solidFill>
                <a:prstDash val="solid"/>
                <a:headEnd type="none" w="med" len="med"/>
                <a:tailEnd type="triangle" w="med" len="med"/>
              </a:ln>
            </p:spPr>
          </p:sp>
        </p:grpSp>
        <p:sp>
          <p:nvSpPr>
            <p:cNvPr id="34871" name="Line 71"/>
            <p:cNvSpPr/>
            <p:nvPr/>
          </p:nvSpPr>
          <p:spPr>
            <a:xfrm flipH="1">
              <a:off x="2286" y="3132"/>
              <a:ext cx="192" cy="144"/>
            </a:xfrm>
            <a:prstGeom prst="line">
              <a:avLst/>
            </a:prstGeom>
            <a:ln w="22225" cap="flat" cmpd="sng">
              <a:solidFill>
                <a:schemeClr val="accent2"/>
              </a:solidFill>
              <a:prstDash val="solid"/>
              <a:headEnd type="none" w="med" len="med"/>
              <a:tailEnd type="triangle" w="med" len="med"/>
            </a:ln>
          </p:spPr>
        </p:sp>
        <p:sp>
          <p:nvSpPr>
            <p:cNvPr id="34872" name="Line 72"/>
            <p:cNvSpPr/>
            <p:nvPr/>
          </p:nvSpPr>
          <p:spPr>
            <a:xfrm flipH="1">
              <a:off x="3696" y="3240"/>
              <a:ext cx="96" cy="144"/>
            </a:xfrm>
            <a:prstGeom prst="line">
              <a:avLst/>
            </a:prstGeom>
            <a:ln w="22225" cap="flat" cmpd="sng">
              <a:solidFill>
                <a:srgbClr val="FF3300"/>
              </a:solidFill>
              <a:prstDash val="solid"/>
              <a:headEnd type="none" w="med" len="med"/>
              <a:tailEnd type="triangle" w="med" len="med"/>
            </a:ln>
          </p:spPr>
        </p:sp>
        <p:sp>
          <p:nvSpPr>
            <p:cNvPr id="34873" name="Text Box 73"/>
            <p:cNvSpPr txBox="1"/>
            <p:nvPr/>
          </p:nvSpPr>
          <p:spPr>
            <a:xfrm>
              <a:off x="2490" y="2477"/>
              <a:ext cx="1194" cy="288"/>
            </a:xfrm>
            <a:prstGeom prst="rect">
              <a:avLst/>
            </a:prstGeom>
            <a:noFill/>
            <a:ln w="9525">
              <a:noFill/>
            </a:ln>
          </p:spPr>
          <p:txBody>
            <a:bodyPr wrap="none">
              <a:spAutoFit/>
            </a:bodyPr>
            <a:lstStyle/>
            <a:p>
              <a:r>
                <a:rPr lang="en-US" altLang="zh-CN" sz="2400" dirty="0">
                  <a:solidFill>
                    <a:srgbClr val="009900"/>
                  </a:solidFill>
                  <a:latin typeface="Times New Roman" panose="02020603050405020304" pitchFamily="18" charset="0"/>
                </a:rPr>
                <a:t>PID</a:t>
              </a:r>
              <a:r>
                <a:rPr lang="zh-CN" altLang="en-US" sz="2400" dirty="0">
                  <a:solidFill>
                    <a:srgbClr val="009900"/>
                  </a:solidFill>
                  <a:latin typeface="Times New Roman" panose="02020603050405020304" pitchFamily="18" charset="0"/>
                </a:rPr>
                <a:t>校正装置</a:t>
              </a:r>
            </a:p>
          </p:txBody>
        </p:sp>
        <p:sp>
          <p:nvSpPr>
            <p:cNvPr id="34874" name="Line 74"/>
            <p:cNvSpPr/>
            <p:nvPr/>
          </p:nvSpPr>
          <p:spPr>
            <a:xfrm flipH="1">
              <a:off x="2880" y="2736"/>
              <a:ext cx="96" cy="192"/>
            </a:xfrm>
            <a:prstGeom prst="line">
              <a:avLst/>
            </a:prstGeom>
            <a:ln w="22225" cap="flat" cmpd="sng">
              <a:solidFill>
                <a:srgbClr val="009900"/>
              </a:solidFill>
              <a:prstDash val="solid"/>
              <a:headEnd type="none" w="med" len="med"/>
              <a:tailEnd type="triangle" w="med" len="med"/>
            </a:ln>
          </p:spPr>
        </p:sp>
      </p:gr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3"/>
          <p:cNvSpPr/>
          <p:nvPr/>
        </p:nvSpPr>
        <p:spPr>
          <a:xfrm>
            <a:off x="990600" y="1981200"/>
            <a:ext cx="7620000" cy="1073150"/>
          </a:xfrm>
          <a:prstGeom prst="rect">
            <a:avLst/>
          </a:prstGeom>
          <a:noFill/>
          <a:ln w="22225">
            <a:noFill/>
          </a:ln>
        </p:spPr>
        <p:txBody>
          <a:bodyPr>
            <a:spAutoFit/>
          </a:bodyPr>
          <a:lstStyle/>
          <a:p>
            <a:pPr>
              <a:lnSpc>
                <a:spcPct val="115000"/>
              </a:lnSpc>
            </a:pPr>
            <a:r>
              <a:rPr lang="en-US" altLang="zh-CN" sz="2800" dirty="0">
                <a:latin typeface="Times New Roman" panose="02020603050405020304" pitchFamily="18" charset="0"/>
              </a:rPr>
              <a:t>PID</a:t>
            </a:r>
            <a:r>
              <a:rPr lang="zh-CN" altLang="en-US" sz="2800" dirty="0">
                <a:latin typeface="宋体" panose="02010600030101010101" pitchFamily="2" charset="-122"/>
              </a:rPr>
              <a:t>控制器综合了比例控制、积分控制和微分控制各自的优点：</a:t>
            </a:r>
          </a:p>
        </p:txBody>
      </p:sp>
      <p:sp>
        <p:nvSpPr>
          <p:cNvPr id="45060" name="Rectangle 4"/>
          <p:cNvSpPr/>
          <p:nvPr/>
        </p:nvSpPr>
        <p:spPr>
          <a:xfrm>
            <a:off x="990600" y="3117850"/>
            <a:ext cx="7620000" cy="1073150"/>
          </a:xfrm>
          <a:prstGeom prst="rect">
            <a:avLst/>
          </a:prstGeom>
          <a:noFill/>
          <a:ln w="22225">
            <a:noFill/>
          </a:ln>
        </p:spPr>
        <p:txBody>
          <a:bodyPr>
            <a:spAutoFit/>
          </a:bodyPr>
          <a:lstStyle/>
          <a:p>
            <a:pPr>
              <a:lnSpc>
                <a:spcPct val="115000"/>
              </a:lnSpc>
            </a:pPr>
            <a:r>
              <a:rPr lang="zh-CN" altLang="en-US" sz="2800" dirty="0">
                <a:latin typeface="宋体" panose="02010600030101010101" pitchFamily="2" charset="-122"/>
              </a:rPr>
              <a:t>在低频段，</a:t>
            </a:r>
            <a:r>
              <a:rPr lang="en-US" altLang="zh-CN" sz="2800" dirty="0">
                <a:latin typeface="Times New Roman" panose="02020603050405020304" pitchFamily="18" charset="0"/>
              </a:rPr>
              <a:t>PID</a:t>
            </a:r>
            <a:r>
              <a:rPr lang="zh-CN" altLang="en-US" sz="2800" dirty="0">
                <a:latin typeface="宋体" panose="02010600030101010101" pitchFamily="2" charset="-122"/>
              </a:rPr>
              <a:t>控制器通过积分控制作用改善了系统的稳态性能；</a:t>
            </a:r>
          </a:p>
        </p:txBody>
      </p:sp>
      <p:sp>
        <p:nvSpPr>
          <p:cNvPr id="45061" name="Rectangle 5"/>
          <p:cNvSpPr/>
          <p:nvPr/>
        </p:nvSpPr>
        <p:spPr>
          <a:xfrm>
            <a:off x="990600" y="4191000"/>
            <a:ext cx="7620000" cy="1073150"/>
          </a:xfrm>
          <a:prstGeom prst="rect">
            <a:avLst/>
          </a:prstGeom>
          <a:noFill/>
          <a:ln w="22225">
            <a:noFill/>
          </a:ln>
        </p:spPr>
        <p:txBody>
          <a:bodyPr>
            <a:spAutoFit/>
          </a:bodyPr>
          <a:lstStyle/>
          <a:p>
            <a:pPr>
              <a:lnSpc>
                <a:spcPct val="115000"/>
              </a:lnSpc>
            </a:pPr>
            <a:r>
              <a:rPr lang="zh-CN" altLang="en-US" sz="2800" dirty="0">
                <a:latin typeface="宋体" panose="02010600030101010101" pitchFamily="2" charset="-122"/>
              </a:rPr>
              <a:t>在中频段，</a:t>
            </a:r>
            <a:r>
              <a:rPr lang="en-US" altLang="zh-CN" sz="2800" dirty="0">
                <a:latin typeface="Times New Roman" panose="02020603050405020304" pitchFamily="18" charset="0"/>
              </a:rPr>
              <a:t>PID</a:t>
            </a:r>
            <a:r>
              <a:rPr lang="zh-CN" altLang="en-US" sz="2800" dirty="0">
                <a:latin typeface="宋体" panose="02010600030101010101" pitchFamily="2" charset="-122"/>
              </a:rPr>
              <a:t>控制器通过微分控制作用，有效地提高了系统的动态性能。</a:t>
            </a:r>
            <a:r>
              <a:rPr lang="zh-CN" altLang="en-US" sz="2800" dirty="0">
                <a:latin typeface="Times New Roman" panose="02020603050405020304" pitchFamily="18" charset="0"/>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5060"/>
                                        </p:tgtEl>
                                        <p:attrNameLst>
                                          <p:attrName>style.visibility</p:attrName>
                                        </p:attrNameLst>
                                      </p:cBhvr>
                                      <p:to>
                                        <p:strVal val="visible"/>
                                      </p:to>
                                    </p:set>
                                    <p:anim calcmode="lin" valueType="num">
                                      <p:cBhvr additive="base">
                                        <p:cTn id="7" dur="500" fill="hold"/>
                                        <p:tgtEl>
                                          <p:spTgt spid="45060"/>
                                        </p:tgtEl>
                                        <p:attrNameLst>
                                          <p:attrName>ppt_x</p:attrName>
                                        </p:attrNameLst>
                                      </p:cBhvr>
                                      <p:tavLst>
                                        <p:tav tm="0">
                                          <p:val>
                                            <p:strVal val="#ppt_x"/>
                                          </p:val>
                                        </p:tav>
                                        <p:tav tm="100000">
                                          <p:val>
                                            <p:strVal val="#ppt_x"/>
                                          </p:val>
                                        </p:tav>
                                      </p:tavLst>
                                    </p:anim>
                                    <p:anim calcmode="lin" valueType="num">
                                      <p:cBhvr additive="base">
                                        <p:cTn id="8" dur="500" fill="hold"/>
                                        <p:tgtEl>
                                          <p:spTgt spid="4506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5061"/>
                                        </p:tgtEl>
                                        <p:attrNameLst>
                                          <p:attrName>style.visibility</p:attrName>
                                        </p:attrNameLst>
                                      </p:cBhvr>
                                      <p:to>
                                        <p:strVal val="visible"/>
                                      </p:to>
                                    </p:set>
                                    <p:anim calcmode="lin" valueType="num">
                                      <p:cBhvr additive="base">
                                        <p:cTn id="13" dur="500" fill="hold"/>
                                        <p:tgtEl>
                                          <p:spTgt spid="45061"/>
                                        </p:tgtEl>
                                        <p:attrNameLst>
                                          <p:attrName>ppt_x</p:attrName>
                                        </p:attrNameLst>
                                      </p:cBhvr>
                                      <p:tavLst>
                                        <p:tav tm="0">
                                          <p:val>
                                            <p:strVal val="#ppt_x"/>
                                          </p:val>
                                        </p:tav>
                                        <p:tav tm="100000">
                                          <p:val>
                                            <p:strVal val="#ppt_x"/>
                                          </p:val>
                                        </p:tav>
                                      </p:tavLst>
                                    </p:anim>
                                    <p:anim calcmode="lin" valueType="num">
                                      <p:cBhvr additive="base">
                                        <p:cTn id="14" dur="500" fill="hold"/>
                                        <p:tgtEl>
                                          <p:spTgt spid="4506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60" grpId="0"/>
      <p:bldP spid="45061"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ext Box 4"/>
          <p:cNvSpPr txBox="1"/>
          <p:nvPr/>
        </p:nvSpPr>
        <p:spPr>
          <a:xfrm>
            <a:off x="1331913" y="981075"/>
            <a:ext cx="6705600" cy="641350"/>
          </a:xfrm>
          <a:prstGeom prst="rect">
            <a:avLst/>
          </a:prstGeom>
          <a:noFill/>
          <a:ln w="9525">
            <a:noFill/>
          </a:ln>
        </p:spPr>
        <p:txBody>
          <a:bodyPr>
            <a:spAutoFit/>
          </a:bodyPr>
          <a:lstStyle/>
          <a:p>
            <a:r>
              <a:rPr lang="zh-CN" altLang="en-US" sz="3600" dirty="0">
                <a:latin typeface="Times New Roman" panose="02020603050405020304" pitchFamily="18" charset="0"/>
                <a:ea typeface="华文新魏" pitchFamily="2" charset="-122"/>
              </a:rPr>
              <a:t>第</a:t>
            </a:r>
            <a:r>
              <a:rPr lang="en-US" altLang="zh-CN" sz="3600" dirty="0">
                <a:latin typeface="Times New Roman" panose="02020603050405020304" pitchFamily="18" charset="0"/>
                <a:ea typeface="华文新魏" pitchFamily="2" charset="-122"/>
              </a:rPr>
              <a:t>5</a:t>
            </a:r>
            <a:r>
              <a:rPr lang="zh-CN" altLang="en-US" sz="3600" dirty="0">
                <a:latin typeface="Times New Roman" panose="02020603050405020304" pitchFamily="18" charset="0"/>
                <a:ea typeface="华文新魏" pitchFamily="2" charset="-122"/>
              </a:rPr>
              <a:t>章  控制系统的设计和校正</a:t>
            </a:r>
          </a:p>
        </p:txBody>
      </p:sp>
      <p:sp>
        <p:nvSpPr>
          <p:cNvPr id="36867" name="Rectangle 5"/>
          <p:cNvSpPr/>
          <p:nvPr/>
        </p:nvSpPr>
        <p:spPr>
          <a:xfrm>
            <a:off x="1560513" y="2357438"/>
            <a:ext cx="5562600" cy="608012"/>
          </a:xfrm>
          <a:prstGeom prst="rect">
            <a:avLst/>
          </a:prstGeom>
          <a:noFill/>
          <a:ln w="22225">
            <a:noFill/>
          </a:ln>
        </p:spPr>
        <p:txBody>
          <a:bodyPr>
            <a:spAutoFit/>
          </a:bodyPr>
          <a:lstStyle/>
          <a:p>
            <a:pPr>
              <a:lnSpc>
                <a:spcPct val="135000"/>
              </a:lnSpc>
            </a:pPr>
            <a:r>
              <a:rPr lang="en-US" altLang="zh-CN" sz="2800" dirty="0">
                <a:latin typeface="Times New Roman" panose="02020603050405020304" pitchFamily="18" charset="0"/>
                <a:ea typeface="黑体" panose="02010609060101010101" pitchFamily="49" charset="-122"/>
              </a:rPr>
              <a:t>5.2   PID</a:t>
            </a:r>
            <a:r>
              <a:rPr lang="zh-CN" altLang="en-US" sz="2800" dirty="0">
                <a:latin typeface="Times New Roman" panose="02020603050405020304" pitchFamily="18" charset="0"/>
                <a:ea typeface="黑体" panose="02010609060101010101" pitchFamily="49" charset="-122"/>
              </a:rPr>
              <a:t>控制规律</a:t>
            </a:r>
          </a:p>
        </p:txBody>
      </p:sp>
      <p:sp>
        <p:nvSpPr>
          <p:cNvPr id="36868" name="Rectangle 6"/>
          <p:cNvSpPr/>
          <p:nvPr/>
        </p:nvSpPr>
        <p:spPr>
          <a:xfrm>
            <a:off x="1560513" y="3025775"/>
            <a:ext cx="7583487" cy="523875"/>
          </a:xfrm>
          <a:prstGeom prst="rect">
            <a:avLst/>
          </a:prstGeom>
          <a:noFill/>
          <a:ln w="22225">
            <a:noFill/>
          </a:ln>
        </p:spPr>
        <p:txBody>
          <a:bodyPr>
            <a:spAutoFit/>
          </a:bodyPr>
          <a:lstStyle/>
          <a:p>
            <a:r>
              <a:rPr lang="en-US" altLang="zh-CN" sz="2800" dirty="0">
                <a:solidFill>
                  <a:srgbClr val="FF0000"/>
                </a:solidFill>
                <a:latin typeface="Times New Roman" panose="02020603050405020304" pitchFamily="18" charset="0"/>
                <a:ea typeface="黑体" panose="02010609060101010101" pitchFamily="49" charset="-122"/>
              </a:rPr>
              <a:t>5.3   PID</a:t>
            </a:r>
            <a:r>
              <a:rPr lang="zh-CN" altLang="en-US" sz="2800" dirty="0">
                <a:solidFill>
                  <a:srgbClr val="FF0000"/>
                </a:solidFill>
                <a:latin typeface="Times New Roman" panose="02020603050405020304" pitchFamily="18" charset="0"/>
                <a:ea typeface="黑体" panose="02010609060101010101" pitchFamily="49" charset="-122"/>
              </a:rPr>
              <a:t>控制规律的实现</a:t>
            </a:r>
          </a:p>
        </p:txBody>
      </p:sp>
      <p:sp>
        <p:nvSpPr>
          <p:cNvPr id="36869" name="Rectangle 7"/>
          <p:cNvSpPr/>
          <p:nvPr/>
        </p:nvSpPr>
        <p:spPr>
          <a:xfrm>
            <a:off x="1560513" y="3424238"/>
            <a:ext cx="5334000" cy="608012"/>
          </a:xfrm>
          <a:prstGeom prst="rect">
            <a:avLst/>
          </a:prstGeom>
          <a:noFill/>
          <a:ln w="22225">
            <a:noFill/>
          </a:ln>
        </p:spPr>
        <p:txBody>
          <a:bodyPr>
            <a:spAutoFit/>
          </a:bodyPr>
          <a:lstStyle/>
          <a:p>
            <a:pPr>
              <a:lnSpc>
                <a:spcPct val="135000"/>
              </a:lnSpc>
            </a:pPr>
            <a:r>
              <a:rPr lang="en-US" altLang="zh-CN" sz="2800" dirty="0">
                <a:latin typeface="Times New Roman" panose="02020603050405020304" pitchFamily="18" charset="0"/>
                <a:ea typeface="黑体" panose="02010609060101010101" pitchFamily="49" charset="-122"/>
              </a:rPr>
              <a:t>5.4   </a:t>
            </a:r>
            <a:r>
              <a:rPr lang="zh-CN" altLang="en-US" sz="2800" dirty="0">
                <a:latin typeface="Times New Roman" panose="02020603050405020304" pitchFamily="18" charset="0"/>
                <a:ea typeface="黑体" panose="02010609060101010101" pitchFamily="49" charset="-122"/>
              </a:rPr>
              <a:t>频率法设计和校正</a:t>
            </a:r>
          </a:p>
        </p:txBody>
      </p:sp>
      <p:sp>
        <p:nvSpPr>
          <p:cNvPr id="7176" name="Rectangle 8"/>
          <p:cNvSpPr>
            <a:spLocks noChangeArrowheads="1"/>
          </p:cNvSpPr>
          <p:nvPr/>
        </p:nvSpPr>
        <p:spPr bwMode="auto">
          <a:xfrm>
            <a:off x="1560513" y="3957638"/>
            <a:ext cx="5410200" cy="674688"/>
          </a:xfrm>
          <a:prstGeom prst="rect">
            <a:avLst/>
          </a:prstGeom>
          <a:solidFill>
            <a:schemeClr val="accent3"/>
          </a:solidFill>
          <a:ln>
            <a:noFill/>
          </a:ln>
        </p:spPr>
        <p:txBody>
          <a:bodyPr>
            <a:spAutoFit/>
          </a:bodyPr>
          <a:lstStyle/>
          <a:p>
            <a:pPr marL="0" marR="0" lvl="0" indent="0" algn="l" defTabSz="914400" rtl="0" eaLnBrk="1" fontAlgn="base" latinLnBrk="0" hangingPunct="1">
              <a:lnSpc>
                <a:spcPct val="135000"/>
              </a:lnSpc>
              <a:spcBef>
                <a:spcPct val="0"/>
              </a:spcBef>
              <a:spcAft>
                <a:spcPct val="0"/>
              </a:spcAft>
              <a:buClrTx/>
              <a:buSzTx/>
              <a:buFontTx/>
              <a:buNone/>
              <a:defRPr/>
            </a:pPr>
            <a:r>
              <a:rPr kumimoji="1" lang="en-US" altLang="zh-CN" sz="2800" b="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5.5   </a:t>
            </a:r>
            <a:r>
              <a:rPr kumimoji="1" lang="zh-CN" altLang="en-US" sz="2800" b="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并联校正和复合校正（自学）</a:t>
            </a:r>
          </a:p>
        </p:txBody>
      </p:sp>
      <p:sp>
        <p:nvSpPr>
          <p:cNvPr id="36871" name="Rectangle 10"/>
          <p:cNvSpPr/>
          <p:nvPr/>
        </p:nvSpPr>
        <p:spPr>
          <a:xfrm>
            <a:off x="1560513" y="1841500"/>
            <a:ext cx="4648200" cy="608013"/>
          </a:xfrm>
          <a:prstGeom prst="rect">
            <a:avLst/>
          </a:prstGeom>
          <a:noFill/>
          <a:ln w="22225">
            <a:noFill/>
          </a:ln>
        </p:spPr>
        <p:txBody>
          <a:bodyPr>
            <a:spAutoFit/>
          </a:bodyPr>
          <a:lstStyle/>
          <a:p>
            <a:pPr>
              <a:lnSpc>
                <a:spcPct val="135000"/>
              </a:lnSpc>
            </a:pPr>
            <a:r>
              <a:rPr lang="en-US" altLang="zh-CN" sz="2800" dirty="0">
                <a:latin typeface="Times New Roman" panose="02020603050405020304" pitchFamily="18" charset="0"/>
                <a:ea typeface="黑体" panose="02010609060101010101" pitchFamily="49" charset="-122"/>
              </a:rPr>
              <a:t>5.1   </a:t>
            </a:r>
            <a:r>
              <a:rPr lang="zh-CN" altLang="en-US" sz="2800" dirty="0">
                <a:latin typeface="Times New Roman" panose="02020603050405020304" pitchFamily="18" charset="0"/>
                <a:ea typeface="黑体" panose="02010609060101010101" pitchFamily="49" charset="-122"/>
              </a:rPr>
              <a:t>系统设计概述</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8" name="Rectangle 4"/>
          <p:cNvSpPr/>
          <p:nvPr/>
        </p:nvSpPr>
        <p:spPr>
          <a:xfrm>
            <a:off x="755650" y="1052513"/>
            <a:ext cx="4892675" cy="519112"/>
          </a:xfrm>
          <a:prstGeom prst="rect">
            <a:avLst/>
          </a:prstGeom>
          <a:noFill/>
          <a:ln w="22225">
            <a:noFill/>
          </a:ln>
        </p:spPr>
        <p:txBody>
          <a:bodyPr>
            <a:spAutoFit/>
          </a:bodyPr>
          <a:lstStyle/>
          <a:p>
            <a:pPr>
              <a:buFont typeface="Wingdings" panose="05000000000000000000" pitchFamily="2" charset="2"/>
              <a:buChar char="l"/>
            </a:pPr>
            <a:r>
              <a:rPr lang="en-US" altLang="zh-CN" sz="2800" dirty="0">
                <a:latin typeface="Times New Roman" panose="02020603050405020304" pitchFamily="18" charset="0"/>
                <a:ea typeface="黑体" panose="02010609060101010101" pitchFamily="49" charset="-122"/>
              </a:rPr>
              <a:t> </a:t>
            </a:r>
            <a:r>
              <a:rPr lang="en-US" altLang="zh-CN" sz="2800" dirty="0">
                <a:latin typeface="Times New Roman" panose="02020603050405020304" pitchFamily="18" charset="0"/>
              </a:rPr>
              <a:t>PD</a:t>
            </a:r>
            <a:r>
              <a:rPr lang="zh-CN" altLang="en-US" sz="2800" dirty="0">
                <a:latin typeface="Times New Roman" panose="02020603050405020304" pitchFamily="18" charset="0"/>
              </a:rPr>
              <a:t>控制规律的实现</a:t>
            </a:r>
            <a:endParaRPr lang="zh-CN" altLang="en-US" sz="2800" b="1" dirty="0">
              <a:latin typeface="宋体" panose="02010600030101010101" pitchFamily="2" charset="-122"/>
            </a:endParaRPr>
          </a:p>
        </p:txBody>
      </p:sp>
      <p:sp>
        <p:nvSpPr>
          <p:cNvPr id="11269" name="Rectangle 5"/>
          <p:cNvSpPr/>
          <p:nvPr/>
        </p:nvSpPr>
        <p:spPr>
          <a:xfrm>
            <a:off x="1063625" y="1695450"/>
            <a:ext cx="7010400" cy="519113"/>
          </a:xfrm>
          <a:prstGeom prst="rect">
            <a:avLst/>
          </a:prstGeom>
          <a:noFill/>
          <a:ln w="22225">
            <a:noFill/>
          </a:ln>
        </p:spPr>
        <p:txBody>
          <a:bodyPr>
            <a:spAutoFit/>
          </a:bodyPr>
          <a:lstStyle/>
          <a:p>
            <a:pPr>
              <a:buFont typeface="Wingdings" panose="05000000000000000000" pitchFamily="2" charset="2"/>
              <a:buChar char="Ø"/>
            </a:pPr>
            <a:r>
              <a:rPr lang="en-US" altLang="zh-CN" sz="2800" i="1" dirty="0">
                <a:latin typeface="Times New Roman" panose="02020603050405020304" pitchFamily="18" charset="0"/>
              </a:rPr>
              <a:t> </a:t>
            </a:r>
            <a:r>
              <a:rPr lang="en-US" altLang="zh-CN" sz="2800" dirty="0">
                <a:latin typeface="Times New Roman" panose="02020603050405020304" pitchFamily="18" charset="0"/>
              </a:rPr>
              <a:t>PD</a:t>
            </a:r>
            <a:r>
              <a:rPr lang="zh-CN" altLang="en-US" sz="2800" dirty="0">
                <a:latin typeface="Times New Roman" panose="02020603050405020304" pitchFamily="18" charset="0"/>
              </a:rPr>
              <a:t>校正装置</a:t>
            </a:r>
          </a:p>
        </p:txBody>
      </p:sp>
      <p:grpSp>
        <p:nvGrpSpPr>
          <p:cNvPr id="2" name="Group 6"/>
          <p:cNvGrpSpPr/>
          <p:nvPr/>
        </p:nvGrpSpPr>
        <p:grpSpPr>
          <a:xfrm>
            <a:off x="2733675" y="1916113"/>
            <a:ext cx="5781675" cy="2667000"/>
            <a:chOff x="71" y="48"/>
            <a:chExt cx="3642" cy="1680"/>
          </a:xfrm>
        </p:grpSpPr>
        <p:grpSp>
          <p:nvGrpSpPr>
            <p:cNvPr id="37899" name="Group 7"/>
            <p:cNvGrpSpPr/>
            <p:nvPr/>
          </p:nvGrpSpPr>
          <p:grpSpPr>
            <a:xfrm>
              <a:off x="1728" y="816"/>
              <a:ext cx="912" cy="768"/>
              <a:chOff x="1728" y="816"/>
              <a:chExt cx="912" cy="768"/>
            </a:xfrm>
          </p:grpSpPr>
          <p:sp>
            <p:nvSpPr>
              <p:cNvPr id="37929" name="AutoShape 8"/>
              <p:cNvSpPr/>
              <p:nvPr/>
            </p:nvSpPr>
            <p:spPr>
              <a:xfrm rot="5400000">
                <a:off x="1800" y="744"/>
                <a:ext cx="768" cy="912"/>
              </a:xfrm>
              <a:prstGeom prst="triangle">
                <a:avLst>
                  <a:gd name="adj" fmla="val 50000"/>
                </a:avLst>
              </a:prstGeom>
              <a:noFill/>
              <a:ln w="22225" cap="flat" cmpd="sng">
                <a:solidFill>
                  <a:schemeClr val="tx1"/>
                </a:solidFill>
                <a:prstDash val="solid"/>
                <a:miter/>
                <a:headEnd type="none" w="med" len="med"/>
                <a:tailEnd type="none" w="med" len="med"/>
              </a:ln>
            </p:spPr>
            <p:txBody>
              <a:bodyPr rot="10800000" vert="eaVert" wrap="none" anchor="ctr" anchorCtr="0"/>
              <a:lstStyle/>
              <a:p>
                <a:pPr algn="ctr"/>
                <a:r>
                  <a:rPr lang="en-US" altLang="zh-CN" sz="2400" dirty="0">
                    <a:latin typeface="Times New Roman" panose="02020603050405020304" pitchFamily="18" charset="0"/>
                  </a:rPr>
                  <a:t>  </a:t>
                </a:r>
                <a:r>
                  <a:rPr lang="en-US" altLang="zh-CN" sz="2400" i="1" dirty="0">
                    <a:latin typeface="Times New Roman" panose="02020603050405020304" pitchFamily="18" charset="0"/>
                  </a:rPr>
                  <a:t>A</a:t>
                </a:r>
              </a:p>
            </p:txBody>
          </p:sp>
          <p:sp>
            <p:nvSpPr>
              <p:cNvPr id="37930" name="Line 9"/>
              <p:cNvSpPr/>
              <p:nvPr/>
            </p:nvSpPr>
            <p:spPr>
              <a:xfrm>
                <a:off x="1776" y="1008"/>
                <a:ext cx="144" cy="0"/>
              </a:xfrm>
              <a:prstGeom prst="line">
                <a:avLst/>
              </a:prstGeom>
              <a:ln w="22225" cap="flat" cmpd="sng">
                <a:solidFill>
                  <a:schemeClr val="tx1"/>
                </a:solidFill>
                <a:prstDash val="solid"/>
                <a:headEnd type="none" w="med" len="med"/>
                <a:tailEnd type="none" w="med" len="med"/>
              </a:ln>
            </p:spPr>
          </p:sp>
          <p:grpSp>
            <p:nvGrpSpPr>
              <p:cNvPr id="37931" name="Group 10"/>
              <p:cNvGrpSpPr/>
              <p:nvPr/>
            </p:nvGrpSpPr>
            <p:grpSpPr>
              <a:xfrm>
                <a:off x="1776" y="1296"/>
                <a:ext cx="144" cy="144"/>
                <a:chOff x="1872" y="1653"/>
                <a:chExt cx="144" cy="144"/>
              </a:xfrm>
            </p:grpSpPr>
            <p:sp>
              <p:nvSpPr>
                <p:cNvPr id="37932" name="Line 11"/>
                <p:cNvSpPr/>
                <p:nvPr/>
              </p:nvSpPr>
              <p:spPr>
                <a:xfrm>
                  <a:off x="1872" y="1728"/>
                  <a:ext cx="144" cy="0"/>
                </a:xfrm>
                <a:prstGeom prst="line">
                  <a:avLst/>
                </a:prstGeom>
                <a:ln w="22225" cap="flat" cmpd="sng">
                  <a:solidFill>
                    <a:schemeClr val="tx1"/>
                  </a:solidFill>
                  <a:prstDash val="solid"/>
                  <a:headEnd type="none" w="med" len="med"/>
                  <a:tailEnd type="none" w="med" len="med"/>
                </a:ln>
              </p:spPr>
            </p:sp>
            <p:sp>
              <p:nvSpPr>
                <p:cNvPr id="37933" name="Line 12"/>
                <p:cNvSpPr/>
                <p:nvPr/>
              </p:nvSpPr>
              <p:spPr>
                <a:xfrm>
                  <a:off x="1938" y="1653"/>
                  <a:ext cx="0" cy="144"/>
                </a:xfrm>
                <a:prstGeom prst="line">
                  <a:avLst/>
                </a:prstGeom>
                <a:ln w="22225" cap="flat" cmpd="sng">
                  <a:solidFill>
                    <a:schemeClr val="tx1"/>
                  </a:solidFill>
                  <a:prstDash val="solid"/>
                  <a:headEnd type="none" w="med" len="med"/>
                  <a:tailEnd type="none" w="med" len="med"/>
                </a:ln>
              </p:spPr>
            </p:sp>
          </p:grpSp>
        </p:grpSp>
        <p:sp>
          <p:nvSpPr>
            <p:cNvPr id="37900" name="Line 13"/>
            <p:cNvSpPr/>
            <p:nvPr/>
          </p:nvSpPr>
          <p:spPr>
            <a:xfrm flipH="1">
              <a:off x="1248" y="1008"/>
              <a:ext cx="480" cy="0"/>
            </a:xfrm>
            <a:prstGeom prst="line">
              <a:avLst/>
            </a:prstGeom>
            <a:ln w="22225" cap="flat" cmpd="sng">
              <a:solidFill>
                <a:schemeClr val="tx1"/>
              </a:solidFill>
              <a:prstDash val="solid"/>
              <a:headEnd type="none" w="med" len="med"/>
              <a:tailEnd type="none" w="med" len="med"/>
            </a:ln>
          </p:spPr>
        </p:sp>
        <p:sp>
          <p:nvSpPr>
            <p:cNvPr id="37901" name="Rectangle 14"/>
            <p:cNvSpPr/>
            <p:nvPr/>
          </p:nvSpPr>
          <p:spPr>
            <a:xfrm>
              <a:off x="768" y="912"/>
              <a:ext cx="480" cy="192"/>
            </a:xfrm>
            <a:prstGeom prst="rect">
              <a:avLst/>
            </a:prstGeom>
            <a:noFill/>
            <a:ln w="22225" cap="flat" cmpd="sng">
              <a:solidFill>
                <a:schemeClr val="tx1"/>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37902" name="Line 15"/>
            <p:cNvSpPr/>
            <p:nvPr/>
          </p:nvSpPr>
          <p:spPr>
            <a:xfrm flipH="1">
              <a:off x="288" y="1008"/>
              <a:ext cx="480" cy="0"/>
            </a:xfrm>
            <a:prstGeom prst="line">
              <a:avLst/>
            </a:prstGeom>
            <a:ln w="22225" cap="flat" cmpd="sng">
              <a:solidFill>
                <a:schemeClr val="tx1"/>
              </a:solidFill>
              <a:prstDash val="solid"/>
              <a:headEnd type="none" w="med" len="med"/>
              <a:tailEnd type="none" w="med" len="med"/>
            </a:ln>
          </p:spPr>
        </p:sp>
        <p:sp>
          <p:nvSpPr>
            <p:cNvPr id="37903" name="Line 16"/>
            <p:cNvSpPr/>
            <p:nvPr/>
          </p:nvSpPr>
          <p:spPr>
            <a:xfrm>
              <a:off x="960" y="336"/>
              <a:ext cx="0" cy="288"/>
            </a:xfrm>
            <a:prstGeom prst="line">
              <a:avLst/>
            </a:prstGeom>
            <a:ln w="22225" cap="flat" cmpd="sng">
              <a:solidFill>
                <a:schemeClr val="tx1"/>
              </a:solidFill>
              <a:prstDash val="solid"/>
              <a:headEnd type="none" w="med" len="med"/>
              <a:tailEnd type="none" w="med" len="med"/>
            </a:ln>
          </p:spPr>
        </p:sp>
        <p:sp>
          <p:nvSpPr>
            <p:cNvPr id="37904" name="Line 17"/>
            <p:cNvSpPr/>
            <p:nvPr/>
          </p:nvSpPr>
          <p:spPr>
            <a:xfrm>
              <a:off x="1056" y="336"/>
              <a:ext cx="0" cy="288"/>
            </a:xfrm>
            <a:prstGeom prst="line">
              <a:avLst/>
            </a:prstGeom>
            <a:ln w="22225" cap="flat" cmpd="sng">
              <a:solidFill>
                <a:schemeClr val="tx1"/>
              </a:solidFill>
              <a:prstDash val="solid"/>
              <a:headEnd type="none" w="med" len="med"/>
              <a:tailEnd type="none" w="med" len="med"/>
            </a:ln>
          </p:spPr>
        </p:sp>
        <p:sp>
          <p:nvSpPr>
            <p:cNvPr id="37905" name="Line 18"/>
            <p:cNvSpPr/>
            <p:nvPr/>
          </p:nvSpPr>
          <p:spPr>
            <a:xfrm flipH="1">
              <a:off x="576" y="480"/>
              <a:ext cx="384" cy="0"/>
            </a:xfrm>
            <a:prstGeom prst="line">
              <a:avLst/>
            </a:prstGeom>
            <a:ln w="22225" cap="flat" cmpd="sng">
              <a:solidFill>
                <a:schemeClr val="tx1"/>
              </a:solidFill>
              <a:prstDash val="solid"/>
              <a:headEnd type="none" w="med" len="med"/>
              <a:tailEnd type="none" w="med" len="med"/>
            </a:ln>
          </p:spPr>
        </p:sp>
        <p:sp>
          <p:nvSpPr>
            <p:cNvPr id="37906" name="Line 19"/>
            <p:cNvSpPr/>
            <p:nvPr/>
          </p:nvSpPr>
          <p:spPr>
            <a:xfrm>
              <a:off x="1056" y="480"/>
              <a:ext cx="432" cy="0"/>
            </a:xfrm>
            <a:prstGeom prst="line">
              <a:avLst/>
            </a:prstGeom>
            <a:ln w="22225" cap="flat" cmpd="sng">
              <a:solidFill>
                <a:schemeClr val="tx1"/>
              </a:solidFill>
              <a:prstDash val="solid"/>
              <a:headEnd type="none" w="med" len="med"/>
              <a:tailEnd type="none" w="med" len="med"/>
            </a:ln>
          </p:spPr>
        </p:sp>
        <p:sp>
          <p:nvSpPr>
            <p:cNvPr id="37907" name="Line 20"/>
            <p:cNvSpPr/>
            <p:nvPr/>
          </p:nvSpPr>
          <p:spPr>
            <a:xfrm>
              <a:off x="576" y="480"/>
              <a:ext cx="0" cy="528"/>
            </a:xfrm>
            <a:prstGeom prst="line">
              <a:avLst/>
            </a:prstGeom>
            <a:ln w="22225" cap="flat" cmpd="sng">
              <a:solidFill>
                <a:schemeClr val="tx1"/>
              </a:solidFill>
              <a:prstDash val="solid"/>
              <a:headEnd type="none" w="med" len="med"/>
              <a:tailEnd type="none" w="med" len="med"/>
            </a:ln>
          </p:spPr>
        </p:sp>
        <p:sp>
          <p:nvSpPr>
            <p:cNvPr id="37908" name="Line 21"/>
            <p:cNvSpPr/>
            <p:nvPr/>
          </p:nvSpPr>
          <p:spPr>
            <a:xfrm>
              <a:off x="1488" y="480"/>
              <a:ext cx="0" cy="528"/>
            </a:xfrm>
            <a:prstGeom prst="line">
              <a:avLst/>
            </a:prstGeom>
            <a:ln w="22225" cap="flat" cmpd="sng">
              <a:solidFill>
                <a:schemeClr val="tx1"/>
              </a:solidFill>
              <a:prstDash val="solid"/>
              <a:headEnd type="none" w="med" len="med"/>
              <a:tailEnd type="none" w="med" len="med"/>
            </a:ln>
          </p:spPr>
        </p:sp>
        <p:sp>
          <p:nvSpPr>
            <p:cNvPr id="37909" name="Line 22"/>
            <p:cNvSpPr/>
            <p:nvPr/>
          </p:nvSpPr>
          <p:spPr>
            <a:xfrm flipH="1">
              <a:off x="2448" y="480"/>
              <a:ext cx="480" cy="0"/>
            </a:xfrm>
            <a:prstGeom prst="line">
              <a:avLst/>
            </a:prstGeom>
            <a:ln w="22225" cap="flat" cmpd="sng">
              <a:solidFill>
                <a:schemeClr val="tx1"/>
              </a:solidFill>
              <a:prstDash val="solid"/>
              <a:headEnd type="none" w="med" len="med"/>
              <a:tailEnd type="none" w="med" len="med"/>
            </a:ln>
          </p:spPr>
        </p:sp>
        <p:sp>
          <p:nvSpPr>
            <p:cNvPr id="37910" name="Rectangle 23"/>
            <p:cNvSpPr/>
            <p:nvPr/>
          </p:nvSpPr>
          <p:spPr>
            <a:xfrm>
              <a:off x="1968" y="384"/>
              <a:ext cx="480" cy="192"/>
            </a:xfrm>
            <a:prstGeom prst="rect">
              <a:avLst/>
            </a:prstGeom>
            <a:noFill/>
            <a:ln w="22225" cap="flat" cmpd="sng">
              <a:solidFill>
                <a:schemeClr val="tx1"/>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37911" name="Line 24"/>
            <p:cNvSpPr/>
            <p:nvPr/>
          </p:nvSpPr>
          <p:spPr>
            <a:xfrm flipH="1">
              <a:off x="1488" y="480"/>
              <a:ext cx="480" cy="0"/>
            </a:xfrm>
            <a:prstGeom prst="line">
              <a:avLst/>
            </a:prstGeom>
            <a:ln w="22225" cap="flat" cmpd="sng">
              <a:solidFill>
                <a:schemeClr val="tx1"/>
              </a:solidFill>
              <a:prstDash val="solid"/>
              <a:headEnd type="none" w="med" len="med"/>
              <a:tailEnd type="none" w="med" len="med"/>
            </a:ln>
          </p:spPr>
        </p:sp>
        <p:sp>
          <p:nvSpPr>
            <p:cNvPr id="37912" name="Line 25"/>
            <p:cNvSpPr/>
            <p:nvPr/>
          </p:nvSpPr>
          <p:spPr>
            <a:xfrm>
              <a:off x="2928" y="480"/>
              <a:ext cx="0" cy="720"/>
            </a:xfrm>
            <a:prstGeom prst="line">
              <a:avLst/>
            </a:prstGeom>
            <a:ln w="22225" cap="flat" cmpd="sng">
              <a:solidFill>
                <a:schemeClr val="tx1"/>
              </a:solidFill>
              <a:prstDash val="solid"/>
              <a:headEnd type="none" w="med" len="med"/>
              <a:tailEnd type="none" w="med" len="med"/>
            </a:ln>
          </p:spPr>
        </p:sp>
        <p:sp>
          <p:nvSpPr>
            <p:cNvPr id="37913" name="Line 26"/>
            <p:cNvSpPr/>
            <p:nvPr/>
          </p:nvSpPr>
          <p:spPr>
            <a:xfrm>
              <a:off x="2640" y="1200"/>
              <a:ext cx="672" cy="0"/>
            </a:xfrm>
            <a:prstGeom prst="line">
              <a:avLst/>
            </a:prstGeom>
            <a:ln w="22225" cap="flat" cmpd="sng">
              <a:solidFill>
                <a:schemeClr val="tx1"/>
              </a:solidFill>
              <a:prstDash val="solid"/>
              <a:headEnd type="none" w="med" len="med"/>
              <a:tailEnd type="none" w="med" len="med"/>
            </a:ln>
          </p:spPr>
        </p:sp>
        <p:sp>
          <p:nvSpPr>
            <p:cNvPr id="37914" name="Line 27"/>
            <p:cNvSpPr/>
            <p:nvPr/>
          </p:nvSpPr>
          <p:spPr>
            <a:xfrm flipH="1">
              <a:off x="1488" y="1392"/>
              <a:ext cx="240" cy="0"/>
            </a:xfrm>
            <a:prstGeom prst="line">
              <a:avLst/>
            </a:prstGeom>
            <a:ln w="22225" cap="flat" cmpd="sng">
              <a:solidFill>
                <a:schemeClr val="tx1"/>
              </a:solidFill>
              <a:prstDash val="solid"/>
              <a:headEnd type="none" w="med" len="med"/>
              <a:tailEnd type="none" w="med" len="med"/>
            </a:ln>
          </p:spPr>
        </p:sp>
        <p:sp>
          <p:nvSpPr>
            <p:cNvPr id="37915" name="Line 28"/>
            <p:cNvSpPr/>
            <p:nvPr/>
          </p:nvSpPr>
          <p:spPr>
            <a:xfrm>
              <a:off x="1488" y="1392"/>
              <a:ext cx="0" cy="192"/>
            </a:xfrm>
            <a:prstGeom prst="line">
              <a:avLst/>
            </a:prstGeom>
            <a:ln w="22225" cap="flat" cmpd="sng">
              <a:solidFill>
                <a:schemeClr val="tx1"/>
              </a:solidFill>
              <a:prstDash val="solid"/>
              <a:headEnd type="none" w="med" len="med"/>
              <a:tailEnd type="none" w="med" len="med"/>
            </a:ln>
          </p:spPr>
        </p:sp>
        <p:sp>
          <p:nvSpPr>
            <p:cNvPr id="37916" name="AutoShape 29" descr="深色横线"/>
            <p:cNvSpPr/>
            <p:nvPr/>
          </p:nvSpPr>
          <p:spPr>
            <a:xfrm flipV="1">
              <a:off x="1371" y="1584"/>
              <a:ext cx="240" cy="144"/>
            </a:xfrm>
            <a:prstGeom prst="triangle">
              <a:avLst>
                <a:gd name="adj" fmla="val 49477"/>
              </a:avLst>
            </a:prstGeom>
            <a:blipFill rotWithShape="0">
              <a:blip r:embed="rId3"/>
            </a:blipFill>
            <a:ln w="22225">
              <a:noFill/>
            </a:ln>
          </p:spPr>
          <p:txBody>
            <a:bodyPr wrap="none" anchor="ctr" anchorCtr="0"/>
            <a:lstStyle/>
            <a:p>
              <a:endParaRPr lang="zh-CN" altLang="en-US" dirty="0">
                <a:latin typeface="Arial" panose="020B0604020202020204" pitchFamily="34" charset="0"/>
              </a:endParaRPr>
            </a:p>
          </p:txBody>
        </p:sp>
        <p:sp>
          <p:nvSpPr>
            <p:cNvPr id="37917" name="Oval 30"/>
            <p:cNvSpPr/>
            <p:nvPr/>
          </p:nvSpPr>
          <p:spPr>
            <a:xfrm>
              <a:off x="192" y="960"/>
              <a:ext cx="96" cy="96"/>
            </a:xfrm>
            <a:prstGeom prst="ellipse">
              <a:avLst/>
            </a:prstGeom>
            <a:noFill/>
            <a:ln w="22225" cap="flat" cmpd="sng">
              <a:solidFill>
                <a:schemeClr val="tx1"/>
              </a:solidFill>
              <a:prstDash val="solid"/>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37918" name="Oval 31"/>
            <p:cNvSpPr/>
            <p:nvPr/>
          </p:nvSpPr>
          <p:spPr>
            <a:xfrm>
              <a:off x="3312" y="1152"/>
              <a:ext cx="96" cy="96"/>
            </a:xfrm>
            <a:prstGeom prst="ellipse">
              <a:avLst/>
            </a:prstGeom>
            <a:noFill/>
            <a:ln w="22225" cap="flat" cmpd="sng">
              <a:solidFill>
                <a:schemeClr val="tx1"/>
              </a:solidFill>
              <a:prstDash val="solid"/>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37919" name="Oval 32"/>
            <p:cNvSpPr/>
            <p:nvPr/>
          </p:nvSpPr>
          <p:spPr>
            <a:xfrm>
              <a:off x="546" y="978"/>
              <a:ext cx="48" cy="48"/>
            </a:xfrm>
            <a:prstGeom prst="ellipse">
              <a:avLst/>
            </a:prstGeom>
            <a:solidFill>
              <a:schemeClr val="tx1"/>
            </a:solidFill>
            <a:ln w="22225" cap="flat" cmpd="sng">
              <a:solidFill>
                <a:schemeClr val="tx1"/>
              </a:solidFill>
              <a:prstDash val="solid"/>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37920" name="Oval 33"/>
            <p:cNvSpPr/>
            <p:nvPr/>
          </p:nvSpPr>
          <p:spPr>
            <a:xfrm>
              <a:off x="1461" y="978"/>
              <a:ext cx="48" cy="48"/>
            </a:xfrm>
            <a:prstGeom prst="ellipse">
              <a:avLst/>
            </a:prstGeom>
            <a:solidFill>
              <a:schemeClr val="tx1"/>
            </a:solidFill>
            <a:ln w="22225" cap="flat" cmpd="sng">
              <a:solidFill>
                <a:schemeClr val="tx1"/>
              </a:solidFill>
              <a:prstDash val="solid"/>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37921" name="Oval 34"/>
            <p:cNvSpPr/>
            <p:nvPr/>
          </p:nvSpPr>
          <p:spPr>
            <a:xfrm>
              <a:off x="1467" y="453"/>
              <a:ext cx="48" cy="48"/>
            </a:xfrm>
            <a:prstGeom prst="ellipse">
              <a:avLst/>
            </a:prstGeom>
            <a:solidFill>
              <a:schemeClr val="tx1"/>
            </a:solidFill>
            <a:ln w="22225" cap="flat" cmpd="sng">
              <a:solidFill>
                <a:schemeClr val="tx1"/>
              </a:solidFill>
              <a:prstDash val="solid"/>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37922" name="Oval 35"/>
            <p:cNvSpPr/>
            <p:nvPr/>
          </p:nvSpPr>
          <p:spPr>
            <a:xfrm>
              <a:off x="2898" y="1173"/>
              <a:ext cx="48" cy="48"/>
            </a:xfrm>
            <a:prstGeom prst="ellipse">
              <a:avLst/>
            </a:prstGeom>
            <a:solidFill>
              <a:schemeClr val="tx1"/>
            </a:solidFill>
            <a:ln w="22225" cap="flat" cmpd="sng">
              <a:solidFill>
                <a:schemeClr val="tx1"/>
              </a:solidFill>
              <a:prstDash val="solid"/>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37923" name="Text Box 36"/>
            <p:cNvSpPr txBox="1"/>
            <p:nvPr/>
          </p:nvSpPr>
          <p:spPr>
            <a:xfrm>
              <a:off x="864" y="48"/>
              <a:ext cx="308" cy="288"/>
            </a:xfrm>
            <a:prstGeom prst="rect">
              <a:avLst/>
            </a:prstGeom>
            <a:noFill/>
            <a:ln w="22225">
              <a:noFill/>
            </a:ln>
          </p:spPr>
          <p:txBody>
            <a:bodyPr wrap="none">
              <a:spAutoFit/>
            </a:bodyPr>
            <a:lstStyle/>
            <a:p>
              <a:r>
                <a:rPr lang="en-US" altLang="zh-CN" sz="2400" i="1" dirty="0">
                  <a:latin typeface="Times New Roman" panose="02020603050405020304" pitchFamily="18" charset="0"/>
                </a:rPr>
                <a:t>C</a:t>
              </a:r>
              <a:r>
                <a:rPr lang="en-US" altLang="zh-CN" sz="2400" baseline="-18000" dirty="0">
                  <a:latin typeface="Times New Roman" panose="02020603050405020304" pitchFamily="18" charset="0"/>
                </a:rPr>
                <a:t>1</a:t>
              </a:r>
            </a:p>
          </p:txBody>
        </p:sp>
        <p:sp>
          <p:nvSpPr>
            <p:cNvPr id="37924" name="Text Box 37"/>
            <p:cNvSpPr txBox="1"/>
            <p:nvPr/>
          </p:nvSpPr>
          <p:spPr>
            <a:xfrm>
              <a:off x="864" y="1056"/>
              <a:ext cx="297" cy="288"/>
            </a:xfrm>
            <a:prstGeom prst="rect">
              <a:avLst/>
            </a:prstGeom>
            <a:noFill/>
            <a:ln w="22225">
              <a:noFill/>
            </a:ln>
          </p:spPr>
          <p:txBody>
            <a:bodyPr wrap="none">
              <a:spAutoFit/>
            </a:bodyPr>
            <a:lstStyle/>
            <a:p>
              <a:r>
                <a:rPr lang="en-US" altLang="zh-CN" sz="2400" i="1" dirty="0">
                  <a:latin typeface="Times New Roman" panose="02020603050405020304" pitchFamily="18" charset="0"/>
                </a:rPr>
                <a:t>R</a:t>
              </a:r>
              <a:r>
                <a:rPr lang="en-US" altLang="zh-CN" sz="2400" baseline="-18000" dirty="0">
                  <a:latin typeface="Times New Roman" panose="02020603050405020304" pitchFamily="18" charset="0"/>
                </a:rPr>
                <a:t>1</a:t>
              </a:r>
            </a:p>
          </p:txBody>
        </p:sp>
        <p:sp>
          <p:nvSpPr>
            <p:cNvPr id="37925" name="Text Box 38"/>
            <p:cNvSpPr txBox="1"/>
            <p:nvPr/>
          </p:nvSpPr>
          <p:spPr>
            <a:xfrm>
              <a:off x="2064" y="48"/>
              <a:ext cx="297" cy="288"/>
            </a:xfrm>
            <a:prstGeom prst="rect">
              <a:avLst/>
            </a:prstGeom>
            <a:noFill/>
            <a:ln w="22225">
              <a:noFill/>
            </a:ln>
          </p:spPr>
          <p:txBody>
            <a:bodyPr wrap="none">
              <a:spAutoFit/>
            </a:bodyPr>
            <a:lstStyle/>
            <a:p>
              <a:r>
                <a:rPr lang="en-US" altLang="zh-CN" sz="2400" i="1" dirty="0">
                  <a:latin typeface="Times New Roman" panose="02020603050405020304" pitchFamily="18" charset="0"/>
                </a:rPr>
                <a:t>R</a:t>
              </a:r>
              <a:r>
                <a:rPr lang="en-US" altLang="zh-CN" sz="2400" baseline="-18000" dirty="0">
                  <a:latin typeface="Times New Roman" panose="02020603050405020304" pitchFamily="18" charset="0"/>
                </a:rPr>
                <a:t>2</a:t>
              </a:r>
            </a:p>
          </p:txBody>
        </p:sp>
        <p:sp>
          <p:nvSpPr>
            <p:cNvPr id="37926" name="Text Box 39"/>
            <p:cNvSpPr txBox="1"/>
            <p:nvPr/>
          </p:nvSpPr>
          <p:spPr>
            <a:xfrm>
              <a:off x="1372" y="960"/>
              <a:ext cx="212" cy="288"/>
            </a:xfrm>
            <a:prstGeom prst="rect">
              <a:avLst/>
            </a:prstGeom>
            <a:noFill/>
            <a:ln w="22225">
              <a:noFill/>
            </a:ln>
          </p:spPr>
          <p:txBody>
            <a:bodyPr wrap="none">
              <a:spAutoFit/>
            </a:bodyPr>
            <a:lstStyle/>
            <a:p>
              <a:r>
                <a:rPr lang="en-US" altLang="zh-CN" sz="2400" i="1" dirty="0">
                  <a:latin typeface="Times New Roman" panose="02020603050405020304" pitchFamily="18" charset="0"/>
                </a:rPr>
                <a:t>a</a:t>
              </a:r>
            </a:p>
          </p:txBody>
        </p:sp>
        <p:sp>
          <p:nvSpPr>
            <p:cNvPr id="37927" name="Text Box 40"/>
            <p:cNvSpPr txBox="1"/>
            <p:nvPr/>
          </p:nvSpPr>
          <p:spPr>
            <a:xfrm>
              <a:off x="3256" y="864"/>
              <a:ext cx="457" cy="288"/>
            </a:xfrm>
            <a:prstGeom prst="rect">
              <a:avLst/>
            </a:prstGeom>
            <a:noFill/>
            <a:ln w="22225">
              <a:noFill/>
            </a:ln>
          </p:spPr>
          <p:txBody>
            <a:bodyPr wrap="none">
              <a:spAutoFit/>
            </a:bodyPr>
            <a:lstStyle/>
            <a:p>
              <a:r>
                <a:rPr lang="en-US" altLang="zh-CN" sz="2400" i="1" dirty="0">
                  <a:latin typeface="Times New Roman" panose="02020603050405020304" pitchFamily="18" charset="0"/>
                </a:rPr>
                <a:t>u</a:t>
              </a:r>
              <a:r>
                <a:rPr lang="en-US" altLang="zh-CN" sz="2400" i="1" baseline="-18000" dirty="0">
                  <a:latin typeface="Times New Roman" panose="02020603050405020304" pitchFamily="18" charset="0"/>
                </a:rPr>
                <a:t>o</a:t>
              </a:r>
              <a:r>
                <a:rPr lang="en-US" altLang="zh-CN" sz="2400" dirty="0">
                  <a:latin typeface="Times New Roman" panose="02020603050405020304" pitchFamily="18" charset="0"/>
                </a:rPr>
                <a:t>(</a:t>
              </a:r>
              <a:r>
                <a:rPr lang="en-US" altLang="zh-CN" sz="2400" i="1" dirty="0">
                  <a:latin typeface="Times New Roman" panose="02020603050405020304" pitchFamily="18" charset="0"/>
                </a:rPr>
                <a:t>t</a:t>
              </a:r>
              <a:r>
                <a:rPr lang="en-US" altLang="zh-CN" sz="2400" dirty="0">
                  <a:latin typeface="Times New Roman" panose="02020603050405020304" pitchFamily="18" charset="0"/>
                </a:rPr>
                <a:t>)</a:t>
              </a:r>
            </a:p>
          </p:txBody>
        </p:sp>
        <p:sp>
          <p:nvSpPr>
            <p:cNvPr id="37928" name="Text Box 41"/>
            <p:cNvSpPr txBox="1"/>
            <p:nvPr/>
          </p:nvSpPr>
          <p:spPr>
            <a:xfrm>
              <a:off x="71" y="672"/>
              <a:ext cx="429" cy="288"/>
            </a:xfrm>
            <a:prstGeom prst="rect">
              <a:avLst/>
            </a:prstGeom>
            <a:noFill/>
            <a:ln w="22225">
              <a:noFill/>
            </a:ln>
          </p:spPr>
          <p:txBody>
            <a:bodyPr wrap="none">
              <a:spAutoFit/>
            </a:bodyPr>
            <a:lstStyle/>
            <a:p>
              <a:r>
                <a:rPr lang="en-US" altLang="zh-CN" sz="2400" i="1" dirty="0">
                  <a:latin typeface="Times New Roman" panose="02020603050405020304" pitchFamily="18" charset="0"/>
                </a:rPr>
                <a:t>u</a:t>
              </a:r>
              <a:r>
                <a:rPr lang="en-US" altLang="zh-CN" sz="2400" i="1" baseline="-18000" dirty="0">
                  <a:latin typeface="Times New Roman" panose="02020603050405020304" pitchFamily="18" charset="0"/>
                </a:rPr>
                <a:t>i</a:t>
              </a:r>
              <a:r>
                <a:rPr lang="en-US" altLang="zh-CN" sz="2400" dirty="0">
                  <a:latin typeface="Times New Roman" panose="02020603050405020304" pitchFamily="18" charset="0"/>
                </a:rPr>
                <a:t>(</a:t>
              </a:r>
              <a:r>
                <a:rPr lang="en-US" altLang="zh-CN" sz="2400" i="1" dirty="0">
                  <a:latin typeface="Times New Roman" panose="02020603050405020304" pitchFamily="18" charset="0"/>
                </a:rPr>
                <a:t>t</a:t>
              </a:r>
              <a:r>
                <a:rPr lang="en-US" altLang="zh-CN" sz="2400" dirty="0">
                  <a:latin typeface="Times New Roman" panose="02020603050405020304" pitchFamily="18" charset="0"/>
                </a:rPr>
                <a:t>)</a:t>
              </a:r>
            </a:p>
          </p:txBody>
        </p:sp>
      </p:grpSp>
      <p:graphicFrame>
        <p:nvGraphicFramePr>
          <p:cNvPr id="11306" name="Object 2"/>
          <p:cNvGraphicFramePr>
            <a:graphicFrameLocks noChangeAspect="1"/>
          </p:cNvGraphicFramePr>
          <p:nvPr/>
        </p:nvGraphicFramePr>
        <p:xfrm>
          <a:off x="1581150" y="4719638"/>
          <a:ext cx="4419600" cy="854075"/>
        </p:xfrm>
        <a:graphic>
          <a:graphicData uri="http://schemas.openxmlformats.org/presentationml/2006/ole">
            <mc:AlternateContent xmlns:mc="http://schemas.openxmlformats.org/markup-compatibility/2006">
              <mc:Choice xmlns:v="urn:schemas-microsoft-com:vml" Requires="v">
                <p:oleObj r:id="rId4" imgW="2311400" imgH="444500" progId="Equation.3">
                  <p:embed/>
                </p:oleObj>
              </mc:Choice>
              <mc:Fallback>
                <p:oleObj r:id="rId4" imgW="2311400" imgH="444500" progId="Equation.3">
                  <p:embed/>
                  <p:pic>
                    <p:nvPicPr>
                      <p:cNvPr id="0" name="图片 3110"/>
                      <p:cNvPicPr/>
                      <p:nvPr/>
                    </p:nvPicPr>
                    <p:blipFill>
                      <a:blip r:embed="rId5"/>
                      <a:stretch>
                        <a:fillRect/>
                      </a:stretch>
                    </p:blipFill>
                    <p:spPr>
                      <a:xfrm>
                        <a:off x="1581150" y="4719638"/>
                        <a:ext cx="4419600" cy="854075"/>
                      </a:xfrm>
                      <a:prstGeom prst="rect">
                        <a:avLst/>
                      </a:prstGeom>
                      <a:noFill/>
                      <a:ln w="38100">
                        <a:noFill/>
                        <a:miter/>
                      </a:ln>
                    </p:spPr>
                  </p:pic>
                </p:oleObj>
              </mc:Fallback>
            </mc:AlternateContent>
          </a:graphicData>
        </a:graphic>
      </p:graphicFrame>
      <p:grpSp>
        <p:nvGrpSpPr>
          <p:cNvPr id="5" name="Group 43"/>
          <p:cNvGrpSpPr/>
          <p:nvPr/>
        </p:nvGrpSpPr>
        <p:grpSpPr>
          <a:xfrm>
            <a:off x="1581150" y="5726113"/>
            <a:ext cx="6324600" cy="476250"/>
            <a:chOff x="1008" y="3696"/>
            <a:chExt cx="3984" cy="300"/>
          </a:xfrm>
        </p:grpSpPr>
        <p:graphicFrame>
          <p:nvGraphicFramePr>
            <p:cNvPr id="37896" name="Object 3"/>
            <p:cNvGraphicFramePr>
              <a:graphicFrameLocks noChangeAspect="1"/>
            </p:cNvGraphicFramePr>
            <p:nvPr/>
          </p:nvGraphicFramePr>
          <p:xfrm>
            <a:off x="1008" y="3698"/>
            <a:ext cx="1514" cy="298"/>
          </p:xfrm>
          <a:graphic>
            <a:graphicData uri="http://schemas.openxmlformats.org/presentationml/2006/ole">
              <mc:AlternateContent xmlns:mc="http://schemas.openxmlformats.org/markup-compatibility/2006">
                <mc:Choice xmlns:v="urn:schemas-microsoft-com:vml" Requires="v">
                  <p:oleObj r:id="rId6" imgW="1206500" imgH="241300" progId="Equation.3">
                    <p:embed/>
                  </p:oleObj>
                </mc:Choice>
                <mc:Fallback>
                  <p:oleObj r:id="rId6" imgW="1206500" imgH="241300" progId="Equation.3">
                    <p:embed/>
                    <p:pic>
                      <p:nvPicPr>
                        <p:cNvPr id="0" name="图片 3111"/>
                        <p:cNvPicPr/>
                        <p:nvPr/>
                      </p:nvPicPr>
                      <p:blipFill>
                        <a:blip r:embed="rId7"/>
                        <a:stretch>
                          <a:fillRect/>
                        </a:stretch>
                      </p:blipFill>
                      <p:spPr>
                        <a:xfrm>
                          <a:off x="1008" y="3698"/>
                          <a:ext cx="1514" cy="298"/>
                        </a:xfrm>
                        <a:prstGeom prst="rect">
                          <a:avLst/>
                        </a:prstGeom>
                        <a:noFill/>
                        <a:ln w="38100">
                          <a:noFill/>
                          <a:miter/>
                        </a:ln>
                      </p:spPr>
                    </p:pic>
                  </p:oleObj>
                </mc:Fallback>
              </mc:AlternateContent>
            </a:graphicData>
          </a:graphic>
        </p:graphicFrame>
        <p:graphicFrame>
          <p:nvGraphicFramePr>
            <p:cNvPr id="37897" name="Object 4"/>
            <p:cNvGraphicFramePr>
              <a:graphicFrameLocks noChangeAspect="1"/>
            </p:cNvGraphicFramePr>
            <p:nvPr/>
          </p:nvGraphicFramePr>
          <p:xfrm>
            <a:off x="2784" y="3696"/>
            <a:ext cx="750" cy="274"/>
          </p:xfrm>
          <a:graphic>
            <a:graphicData uri="http://schemas.openxmlformats.org/presentationml/2006/ole">
              <mc:AlternateContent xmlns:mc="http://schemas.openxmlformats.org/markup-compatibility/2006">
                <mc:Choice xmlns:v="urn:schemas-microsoft-com:vml" Requires="v">
                  <p:oleObj r:id="rId8" imgW="596900" imgH="215900" progId="Equation.3">
                    <p:embed/>
                  </p:oleObj>
                </mc:Choice>
                <mc:Fallback>
                  <p:oleObj r:id="rId8" imgW="596900" imgH="215900" progId="Equation.3">
                    <p:embed/>
                    <p:pic>
                      <p:nvPicPr>
                        <p:cNvPr id="0" name="图片 3112"/>
                        <p:cNvPicPr/>
                        <p:nvPr/>
                      </p:nvPicPr>
                      <p:blipFill>
                        <a:blip r:embed="rId9"/>
                        <a:stretch>
                          <a:fillRect/>
                        </a:stretch>
                      </p:blipFill>
                      <p:spPr>
                        <a:xfrm>
                          <a:off x="2784" y="3696"/>
                          <a:ext cx="750" cy="274"/>
                        </a:xfrm>
                        <a:prstGeom prst="rect">
                          <a:avLst/>
                        </a:prstGeom>
                        <a:noFill/>
                        <a:ln w="38100">
                          <a:noFill/>
                          <a:miter/>
                        </a:ln>
                      </p:spPr>
                    </p:pic>
                  </p:oleObj>
                </mc:Fallback>
              </mc:AlternateContent>
            </a:graphicData>
          </a:graphic>
        </p:graphicFrame>
        <p:graphicFrame>
          <p:nvGraphicFramePr>
            <p:cNvPr id="37898" name="Object 5"/>
            <p:cNvGraphicFramePr>
              <a:graphicFrameLocks noChangeAspect="1"/>
            </p:cNvGraphicFramePr>
            <p:nvPr/>
          </p:nvGraphicFramePr>
          <p:xfrm>
            <a:off x="3811" y="3696"/>
            <a:ext cx="1181" cy="298"/>
          </p:xfrm>
          <a:graphic>
            <a:graphicData uri="http://schemas.openxmlformats.org/presentationml/2006/ole">
              <mc:AlternateContent xmlns:mc="http://schemas.openxmlformats.org/markup-compatibility/2006">
                <mc:Choice xmlns:v="urn:schemas-microsoft-com:vml" Requires="v">
                  <p:oleObj r:id="rId10" imgW="939165" imgH="241300" progId="Equation.3">
                    <p:embed/>
                  </p:oleObj>
                </mc:Choice>
                <mc:Fallback>
                  <p:oleObj r:id="rId10" imgW="939165" imgH="241300" progId="Equation.3">
                    <p:embed/>
                    <p:pic>
                      <p:nvPicPr>
                        <p:cNvPr id="0" name="图片 3113"/>
                        <p:cNvPicPr/>
                        <p:nvPr/>
                      </p:nvPicPr>
                      <p:blipFill>
                        <a:blip r:embed="rId11"/>
                        <a:stretch>
                          <a:fillRect/>
                        </a:stretch>
                      </p:blipFill>
                      <p:spPr>
                        <a:xfrm>
                          <a:off x="3811" y="3696"/>
                          <a:ext cx="1181" cy="298"/>
                        </a:xfrm>
                        <a:prstGeom prst="rect">
                          <a:avLst/>
                        </a:prstGeom>
                        <a:noFill/>
                        <a:ln w="38100">
                          <a:noFill/>
                          <a:miter/>
                        </a:ln>
                      </p:spPr>
                    </p:pic>
                  </p:oleObj>
                </mc:Fallback>
              </mc:AlternateContent>
            </a:graphicData>
          </a:graphic>
        </p:graphicFrame>
      </p:grpSp>
      <p:sp>
        <p:nvSpPr>
          <p:cNvPr id="37895" name="Rectangle 3"/>
          <p:cNvSpPr/>
          <p:nvPr/>
        </p:nvSpPr>
        <p:spPr>
          <a:xfrm>
            <a:off x="468313" y="260350"/>
            <a:ext cx="6753225" cy="674688"/>
          </a:xfrm>
          <a:prstGeom prst="rect">
            <a:avLst/>
          </a:prstGeom>
          <a:noFill/>
          <a:ln w="22225">
            <a:noFill/>
          </a:ln>
        </p:spPr>
        <p:txBody>
          <a:bodyPr>
            <a:spAutoFit/>
          </a:bodyPr>
          <a:lstStyle/>
          <a:p>
            <a:pPr>
              <a:lnSpc>
                <a:spcPct val="135000"/>
              </a:lnSpc>
            </a:pPr>
            <a:r>
              <a:rPr lang="en-US" altLang="zh-CN" sz="2800" dirty="0">
                <a:latin typeface="Times New Roman" panose="02020603050405020304" pitchFamily="18" charset="0"/>
                <a:ea typeface="黑体" panose="02010609060101010101" pitchFamily="49" charset="-122"/>
              </a:rPr>
              <a:t>5.3  PID</a:t>
            </a:r>
            <a:r>
              <a:rPr lang="zh-CN" altLang="en-US" sz="2800" dirty="0">
                <a:latin typeface="Times New Roman" panose="02020603050405020304" pitchFamily="18" charset="0"/>
                <a:ea typeface="黑体" panose="02010609060101010101" pitchFamily="49" charset="-122"/>
              </a:rPr>
              <a:t>控制规律的实现（</a:t>
            </a:r>
            <a:r>
              <a:rPr lang="zh-CN" altLang="en-US" sz="2800" dirty="0">
                <a:solidFill>
                  <a:srgbClr val="FF0000"/>
                </a:solidFill>
                <a:latin typeface="Times New Roman" panose="02020603050405020304" pitchFamily="18" charset="0"/>
                <a:ea typeface="黑体" panose="02010609060101010101" pitchFamily="49" charset="-122"/>
              </a:rPr>
              <a:t>校正装置</a:t>
            </a:r>
            <a:r>
              <a:rPr lang="zh-CN" altLang="en-US" sz="2800" dirty="0">
                <a:latin typeface="Times New Roman" panose="02020603050405020304" pitchFamily="18" charset="0"/>
                <a:ea typeface="黑体" panose="02010609060101010101" pitchFamily="49" charset="-122"/>
              </a:rPr>
              <a:t>）</a:t>
            </a:r>
            <a:endParaRPr lang="zh-CN" altLang="en-US" sz="2800" dirty="0">
              <a:solidFill>
                <a:srgbClr val="FF0000"/>
              </a:solidFill>
              <a:latin typeface="Times New Roman" panose="02020603050405020304" pitchFamily="18" charset="0"/>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268"/>
                                        </p:tgtEl>
                                        <p:attrNameLst>
                                          <p:attrName>style.visibility</p:attrName>
                                        </p:attrNameLst>
                                      </p:cBhvr>
                                      <p:to>
                                        <p:strVal val="visible"/>
                                      </p:to>
                                    </p:set>
                                    <p:anim calcmode="lin" valueType="num">
                                      <p:cBhvr additive="base">
                                        <p:cTn id="7" dur="500" fill="hold"/>
                                        <p:tgtEl>
                                          <p:spTgt spid="11268"/>
                                        </p:tgtEl>
                                        <p:attrNameLst>
                                          <p:attrName>ppt_x</p:attrName>
                                        </p:attrNameLst>
                                      </p:cBhvr>
                                      <p:tavLst>
                                        <p:tav tm="0">
                                          <p:val>
                                            <p:strVal val="#ppt_x"/>
                                          </p:val>
                                        </p:tav>
                                        <p:tav tm="100000">
                                          <p:val>
                                            <p:strVal val="#ppt_x"/>
                                          </p:val>
                                        </p:tav>
                                      </p:tavLst>
                                    </p:anim>
                                    <p:anim calcmode="lin" valueType="num">
                                      <p:cBhvr additive="base">
                                        <p:cTn id="8" dur="500" fill="hold"/>
                                        <p:tgtEl>
                                          <p:spTgt spid="1126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1269"/>
                                        </p:tgtEl>
                                        <p:attrNameLst>
                                          <p:attrName>style.visibility</p:attrName>
                                        </p:attrNameLst>
                                      </p:cBhvr>
                                      <p:to>
                                        <p:strVal val="visible"/>
                                      </p:to>
                                    </p:set>
                                    <p:anim calcmode="lin" valueType="num">
                                      <p:cBhvr additive="base">
                                        <p:cTn id="13" dur="500" fill="hold"/>
                                        <p:tgtEl>
                                          <p:spTgt spid="11269"/>
                                        </p:tgtEl>
                                        <p:attrNameLst>
                                          <p:attrName>ppt_x</p:attrName>
                                        </p:attrNameLst>
                                      </p:cBhvr>
                                      <p:tavLst>
                                        <p:tav tm="0">
                                          <p:val>
                                            <p:strVal val="#ppt_x"/>
                                          </p:val>
                                        </p:tav>
                                        <p:tav tm="100000">
                                          <p:val>
                                            <p:strVal val="#ppt_x"/>
                                          </p:val>
                                        </p:tav>
                                      </p:tavLst>
                                    </p:anim>
                                    <p:anim calcmode="lin" valueType="num">
                                      <p:cBhvr additive="base">
                                        <p:cTn id="14" dur="500" fill="hold"/>
                                        <p:tgtEl>
                                          <p:spTgt spid="11269"/>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additive="base">
                                        <p:cTn id="19" dur="500" fill="hold"/>
                                        <p:tgtEl>
                                          <p:spTgt spid="2"/>
                                        </p:tgtEl>
                                        <p:attrNameLst>
                                          <p:attrName>ppt_x</p:attrName>
                                        </p:attrNameLst>
                                      </p:cBhvr>
                                      <p:tavLst>
                                        <p:tav tm="0">
                                          <p:val>
                                            <p:strVal val="#ppt_x"/>
                                          </p:val>
                                        </p:tav>
                                        <p:tav tm="100000">
                                          <p:val>
                                            <p:strVal val="#ppt_x"/>
                                          </p:val>
                                        </p:tav>
                                      </p:tavLst>
                                    </p:anim>
                                    <p:anim calcmode="lin" valueType="num">
                                      <p:cBhvr additive="base">
                                        <p:cTn id="20"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1306"/>
                                        </p:tgtEl>
                                        <p:attrNameLst>
                                          <p:attrName>style.visibility</p:attrName>
                                        </p:attrNameLst>
                                      </p:cBhvr>
                                      <p:to>
                                        <p:strVal val="visible"/>
                                      </p:to>
                                    </p:set>
                                    <p:anim calcmode="lin" valueType="num">
                                      <p:cBhvr additive="base">
                                        <p:cTn id="25" dur="500" fill="hold"/>
                                        <p:tgtEl>
                                          <p:spTgt spid="11306"/>
                                        </p:tgtEl>
                                        <p:attrNameLst>
                                          <p:attrName>ppt_x</p:attrName>
                                        </p:attrNameLst>
                                      </p:cBhvr>
                                      <p:tavLst>
                                        <p:tav tm="0">
                                          <p:val>
                                            <p:strVal val="#ppt_x"/>
                                          </p:val>
                                        </p:tav>
                                        <p:tav tm="100000">
                                          <p:val>
                                            <p:strVal val="#ppt_x"/>
                                          </p:val>
                                        </p:tav>
                                      </p:tavLst>
                                    </p:anim>
                                    <p:anim calcmode="lin" valueType="num">
                                      <p:cBhvr additive="base">
                                        <p:cTn id="26" dur="500" fill="hold"/>
                                        <p:tgtEl>
                                          <p:spTgt spid="11306"/>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5"/>
                                        </p:tgtEl>
                                        <p:attrNameLst>
                                          <p:attrName>style.visibility</p:attrName>
                                        </p:attrNameLst>
                                      </p:cBhvr>
                                      <p:to>
                                        <p:strVal val="visible"/>
                                      </p:to>
                                    </p:set>
                                    <p:anim calcmode="lin" valueType="num">
                                      <p:cBhvr additive="base">
                                        <p:cTn id="31" dur="500" fill="hold"/>
                                        <p:tgtEl>
                                          <p:spTgt spid="5"/>
                                        </p:tgtEl>
                                        <p:attrNameLst>
                                          <p:attrName>ppt_x</p:attrName>
                                        </p:attrNameLst>
                                      </p:cBhvr>
                                      <p:tavLst>
                                        <p:tav tm="0">
                                          <p:val>
                                            <p:strVal val="#ppt_x"/>
                                          </p:val>
                                        </p:tav>
                                        <p:tav tm="100000">
                                          <p:val>
                                            <p:strVal val="#ppt_x"/>
                                          </p:val>
                                        </p:tav>
                                      </p:tavLst>
                                    </p:anim>
                                    <p:anim calcmode="lin" valueType="num">
                                      <p:cBhvr additive="base">
                                        <p:cTn id="3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8" grpId="0"/>
      <p:bldP spid="11269"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3"/>
          <p:cNvSpPr/>
          <p:nvPr/>
        </p:nvSpPr>
        <p:spPr>
          <a:xfrm>
            <a:off x="827088" y="549275"/>
            <a:ext cx="7010400" cy="519113"/>
          </a:xfrm>
          <a:prstGeom prst="rect">
            <a:avLst/>
          </a:prstGeom>
          <a:noFill/>
          <a:ln w="22225">
            <a:noFill/>
          </a:ln>
        </p:spPr>
        <p:txBody>
          <a:bodyPr>
            <a:spAutoFit/>
          </a:bodyPr>
          <a:lstStyle/>
          <a:p>
            <a:pPr>
              <a:buFont typeface="Wingdings" panose="05000000000000000000" pitchFamily="2" charset="2"/>
              <a:buChar char="Ø"/>
            </a:pPr>
            <a:r>
              <a:rPr lang="en-US" altLang="zh-CN" sz="2800" dirty="0">
                <a:latin typeface="Times New Roman" panose="02020603050405020304" pitchFamily="18" charset="0"/>
              </a:rPr>
              <a:t> </a:t>
            </a:r>
            <a:r>
              <a:rPr lang="zh-CN" altLang="en-US" sz="2800" dirty="0">
                <a:latin typeface="Times New Roman" panose="02020603050405020304" pitchFamily="18" charset="0"/>
              </a:rPr>
              <a:t>近似</a:t>
            </a:r>
            <a:r>
              <a:rPr lang="en-US" altLang="zh-CN" sz="2800" dirty="0">
                <a:latin typeface="Times New Roman" panose="02020603050405020304" pitchFamily="18" charset="0"/>
              </a:rPr>
              <a:t>PD</a:t>
            </a:r>
            <a:r>
              <a:rPr lang="zh-CN" altLang="en-US" sz="2800" dirty="0">
                <a:latin typeface="Times New Roman" panose="02020603050405020304" pitchFamily="18" charset="0"/>
              </a:rPr>
              <a:t>校正装置</a:t>
            </a:r>
          </a:p>
        </p:txBody>
      </p:sp>
      <p:grpSp>
        <p:nvGrpSpPr>
          <p:cNvPr id="2" name="Group 4"/>
          <p:cNvGrpSpPr/>
          <p:nvPr/>
        </p:nvGrpSpPr>
        <p:grpSpPr>
          <a:xfrm>
            <a:off x="611188" y="2205038"/>
            <a:ext cx="3692525" cy="2971800"/>
            <a:chOff x="2330" y="1296"/>
            <a:chExt cx="2326" cy="1872"/>
          </a:xfrm>
        </p:grpSpPr>
        <p:sp>
          <p:nvSpPr>
            <p:cNvPr id="38927" name="Line 5"/>
            <p:cNvSpPr/>
            <p:nvPr/>
          </p:nvSpPr>
          <p:spPr>
            <a:xfrm flipH="1">
              <a:off x="3489" y="2256"/>
              <a:ext cx="950" cy="0"/>
            </a:xfrm>
            <a:prstGeom prst="line">
              <a:avLst/>
            </a:prstGeom>
            <a:ln w="22225" cap="flat" cmpd="sng">
              <a:solidFill>
                <a:schemeClr val="tx1"/>
              </a:solidFill>
              <a:prstDash val="solid"/>
              <a:headEnd type="none" w="med" len="med"/>
              <a:tailEnd type="none" w="med" len="med"/>
            </a:ln>
          </p:spPr>
        </p:sp>
        <p:sp>
          <p:nvSpPr>
            <p:cNvPr id="38928" name="Rectangle 6"/>
            <p:cNvSpPr/>
            <p:nvPr/>
          </p:nvSpPr>
          <p:spPr>
            <a:xfrm>
              <a:off x="3009" y="2160"/>
              <a:ext cx="480" cy="192"/>
            </a:xfrm>
            <a:prstGeom prst="rect">
              <a:avLst/>
            </a:prstGeom>
            <a:noFill/>
            <a:ln w="22225" cap="flat" cmpd="sng">
              <a:solidFill>
                <a:schemeClr val="tx1"/>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38929" name="Line 7"/>
            <p:cNvSpPr/>
            <p:nvPr/>
          </p:nvSpPr>
          <p:spPr>
            <a:xfrm flipH="1">
              <a:off x="2529" y="2256"/>
              <a:ext cx="480" cy="0"/>
            </a:xfrm>
            <a:prstGeom prst="line">
              <a:avLst/>
            </a:prstGeom>
            <a:ln w="22225" cap="flat" cmpd="sng">
              <a:solidFill>
                <a:schemeClr val="tx1"/>
              </a:solidFill>
              <a:prstDash val="solid"/>
              <a:headEnd type="none" w="med" len="med"/>
              <a:tailEnd type="none" w="med" len="med"/>
            </a:ln>
          </p:spPr>
        </p:sp>
        <p:sp>
          <p:nvSpPr>
            <p:cNvPr id="38930" name="Line 8"/>
            <p:cNvSpPr/>
            <p:nvPr/>
          </p:nvSpPr>
          <p:spPr>
            <a:xfrm>
              <a:off x="3201" y="1584"/>
              <a:ext cx="0" cy="288"/>
            </a:xfrm>
            <a:prstGeom prst="line">
              <a:avLst/>
            </a:prstGeom>
            <a:ln w="22225" cap="flat" cmpd="sng">
              <a:solidFill>
                <a:schemeClr val="tx1"/>
              </a:solidFill>
              <a:prstDash val="solid"/>
              <a:headEnd type="none" w="med" len="med"/>
              <a:tailEnd type="none" w="med" len="med"/>
            </a:ln>
          </p:spPr>
        </p:sp>
        <p:sp>
          <p:nvSpPr>
            <p:cNvPr id="38931" name="Line 9"/>
            <p:cNvSpPr/>
            <p:nvPr/>
          </p:nvSpPr>
          <p:spPr>
            <a:xfrm>
              <a:off x="3297" y="1584"/>
              <a:ext cx="0" cy="288"/>
            </a:xfrm>
            <a:prstGeom prst="line">
              <a:avLst/>
            </a:prstGeom>
            <a:ln w="22225" cap="flat" cmpd="sng">
              <a:solidFill>
                <a:schemeClr val="tx1"/>
              </a:solidFill>
              <a:prstDash val="solid"/>
              <a:headEnd type="none" w="med" len="med"/>
              <a:tailEnd type="none" w="med" len="med"/>
            </a:ln>
          </p:spPr>
        </p:sp>
        <p:sp>
          <p:nvSpPr>
            <p:cNvPr id="38932" name="Line 10"/>
            <p:cNvSpPr/>
            <p:nvPr/>
          </p:nvSpPr>
          <p:spPr>
            <a:xfrm flipH="1">
              <a:off x="2817" y="1728"/>
              <a:ext cx="384" cy="0"/>
            </a:xfrm>
            <a:prstGeom prst="line">
              <a:avLst/>
            </a:prstGeom>
            <a:ln w="22225" cap="flat" cmpd="sng">
              <a:solidFill>
                <a:schemeClr val="tx1"/>
              </a:solidFill>
              <a:prstDash val="solid"/>
              <a:headEnd type="none" w="med" len="med"/>
              <a:tailEnd type="none" w="med" len="med"/>
            </a:ln>
          </p:spPr>
        </p:sp>
        <p:sp>
          <p:nvSpPr>
            <p:cNvPr id="38933" name="Line 11"/>
            <p:cNvSpPr/>
            <p:nvPr/>
          </p:nvSpPr>
          <p:spPr>
            <a:xfrm>
              <a:off x="3297" y="1728"/>
              <a:ext cx="432" cy="0"/>
            </a:xfrm>
            <a:prstGeom prst="line">
              <a:avLst/>
            </a:prstGeom>
            <a:ln w="22225" cap="flat" cmpd="sng">
              <a:solidFill>
                <a:schemeClr val="tx1"/>
              </a:solidFill>
              <a:prstDash val="solid"/>
              <a:headEnd type="none" w="med" len="med"/>
              <a:tailEnd type="none" w="med" len="med"/>
            </a:ln>
          </p:spPr>
        </p:sp>
        <p:sp>
          <p:nvSpPr>
            <p:cNvPr id="38934" name="Line 12"/>
            <p:cNvSpPr/>
            <p:nvPr/>
          </p:nvSpPr>
          <p:spPr>
            <a:xfrm>
              <a:off x="2817" y="1728"/>
              <a:ext cx="0" cy="528"/>
            </a:xfrm>
            <a:prstGeom prst="line">
              <a:avLst/>
            </a:prstGeom>
            <a:ln w="22225" cap="flat" cmpd="sng">
              <a:solidFill>
                <a:schemeClr val="tx1"/>
              </a:solidFill>
              <a:prstDash val="solid"/>
              <a:headEnd type="none" w="med" len="med"/>
              <a:tailEnd type="none" w="med" len="med"/>
            </a:ln>
          </p:spPr>
        </p:sp>
        <p:sp>
          <p:nvSpPr>
            <p:cNvPr id="38935" name="Line 13"/>
            <p:cNvSpPr/>
            <p:nvPr/>
          </p:nvSpPr>
          <p:spPr>
            <a:xfrm>
              <a:off x="3729" y="1728"/>
              <a:ext cx="0" cy="528"/>
            </a:xfrm>
            <a:prstGeom prst="line">
              <a:avLst/>
            </a:prstGeom>
            <a:ln w="22225" cap="flat" cmpd="sng">
              <a:solidFill>
                <a:schemeClr val="tx1"/>
              </a:solidFill>
              <a:prstDash val="solid"/>
              <a:headEnd type="none" w="med" len="med"/>
              <a:tailEnd type="none" w="med" len="med"/>
            </a:ln>
          </p:spPr>
        </p:sp>
        <p:sp>
          <p:nvSpPr>
            <p:cNvPr id="38936" name="Oval 14"/>
            <p:cNvSpPr/>
            <p:nvPr/>
          </p:nvSpPr>
          <p:spPr>
            <a:xfrm>
              <a:off x="2433" y="2208"/>
              <a:ext cx="96" cy="96"/>
            </a:xfrm>
            <a:prstGeom prst="ellipse">
              <a:avLst/>
            </a:prstGeom>
            <a:solidFill>
              <a:schemeClr val="bg1"/>
            </a:solidFill>
            <a:ln w="22225" cap="flat" cmpd="sng">
              <a:solidFill>
                <a:schemeClr val="tx1"/>
              </a:solidFill>
              <a:prstDash val="solid"/>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38937" name="Oval 15"/>
            <p:cNvSpPr/>
            <p:nvPr/>
          </p:nvSpPr>
          <p:spPr>
            <a:xfrm>
              <a:off x="4439" y="2208"/>
              <a:ext cx="96" cy="96"/>
            </a:xfrm>
            <a:prstGeom prst="ellipse">
              <a:avLst/>
            </a:prstGeom>
            <a:solidFill>
              <a:schemeClr val="bg1"/>
            </a:solidFill>
            <a:ln w="22225" cap="flat" cmpd="sng">
              <a:solidFill>
                <a:schemeClr val="tx1"/>
              </a:solidFill>
              <a:prstDash val="solid"/>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38938" name="Oval 16"/>
            <p:cNvSpPr/>
            <p:nvPr/>
          </p:nvSpPr>
          <p:spPr>
            <a:xfrm>
              <a:off x="2787" y="2226"/>
              <a:ext cx="48" cy="48"/>
            </a:xfrm>
            <a:prstGeom prst="ellipse">
              <a:avLst/>
            </a:prstGeom>
            <a:solidFill>
              <a:schemeClr val="tx1"/>
            </a:solidFill>
            <a:ln w="22225" cap="flat" cmpd="sng">
              <a:solidFill>
                <a:schemeClr val="tx1"/>
              </a:solidFill>
              <a:prstDash val="solid"/>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38939" name="Oval 17"/>
            <p:cNvSpPr/>
            <p:nvPr/>
          </p:nvSpPr>
          <p:spPr>
            <a:xfrm>
              <a:off x="3702" y="2226"/>
              <a:ext cx="48" cy="48"/>
            </a:xfrm>
            <a:prstGeom prst="ellipse">
              <a:avLst/>
            </a:prstGeom>
            <a:solidFill>
              <a:schemeClr val="tx1"/>
            </a:solidFill>
            <a:ln w="22225" cap="flat" cmpd="sng">
              <a:solidFill>
                <a:schemeClr val="tx1"/>
              </a:solidFill>
              <a:prstDash val="solid"/>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38940" name="Oval 18"/>
            <p:cNvSpPr/>
            <p:nvPr/>
          </p:nvSpPr>
          <p:spPr>
            <a:xfrm>
              <a:off x="3983" y="2226"/>
              <a:ext cx="48" cy="48"/>
            </a:xfrm>
            <a:prstGeom prst="ellipse">
              <a:avLst/>
            </a:prstGeom>
            <a:solidFill>
              <a:schemeClr val="tx1"/>
            </a:solidFill>
            <a:ln w="22225" cap="flat" cmpd="sng">
              <a:solidFill>
                <a:schemeClr val="tx1"/>
              </a:solidFill>
              <a:prstDash val="solid"/>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38941" name="Oval 19"/>
            <p:cNvSpPr/>
            <p:nvPr/>
          </p:nvSpPr>
          <p:spPr>
            <a:xfrm>
              <a:off x="3983" y="3090"/>
              <a:ext cx="48" cy="48"/>
            </a:xfrm>
            <a:prstGeom prst="ellipse">
              <a:avLst/>
            </a:prstGeom>
            <a:solidFill>
              <a:schemeClr val="tx1"/>
            </a:solidFill>
            <a:ln w="22225" cap="flat" cmpd="sng">
              <a:solidFill>
                <a:schemeClr val="tx1"/>
              </a:solidFill>
              <a:prstDash val="solid"/>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38942" name="Text Box 20"/>
            <p:cNvSpPr txBox="1"/>
            <p:nvPr/>
          </p:nvSpPr>
          <p:spPr>
            <a:xfrm>
              <a:off x="3105" y="1296"/>
              <a:ext cx="308" cy="288"/>
            </a:xfrm>
            <a:prstGeom prst="rect">
              <a:avLst/>
            </a:prstGeom>
            <a:noFill/>
            <a:ln w="22225">
              <a:noFill/>
            </a:ln>
          </p:spPr>
          <p:txBody>
            <a:bodyPr wrap="none">
              <a:spAutoFit/>
            </a:bodyPr>
            <a:lstStyle/>
            <a:p>
              <a:r>
                <a:rPr lang="en-US" altLang="zh-CN" sz="2400" i="1" dirty="0">
                  <a:latin typeface="Times New Roman" panose="02020603050405020304" pitchFamily="18" charset="0"/>
                </a:rPr>
                <a:t>C</a:t>
              </a:r>
              <a:r>
                <a:rPr lang="en-US" altLang="zh-CN" sz="2400" baseline="-18000" dirty="0">
                  <a:latin typeface="Times New Roman" panose="02020603050405020304" pitchFamily="18" charset="0"/>
                </a:rPr>
                <a:t>1</a:t>
              </a:r>
            </a:p>
          </p:txBody>
        </p:sp>
        <p:sp>
          <p:nvSpPr>
            <p:cNvPr id="38943" name="Text Box 21"/>
            <p:cNvSpPr txBox="1"/>
            <p:nvPr/>
          </p:nvSpPr>
          <p:spPr>
            <a:xfrm>
              <a:off x="3105" y="2304"/>
              <a:ext cx="297" cy="288"/>
            </a:xfrm>
            <a:prstGeom prst="rect">
              <a:avLst/>
            </a:prstGeom>
            <a:noFill/>
            <a:ln w="22225">
              <a:noFill/>
            </a:ln>
          </p:spPr>
          <p:txBody>
            <a:bodyPr wrap="none">
              <a:spAutoFit/>
            </a:bodyPr>
            <a:lstStyle/>
            <a:p>
              <a:r>
                <a:rPr lang="en-US" altLang="zh-CN" sz="2400" i="1" dirty="0">
                  <a:latin typeface="Times New Roman" panose="02020603050405020304" pitchFamily="18" charset="0"/>
                </a:rPr>
                <a:t>R</a:t>
              </a:r>
              <a:r>
                <a:rPr lang="en-US" altLang="zh-CN" sz="2400" baseline="-18000" dirty="0">
                  <a:latin typeface="Times New Roman" panose="02020603050405020304" pitchFamily="18" charset="0"/>
                </a:rPr>
                <a:t>1</a:t>
              </a:r>
            </a:p>
          </p:txBody>
        </p:sp>
        <p:sp>
          <p:nvSpPr>
            <p:cNvPr id="38944" name="Text Box 22"/>
            <p:cNvSpPr txBox="1"/>
            <p:nvPr/>
          </p:nvSpPr>
          <p:spPr>
            <a:xfrm>
              <a:off x="3623" y="2544"/>
              <a:ext cx="297" cy="288"/>
            </a:xfrm>
            <a:prstGeom prst="rect">
              <a:avLst/>
            </a:prstGeom>
            <a:noFill/>
            <a:ln w="22225">
              <a:noFill/>
            </a:ln>
          </p:spPr>
          <p:txBody>
            <a:bodyPr wrap="none">
              <a:spAutoFit/>
            </a:bodyPr>
            <a:lstStyle/>
            <a:p>
              <a:r>
                <a:rPr lang="en-US" altLang="zh-CN" sz="2400" i="1" dirty="0">
                  <a:latin typeface="Times New Roman" panose="02020603050405020304" pitchFamily="18" charset="0"/>
                </a:rPr>
                <a:t>R</a:t>
              </a:r>
              <a:r>
                <a:rPr lang="en-US" altLang="zh-CN" sz="2400" baseline="-18000" dirty="0">
                  <a:latin typeface="Times New Roman" panose="02020603050405020304" pitchFamily="18" charset="0"/>
                </a:rPr>
                <a:t>2</a:t>
              </a:r>
            </a:p>
          </p:txBody>
        </p:sp>
        <p:sp>
          <p:nvSpPr>
            <p:cNvPr id="38945" name="Text Box 23"/>
            <p:cNvSpPr txBox="1"/>
            <p:nvPr/>
          </p:nvSpPr>
          <p:spPr>
            <a:xfrm>
              <a:off x="4199" y="2544"/>
              <a:ext cx="457" cy="288"/>
            </a:xfrm>
            <a:prstGeom prst="rect">
              <a:avLst/>
            </a:prstGeom>
            <a:noFill/>
            <a:ln w="22225">
              <a:noFill/>
            </a:ln>
          </p:spPr>
          <p:txBody>
            <a:bodyPr wrap="none">
              <a:spAutoFit/>
            </a:bodyPr>
            <a:lstStyle/>
            <a:p>
              <a:r>
                <a:rPr lang="en-US" altLang="zh-CN" sz="2400" i="1" dirty="0">
                  <a:latin typeface="Times New Roman" panose="02020603050405020304" pitchFamily="18" charset="0"/>
                </a:rPr>
                <a:t>u</a:t>
              </a:r>
              <a:r>
                <a:rPr lang="en-US" altLang="zh-CN" sz="2400" i="1" baseline="-18000" dirty="0">
                  <a:latin typeface="Times New Roman" panose="02020603050405020304" pitchFamily="18" charset="0"/>
                </a:rPr>
                <a:t>o</a:t>
              </a:r>
              <a:r>
                <a:rPr lang="en-US" altLang="zh-CN" sz="2400" dirty="0">
                  <a:latin typeface="Times New Roman" panose="02020603050405020304" pitchFamily="18" charset="0"/>
                </a:rPr>
                <a:t>(</a:t>
              </a:r>
              <a:r>
                <a:rPr lang="en-US" altLang="zh-CN" sz="2400" i="1" dirty="0">
                  <a:latin typeface="Times New Roman" panose="02020603050405020304" pitchFamily="18" charset="0"/>
                </a:rPr>
                <a:t>t</a:t>
              </a:r>
              <a:r>
                <a:rPr lang="en-US" altLang="zh-CN" sz="2400" dirty="0">
                  <a:latin typeface="Times New Roman" panose="02020603050405020304" pitchFamily="18" charset="0"/>
                </a:rPr>
                <a:t>)</a:t>
              </a:r>
            </a:p>
          </p:txBody>
        </p:sp>
        <p:sp>
          <p:nvSpPr>
            <p:cNvPr id="38946" name="Text Box 24"/>
            <p:cNvSpPr txBox="1"/>
            <p:nvPr/>
          </p:nvSpPr>
          <p:spPr>
            <a:xfrm>
              <a:off x="2330" y="2544"/>
              <a:ext cx="429" cy="288"/>
            </a:xfrm>
            <a:prstGeom prst="rect">
              <a:avLst/>
            </a:prstGeom>
            <a:noFill/>
            <a:ln w="22225">
              <a:noFill/>
            </a:ln>
          </p:spPr>
          <p:txBody>
            <a:bodyPr wrap="none">
              <a:spAutoFit/>
            </a:bodyPr>
            <a:lstStyle/>
            <a:p>
              <a:r>
                <a:rPr lang="en-US" altLang="zh-CN" sz="2400" i="1" dirty="0">
                  <a:latin typeface="Times New Roman" panose="02020603050405020304" pitchFamily="18" charset="0"/>
                </a:rPr>
                <a:t>u</a:t>
              </a:r>
              <a:r>
                <a:rPr lang="en-US" altLang="zh-CN" sz="2400" i="1" baseline="-18000" dirty="0">
                  <a:latin typeface="Times New Roman" panose="02020603050405020304" pitchFamily="18" charset="0"/>
                </a:rPr>
                <a:t>i</a:t>
              </a:r>
              <a:r>
                <a:rPr lang="en-US" altLang="zh-CN" sz="2400" dirty="0">
                  <a:latin typeface="Times New Roman" panose="02020603050405020304" pitchFamily="18" charset="0"/>
                </a:rPr>
                <a:t>(</a:t>
              </a:r>
              <a:r>
                <a:rPr lang="en-US" altLang="zh-CN" sz="2400" i="1" dirty="0">
                  <a:latin typeface="Times New Roman" panose="02020603050405020304" pitchFamily="18" charset="0"/>
                </a:rPr>
                <a:t>t</a:t>
              </a:r>
              <a:r>
                <a:rPr lang="en-US" altLang="zh-CN" sz="2400" dirty="0">
                  <a:latin typeface="Times New Roman" panose="02020603050405020304" pitchFamily="18" charset="0"/>
                </a:rPr>
                <a:t>)</a:t>
              </a:r>
            </a:p>
          </p:txBody>
        </p:sp>
        <p:sp>
          <p:nvSpPr>
            <p:cNvPr id="38947" name="Line 25"/>
            <p:cNvSpPr/>
            <p:nvPr/>
          </p:nvSpPr>
          <p:spPr>
            <a:xfrm>
              <a:off x="4007" y="2256"/>
              <a:ext cx="0" cy="192"/>
            </a:xfrm>
            <a:prstGeom prst="line">
              <a:avLst/>
            </a:prstGeom>
            <a:ln w="22225" cap="flat" cmpd="sng">
              <a:solidFill>
                <a:schemeClr val="tx1"/>
              </a:solidFill>
              <a:prstDash val="solid"/>
              <a:headEnd type="none" w="med" len="med"/>
              <a:tailEnd type="none" w="med" len="med"/>
            </a:ln>
          </p:spPr>
        </p:sp>
        <p:sp>
          <p:nvSpPr>
            <p:cNvPr id="38948" name="Rectangle 26"/>
            <p:cNvSpPr/>
            <p:nvPr/>
          </p:nvSpPr>
          <p:spPr>
            <a:xfrm rot="5400000">
              <a:off x="3767" y="2592"/>
              <a:ext cx="480" cy="192"/>
            </a:xfrm>
            <a:prstGeom prst="rect">
              <a:avLst/>
            </a:prstGeom>
            <a:noFill/>
            <a:ln w="22225" cap="flat" cmpd="sng">
              <a:solidFill>
                <a:schemeClr val="tx1"/>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38949" name="Line 27"/>
            <p:cNvSpPr/>
            <p:nvPr/>
          </p:nvSpPr>
          <p:spPr>
            <a:xfrm>
              <a:off x="4007" y="2928"/>
              <a:ext cx="0" cy="192"/>
            </a:xfrm>
            <a:prstGeom prst="line">
              <a:avLst/>
            </a:prstGeom>
            <a:ln w="22225" cap="flat" cmpd="sng">
              <a:solidFill>
                <a:schemeClr val="tx1"/>
              </a:solidFill>
              <a:prstDash val="solid"/>
              <a:headEnd type="none" w="med" len="med"/>
              <a:tailEnd type="none" w="med" len="med"/>
            </a:ln>
          </p:spPr>
        </p:sp>
        <p:sp>
          <p:nvSpPr>
            <p:cNvPr id="38950" name="Line 28"/>
            <p:cNvSpPr/>
            <p:nvPr/>
          </p:nvSpPr>
          <p:spPr>
            <a:xfrm>
              <a:off x="2519" y="3120"/>
              <a:ext cx="1920" cy="0"/>
            </a:xfrm>
            <a:prstGeom prst="line">
              <a:avLst/>
            </a:prstGeom>
            <a:ln w="22225" cap="flat" cmpd="sng">
              <a:solidFill>
                <a:schemeClr val="tx1"/>
              </a:solidFill>
              <a:prstDash val="solid"/>
              <a:headEnd type="none" w="med" len="med"/>
              <a:tailEnd type="none" w="med" len="med"/>
            </a:ln>
          </p:spPr>
        </p:sp>
        <p:sp>
          <p:nvSpPr>
            <p:cNvPr id="38951" name="Oval 29"/>
            <p:cNvSpPr/>
            <p:nvPr/>
          </p:nvSpPr>
          <p:spPr>
            <a:xfrm>
              <a:off x="2435" y="3072"/>
              <a:ext cx="96" cy="96"/>
            </a:xfrm>
            <a:prstGeom prst="ellipse">
              <a:avLst/>
            </a:prstGeom>
            <a:solidFill>
              <a:schemeClr val="bg1"/>
            </a:solidFill>
            <a:ln w="22225" cap="flat" cmpd="sng">
              <a:solidFill>
                <a:schemeClr val="tx1"/>
              </a:solidFill>
              <a:prstDash val="solid"/>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38952" name="Oval 30"/>
            <p:cNvSpPr/>
            <p:nvPr/>
          </p:nvSpPr>
          <p:spPr>
            <a:xfrm>
              <a:off x="4439" y="3072"/>
              <a:ext cx="96" cy="96"/>
            </a:xfrm>
            <a:prstGeom prst="ellipse">
              <a:avLst/>
            </a:prstGeom>
            <a:solidFill>
              <a:schemeClr val="bg1"/>
            </a:solidFill>
            <a:ln w="22225" cap="flat" cmpd="sng">
              <a:solidFill>
                <a:schemeClr val="tx1"/>
              </a:solidFill>
              <a:prstDash val="solid"/>
              <a:headEnd type="none" w="med" len="med"/>
              <a:tailEnd type="none" w="med" len="med"/>
            </a:ln>
          </p:spPr>
          <p:txBody>
            <a:bodyPr wrap="none" anchor="ctr" anchorCtr="0"/>
            <a:lstStyle/>
            <a:p>
              <a:endParaRPr lang="zh-CN" altLang="en-US" dirty="0">
                <a:latin typeface="Arial" panose="020B0604020202020204" pitchFamily="34" charset="0"/>
              </a:endParaRPr>
            </a:p>
          </p:txBody>
        </p:sp>
      </p:grpSp>
      <p:sp>
        <p:nvSpPr>
          <p:cNvPr id="12319" name="Rectangle 31"/>
          <p:cNvSpPr/>
          <p:nvPr/>
        </p:nvSpPr>
        <p:spPr>
          <a:xfrm>
            <a:off x="1116013" y="1196975"/>
            <a:ext cx="4495800" cy="519113"/>
          </a:xfrm>
          <a:prstGeom prst="rect">
            <a:avLst/>
          </a:prstGeom>
          <a:noFill/>
          <a:ln w="22225">
            <a:noFill/>
          </a:ln>
        </p:spPr>
        <p:txBody>
          <a:bodyPr>
            <a:spAutoFit/>
          </a:bodyPr>
          <a:lstStyle/>
          <a:p>
            <a:pPr>
              <a:buFont typeface="Wingdings" panose="05000000000000000000" pitchFamily="2" charset="2"/>
              <a:buChar char="q"/>
            </a:pPr>
            <a:r>
              <a:rPr lang="en-US" altLang="zh-CN" sz="2800" dirty="0">
                <a:latin typeface="宋体" panose="02010600030101010101" pitchFamily="2" charset="-122"/>
              </a:rPr>
              <a:t> </a:t>
            </a:r>
            <a:r>
              <a:rPr lang="zh-CN" altLang="en-US" sz="2800" dirty="0">
                <a:latin typeface="宋体" panose="02010600030101010101" pitchFamily="2" charset="-122"/>
              </a:rPr>
              <a:t>无源阻容网络</a:t>
            </a:r>
            <a:r>
              <a:rPr lang="zh-CN" altLang="en-US" sz="2800" dirty="0">
                <a:latin typeface="Times New Roman" panose="02020603050405020304" pitchFamily="18" charset="0"/>
              </a:rPr>
              <a:t> </a:t>
            </a:r>
          </a:p>
        </p:txBody>
      </p:sp>
      <p:graphicFrame>
        <p:nvGraphicFramePr>
          <p:cNvPr id="12320" name="Object 2"/>
          <p:cNvGraphicFramePr>
            <a:graphicFrameLocks noChangeAspect="1"/>
          </p:cNvGraphicFramePr>
          <p:nvPr/>
        </p:nvGraphicFramePr>
        <p:xfrm>
          <a:off x="4953000" y="2265363"/>
          <a:ext cx="3505200" cy="1316037"/>
        </p:xfrm>
        <a:graphic>
          <a:graphicData uri="http://schemas.openxmlformats.org/presentationml/2006/ole">
            <mc:AlternateContent xmlns:mc="http://schemas.openxmlformats.org/markup-compatibility/2006">
              <mc:Choice xmlns:v="urn:schemas-microsoft-com:vml" Requires="v">
                <p:oleObj r:id="rId3" imgW="1727200" imgH="647700" progId="Equation.3">
                  <p:embed/>
                </p:oleObj>
              </mc:Choice>
              <mc:Fallback>
                <p:oleObj r:id="rId3" imgW="1727200" imgH="647700" progId="Equation.3">
                  <p:embed/>
                  <p:pic>
                    <p:nvPicPr>
                      <p:cNvPr id="0" name="图片 3114"/>
                      <p:cNvPicPr/>
                      <p:nvPr/>
                    </p:nvPicPr>
                    <p:blipFill>
                      <a:blip r:embed="rId4"/>
                      <a:stretch>
                        <a:fillRect/>
                      </a:stretch>
                    </p:blipFill>
                    <p:spPr>
                      <a:xfrm>
                        <a:off x="4953000" y="2265363"/>
                        <a:ext cx="3505200" cy="1316037"/>
                      </a:xfrm>
                      <a:prstGeom prst="rect">
                        <a:avLst/>
                      </a:prstGeom>
                      <a:noFill/>
                      <a:ln w="38100">
                        <a:noFill/>
                        <a:miter/>
                      </a:ln>
                    </p:spPr>
                  </p:pic>
                </p:oleObj>
              </mc:Fallback>
            </mc:AlternateContent>
          </a:graphicData>
        </a:graphic>
      </p:graphicFrame>
      <p:graphicFrame>
        <p:nvGraphicFramePr>
          <p:cNvPr id="12321" name="Object 3"/>
          <p:cNvGraphicFramePr>
            <a:graphicFrameLocks noChangeAspect="1"/>
          </p:cNvGraphicFramePr>
          <p:nvPr/>
        </p:nvGraphicFramePr>
        <p:xfrm>
          <a:off x="5054600" y="5299075"/>
          <a:ext cx="2370138" cy="873125"/>
        </p:xfrm>
        <a:graphic>
          <a:graphicData uri="http://schemas.openxmlformats.org/presentationml/2006/ole">
            <mc:AlternateContent xmlns:mc="http://schemas.openxmlformats.org/markup-compatibility/2006">
              <mc:Choice xmlns:v="urn:schemas-microsoft-com:vml" Requires="v">
                <p:oleObj r:id="rId5" imgW="1167765" imgH="431800" progId="Equation.3">
                  <p:embed/>
                </p:oleObj>
              </mc:Choice>
              <mc:Fallback>
                <p:oleObj r:id="rId5" imgW="1167765" imgH="431800" progId="Equation.3">
                  <p:embed/>
                  <p:pic>
                    <p:nvPicPr>
                      <p:cNvPr id="0" name="图片 3116"/>
                      <p:cNvPicPr/>
                      <p:nvPr/>
                    </p:nvPicPr>
                    <p:blipFill>
                      <a:blip r:embed="rId6"/>
                      <a:stretch>
                        <a:fillRect/>
                      </a:stretch>
                    </p:blipFill>
                    <p:spPr>
                      <a:xfrm>
                        <a:off x="5054600" y="5299075"/>
                        <a:ext cx="2370138" cy="873125"/>
                      </a:xfrm>
                      <a:prstGeom prst="rect">
                        <a:avLst/>
                      </a:prstGeom>
                      <a:noFill/>
                      <a:ln w="38100">
                        <a:noFill/>
                        <a:miter/>
                      </a:ln>
                    </p:spPr>
                  </p:pic>
                </p:oleObj>
              </mc:Fallback>
            </mc:AlternateContent>
          </a:graphicData>
        </a:graphic>
      </p:graphicFrame>
      <p:grpSp>
        <p:nvGrpSpPr>
          <p:cNvPr id="3" name="Group 34"/>
          <p:cNvGrpSpPr/>
          <p:nvPr/>
        </p:nvGrpSpPr>
        <p:grpSpPr>
          <a:xfrm>
            <a:off x="4953000" y="4648200"/>
            <a:ext cx="3581400" cy="520700"/>
            <a:chOff x="3120" y="2744"/>
            <a:chExt cx="2256" cy="328"/>
          </a:xfrm>
        </p:grpSpPr>
        <p:graphicFrame>
          <p:nvGraphicFramePr>
            <p:cNvPr id="38925" name="Object 6"/>
            <p:cNvGraphicFramePr>
              <a:graphicFrameLocks noChangeAspect="1"/>
            </p:cNvGraphicFramePr>
            <p:nvPr/>
          </p:nvGraphicFramePr>
          <p:xfrm>
            <a:off x="3576" y="2744"/>
            <a:ext cx="840" cy="328"/>
          </p:xfrm>
          <a:graphic>
            <a:graphicData uri="http://schemas.openxmlformats.org/presentationml/2006/ole">
              <mc:AlternateContent xmlns:mc="http://schemas.openxmlformats.org/markup-compatibility/2006">
                <mc:Choice xmlns:v="urn:schemas-microsoft-com:vml" Requires="v">
                  <p:oleObj r:id="rId7" imgW="660400" imgH="254000" progId="Equation.3">
                    <p:embed/>
                  </p:oleObj>
                </mc:Choice>
                <mc:Fallback>
                  <p:oleObj r:id="rId7" imgW="660400" imgH="254000" progId="Equation.3">
                    <p:embed/>
                    <p:pic>
                      <p:nvPicPr>
                        <p:cNvPr id="0" name="图片 3117"/>
                        <p:cNvPicPr/>
                        <p:nvPr/>
                      </p:nvPicPr>
                      <p:blipFill>
                        <a:blip r:embed="rId8"/>
                        <a:stretch>
                          <a:fillRect/>
                        </a:stretch>
                      </p:blipFill>
                      <p:spPr>
                        <a:xfrm>
                          <a:off x="3576" y="2744"/>
                          <a:ext cx="840" cy="328"/>
                        </a:xfrm>
                        <a:prstGeom prst="rect">
                          <a:avLst/>
                        </a:prstGeom>
                        <a:noFill/>
                        <a:ln w="38100">
                          <a:noFill/>
                          <a:miter/>
                        </a:ln>
                      </p:spPr>
                    </p:pic>
                  </p:oleObj>
                </mc:Fallback>
              </mc:AlternateContent>
            </a:graphicData>
          </a:graphic>
        </p:graphicFrame>
        <p:sp>
          <p:nvSpPr>
            <p:cNvPr id="38926" name="Rectangle 36"/>
            <p:cNvSpPr/>
            <p:nvPr/>
          </p:nvSpPr>
          <p:spPr>
            <a:xfrm>
              <a:off x="3120" y="2744"/>
              <a:ext cx="2256" cy="327"/>
            </a:xfrm>
            <a:prstGeom prst="rect">
              <a:avLst/>
            </a:prstGeom>
            <a:noFill/>
            <a:ln w="22225">
              <a:noFill/>
            </a:ln>
          </p:spPr>
          <p:txBody>
            <a:bodyPr>
              <a:spAutoFit/>
            </a:bodyPr>
            <a:lstStyle/>
            <a:p>
              <a:r>
                <a:rPr lang="zh-CN" altLang="en-US" sz="2800" dirty="0">
                  <a:latin typeface="宋体" panose="02010600030101010101" pitchFamily="2" charset="-122"/>
                </a:rPr>
                <a:t>若：</a:t>
              </a:r>
              <a:r>
                <a:rPr lang="zh-CN" altLang="en-US" sz="2800" dirty="0">
                  <a:latin typeface="Times New Roman" panose="02020603050405020304" pitchFamily="18" charset="0"/>
                </a:rPr>
                <a:t>               ，则</a:t>
              </a:r>
            </a:p>
          </p:txBody>
        </p:sp>
      </p:grpSp>
      <p:grpSp>
        <p:nvGrpSpPr>
          <p:cNvPr id="4" name="Group 37"/>
          <p:cNvGrpSpPr/>
          <p:nvPr/>
        </p:nvGrpSpPr>
        <p:grpSpPr>
          <a:xfrm>
            <a:off x="5029200" y="3587750"/>
            <a:ext cx="3581400" cy="908050"/>
            <a:chOff x="3168" y="2260"/>
            <a:chExt cx="2256" cy="572"/>
          </a:xfrm>
        </p:grpSpPr>
        <p:graphicFrame>
          <p:nvGraphicFramePr>
            <p:cNvPr id="38922" name="Object 4"/>
            <p:cNvGraphicFramePr>
              <a:graphicFrameLocks noChangeAspect="1"/>
            </p:cNvGraphicFramePr>
            <p:nvPr/>
          </p:nvGraphicFramePr>
          <p:xfrm>
            <a:off x="4656" y="2368"/>
            <a:ext cx="768" cy="280"/>
          </p:xfrm>
          <a:graphic>
            <a:graphicData uri="http://schemas.openxmlformats.org/presentationml/2006/ole">
              <mc:AlternateContent xmlns:mc="http://schemas.openxmlformats.org/markup-compatibility/2006">
                <mc:Choice xmlns:v="urn:schemas-microsoft-com:vml" Requires="v">
                  <p:oleObj r:id="rId9" imgW="596900" imgH="215900" progId="Equation.3">
                    <p:embed/>
                  </p:oleObj>
                </mc:Choice>
                <mc:Fallback>
                  <p:oleObj r:id="rId9" imgW="596900" imgH="215900" progId="Equation.3">
                    <p:embed/>
                    <p:pic>
                      <p:nvPicPr>
                        <p:cNvPr id="0" name="图片 3118"/>
                        <p:cNvPicPr/>
                        <p:nvPr/>
                      </p:nvPicPr>
                      <p:blipFill>
                        <a:blip r:embed="rId10"/>
                        <a:stretch>
                          <a:fillRect/>
                        </a:stretch>
                      </p:blipFill>
                      <p:spPr>
                        <a:xfrm>
                          <a:off x="4656" y="2368"/>
                          <a:ext cx="768" cy="280"/>
                        </a:xfrm>
                        <a:prstGeom prst="rect">
                          <a:avLst/>
                        </a:prstGeom>
                        <a:noFill/>
                        <a:ln w="38100">
                          <a:noFill/>
                          <a:miter/>
                        </a:ln>
                      </p:spPr>
                    </p:pic>
                  </p:oleObj>
                </mc:Fallback>
              </mc:AlternateContent>
            </a:graphicData>
          </a:graphic>
        </p:graphicFrame>
        <p:graphicFrame>
          <p:nvGraphicFramePr>
            <p:cNvPr id="38923" name="Object 5"/>
            <p:cNvGraphicFramePr>
              <a:graphicFrameLocks noChangeAspect="1"/>
            </p:cNvGraphicFramePr>
            <p:nvPr/>
          </p:nvGraphicFramePr>
          <p:xfrm>
            <a:off x="3168" y="2260"/>
            <a:ext cx="1352" cy="572"/>
          </p:xfrm>
          <a:graphic>
            <a:graphicData uri="http://schemas.openxmlformats.org/presentationml/2006/ole">
              <mc:AlternateContent xmlns:mc="http://schemas.openxmlformats.org/markup-compatibility/2006">
                <mc:Choice xmlns:v="urn:schemas-microsoft-com:vml" Requires="v">
                  <p:oleObj r:id="rId11" imgW="1054100" imgH="444500" progId="Equation.3">
                    <p:embed/>
                  </p:oleObj>
                </mc:Choice>
                <mc:Fallback>
                  <p:oleObj r:id="rId11" imgW="1054100" imgH="444500" progId="Equation.3">
                    <p:embed/>
                    <p:pic>
                      <p:nvPicPr>
                        <p:cNvPr id="0" name="图片 3115"/>
                        <p:cNvPicPr/>
                        <p:nvPr/>
                      </p:nvPicPr>
                      <p:blipFill>
                        <a:blip r:embed="rId12"/>
                        <a:stretch>
                          <a:fillRect/>
                        </a:stretch>
                      </p:blipFill>
                      <p:spPr>
                        <a:xfrm>
                          <a:off x="3168" y="2260"/>
                          <a:ext cx="1352" cy="572"/>
                        </a:xfrm>
                        <a:prstGeom prst="rect">
                          <a:avLst/>
                        </a:prstGeom>
                        <a:noFill/>
                        <a:ln w="38100">
                          <a:noFill/>
                          <a:miter/>
                        </a:ln>
                      </p:spPr>
                    </p:pic>
                  </p:oleObj>
                </mc:Fallback>
              </mc:AlternateContent>
            </a:graphicData>
          </a:graphic>
        </p:graphicFrame>
        <p:sp>
          <p:nvSpPr>
            <p:cNvPr id="38924" name="Text Box 40"/>
            <p:cNvSpPr txBox="1"/>
            <p:nvPr/>
          </p:nvSpPr>
          <p:spPr>
            <a:xfrm>
              <a:off x="4464" y="2321"/>
              <a:ext cx="340" cy="327"/>
            </a:xfrm>
            <a:prstGeom prst="rect">
              <a:avLst/>
            </a:prstGeom>
            <a:noFill/>
            <a:ln w="22225">
              <a:noFill/>
            </a:ln>
          </p:spPr>
          <p:txBody>
            <a:bodyPr wrap="none">
              <a:spAutoFit/>
            </a:bodyPr>
            <a:lstStyle/>
            <a:p>
              <a:r>
                <a:rPr lang="zh-CN" altLang="en-US" sz="2800" dirty="0">
                  <a:latin typeface="Times New Roman" panose="02020603050405020304" pitchFamily="18" charset="0"/>
                </a:rPr>
                <a:t>，</a:t>
              </a:r>
            </a:p>
          </p:txBody>
        </p:sp>
      </p:grpSp>
      <p:pic>
        <p:nvPicPr>
          <p:cNvPr id="5" name="图片 4"/>
          <p:cNvPicPr>
            <a:picLocks noChangeAspect="1"/>
          </p:cNvPicPr>
          <p:nvPr/>
        </p:nvPicPr>
        <p:blipFill>
          <a:blip r:embed="rId13"/>
          <a:stretch>
            <a:fillRect/>
          </a:stretch>
        </p:blipFill>
        <p:spPr>
          <a:xfrm>
            <a:off x="5218113" y="349250"/>
            <a:ext cx="3051175" cy="1382713"/>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319"/>
                                        </p:tgtEl>
                                        <p:attrNameLst>
                                          <p:attrName>style.visibility</p:attrName>
                                        </p:attrNameLst>
                                      </p:cBhvr>
                                      <p:to>
                                        <p:strVal val="visible"/>
                                      </p:to>
                                    </p:set>
                                    <p:anim calcmode="lin" valueType="num">
                                      <p:cBhvr additive="base">
                                        <p:cTn id="7" dur="500" fill="hold"/>
                                        <p:tgtEl>
                                          <p:spTgt spid="12319"/>
                                        </p:tgtEl>
                                        <p:attrNameLst>
                                          <p:attrName>ppt_x</p:attrName>
                                        </p:attrNameLst>
                                      </p:cBhvr>
                                      <p:tavLst>
                                        <p:tav tm="0">
                                          <p:val>
                                            <p:strVal val="#ppt_x"/>
                                          </p:val>
                                        </p:tav>
                                        <p:tav tm="100000">
                                          <p:val>
                                            <p:strVal val="#ppt_x"/>
                                          </p:val>
                                        </p:tav>
                                      </p:tavLst>
                                    </p:anim>
                                    <p:anim calcmode="lin" valueType="num">
                                      <p:cBhvr additive="base">
                                        <p:cTn id="8" dur="500" fill="hold"/>
                                        <p:tgtEl>
                                          <p:spTgt spid="1231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additive="base">
                                        <p:cTn id="17" dur="500" fill="hold"/>
                                        <p:tgtEl>
                                          <p:spTgt spid="2"/>
                                        </p:tgtEl>
                                        <p:attrNameLst>
                                          <p:attrName>ppt_x</p:attrName>
                                        </p:attrNameLst>
                                      </p:cBhvr>
                                      <p:tavLst>
                                        <p:tav tm="0">
                                          <p:val>
                                            <p:strVal val="#ppt_x"/>
                                          </p:val>
                                        </p:tav>
                                        <p:tav tm="100000">
                                          <p:val>
                                            <p:strVal val="#ppt_x"/>
                                          </p:val>
                                        </p:tav>
                                      </p:tavLst>
                                    </p:anim>
                                    <p:anim calcmode="lin" valueType="num">
                                      <p:cBhvr additive="base">
                                        <p:cTn id="1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12320"/>
                                        </p:tgtEl>
                                        <p:attrNameLst>
                                          <p:attrName>style.visibility</p:attrName>
                                        </p:attrNameLst>
                                      </p:cBhvr>
                                      <p:to>
                                        <p:strVal val="visible"/>
                                      </p:to>
                                    </p:set>
                                    <p:anim calcmode="lin" valueType="num">
                                      <p:cBhvr additive="base">
                                        <p:cTn id="23" dur="500" fill="hold"/>
                                        <p:tgtEl>
                                          <p:spTgt spid="12320"/>
                                        </p:tgtEl>
                                        <p:attrNameLst>
                                          <p:attrName>ppt_x</p:attrName>
                                        </p:attrNameLst>
                                      </p:cBhvr>
                                      <p:tavLst>
                                        <p:tav tm="0">
                                          <p:val>
                                            <p:strVal val="#ppt_x"/>
                                          </p:val>
                                        </p:tav>
                                        <p:tav tm="100000">
                                          <p:val>
                                            <p:strVal val="#ppt_x"/>
                                          </p:val>
                                        </p:tav>
                                      </p:tavLst>
                                    </p:anim>
                                    <p:anim calcmode="lin" valueType="num">
                                      <p:cBhvr additive="base">
                                        <p:cTn id="24" dur="500" fill="hold"/>
                                        <p:tgtEl>
                                          <p:spTgt spid="12320"/>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4"/>
                                        </p:tgtEl>
                                        <p:attrNameLst>
                                          <p:attrName>style.visibility</p:attrName>
                                        </p:attrNameLst>
                                      </p:cBhvr>
                                      <p:to>
                                        <p:strVal val="visible"/>
                                      </p:to>
                                    </p:set>
                                    <p:anim calcmode="lin" valueType="num">
                                      <p:cBhvr additive="base">
                                        <p:cTn id="29" dur="500" fill="hold"/>
                                        <p:tgtEl>
                                          <p:spTgt spid="4"/>
                                        </p:tgtEl>
                                        <p:attrNameLst>
                                          <p:attrName>ppt_x</p:attrName>
                                        </p:attrNameLst>
                                      </p:cBhvr>
                                      <p:tavLst>
                                        <p:tav tm="0">
                                          <p:val>
                                            <p:strVal val="#ppt_x"/>
                                          </p:val>
                                        </p:tav>
                                        <p:tav tm="100000">
                                          <p:val>
                                            <p:strVal val="#ppt_x"/>
                                          </p:val>
                                        </p:tav>
                                      </p:tavLst>
                                    </p:anim>
                                    <p:anim calcmode="lin" valueType="num">
                                      <p:cBhvr additive="base">
                                        <p:cTn id="3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3"/>
                                        </p:tgtEl>
                                        <p:attrNameLst>
                                          <p:attrName>style.visibility</p:attrName>
                                        </p:attrNameLst>
                                      </p:cBhvr>
                                      <p:to>
                                        <p:strVal val="visible"/>
                                      </p:to>
                                    </p:set>
                                    <p:anim calcmode="lin" valueType="num">
                                      <p:cBhvr additive="base">
                                        <p:cTn id="35" dur="500" fill="hold"/>
                                        <p:tgtEl>
                                          <p:spTgt spid="3"/>
                                        </p:tgtEl>
                                        <p:attrNameLst>
                                          <p:attrName>ppt_x</p:attrName>
                                        </p:attrNameLst>
                                      </p:cBhvr>
                                      <p:tavLst>
                                        <p:tav tm="0">
                                          <p:val>
                                            <p:strVal val="#ppt_x"/>
                                          </p:val>
                                        </p:tav>
                                        <p:tav tm="100000">
                                          <p:val>
                                            <p:strVal val="#ppt_x"/>
                                          </p:val>
                                        </p:tav>
                                      </p:tavLst>
                                    </p:anim>
                                    <p:anim calcmode="lin" valueType="num">
                                      <p:cBhvr additive="base">
                                        <p:cTn id="36"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12321"/>
                                        </p:tgtEl>
                                        <p:attrNameLst>
                                          <p:attrName>style.visibility</p:attrName>
                                        </p:attrNameLst>
                                      </p:cBhvr>
                                      <p:to>
                                        <p:strVal val="visible"/>
                                      </p:to>
                                    </p:set>
                                    <p:anim calcmode="lin" valueType="num">
                                      <p:cBhvr additive="base">
                                        <p:cTn id="41" dur="500" fill="hold"/>
                                        <p:tgtEl>
                                          <p:spTgt spid="12321"/>
                                        </p:tgtEl>
                                        <p:attrNameLst>
                                          <p:attrName>ppt_x</p:attrName>
                                        </p:attrNameLst>
                                      </p:cBhvr>
                                      <p:tavLst>
                                        <p:tav tm="0">
                                          <p:val>
                                            <p:strVal val="#ppt_x"/>
                                          </p:val>
                                        </p:tav>
                                        <p:tav tm="100000">
                                          <p:val>
                                            <p:strVal val="#ppt_x"/>
                                          </p:val>
                                        </p:tav>
                                      </p:tavLst>
                                    </p:anim>
                                    <p:anim calcmode="lin" valueType="num">
                                      <p:cBhvr additive="base">
                                        <p:cTn id="42" dur="500" fill="hold"/>
                                        <p:tgtEl>
                                          <p:spTgt spid="123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19"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p:nvPr/>
        </p:nvSpPr>
        <p:spPr>
          <a:xfrm>
            <a:off x="1147763" y="2243138"/>
            <a:ext cx="4495800" cy="519112"/>
          </a:xfrm>
          <a:prstGeom prst="rect">
            <a:avLst/>
          </a:prstGeom>
          <a:noFill/>
          <a:ln w="22225">
            <a:noFill/>
          </a:ln>
        </p:spPr>
        <p:txBody>
          <a:bodyPr>
            <a:spAutoFit/>
          </a:bodyPr>
          <a:lstStyle/>
          <a:p>
            <a:pPr>
              <a:buFont typeface="Wingdings" panose="05000000000000000000" pitchFamily="2" charset="2"/>
              <a:buChar char="q"/>
            </a:pPr>
            <a:r>
              <a:rPr lang="en-US" altLang="zh-CN" sz="2800" dirty="0">
                <a:latin typeface="宋体" panose="02010600030101010101" pitchFamily="2" charset="-122"/>
              </a:rPr>
              <a:t> </a:t>
            </a:r>
            <a:r>
              <a:rPr lang="zh-CN" altLang="en-US" sz="2800" dirty="0">
                <a:latin typeface="宋体" panose="02010600030101010101" pitchFamily="2" charset="-122"/>
              </a:rPr>
              <a:t>机械网络</a:t>
            </a:r>
            <a:r>
              <a:rPr lang="zh-CN" altLang="en-US" sz="2800" dirty="0">
                <a:latin typeface="Times New Roman" panose="02020603050405020304" pitchFamily="18" charset="0"/>
              </a:rPr>
              <a:t> </a:t>
            </a:r>
          </a:p>
        </p:txBody>
      </p:sp>
      <p:grpSp>
        <p:nvGrpSpPr>
          <p:cNvPr id="2" name="Group 4"/>
          <p:cNvGrpSpPr/>
          <p:nvPr/>
        </p:nvGrpSpPr>
        <p:grpSpPr>
          <a:xfrm>
            <a:off x="1376363" y="3106738"/>
            <a:ext cx="2438400" cy="2854325"/>
            <a:chOff x="864" y="1322"/>
            <a:chExt cx="1536" cy="1798"/>
          </a:xfrm>
        </p:grpSpPr>
        <p:sp>
          <p:nvSpPr>
            <p:cNvPr id="39944" name="Rectangle 5" descr="宽上对角线"/>
            <p:cNvSpPr/>
            <p:nvPr/>
          </p:nvSpPr>
          <p:spPr>
            <a:xfrm>
              <a:off x="1488" y="3050"/>
              <a:ext cx="384" cy="70"/>
            </a:xfrm>
            <a:prstGeom prst="rect">
              <a:avLst/>
            </a:prstGeom>
            <a:blipFill rotWithShape="0">
              <a:blip r:embed="rId3"/>
            </a:blipFill>
            <a:ln w="22225">
              <a:noFill/>
            </a:ln>
          </p:spPr>
          <p:txBody>
            <a:bodyPr wrap="none" anchor="ctr" anchorCtr="0"/>
            <a:lstStyle/>
            <a:p>
              <a:endParaRPr lang="zh-CN" altLang="en-US" dirty="0">
                <a:latin typeface="Arial" panose="020B0604020202020204" pitchFamily="34" charset="0"/>
              </a:endParaRPr>
            </a:p>
          </p:txBody>
        </p:sp>
        <p:grpSp>
          <p:nvGrpSpPr>
            <p:cNvPr id="39945" name="Group 6"/>
            <p:cNvGrpSpPr/>
            <p:nvPr/>
          </p:nvGrpSpPr>
          <p:grpSpPr>
            <a:xfrm>
              <a:off x="1624" y="1610"/>
              <a:ext cx="104" cy="720"/>
              <a:chOff x="3258" y="384"/>
              <a:chExt cx="104" cy="720"/>
            </a:xfrm>
          </p:grpSpPr>
          <p:sp>
            <p:nvSpPr>
              <p:cNvPr id="39972" name="Freeform 7"/>
              <p:cNvSpPr/>
              <p:nvPr/>
            </p:nvSpPr>
            <p:spPr>
              <a:xfrm>
                <a:off x="3258" y="570"/>
                <a:ext cx="104" cy="345"/>
              </a:xfrm>
              <a:custGeom>
                <a:avLst/>
                <a:gdLst/>
                <a:ahLst/>
                <a:cxnLst>
                  <a:cxn ang="0">
                    <a:pos x="52" y="0"/>
                  </a:cxn>
                  <a:cxn ang="0">
                    <a:pos x="97" y="38"/>
                  </a:cxn>
                  <a:cxn ang="0">
                    <a:pos x="7" y="77"/>
                  </a:cxn>
                  <a:cxn ang="0">
                    <a:pos x="97" y="115"/>
                  </a:cxn>
                  <a:cxn ang="0">
                    <a:pos x="7" y="153"/>
                  </a:cxn>
                  <a:cxn ang="0">
                    <a:pos x="97" y="192"/>
                  </a:cxn>
                  <a:cxn ang="0">
                    <a:pos x="7" y="230"/>
                  </a:cxn>
                  <a:cxn ang="0">
                    <a:pos x="97" y="268"/>
                  </a:cxn>
                  <a:cxn ang="0">
                    <a:pos x="7" y="307"/>
                  </a:cxn>
                  <a:cxn ang="0">
                    <a:pos x="52" y="345"/>
                  </a:cxn>
                </a:cxnLst>
                <a:rect l="0" t="0" r="0" b="0"/>
                <a:pathLst>
                  <a:path w="112" h="432">
                    <a:moveTo>
                      <a:pt x="56" y="0"/>
                    </a:moveTo>
                    <a:cubicBezTo>
                      <a:pt x="84" y="16"/>
                      <a:pt x="112" y="32"/>
                      <a:pt x="104" y="48"/>
                    </a:cubicBezTo>
                    <a:cubicBezTo>
                      <a:pt x="96" y="64"/>
                      <a:pt x="8" y="80"/>
                      <a:pt x="8" y="96"/>
                    </a:cubicBezTo>
                    <a:cubicBezTo>
                      <a:pt x="8" y="112"/>
                      <a:pt x="104" y="128"/>
                      <a:pt x="104" y="144"/>
                    </a:cubicBezTo>
                    <a:cubicBezTo>
                      <a:pt x="104" y="160"/>
                      <a:pt x="8" y="176"/>
                      <a:pt x="8" y="192"/>
                    </a:cubicBezTo>
                    <a:cubicBezTo>
                      <a:pt x="8" y="208"/>
                      <a:pt x="104" y="224"/>
                      <a:pt x="104" y="240"/>
                    </a:cubicBezTo>
                    <a:cubicBezTo>
                      <a:pt x="104" y="256"/>
                      <a:pt x="8" y="272"/>
                      <a:pt x="8" y="288"/>
                    </a:cubicBezTo>
                    <a:cubicBezTo>
                      <a:pt x="8" y="304"/>
                      <a:pt x="104" y="320"/>
                      <a:pt x="104" y="336"/>
                    </a:cubicBezTo>
                    <a:cubicBezTo>
                      <a:pt x="104" y="352"/>
                      <a:pt x="16" y="368"/>
                      <a:pt x="8" y="384"/>
                    </a:cubicBezTo>
                    <a:cubicBezTo>
                      <a:pt x="0" y="400"/>
                      <a:pt x="28" y="416"/>
                      <a:pt x="56" y="432"/>
                    </a:cubicBezTo>
                  </a:path>
                </a:pathLst>
              </a:custGeom>
              <a:noFill/>
              <a:ln w="222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39973" name="Line 8"/>
              <p:cNvSpPr/>
              <p:nvPr/>
            </p:nvSpPr>
            <p:spPr>
              <a:xfrm flipV="1">
                <a:off x="3312" y="384"/>
                <a:ext cx="0" cy="192"/>
              </a:xfrm>
              <a:prstGeom prst="line">
                <a:avLst/>
              </a:prstGeom>
              <a:ln w="22225" cap="flat" cmpd="sng">
                <a:solidFill>
                  <a:schemeClr val="tx1"/>
                </a:solidFill>
                <a:prstDash val="solid"/>
                <a:headEnd type="none" w="med" len="med"/>
                <a:tailEnd type="none" w="med" len="med"/>
              </a:ln>
            </p:spPr>
          </p:sp>
          <p:sp>
            <p:nvSpPr>
              <p:cNvPr id="39974" name="Line 9"/>
              <p:cNvSpPr/>
              <p:nvPr/>
            </p:nvSpPr>
            <p:spPr>
              <a:xfrm>
                <a:off x="3312" y="912"/>
                <a:ext cx="0" cy="192"/>
              </a:xfrm>
              <a:prstGeom prst="line">
                <a:avLst/>
              </a:prstGeom>
              <a:ln w="22225" cap="flat" cmpd="sng">
                <a:solidFill>
                  <a:schemeClr val="tx1"/>
                </a:solidFill>
                <a:prstDash val="solid"/>
                <a:headEnd type="none" w="med" len="med"/>
                <a:tailEnd type="none" w="med" len="med"/>
              </a:ln>
            </p:spPr>
          </p:sp>
        </p:grpSp>
        <p:grpSp>
          <p:nvGrpSpPr>
            <p:cNvPr id="39946" name="Group 10"/>
            <p:cNvGrpSpPr/>
            <p:nvPr/>
          </p:nvGrpSpPr>
          <p:grpSpPr>
            <a:xfrm>
              <a:off x="1624" y="2330"/>
              <a:ext cx="104" cy="720"/>
              <a:chOff x="3258" y="384"/>
              <a:chExt cx="104" cy="720"/>
            </a:xfrm>
          </p:grpSpPr>
          <p:sp>
            <p:nvSpPr>
              <p:cNvPr id="39969" name="Freeform 11"/>
              <p:cNvSpPr/>
              <p:nvPr/>
            </p:nvSpPr>
            <p:spPr>
              <a:xfrm>
                <a:off x="3258" y="570"/>
                <a:ext cx="104" cy="345"/>
              </a:xfrm>
              <a:custGeom>
                <a:avLst/>
                <a:gdLst/>
                <a:ahLst/>
                <a:cxnLst>
                  <a:cxn ang="0">
                    <a:pos x="52" y="0"/>
                  </a:cxn>
                  <a:cxn ang="0">
                    <a:pos x="97" y="38"/>
                  </a:cxn>
                  <a:cxn ang="0">
                    <a:pos x="7" y="77"/>
                  </a:cxn>
                  <a:cxn ang="0">
                    <a:pos x="97" y="115"/>
                  </a:cxn>
                  <a:cxn ang="0">
                    <a:pos x="7" y="153"/>
                  </a:cxn>
                  <a:cxn ang="0">
                    <a:pos x="97" y="192"/>
                  </a:cxn>
                  <a:cxn ang="0">
                    <a:pos x="7" y="230"/>
                  </a:cxn>
                  <a:cxn ang="0">
                    <a:pos x="97" y="268"/>
                  </a:cxn>
                  <a:cxn ang="0">
                    <a:pos x="7" y="307"/>
                  </a:cxn>
                  <a:cxn ang="0">
                    <a:pos x="52" y="345"/>
                  </a:cxn>
                </a:cxnLst>
                <a:rect l="0" t="0" r="0" b="0"/>
                <a:pathLst>
                  <a:path w="112" h="432">
                    <a:moveTo>
                      <a:pt x="56" y="0"/>
                    </a:moveTo>
                    <a:cubicBezTo>
                      <a:pt x="84" y="16"/>
                      <a:pt x="112" y="32"/>
                      <a:pt x="104" y="48"/>
                    </a:cubicBezTo>
                    <a:cubicBezTo>
                      <a:pt x="96" y="64"/>
                      <a:pt x="8" y="80"/>
                      <a:pt x="8" y="96"/>
                    </a:cubicBezTo>
                    <a:cubicBezTo>
                      <a:pt x="8" y="112"/>
                      <a:pt x="104" y="128"/>
                      <a:pt x="104" y="144"/>
                    </a:cubicBezTo>
                    <a:cubicBezTo>
                      <a:pt x="104" y="160"/>
                      <a:pt x="8" y="176"/>
                      <a:pt x="8" y="192"/>
                    </a:cubicBezTo>
                    <a:cubicBezTo>
                      <a:pt x="8" y="208"/>
                      <a:pt x="104" y="224"/>
                      <a:pt x="104" y="240"/>
                    </a:cubicBezTo>
                    <a:cubicBezTo>
                      <a:pt x="104" y="256"/>
                      <a:pt x="8" y="272"/>
                      <a:pt x="8" y="288"/>
                    </a:cubicBezTo>
                    <a:cubicBezTo>
                      <a:pt x="8" y="304"/>
                      <a:pt x="104" y="320"/>
                      <a:pt x="104" y="336"/>
                    </a:cubicBezTo>
                    <a:cubicBezTo>
                      <a:pt x="104" y="352"/>
                      <a:pt x="16" y="368"/>
                      <a:pt x="8" y="384"/>
                    </a:cubicBezTo>
                    <a:cubicBezTo>
                      <a:pt x="0" y="400"/>
                      <a:pt x="28" y="416"/>
                      <a:pt x="56" y="432"/>
                    </a:cubicBezTo>
                  </a:path>
                </a:pathLst>
              </a:custGeom>
              <a:noFill/>
              <a:ln w="222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39970" name="Line 12"/>
              <p:cNvSpPr/>
              <p:nvPr/>
            </p:nvSpPr>
            <p:spPr>
              <a:xfrm flipV="1">
                <a:off x="3312" y="384"/>
                <a:ext cx="0" cy="192"/>
              </a:xfrm>
              <a:prstGeom prst="line">
                <a:avLst/>
              </a:prstGeom>
              <a:ln w="22225" cap="flat" cmpd="sng">
                <a:solidFill>
                  <a:schemeClr val="tx1"/>
                </a:solidFill>
                <a:prstDash val="solid"/>
                <a:headEnd type="none" w="med" len="med"/>
                <a:tailEnd type="none" w="med" len="med"/>
              </a:ln>
            </p:spPr>
          </p:sp>
          <p:sp>
            <p:nvSpPr>
              <p:cNvPr id="39971" name="Line 13"/>
              <p:cNvSpPr/>
              <p:nvPr/>
            </p:nvSpPr>
            <p:spPr>
              <a:xfrm>
                <a:off x="3312" y="912"/>
                <a:ext cx="0" cy="192"/>
              </a:xfrm>
              <a:prstGeom prst="line">
                <a:avLst/>
              </a:prstGeom>
              <a:ln w="22225" cap="flat" cmpd="sng">
                <a:solidFill>
                  <a:schemeClr val="tx1"/>
                </a:solidFill>
                <a:prstDash val="solid"/>
                <a:headEnd type="none" w="med" len="med"/>
                <a:tailEnd type="none" w="med" len="med"/>
              </a:ln>
            </p:spPr>
          </p:sp>
        </p:grpSp>
        <p:sp>
          <p:nvSpPr>
            <p:cNvPr id="39947" name="Line 14"/>
            <p:cNvSpPr/>
            <p:nvPr/>
          </p:nvSpPr>
          <p:spPr>
            <a:xfrm flipH="1">
              <a:off x="1248" y="2330"/>
              <a:ext cx="432" cy="0"/>
            </a:xfrm>
            <a:prstGeom prst="line">
              <a:avLst/>
            </a:prstGeom>
            <a:ln w="22225" cap="flat" cmpd="sng">
              <a:solidFill>
                <a:schemeClr val="tx1"/>
              </a:solidFill>
              <a:prstDash val="solid"/>
              <a:headEnd type="none" w="med" len="med"/>
              <a:tailEnd type="none" w="med" len="med"/>
            </a:ln>
          </p:spPr>
        </p:sp>
        <p:sp>
          <p:nvSpPr>
            <p:cNvPr id="39948" name="Line 15"/>
            <p:cNvSpPr/>
            <p:nvPr/>
          </p:nvSpPr>
          <p:spPr>
            <a:xfrm flipV="1">
              <a:off x="1248" y="2090"/>
              <a:ext cx="0" cy="240"/>
            </a:xfrm>
            <a:prstGeom prst="line">
              <a:avLst/>
            </a:prstGeom>
            <a:ln w="22225" cap="flat" cmpd="sng">
              <a:solidFill>
                <a:schemeClr val="tx1"/>
              </a:solidFill>
              <a:prstDash val="solid"/>
              <a:headEnd type="none" w="med" len="med"/>
              <a:tailEnd type="none" w="med" len="med"/>
            </a:ln>
          </p:spPr>
        </p:sp>
        <p:sp>
          <p:nvSpPr>
            <p:cNvPr id="39949" name="Line 16"/>
            <p:cNvSpPr/>
            <p:nvPr/>
          </p:nvSpPr>
          <p:spPr>
            <a:xfrm>
              <a:off x="1152" y="2090"/>
              <a:ext cx="192" cy="0"/>
            </a:xfrm>
            <a:prstGeom prst="line">
              <a:avLst/>
            </a:prstGeom>
            <a:ln w="22225" cap="flat" cmpd="sng">
              <a:solidFill>
                <a:schemeClr val="tx1"/>
              </a:solidFill>
              <a:prstDash val="solid"/>
              <a:headEnd type="none" w="med" len="med"/>
              <a:tailEnd type="none" w="med" len="med"/>
            </a:ln>
          </p:spPr>
        </p:sp>
        <p:sp>
          <p:nvSpPr>
            <p:cNvPr id="39950" name="Line 17"/>
            <p:cNvSpPr/>
            <p:nvPr/>
          </p:nvSpPr>
          <p:spPr>
            <a:xfrm flipV="1">
              <a:off x="1152" y="1946"/>
              <a:ext cx="0" cy="144"/>
            </a:xfrm>
            <a:prstGeom prst="line">
              <a:avLst/>
            </a:prstGeom>
            <a:ln w="22225" cap="flat" cmpd="sng">
              <a:solidFill>
                <a:schemeClr val="tx1"/>
              </a:solidFill>
              <a:prstDash val="solid"/>
              <a:headEnd type="none" w="med" len="med"/>
              <a:tailEnd type="none" w="med" len="med"/>
            </a:ln>
          </p:spPr>
        </p:sp>
        <p:sp>
          <p:nvSpPr>
            <p:cNvPr id="39951" name="Line 18"/>
            <p:cNvSpPr/>
            <p:nvPr/>
          </p:nvSpPr>
          <p:spPr>
            <a:xfrm flipV="1">
              <a:off x="1344" y="1946"/>
              <a:ext cx="0" cy="144"/>
            </a:xfrm>
            <a:prstGeom prst="line">
              <a:avLst/>
            </a:prstGeom>
            <a:ln w="22225" cap="flat" cmpd="sng">
              <a:solidFill>
                <a:schemeClr val="tx1"/>
              </a:solidFill>
              <a:prstDash val="solid"/>
              <a:headEnd type="none" w="med" len="med"/>
              <a:tailEnd type="none" w="med" len="med"/>
            </a:ln>
          </p:spPr>
        </p:sp>
        <p:sp>
          <p:nvSpPr>
            <p:cNvPr id="39952" name="Line 19"/>
            <p:cNvSpPr/>
            <p:nvPr/>
          </p:nvSpPr>
          <p:spPr>
            <a:xfrm>
              <a:off x="1200" y="1994"/>
              <a:ext cx="96" cy="0"/>
            </a:xfrm>
            <a:prstGeom prst="line">
              <a:avLst/>
            </a:prstGeom>
            <a:ln w="38100" cap="flat" cmpd="sng">
              <a:solidFill>
                <a:schemeClr val="tx1"/>
              </a:solidFill>
              <a:prstDash val="solid"/>
              <a:headEnd type="none" w="med" len="med"/>
              <a:tailEnd type="none" w="med" len="med"/>
            </a:ln>
          </p:spPr>
        </p:sp>
        <p:sp>
          <p:nvSpPr>
            <p:cNvPr id="39953" name="Line 20"/>
            <p:cNvSpPr/>
            <p:nvPr/>
          </p:nvSpPr>
          <p:spPr>
            <a:xfrm flipV="1">
              <a:off x="1248" y="1610"/>
              <a:ext cx="0" cy="384"/>
            </a:xfrm>
            <a:prstGeom prst="line">
              <a:avLst/>
            </a:prstGeom>
            <a:ln w="22225" cap="flat" cmpd="sng">
              <a:solidFill>
                <a:schemeClr val="tx1"/>
              </a:solidFill>
              <a:prstDash val="solid"/>
              <a:headEnd type="none" w="med" len="med"/>
              <a:tailEnd type="none" w="med" len="med"/>
            </a:ln>
          </p:spPr>
        </p:sp>
        <p:sp>
          <p:nvSpPr>
            <p:cNvPr id="39954" name="Line 21"/>
            <p:cNvSpPr/>
            <p:nvPr/>
          </p:nvSpPr>
          <p:spPr>
            <a:xfrm>
              <a:off x="1248" y="1610"/>
              <a:ext cx="432" cy="0"/>
            </a:xfrm>
            <a:prstGeom prst="line">
              <a:avLst/>
            </a:prstGeom>
            <a:ln w="22225" cap="flat" cmpd="sng">
              <a:solidFill>
                <a:schemeClr val="tx1"/>
              </a:solidFill>
              <a:prstDash val="solid"/>
              <a:headEnd type="none" w="med" len="med"/>
              <a:tailEnd type="none" w="med" len="med"/>
            </a:ln>
          </p:spPr>
        </p:sp>
        <p:sp>
          <p:nvSpPr>
            <p:cNvPr id="39955" name="Line 22"/>
            <p:cNvSpPr/>
            <p:nvPr/>
          </p:nvSpPr>
          <p:spPr>
            <a:xfrm flipV="1">
              <a:off x="1680" y="1418"/>
              <a:ext cx="0" cy="192"/>
            </a:xfrm>
            <a:prstGeom prst="line">
              <a:avLst/>
            </a:prstGeom>
            <a:ln w="22225" cap="flat" cmpd="sng">
              <a:solidFill>
                <a:schemeClr val="tx1"/>
              </a:solidFill>
              <a:prstDash val="solid"/>
              <a:headEnd type="none" w="med" len="med"/>
              <a:tailEnd type="none" w="med" len="med"/>
            </a:ln>
          </p:spPr>
        </p:sp>
        <p:sp>
          <p:nvSpPr>
            <p:cNvPr id="39956" name="Line 23"/>
            <p:cNvSpPr/>
            <p:nvPr/>
          </p:nvSpPr>
          <p:spPr>
            <a:xfrm>
              <a:off x="1488" y="3050"/>
              <a:ext cx="384" cy="0"/>
            </a:xfrm>
            <a:prstGeom prst="line">
              <a:avLst/>
            </a:prstGeom>
            <a:ln w="22225" cap="flat" cmpd="sng">
              <a:solidFill>
                <a:schemeClr val="tx1"/>
              </a:solidFill>
              <a:prstDash val="solid"/>
              <a:headEnd type="none" w="med" len="med"/>
              <a:tailEnd type="none" w="med" len="med"/>
            </a:ln>
          </p:spPr>
        </p:sp>
        <p:sp>
          <p:nvSpPr>
            <p:cNvPr id="39957" name="Oval 24"/>
            <p:cNvSpPr/>
            <p:nvPr/>
          </p:nvSpPr>
          <p:spPr>
            <a:xfrm>
              <a:off x="1648" y="2306"/>
              <a:ext cx="48" cy="48"/>
            </a:xfrm>
            <a:prstGeom prst="ellipse">
              <a:avLst/>
            </a:prstGeom>
            <a:solidFill>
              <a:schemeClr val="tx1"/>
            </a:solidFill>
            <a:ln w="22225" cap="flat" cmpd="sng">
              <a:solidFill>
                <a:schemeClr val="tx1"/>
              </a:solidFill>
              <a:prstDash val="solid"/>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39958" name="Oval 25"/>
            <p:cNvSpPr/>
            <p:nvPr/>
          </p:nvSpPr>
          <p:spPr>
            <a:xfrm>
              <a:off x="1648" y="1580"/>
              <a:ext cx="48" cy="48"/>
            </a:xfrm>
            <a:prstGeom prst="ellipse">
              <a:avLst/>
            </a:prstGeom>
            <a:solidFill>
              <a:schemeClr val="tx1"/>
            </a:solidFill>
            <a:ln w="22225" cap="flat" cmpd="sng">
              <a:solidFill>
                <a:schemeClr val="tx1"/>
              </a:solidFill>
              <a:prstDash val="solid"/>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39959" name="Oval 26"/>
            <p:cNvSpPr/>
            <p:nvPr/>
          </p:nvSpPr>
          <p:spPr>
            <a:xfrm>
              <a:off x="1632" y="1322"/>
              <a:ext cx="96" cy="96"/>
            </a:xfrm>
            <a:prstGeom prst="ellipse">
              <a:avLst/>
            </a:prstGeom>
            <a:solidFill>
              <a:schemeClr val="bg1"/>
            </a:solidFill>
            <a:ln w="22225" cap="flat" cmpd="sng">
              <a:solidFill>
                <a:schemeClr val="tx1"/>
              </a:solidFill>
              <a:prstDash val="solid"/>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39960" name="Line 27"/>
            <p:cNvSpPr/>
            <p:nvPr/>
          </p:nvSpPr>
          <p:spPr>
            <a:xfrm>
              <a:off x="1728" y="1370"/>
              <a:ext cx="288" cy="0"/>
            </a:xfrm>
            <a:prstGeom prst="line">
              <a:avLst/>
            </a:prstGeom>
            <a:ln w="22225" cap="flat" cmpd="sng">
              <a:solidFill>
                <a:schemeClr val="tx1"/>
              </a:solidFill>
              <a:prstDash val="solid"/>
              <a:headEnd type="none" w="med" len="med"/>
              <a:tailEnd type="none" w="med" len="med"/>
            </a:ln>
          </p:spPr>
        </p:sp>
        <p:sp>
          <p:nvSpPr>
            <p:cNvPr id="39961" name="Line 28"/>
            <p:cNvSpPr/>
            <p:nvPr/>
          </p:nvSpPr>
          <p:spPr>
            <a:xfrm>
              <a:off x="1968" y="1370"/>
              <a:ext cx="0" cy="336"/>
            </a:xfrm>
            <a:prstGeom prst="line">
              <a:avLst/>
            </a:prstGeom>
            <a:ln w="22225" cap="flat" cmpd="sng">
              <a:solidFill>
                <a:schemeClr val="tx1"/>
              </a:solidFill>
              <a:prstDash val="solid"/>
              <a:headEnd type="none" w="med" len="med"/>
              <a:tailEnd type="triangle" w="med" len="med"/>
            </a:ln>
          </p:spPr>
        </p:sp>
        <p:sp>
          <p:nvSpPr>
            <p:cNvPr id="39962" name="Line 29"/>
            <p:cNvSpPr/>
            <p:nvPr/>
          </p:nvSpPr>
          <p:spPr>
            <a:xfrm>
              <a:off x="1680" y="2330"/>
              <a:ext cx="336" cy="0"/>
            </a:xfrm>
            <a:prstGeom prst="line">
              <a:avLst/>
            </a:prstGeom>
            <a:ln w="22225" cap="flat" cmpd="sng">
              <a:solidFill>
                <a:schemeClr val="tx1"/>
              </a:solidFill>
              <a:prstDash val="solid"/>
              <a:headEnd type="none" w="med" len="med"/>
              <a:tailEnd type="none" w="med" len="med"/>
            </a:ln>
          </p:spPr>
        </p:sp>
        <p:sp>
          <p:nvSpPr>
            <p:cNvPr id="39963" name="Line 30"/>
            <p:cNvSpPr/>
            <p:nvPr/>
          </p:nvSpPr>
          <p:spPr>
            <a:xfrm>
              <a:off x="1968" y="2330"/>
              <a:ext cx="0" cy="336"/>
            </a:xfrm>
            <a:prstGeom prst="line">
              <a:avLst/>
            </a:prstGeom>
            <a:ln w="22225" cap="flat" cmpd="sng">
              <a:solidFill>
                <a:schemeClr val="tx1"/>
              </a:solidFill>
              <a:prstDash val="solid"/>
              <a:headEnd type="none" w="med" len="med"/>
              <a:tailEnd type="triangle" w="med" len="med"/>
            </a:ln>
          </p:spPr>
        </p:sp>
        <p:sp>
          <p:nvSpPr>
            <p:cNvPr id="39964" name="Text Box 31"/>
            <p:cNvSpPr txBox="1"/>
            <p:nvPr/>
          </p:nvSpPr>
          <p:spPr>
            <a:xfrm>
              <a:off x="1954" y="2330"/>
              <a:ext cx="446" cy="288"/>
            </a:xfrm>
            <a:prstGeom prst="rect">
              <a:avLst/>
            </a:prstGeom>
            <a:noFill/>
            <a:ln w="22225">
              <a:noFill/>
            </a:ln>
          </p:spPr>
          <p:txBody>
            <a:bodyPr wrap="none">
              <a:spAutoFit/>
            </a:bodyPr>
            <a:lstStyle/>
            <a:p>
              <a:r>
                <a:rPr lang="en-US" altLang="zh-CN" sz="2400" i="1" dirty="0">
                  <a:latin typeface="Times New Roman" panose="02020603050405020304" pitchFamily="18" charset="0"/>
                </a:rPr>
                <a:t>x</a:t>
              </a:r>
              <a:r>
                <a:rPr lang="en-US" altLang="zh-CN" sz="2400" i="1" baseline="-18000" dirty="0">
                  <a:latin typeface="Times New Roman" panose="02020603050405020304" pitchFamily="18" charset="0"/>
                </a:rPr>
                <a:t>o</a:t>
              </a:r>
              <a:r>
                <a:rPr lang="en-US" altLang="zh-CN" sz="2400" dirty="0">
                  <a:latin typeface="Times New Roman" panose="02020603050405020304" pitchFamily="18" charset="0"/>
                </a:rPr>
                <a:t>(</a:t>
              </a:r>
              <a:r>
                <a:rPr lang="en-US" altLang="zh-CN" sz="2400" i="1" dirty="0">
                  <a:latin typeface="Times New Roman" panose="02020603050405020304" pitchFamily="18" charset="0"/>
                </a:rPr>
                <a:t>t</a:t>
              </a:r>
              <a:r>
                <a:rPr lang="en-US" altLang="zh-CN" sz="2400" dirty="0">
                  <a:latin typeface="Times New Roman" panose="02020603050405020304" pitchFamily="18" charset="0"/>
                </a:rPr>
                <a:t>)</a:t>
              </a:r>
            </a:p>
          </p:txBody>
        </p:sp>
        <p:sp>
          <p:nvSpPr>
            <p:cNvPr id="39965" name="Text Box 32"/>
            <p:cNvSpPr txBox="1"/>
            <p:nvPr/>
          </p:nvSpPr>
          <p:spPr>
            <a:xfrm>
              <a:off x="1954" y="1370"/>
              <a:ext cx="418" cy="288"/>
            </a:xfrm>
            <a:prstGeom prst="rect">
              <a:avLst/>
            </a:prstGeom>
            <a:noFill/>
            <a:ln w="22225">
              <a:noFill/>
            </a:ln>
          </p:spPr>
          <p:txBody>
            <a:bodyPr wrap="none">
              <a:spAutoFit/>
            </a:bodyPr>
            <a:lstStyle/>
            <a:p>
              <a:r>
                <a:rPr lang="en-US" altLang="zh-CN" sz="2400" i="1" dirty="0">
                  <a:latin typeface="Times New Roman" panose="02020603050405020304" pitchFamily="18" charset="0"/>
                </a:rPr>
                <a:t>x</a:t>
              </a:r>
              <a:r>
                <a:rPr lang="en-US" altLang="zh-CN" sz="2400" i="1" baseline="-18000" dirty="0">
                  <a:latin typeface="Times New Roman" panose="02020603050405020304" pitchFamily="18" charset="0"/>
                </a:rPr>
                <a:t>i</a:t>
              </a:r>
              <a:r>
                <a:rPr lang="en-US" altLang="zh-CN" sz="2400" dirty="0">
                  <a:latin typeface="Times New Roman" panose="02020603050405020304" pitchFamily="18" charset="0"/>
                </a:rPr>
                <a:t>(</a:t>
              </a:r>
              <a:r>
                <a:rPr lang="en-US" altLang="zh-CN" sz="2400" i="1" dirty="0">
                  <a:latin typeface="Times New Roman" panose="02020603050405020304" pitchFamily="18" charset="0"/>
                </a:rPr>
                <a:t>t</a:t>
              </a:r>
              <a:r>
                <a:rPr lang="en-US" altLang="zh-CN" sz="2400" dirty="0">
                  <a:latin typeface="Times New Roman" panose="02020603050405020304" pitchFamily="18" charset="0"/>
                </a:rPr>
                <a:t>)</a:t>
              </a:r>
            </a:p>
          </p:txBody>
        </p:sp>
        <p:sp>
          <p:nvSpPr>
            <p:cNvPr id="39966" name="Text Box 33"/>
            <p:cNvSpPr txBox="1"/>
            <p:nvPr/>
          </p:nvSpPr>
          <p:spPr>
            <a:xfrm>
              <a:off x="1708" y="1802"/>
              <a:ext cx="308" cy="288"/>
            </a:xfrm>
            <a:prstGeom prst="rect">
              <a:avLst/>
            </a:prstGeom>
            <a:noFill/>
            <a:ln w="22225">
              <a:noFill/>
            </a:ln>
          </p:spPr>
          <p:txBody>
            <a:bodyPr wrap="none">
              <a:spAutoFit/>
            </a:bodyPr>
            <a:lstStyle/>
            <a:p>
              <a:r>
                <a:rPr lang="en-US" altLang="zh-CN" sz="2400" i="1" dirty="0">
                  <a:latin typeface="Times New Roman" panose="02020603050405020304" pitchFamily="18" charset="0"/>
                </a:rPr>
                <a:t>K</a:t>
              </a:r>
              <a:r>
                <a:rPr lang="en-US" altLang="zh-CN" sz="2400" baseline="-18000" dirty="0">
                  <a:latin typeface="Times New Roman" panose="02020603050405020304" pitchFamily="18" charset="0"/>
                </a:rPr>
                <a:t>1</a:t>
              </a:r>
            </a:p>
          </p:txBody>
        </p:sp>
        <p:sp>
          <p:nvSpPr>
            <p:cNvPr id="39967" name="Text Box 34"/>
            <p:cNvSpPr txBox="1"/>
            <p:nvPr/>
          </p:nvSpPr>
          <p:spPr>
            <a:xfrm>
              <a:off x="1344" y="2522"/>
              <a:ext cx="308" cy="288"/>
            </a:xfrm>
            <a:prstGeom prst="rect">
              <a:avLst/>
            </a:prstGeom>
            <a:noFill/>
            <a:ln w="22225">
              <a:noFill/>
            </a:ln>
          </p:spPr>
          <p:txBody>
            <a:bodyPr wrap="none">
              <a:spAutoFit/>
            </a:bodyPr>
            <a:lstStyle/>
            <a:p>
              <a:r>
                <a:rPr lang="en-US" altLang="zh-CN" sz="2400" i="1" dirty="0">
                  <a:latin typeface="Times New Roman" panose="02020603050405020304" pitchFamily="18" charset="0"/>
                </a:rPr>
                <a:t>K</a:t>
              </a:r>
              <a:r>
                <a:rPr lang="en-US" altLang="zh-CN" sz="2400" baseline="-18000" dirty="0">
                  <a:latin typeface="Times New Roman" panose="02020603050405020304" pitchFamily="18" charset="0"/>
                </a:rPr>
                <a:t>2</a:t>
              </a:r>
            </a:p>
          </p:txBody>
        </p:sp>
        <p:sp>
          <p:nvSpPr>
            <p:cNvPr id="39968" name="Text Box 35"/>
            <p:cNvSpPr txBox="1"/>
            <p:nvPr/>
          </p:nvSpPr>
          <p:spPr>
            <a:xfrm>
              <a:off x="864" y="1850"/>
              <a:ext cx="308" cy="288"/>
            </a:xfrm>
            <a:prstGeom prst="rect">
              <a:avLst/>
            </a:prstGeom>
            <a:noFill/>
            <a:ln w="22225">
              <a:noFill/>
            </a:ln>
          </p:spPr>
          <p:txBody>
            <a:bodyPr wrap="none">
              <a:spAutoFit/>
            </a:bodyPr>
            <a:lstStyle/>
            <a:p>
              <a:r>
                <a:rPr lang="en-US" altLang="zh-CN" sz="2400" i="1" dirty="0">
                  <a:latin typeface="Times New Roman" panose="02020603050405020304" pitchFamily="18" charset="0"/>
                </a:rPr>
                <a:t>C</a:t>
              </a:r>
              <a:r>
                <a:rPr lang="en-US" altLang="zh-CN" sz="2400" baseline="-18000" dirty="0">
                  <a:latin typeface="Times New Roman" panose="02020603050405020304" pitchFamily="18" charset="0"/>
                </a:rPr>
                <a:t>1</a:t>
              </a:r>
            </a:p>
          </p:txBody>
        </p:sp>
      </p:grpSp>
      <p:graphicFrame>
        <p:nvGraphicFramePr>
          <p:cNvPr id="14372" name="Object 2"/>
          <p:cNvGraphicFramePr>
            <a:graphicFrameLocks noChangeAspect="1"/>
          </p:cNvGraphicFramePr>
          <p:nvPr/>
        </p:nvGraphicFramePr>
        <p:xfrm>
          <a:off x="4576763" y="5275263"/>
          <a:ext cx="1019175" cy="839787"/>
        </p:xfrm>
        <a:graphic>
          <a:graphicData uri="http://schemas.openxmlformats.org/presentationml/2006/ole">
            <mc:AlternateContent xmlns:mc="http://schemas.openxmlformats.org/markup-compatibility/2006">
              <mc:Choice xmlns:v="urn:schemas-microsoft-com:vml" Requires="v">
                <p:oleObj r:id="rId4" imgW="546100" imgH="444500" progId="Equation.3">
                  <p:embed/>
                </p:oleObj>
              </mc:Choice>
              <mc:Fallback>
                <p:oleObj r:id="rId4" imgW="546100" imgH="444500" progId="Equation.3">
                  <p:embed/>
                  <p:pic>
                    <p:nvPicPr>
                      <p:cNvPr id="0" name="图片 3119"/>
                      <p:cNvPicPr/>
                      <p:nvPr/>
                    </p:nvPicPr>
                    <p:blipFill>
                      <a:blip r:embed="rId5"/>
                      <a:stretch>
                        <a:fillRect/>
                      </a:stretch>
                    </p:blipFill>
                    <p:spPr>
                      <a:xfrm>
                        <a:off x="4576763" y="5275263"/>
                        <a:ext cx="1019175" cy="839787"/>
                      </a:xfrm>
                      <a:prstGeom prst="rect">
                        <a:avLst/>
                      </a:prstGeom>
                      <a:noFill/>
                      <a:ln w="38100">
                        <a:noFill/>
                        <a:miter/>
                      </a:ln>
                    </p:spPr>
                  </p:pic>
                </p:oleObj>
              </mc:Fallback>
            </mc:AlternateContent>
          </a:graphicData>
        </a:graphic>
      </p:graphicFrame>
      <p:graphicFrame>
        <p:nvGraphicFramePr>
          <p:cNvPr id="14373" name="Object 3"/>
          <p:cNvGraphicFramePr>
            <a:graphicFrameLocks noChangeAspect="1"/>
          </p:cNvGraphicFramePr>
          <p:nvPr/>
        </p:nvGraphicFramePr>
        <p:xfrm>
          <a:off x="4576763" y="4360863"/>
          <a:ext cx="2057400" cy="839787"/>
        </p:xfrm>
        <a:graphic>
          <a:graphicData uri="http://schemas.openxmlformats.org/presentationml/2006/ole">
            <mc:AlternateContent xmlns:mc="http://schemas.openxmlformats.org/markup-compatibility/2006">
              <mc:Choice xmlns:v="urn:schemas-microsoft-com:vml" Requires="v">
                <p:oleObj r:id="rId6" imgW="1091565" imgH="444500" progId="Equation.3">
                  <p:embed/>
                </p:oleObj>
              </mc:Choice>
              <mc:Fallback>
                <p:oleObj r:id="rId6" imgW="1091565" imgH="444500" progId="Equation.3">
                  <p:embed/>
                  <p:pic>
                    <p:nvPicPr>
                      <p:cNvPr id="0" name="图片 3120"/>
                      <p:cNvPicPr/>
                      <p:nvPr/>
                    </p:nvPicPr>
                    <p:blipFill>
                      <a:blip r:embed="rId7"/>
                      <a:stretch>
                        <a:fillRect/>
                      </a:stretch>
                    </p:blipFill>
                    <p:spPr>
                      <a:xfrm>
                        <a:off x="4576763" y="4360863"/>
                        <a:ext cx="2057400" cy="839787"/>
                      </a:xfrm>
                      <a:prstGeom prst="rect">
                        <a:avLst/>
                      </a:prstGeom>
                      <a:noFill/>
                      <a:ln w="38100">
                        <a:noFill/>
                        <a:miter/>
                      </a:ln>
                    </p:spPr>
                  </p:pic>
                </p:oleObj>
              </mc:Fallback>
            </mc:AlternateContent>
          </a:graphicData>
        </a:graphic>
      </p:graphicFrame>
      <p:graphicFrame>
        <p:nvGraphicFramePr>
          <p:cNvPr id="14374" name="Object 4"/>
          <p:cNvGraphicFramePr>
            <a:graphicFrameLocks noChangeAspect="1"/>
          </p:cNvGraphicFramePr>
          <p:nvPr/>
        </p:nvGraphicFramePr>
        <p:xfrm>
          <a:off x="4500563" y="3141663"/>
          <a:ext cx="3478212" cy="1265237"/>
        </p:xfrm>
        <a:graphic>
          <a:graphicData uri="http://schemas.openxmlformats.org/presentationml/2006/ole">
            <mc:AlternateContent xmlns:mc="http://schemas.openxmlformats.org/markup-compatibility/2006">
              <mc:Choice xmlns:v="urn:schemas-microsoft-com:vml" Requires="v">
                <p:oleObj r:id="rId8" imgW="1714500" imgH="622300" progId="Equation.3">
                  <p:embed/>
                </p:oleObj>
              </mc:Choice>
              <mc:Fallback>
                <p:oleObj r:id="rId8" imgW="1714500" imgH="622300" progId="Equation.3">
                  <p:embed/>
                  <p:pic>
                    <p:nvPicPr>
                      <p:cNvPr id="0" name="图片 3122"/>
                      <p:cNvPicPr/>
                      <p:nvPr/>
                    </p:nvPicPr>
                    <p:blipFill>
                      <a:blip r:embed="rId9"/>
                      <a:stretch>
                        <a:fillRect/>
                      </a:stretch>
                    </p:blipFill>
                    <p:spPr>
                      <a:xfrm>
                        <a:off x="4500563" y="3141663"/>
                        <a:ext cx="3478212" cy="1265237"/>
                      </a:xfrm>
                      <a:prstGeom prst="rect">
                        <a:avLst/>
                      </a:prstGeom>
                      <a:noFill/>
                      <a:ln w="38100">
                        <a:noFill/>
                        <a:miter/>
                      </a:ln>
                    </p:spPr>
                  </p:pic>
                </p:oleObj>
              </mc:Fallback>
            </mc:AlternateContent>
          </a:graphicData>
        </a:graphic>
      </p:graphicFrame>
      <p:sp>
        <p:nvSpPr>
          <p:cNvPr id="39943" name="Rectangle 39"/>
          <p:cNvSpPr/>
          <p:nvPr/>
        </p:nvSpPr>
        <p:spPr>
          <a:xfrm>
            <a:off x="755650" y="908050"/>
            <a:ext cx="8027988" cy="946150"/>
          </a:xfrm>
          <a:prstGeom prst="rect">
            <a:avLst/>
          </a:prstGeom>
          <a:noFill/>
          <a:ln w="9525">
            <a:noFill/>
          </a:ln>
        </p:spPr>
        <p:txBody>
          <a:bodyPr>
            <a:spAutoFit/>
          </a:bodyPr>
          <a:lstStyle/>
          <a:p>
            <a:r>
              <a:rPr lang="zh-CN" altLang="en-US" sz="2800" dirty="0">
                <a:latin typeface="Arial" panose="020B0604020202020204" pitchFamily="34" charset="0"/>
              </a:rPr>
              <a:t>一般取</a:t>
            </a:r>
            <a:r>
              <a:rPr lang="zh-CN" altLang="en-US" sz="2800" i="1" dirty="0">
                <a:latin typeface="Arial" panose="020B0604020202020204" pitchFamily="34" charset="0"/>
                <a:sym typeface="Symbol" panose="05050102010706020507" pitchFamily="18" charset="2"/>
              </a:rPr>
              <a:t></a:t>
            </a:r>
            <a:r>
              <a:rPr lang="en-US" altLang="zh-CN" sz="2800" i="1" baseline="-25000" dirty="0">
                <a:latin typeface="Arial" panose="020B0604020202020204" pitchFamily="34" charset="0"/>
              </a:rPr>
              <a:t>i </a:t>
            </a:r>
            <a:r>
              <a:rPr lang="en-US" altLang="zh-CN" sz="2800" dirty="0">
                <a:latin typeface="Arial" panose="020B0604020202020204" pitchFamily="34" charset="0"/>
                <a:sym typeface="Symbol" panose="05050102010706020507" pitchFamily="18" charset="2"/>
              </a:rPr>
              <a:t></a:t>
            </a:r>
            <a:r>
              <a:rPr lang="en-US" altLang="zh-CN" sz="2800" dirty="0">
                <a:latin typeface="Arial" panose="020B0604020202020204" pitchFamily="34" charset="0"/>
              </a:rPr>
              <a:t> 20</a:t>
            </a:r>
            <a:r>
              <a:rPr lang="zh-CN" altLang="en-US" sz="2800" dirty="0">
                <a:latin typeface="Arial" panose="020B0604020202020204" pitchFamily="34" charset="0"/>
              </a:rPr>
              <a:t>。该阻容网络只能近似地实现</a:t>
            </a:r>
            <a:r>
              <a:rPr lang="en-US" altLang="zh-CN" sz="2800" dirty="0">
                <a:latin typeface="Arial" panose="020B0604020202020204" pitchFamily="34" charset="0"/>
              </a:rPr>
              <a:t>PD</a:t>
            </a:r>
            <a:r>
              <a:rPr lang="zh-CN" altLang="en-US" sz="2800" dirty="0">
                <a:latin typeface="Arial" panose="020B0604020202020204" pitchFamily="34" charset="0"/>
              </a:rPr>
              <a:t>控制。该网络通常也被称为</a:t>
            </a:r>
            <a:r>
              <a:rPr lang="zh-CN" altLang="en-US" sz="2800" dirty="0">
                <a:solidFill>
                  <a:srgbClr val="FF0000"/>
                </a:solidFill>
                <a:latin typeface="Arial" panose="020B0604020202020204" pitchFamily="34" charset="0"/>
              </a:rPr>
              <a:t>实用微分校正电路</a:t>
            </a:r>
            <a:r>
              <a:rPr lang="zh-CN" altLang="en-US" sz="2800" dirty="0">
                <a:latin typeface="Arial" panose="020B0604020202020204" pitchFamily="34"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4339"/>
                                        </p:tgtEl>
                                        <p:attrNameLst>
                                          <p:attrName>style.visibility</p:attrName>
                                        </p:attrNameLst>
                                      </p:cBhvr>
                                      <p:to>
                                        <p:strVal val="visible"/>
                                      </p:to>
                                    </p:set>
                                    <p:animEffect transition="in" filter="blinds(horizontal)">
                                      <p:cBhvr>
                                        <p:cTn id="7" dur="500"/>
                                        <p:tgtEl>
                                          <p:spTgt spid="14339"/>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additive="base">
                                        <p:cTn id="12" dur="500" fill="hold"/>
                                        <p:tgtEl>
                                          <p:spTgt spid="2"/>
                                        </p:tgtEl>
                                        <p:attrNameLst>
                                          <p:attrName>ppt_x</p:attrName>
                                        </p:attrNameLst>
                                      </p:cBhvr>
                                      <p:tavLst>
                                        <p:tav tm="0">
                                          <p:val>
                                            <p:strVal val="#ppt_x"/>
                                          </p:val>
                                        </p:tav>
                                        <p:tav tm="100000">
                                          <p:val>
                                            <p:strVal val="#ppt_x"/>
                                          </p:val>
                                        </p:tav>
                                      </p:tavLst>
                                    </p:anim>
                                    <p:anim calcmode="lin" valueType="num">
                                      <p:cBhvr additive="base">
                                        <p:cTn id="13"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14374"/>
                                        </p:tgtEl>
                                        <p:attrNameLst>
                                          <p:attrName>style.visibility</p:attrName>
                                        </p:attrNameLst>
                                      </p:cBhvr>
                                      <p:to>
                                        <p:strVal val="visible"/>
                                      </p:to>
                                    </p:set>
                                    <p:anim calcmode="lin" valueType="num">
                                      <p:cBhvr additive="base">
                                        <p:cTn id="18" dur="500" fill="hold"/>
                                        <p:tgtEl>
                                          <p:spTgt spid="14374"/>
                                        </p:tgtEl>
                                        <p:attrNameLst>
                                          <p:attrName>ppt_x</p:attrName>
                                        </p:attrNameLst>
                                      </p:cBhvr>
                                      <p:tavLst>
                                        <p:tav tm="0">
                                          <p:val>
                                            <p:strVal val="#ppt_x"/>
                                          </p:val>
                                        </p:tav>
                                        <p:tav tm="100000">
                                          <p:val>
                                            <p:strVal val="#ppt_x"/>
                                          </p:val>
                                        </p:tav>
                                      </p:tavLst>
                                    </p:anim>
                                    <p:anim calcmode="lin" valueType="num">
                                      <p:cBhvr additive="base">
                                        <p:cTn id="19" dur="500" fill="hold"/>
                                        <p:tgtEl>
                                          <p:spTgt spid="14374"/>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14373"/>
                                        </p:tgtEl>
                                        <p:attrNameLst>
                                          <p:attrName>style.visibility</p:attrName>
                                        </p:attrNameLst>
                                      </p:cBhvr>
                                      <p:to>
                                        <p:strVal val="visible"/>
                                      </p:to>
                                    </p:set>
                                    <p:anim calcmode="lin" valueType="num">
                                      <p:cBhvr additive="base">
                                        <p:cTn id="24" dur="500" fill="hold"/>
                                        <p:tgtEl>
                                          <p:spTgt spid="14373"/>
                                        </p:tgtEl>
                                        <p:attrNameLst>
                                          <p:attrName>ppt_x</p:attrName>
                                        </p:attrNameLst>
                                      </p:cBhvr>
                                      <p:tavLst>
                                        <p:tav tm="0">
                                          <p:val>
                                            <p:strVal val="#ppt_x"/>
                                          </p:val>
                                        </p:tav>
                                        <p:tav tm="100000">
                                          <p:val>
                                            <p:strVal val="#ppt_x"/>
                                          </p:val>
                                        </p:tav>
                                      </p:tavLst>
                                    </p:anim>
                                    <p:anim calcmode="lin" valueType="num">
                                      <p:cBhvr additive="base">
                                        <p:cTn id="25" dur="500" fill="hold"/>
                                        <p:tgtEl>
                                          <p:spTgt spid="14373"/>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14372"/>
                                        </p:tgtEl>
                                        <p:attrNameLst>
                                          <p:attrName>style.visibility</p:attrName>
                                        </p:attrNameLst>
                                      </p:cBhvr>
                                      <p:to>
                                        <p:strVal val="visible"/>
                                      </p:to>
                                    </p:set>
                                    <p:anim calcmode="lin" valueType="num">
                                      <p:cBhvr additive="base">
                                        <p:cTn id="30" dur="500" fill="hold"/>
                                        <p:tgtEl>
                                          <p:spTgt spid="14372"/>
                                        </p:tgtEl>
                                        <p:attrNameLst>
                                          <p:attrName>ppt_x</p:attrName>
                                        </p:attrNameLst>
                                      </p:cBhvr>
                                      <p:tavLst>
                                        <p:tav tm="0">
                                          <p:val>
                                            <p:strVal val="#ppt_x"/>
                                          </p:val>
                                        </p:tav>
                                        <p:tav tm="100000">
                                          <p:val>
                                            <p:strVal val="#ppt_x"/>
                                          </p:val>
                                        </p:tav>
                                      </p:tavLst>
                                    </p:anim>
                                    <p:anim calcmode="lin" valueType="num">
                                      <p:cBhvr additive="base">
                                        <p:cTn id="31" dur="500" fill="hold"/>
                                        <p:tgtEl>
                                          <p:spTgt spid="1437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9" grpId="0"/>
    </p:bldLst>
  </p:timing>
</p:sld>
</file>

<file path=ppt/theme/theme1.xml><?xml version="1.0" encoding="utf-8"?>
<a:theme xmlns:a="http://schemas.openxmlformats.org/drawingml/2006/main" name="Edge">
  <a:themeElements>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fontScheme name="Edge">
      <a:majorFont>
        <a:latin typeface="Garamond"/>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Edge 1">
        <a:dk1>
          <a:srgbClr val="333333"/>
        </a:dk1>
        <a:lt1>
          <a:srgbClr val="FFFFFF"/>
        </a:lt1>
        <a:dk2>
          <a:srgbClr val="820000"/>
        </a:dk2>
        <a:lt2>
          <a:srgbClr val="FFFFFF"/>
        </a:lt2>
        <a:accent1>
          <a:srgbClr val="FF9900"/>
        </a:accent1>
        <a:accent2>
          <a:srgbClr val="CC3300"/>
        </a:accent2>
        <a:accent3>
          <a:srgbClr val="C1AAAA"/>
        </a:accent3>
        <a:accent4>
          <a:srgbClr val="DADADA"/>
        </a:accent4>
        <a:accent5>
          <a:srgbClr val="FFCAAA"/>
        </a:accent5>
        <a:accent6>
          <a:srgbClr val="B92D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2">
        <a:dk1>
          <a:srgbClr val="333333"/>
        </a:dk1>
        <a:lt1>
          <a:srgbClr val="CCCCFF"/>
        </a:lt1>
        <a:dk2>
          <a:srgbClr val="0B0506"/>
        </a:dk2>
        <a:lt2>
          <a:srgbClr val="FFFFFF"/>
        </a:lt2>
        <a:accent1>
          <a:srgbClr val="3366CC"/>
        </a:accent1>
        <a:accent2>
          <a:srgbClr val="3333CC"/>
        </a:accent2>
        <a:accent3>
          <a:srgbClr val="AAAAAA"/>
        </a:accent3>
        <a:accent4>
          <a:srgbClr val="AEAEDA"/>
        </a:accent4>
        <a:accent5>
          <a:srgbClr val="ADB8E2"/>
        </a:accent5>
        <a:accent6>
          <a:srgbClr val="2D2DB9"/>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4">
        <a:dk1>
          <a:srgbClr val="11054B"/>
        </a:dk1>
        <a:lt1>
          <a:srgbClr val="FFFFFF"/>
        </a:lt1>
        <a:dk2>
          <a:srgbClr val="0000CC"/>
        </a:dk2>
        <a:lt2>
          <a:srgbClr val="FFFFFF"/>
        </a:lt2>
        <a:accent1>
          <a:srgbClr val="FF6600"/>
        </a:accent1>
        <a:accent2>
          <a:srgbClr val="FF3300"/>
        </a:accent2>
        <a:accent3>
          <a:srgbClr val="AAAAE2"/>
        </a:accent3>
        <a:accent4>
          <a:srgbClr val="DADADA"/>
        </a:accent4>
        <a:accent5>
          <a:srgbClr val="FFB8AA"/>
        </a:accent5>
        <a:accent6>
          <a:srgbClr val="E72D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Edge 5">
        <a:dk1>
          <a:srgbClr val="9B8D65"/>
        </a:dk1>
        <a:lt1>
          <a:srgbClr val="F8F8F8"/>
        </a:lt1>
        <a:dk2>
          <a:srgbClr val="002600"/>
        </a:dk2>
        <a:lt2>
          <a:srgbClr val="FAFACC"/>
        </a:lt2>
        <a:accent1>
          <a:srgbClr val="CC9933"/>
        </a:accent1>
        <a:accent2>
          <a:srgbClr val="8F9967"/>
        </a:accent2>
        <a:accent3>
          <a:srgbClr val="AAACAA"/>
        </a:accent3>
        <a:accent4>
          <a:srgbClr val="D4D4D4"/>
        </a:accent4>
        <a:accent5>
          <a:srgbClr val="E2CAAD"/>
        </a:accent5>
        <a:accent6>
          <a:srgbClr val="818A5D"/>
        </a:accent6>
        <a:hlink>
          <a:srgbClr val="336600"/>
        </a:hlink>
        <a:folHlink>
          <a:srgbClr val="808000"/>
        </a:folHlink>
      </a:clrScheme>
      <a:clrMap bg1="dk2" tx1="lt1" bg2="dk1" tx2="lt2" accent1="accent1" accent2="accent2" accent3="accent3" accent4="accent4" accent5="accent5" accent6="accent6" hlink="hlink" folHlink="folHlink"/>
    </a:extraClrScheme>
    <a:extraClrScheme>
      <a:clrScheme name="Edge 6">
        <a:dk1>
          <a:srgbClr val="333333"/>
        </a:dk1>
        <a:lt1>
          <a:srgbClr val="FFFFFF"/>
        </a:lt1>
        <a:dk2>
          <a:srgbClr val="006699"/>
        </a:dk2>
        <a:lt2>
          <a:srgbClr val="FFFFFF"/>
        </a:lt2>
        <a:accent1>
          <a:srgbClr val="CC9900"/>
        </a:accent1>
        <a:accent2>
          <a:srgbClr val="FF9900"/>
        </a:accent2>
        <a:accent3>
          <a:srgbClr val="AAB8CA"/>
        </a:accent3>
        <a:accent4>
          <a:srgbClr val="DADADA"/>
        </a:accent4>
        <a:accent5>
          <a:srgbClr val="E2CAAA"/>
        </a:accent5>
        <a:accent6>
          <a:srgbClr val="E78A00"/>
        </a:accent6>
        <a:hlink>
          <a:srgbClr val="FFCC00"/>
        </a:hlink>
        <a:folHlink>
          <a:srgbClr val="706F37"/>
        </a:folHlink>
      </a:clrScheme>
      <a:clrMap bg1="dk2" tx1="lt1" bg2="dk1" tx2="lt2" accent1="accent1" accent2="accent2" accent3="accent3" accent4="accent4" accent5="accent5" accent6="accent6" hlink="hlink" folHlink="folHlink"/>
    </a:extraClrScheme>
    <a:extraClrScheme>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Edge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Edge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Edge</Template>
  <TotalTime>288</TotalTime>
  <Words>2336</Words>
  <Application>Microsoft Office PowerPoint</Application>
  <PresentationFormat>全屏显示(4:3)</PresentationFormat>
  <Paragraphs>404</Paragraphs>
  <Slides>38</Slides>
  <Notes>37</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3</vt:i4>
      </vt:variant>
      <vt:variant>
        <vt:lpstr>幻灯片标题</vt:lpstr>
      </vt:variant>
      <vt:variant>
        <vt:i4>38</vt:i4>
      </vt:variant>
    </vt:vector>
  </HeadingPairs>
  <TitlesOfParts>
    <vt:vector size="52" baseType="lpstr">
      <vt:lpstr>楷体_GB2312</vt:lpstr>
      <vt:lpstr>宋体</vt:lpstr>
      <vt:lpstr>Arial</vt:lpstr>
      <vt:lpstr>Arial Black</vt:lpstr>
      <vt:lpstr>Calibri</vt:lpstr>
      <vt:lpstr>Cambria Math</vt:lpstr>
      <vt:lpstr>Garamond</vt:lpstr>
      <vt:lpstr>Symbol</vt:lpstr>
      <vt:lpstr>Times New Roman</vt:lpstr>
      <vt:lpstr>Wingdings</vt:lpstr>
      <vt:lpstr>Edge</vt:lpstr>
      <vt:lpstr>Equation.3</vt:lpstr>
      <vt:lpstr>Equation.DSMT4</vt:lpstr>
      <vt:lpstr>公式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微软中国</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微软用户</dc:creator>
  <cp:lastModifiedBy>AIMIN FANG</cp:lastModifiedBy>
  <cp:revision>80</cp:revision>
  <dcterms:created xsi:type="dcterms:W3CDTF">2011-07-29T02:06:31Z</dcterms:created>
  <dcterms:modified xsi:type="dcterms:W3CDTF">2025-10-26T02:44:24Z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2052-11.8.6.9023</vt:lpwstr>
  </property>
</Properties>
</file>