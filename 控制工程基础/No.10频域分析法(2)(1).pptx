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74" r:id="rId2"/>
  </p:sldMasterIdLst>
  <p:notesMasterIdLst>
    <p:notesMasterId r:id="rId67"/>
  </p:notesMasterIdLst>
  <p:handoutMasterIdLst>
    <p:handoutMasterId r:id="rId68"/>
  </p:handoutMasterIdLst>
  <p:sldIdLst>
    <p:sldId id="483" r:id="rId3"/>
    <p:sldId id="592" r:id="rId4"/>
    <p:sldId id="547" r:id="rId5"/>
    <p:sldId id="610" r:id="rId6"/>
    <p:sldId id="548" r:id="rId7"/>
    <p:sldId id="549" r:id="rId8"/>
    <p:sldId id="550" r:id="rId9"/>
    <p:sldId id="551" r:id="rId10"/>
    <p:sldId id="552" r:id="rId11"/>
    <p:sldId id="611" r:id="rId12"/>
    <p:sldId id="612" r:id="rId13"/>
    <p:sldId id="613" r:id="rId14"/>
    <p:sldId id="614" r:id="rId15"/>
    <p:sldId id="615" r:id="rId16"/>
    <p:sldId id="616" r:id="rId17"/>
    <p:sldId id="617" r:id="rId18"/>
    <p:sldId id="618" r:id="rId19"/>
    <p:sldId id="619" r:id="rId20"/>
    <p:sldId id="620" r:id="rId21"/>
    <p:sldId id="621" r:id="rId22"/>
    <p:sldId id="622" r:id="rId23"/>
    <p:sldId id="435" r:id="rId24"/>
    <p:sldId id="436" r:id="rId25"/>
    <p:sldId id="437" r:id="rId26"/>
    <p:sldId id="438" r:id="rId27"/>
    <p:sldId id="439" r:id="rId28"/>
    <p:sldId id="281" r:id="rId29"/>
    <p:sldId id="282" r:id="rId30"/>
    <p:sldId id="297" r:id="rId31"/>
    <p:sldId id="298" r:id="rId32"/>
    <p:sldId id="299" r:id="rId33"/>
    <p:sldId id="300" r:id="rId34"/>
    <p:sldId id="301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53" r:id="rId49"/>
    <p:sldId id="593" r:id="rId50"/>
    <p:sldId id="594" r:id="rId51"/>
    <p:sldId id="595" r:id="rId52"/>
    <p:sldId id="596" r:id="rId53"/>
    <p:sldId id="597" r:id="rId54"/>
    <p:sldId id="598" r:id="rId55"/>
    <p:sldId id="599" r:id="rId56"/>
    <p:sldId id="600" r:id="rId57"/>
    <p:sldId id="601" r:id="rId58"/>
    <p:sldId id="602" r:id="rId59"/>
    <p:sldId id="603" r:id="rId60"/>
    <p:sldId id="604" r:id="rId61"/>
    <p:sldId id="605" r:id="rId62"/>
    <p:sldId id="606" r:id="rId63"/>
    <p:sldId id="607" r:id="rId64"/>
    <p:sldId id="608" r:id="rId65"/>
    <p:sldId id="609" r:id="rId6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4F4F4"/>
    <a:srgbClr val="E4E4E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 autoAdjust="0"/>
    <p:restoredTop sz="93619" autoAdjust="0"/>
  </p:normalViewPr>
  <p:slideViewPr>
    <p:cSldViewPr>
      <p:cViewPr varScale="1">
        <p:scale>
          <a:sx n="70" d="100"/>
          <a:sy n="70" d="100"/>
        </p:scale>
        <p:origin x="990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059E3E5-207E-C568-FE97-3DAD22AA3B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B3232E2-C0F1-CD5E-8A06-5F595E1EA9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9F75C42D-BA27-2908-A222-78CB9772681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35A80D3A-4AA8-DBEF-5ACA-EC2779C0C3F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B034BD37-6677-4B3C-A7AB-EA153C7C83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6B2DB62-A878-C4D6-3959-C0F1CE0FAB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FA428A0-EFDF-0FC0-FAC5-F4A2E0239E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AC9AC48-6FCD-2574-0A18-1EFC78C37D4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B6114E82-ADCA-E827-074B-32B3117FF07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FFA2DE79-5160-BAB1-830F-C58437E29C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29C272A5-3A4A-7E92-43A8-130224EAC9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5D31CEB4-3A6C-4FE1-B5D2-E38436FCCDD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48C43BC-26CA-6FD9-F135-AD642C4FEB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1773CA8-0270-4550-9D54-62758FF3C9D7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6587F43-4366-F85B-1C6D-86F7C00D5A3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EF44F04-37A8-D447-0060-BC06F98A80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42879365-34C9-3483-759C-7C403E427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BEC218A-67C7-410A-9E3A-6D41A9AC66E7}" type="slidenum">
              <a:rPr altLang="zh-CN">
                <a:latin typeface="Arial" panose="020B0604020202020204" pitchFamily="34" charset="0"/>
              </a:rPr>
              <a:pPr/>
              <a:t>3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FEBC6E6-FFC2-1D79-7A94-A9E8F289C80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0C840EE-4A8D-C895-F8C6-AE66EEED73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D9E71C44-55FA-0863-F63B-849D7AD71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EC7AF0-0A98-40C0-81DB-9B5E4AE2619B}" type="slidenum">
              <a:rPr altLang="zh-CN">
                <a:latin typeface="Arial" panose="020B0604020202020204" pitchFamily="34" charset="0"/>
              </a:rPr>
              <a:pPr/>
              <a:t>5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3878234-B946-31ED-AE66-49B02F89AB9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C3E5079-1AA9-BDBF-EA5E-29A1375E28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C99719AF-00AF-1F98-8648-7EC873BB65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51DD8E-A2AF-482F-A4B6-FD8BAD0F5E37}" type="slidenum">
              <a:rPr altLang="zh-CN">
                <a:latin typeface="Arial" panose="020B0604020202020204" pitchFamily="34" charset="0"/>
              </a:rPr>
              <a:pPr/>
              <a:t>6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3FFF359B-1400-6825-35A3-70390E05E5C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519361D3-3AEC-A06C-CA0A-477EDEC6102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3634638B-7A7F-DB16-0528-ED8078B7D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93F67C4-5504-4F34-907A-A653AE963277}" type="slidenum">
              <a:rPr altLang="zh-CN">
                <a:latin typeface="Arial" panose="020B0604020202020204" pitchFamily="34" charset="0"/>
              </a:rPr>
              <a:pPr/>
              <a:t>7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95F70916-A833-2993-BB20-568CD29A83C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721EAFF5-F92E-CB8D-22B5-7360D3AB30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E408613-359F-7F2D-3E44-0B626AD95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FC58F8-3A5D-4C8B-81C9-ED633AEB05F5}" type="slidenum">
              <a:rPr altLang="zh-CN">
                <a:latin typeface="Arial" panose="020B0604020202020204" pitchFamily="34" charset="0"/>
              </a:rPr>
              <a:pPr/>
              <a:t>8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8FF8F46-99E5-BEAA-EDEA-7E0C1DDC6B6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0F631075-12A5-0825-FBDD-095253822B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516E04F-1F7D-EA36-0636-1EB965C6A0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DBD9AA-B928-4AE4-8CFC-09B383F4600E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11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EF7D8BA-235A-4C9B-3239-9F51B5C6778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CFE39D0-CD23-FA52-332F-DB94757AA3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97035C66-5566-5E93-67B8-B8190B2A9B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D47172-339E-4852-8399-9D9B5970B674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12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F90764C-437C-2895-30BA-9659E91F9E1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49E86D54-00C9-7BED-E6B1-83CBF957D9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F7631037-19C6-4254-EAAA-6CA3CDC740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D9AFAD-D258-4B19-9D27-382F9AE35459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13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02A0D51-48C1-84D0-0B79-1285E25CA5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BBD0F14A-7AAA-B7DE-27E3-9F5AFAB7A7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76146CF-1A7A-9910-BA35-7B15067E87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82C7BE-ED27-4153-9622-2929D6B0B5EA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14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24A8356-645B-F6E0-42F5-6F7987A0062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479425E2-86BB-E7A1-E287-D8C6B0B9BE0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753A022-0093-0979-41A2-011F378F41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36BAF7F-D48F-4503-A6F5-DE815CB1BF08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15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D2876C9-B11E-3CB9-02B9-E203AD30FD9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C9FD286-6E8B-7F5B-1B0D-0A962E61FD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45C45D5-AECE-3754-8528-12A5911D2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CD817C9-53E8-48CE-8EBF-214DA4FAC65E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16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247988A-DF29-8026-B77F-638B93686C2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0B1E6A3-2120-783F-335F-470E98C04F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7269A645-1057-BB22-588C-D68B07D2F0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C6D0418-1FA0-4308-8DB4-E2E51731B3C8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17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FBA8B75-7662-8F34-1475-B8E11763641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9318931-E9B7-68AF-227C-2FF527A82E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CCFB2B64-F477-8FDD-9115-02C4B9DAAA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0B7F4A0-229E-43E8-9149-63609DA72655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18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E2A2D8E-B101-F288-4D24-84D98D61382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84891DE-95EC-9DED-6649-E83FE92211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C520386-3DBF-7292-1F81-917AE8BF6D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CBF816E-EC22-4098-931A-2DD080BA5CE9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19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3BA1DF4-6A9A-2E4A-A095-88711F4B0AA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0FB5920-E20B-28F2-FFC6-D4B3B1BFD1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4C182306-4704-FC5D-8743-8F4827311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DB3F905-884F-41D8-83A0-388CB601C370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20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A34F7BA-2640-E941-A9BC-B585A17D263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002184D-3E9C-C91A-67BF-B9C9322DB9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A7126C0-14C1-BCBD-8787-02D8E4D4F5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B990E9E-AFA1-45C5-AA39-8EBCD631A0BA}" type="slidenum">
              <a:rPr altLang="zh-CN" noProof="1">
                <a:solidFill>
                  <a:srgbClr val="000000"/>
                </a:solidFill>
                <a:latin typeface="Arial" panose="020B0604020202020204" pitchFamily="34" charset="0"/>
              </a:rPr>
              <a:pPr/>
              <a:t>21</a:t>
            </a:fld>
            <a:endParaRPr lang="zh-CN" altLang="zh-CN" noProof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DEEBD59-D101-944B-FA51-4A4231425D4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80793F0-628C-DE33-ADD1-5FBE395175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F014CE6-BA70-2D3E-2873-33095851DC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60084F7-9843-4D51-B492-D17D354108F5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140ECBA-8B0C-5C7B-6D1C-00A4D2BA836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9003E43-4C10-9742-8F64-FB9C32E7D9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80557FF-E00F-F878-B5CA-690144594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1D2AD1-1782-4233-9ADE-6705B340FAB4}" type="slidenum">
              <a:rPr lang="en-US" altLang="zh-CN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CA46AD7-8C73-F617-01E9-2A62FAC1B1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EC90F88-F19F-96F5-A4AF-95E34738EF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2FA1211-338A-030D-7B43-8524409911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14A582-633F-49A5-AA41-878EE3EFC3D3}" type="slidenum">
              <a:rPr lang="en-US" altLang="zh-CN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9663D8E-5FD5-356A-3AA1-9D27C7F3EE6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E87F699-D0D7-2157-9101-CF2F5DB104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BC571438-4879-74DC-E2BE-30863DCA1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18F550-821E-471A-A01A-84DBC4F88C4A}" type="slidenum">
              <a:rPr lang="en-US" altLang="zh-CN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5F612A7E-94A5-82F9-D89B-7AC8D3F822E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B22480F-B8B2-5F4B-5C48-07E89E7FBB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9122A4B6-273C-B53D-6B22-08B34C273F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B9D5362-6A02-49DA-9DBA-67BF25043966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BEBC7B5-57DC-4DCD-B933-4224BD80AEC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D920796-4DB6-C9AD-2F4C-191F81E98B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9BDCCC0-F8AC-25E2-F438-93AC8CB8DE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45A92B-5CF3-45F4-8519-FF51D42371D2}" type="slidenum">
              <a:rPr lang="en-US" altLang="zh-CN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0B73751-1D5F-3D28-9C18-082CC35468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1E7FE6F-4D98-3798-FC0C-23D58CD23B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1485E61-AFAD-DBE9-0F72-06360A6E2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E40281-B883-4563-808A-0C9EC308B680}" type="slidenum">
              <a:rPr lang="en-US" altLang="zh-CN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742E7E2-9A2F-AACA-7AD7-2889082A59E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1EC0DEB-B3FF-9C56-005C-27DCB113CA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DA2DA89-AE83-BD06-EE7F-595046F3A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083F1B-47F8-4D12-9E9C-E94B9E9FAC43}" type="slidenum">
              <a:rPr lang="en-US" altLang="zh-CN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EF0A2760-77B2-AA14-FC63-52688E60144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2B7EA9B-F9D3-ED05-513A-059FAADD20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5ACEC1EE-5A15-C423-0FDB-2BE50FADBE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3DF120-9877-4726-9D7E-86D75A43ACF8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177EB07-A57A-2D65-F77A-B3669940984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9751677-5BBA-C77F-B8E4-D73793C101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1D52ED20-6E95-7986-7F62-A0CE65E2CB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20D402-A9E4-4AAF-B965-7FBAEE84AEDA}" type="slidenum">
              <a:rPr lang="en-US" altLang="zh-CN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97ADC10-771F-CA9A-FB98-377E5A9CB3D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DBAD32BC-1680-E94E-CDE7-59F98756B6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B147635C-7854-1D71-0717-F5B39CF8D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067F4B-F7F3-4376-90E7-1F6B66111CBF}" type="slidenum">
              <a:rPr lang="en-US" altLang="zh-CN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D4E637E-D200-4E5E-1B5D-3FBD3021D2D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AF0DEB4-5A8F-EAFB-5794-64470A027B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23941BB3-A7D1-8C0E-E5CF-BA464189D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3CD5A26-5F9F-4AA5-9B5D-235B9FE11D36}" type="slidenum">
              <a:rPr lang="en-US" altLang="zh-CN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256DFC0-26ED-FE26-5B02-866F1A8578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C4C9EF8-85F1-CA2E-216E-7FBE4A4D59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FF36CF3-92FE-047D-EC26-B7B5268C5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713E0A-07C6-49C5-A9AF-CA14C0D959DA}" type="slidenum">
              <a:rPr lang="en-US" altLang="zh-CN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980A7E8-74BB-FFE2-F2E4-5A3E2519B6C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924AAB8A-4244-F09C-B4DB-E2146784FC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3A4C56F4-3886-D7C6-6C05-04E098BF0B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B0C278-0E63-45A8-8677-038B2F24439C}" type="slidenum">
              <a:rPr lang="en-US" altLang="zh-CN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C218AB4-7B86-3EEE-9605-6FCD2812DDC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95EF901D-16DD-F4A2-44FA-4C175328417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AB612615-B6BB-161E-A289-FCE5F8970D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633C8B-8E2D-4A24-B9AF-8062EA6EF9C4}" type="slidenum">
              <a:rPr lang="en-US" altLang="zh-CN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EEE3AF0-A1B6-5B92-BF1D-C07D2E1C559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1E7E865-C354-8AB2-3674-5F1317ECE0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FC4614C-F0A6-30A3-1C0E-63EC47924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F8448B-A84A-4614-85DF-1E9EEC50B7C5}" type="slidenum">
              <a:rPr lang="en-US" altLang="zh-CN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C49DE2F-57E9-BFC1-95BE-05F5FCEE373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09BC4B7-2A9A-E14F-67A6-F987F4BD1B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AB664E4-12C4-A9B7-ABAA-D56DB05101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87BAAA-206A-4345-B8E2-2ACBDCE54738}" type="slidenum">
              <a:rPr lang="en-US" altLang="zh-CN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A398033-1648-EE37-DBBD-410A4CED339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D91913B-5D1C-2E2E-CBCB-0CAA0DF60F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FFE402D5-B955-7782-059E-E066C404CD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03F8672-8B53-4567-83E6-A2F56566F7C7}" type="slidenum">
              <a:rPr lang="en-US" altLang="zh-CN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C8EBCA5-2A38-F86C-F4B1-DBB2176443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883657A-5998-5039-95B6-B46EFBFBC6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FDB35B5-B2C4-1643-3BC1-1F01DFD1EA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31D397-0EF9-4564-88ED-1D7B5DC70F9E}" type="slidenum">
              <a:rPr lang="en-US" altLang="zh-CN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0D9A550D-3100-F938-8D38-CAF65B7B5C0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823364A-626B-5B3F-E044-D4CEABA5C0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146D1AA-BA37-1D78-3E40-7FFA42E70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FFD87C1-6CF4-4A09-8F11-6D4C1820044A}" type="slidenum">
              <a:rPr lang="en-US" altLang="zh-CN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4A854E4-8AE3-25DD-AF91-C988EFA4654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87B521DD-9166-D491-BD95-75456EE123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D201B735-003B-7DEE-5C2B-CA8CA8A11B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25FD48-1B3E-4074-B6B0-1D196A04A759}" type="slidenum">
              <a:rPr lang="en-US" altLang="zh-CN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A450A7B-98C5-60E5-4ECD-310F172215A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D348DF0-4A39-440E-D8E3-484431FCB7C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08AE3E8-8480-0B86-7961-CA7AB81645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3F81EC-AF11-4D77-B299-FE638558B2C6}" type="slidenum">
              <a:rPr lang="en-US" altLang="zh-CN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709E77C-6E49-BE5E-F118-6BA26DFD7D4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919CA30-B72F-334D-811E-2A959F09B1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677C38E-A1EA-8754-3E8B-DA21CE228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3C1812-FE4C-48BB-AC04-1BE02DE8C6DE}" type="slidenum">
              <a:rPr lang="en-US" altLang="zh-CN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30A3C3EC-6568-CB7E-5B5F-13AADF13353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C57E343-BCB7-C914-DEEB-02C58A0AAF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35C12C9-565D-BA77-247C-5A5A795D1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6F733A-AAA8-40CC-B043-10991124D0E4}" type="slidenum">
              <a:rPr lang="en-US" altLang="zh-CN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B598D76-7DC8-739C-0E3A-2B96F8C7FC3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AAA6721-41FD-6F90-3123-5869AC5C7A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6253A36A-982A-D247-23A7-0568973EE8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1F64BE-5779-43D4-91ED-407F46D72377}" type="slidenum">
              <a:rPr lang="en-US" altLang="zh-CN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0F3C284-30E8-11B9-4E32-6D0CDAC4AE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1D5A4DF-8DE1-FE3D-5FDC-DCCF17AD76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4BF3C93-1D61-4887-8A2B-37BA6FE7A5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1C0B09-6763-4382-8D28-0EFE6A006175}" type="slidenum">
              <a:rPr lang="en-US" altLang="zh-CN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B9817B4-96CC-B16E-635E-146BCA3EBAD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A88B27A-C6D5-183D-6607-EB78F85B9E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213ABEF8-FDBF-DFCC-1985-AE04163118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462008-D1BF-47D5-853F-2A23B95837E8}" type="slidenum">
              <a:rPr lang="en-US" altLang="zh-CN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F183DCF-65E7-F724-CA72-3C3531042F4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12440CB-9DB0-8BA2-EAD3-4EE819E7D9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597BA60C-FC52-448A-F41A-7292C5AF6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3BD4059-A8D1-442C-86DB-C23D91718004}" type="slidenum">
              <a:rPr lang="en-US" altLang="zh-CN"/>
              <a:pPr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DF1DB6C0-1717-FA5E-6891-1D276C3BF07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8959A469-9C81-C4C1-1B11-3232B5344E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0D944AF0-65A9-A9C5-120C-A53D20B264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62C205-1CAB-46E6-8F7A-8ACB1BD8B1B1}" type="slidenum">
              <a:rPr lang="en-US" altLang="zh-CN"/>
              <a:pPr>
                <a:spcBef>
                  <a:spcPct val="0"/>
                </a:spcBef>
              </a:pPr>
              <a:t>50</a:t>
            </a:fld>
            <a:endParaRPr lang="en-US" altLang="zh-CN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BDDB00A1-2968-2730-0972-CCBE116C8FA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DE23095-6F3E-D946-F19A-6EBB2D75CA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4A70078-2CF4-6533-87BE-4A2469BCA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44106AF-11C5-4FA9-80F8-4B9D15B1E450}" type="slidenum">
              <a:rPr lang="en-US" altLang="zh-CN"/>
              <a:pPr>
                <a:spcBef>
                  <a:spcPct val="0"/>
                </a:spcBef>
              </a:pPr>
              <a:t>51</a:t>
            </a:fld>
            <a:endParaRPr lang="en-US" altLang="zh-CN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800229D3-4AF1-18F1-91E6-C6245D5B589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2C937017-9D2F-FA00-8E04-3982B60B7E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0CEC004D-CC9B-B990-137D-8732297EB3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A362F0-F756-4E70-B06E-8BA2FF14456E}" type="slidenum">
              <a:rPr lang="en-US" altLang="zh-CN"/>
              <a:pPr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7B6FC35-9907-CAA6-031A-A4D297FAA5C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B82C0AA-71F5-F923-EF4F-7E10F173C8B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16A379F4-DAF9-49BE-8FF6-5B4D81F17E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976672-754B-4BB5-B4A3-B12093E67CA8}" type="slidenum">
              <a:rPr lang="en-US" altLang="zh-CN"/>
              <a:pPr>
                <a:spcBef>
                  <a:spcPct val="0"/>
                </a:spcBef>
              </a:pPr>
              <a:t>53</a:t>
            </a:fld>
            <a:endParaRPr lang="en-US" altLang="zh-CN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7673D41F-3FBA-1607-2105-0071B2CF1B5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02D3E229-D7A8-6005-C6D5-7ED1CEADB4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A2A6A79A-44AB-8CE9-F14F-16E6F8485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A0F98D-6E85-4B01-B9CB-20EE675F9839}" type="slidenum">
              <a:rPr lang="en-US" altLang="zh-CN"/>
              <a:pPr>
                <a:spcBef>
                  <a:spcPct val="0"/>
                </a:spcBef>
              </a:pPr>
              <a:t>54</a:t>
            </a:fld>
            <a:endParaRPr lang="en-US" altLang="zh-CN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E0E4798A-C1D5-A8E3-0F1C-A72E7586A82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83292211-72EC-232E-7AFB-42C355E591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2E79ACD-9861-B7D6-6925-611EDE640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783887-1F49-49F9-9511-B681DD5798D9}" type="slidenum">
              <a:rPr lang="en-US" altLang="zh-CN"/>
              <a:pPr>
                <a:spcBef>
                  <a:spcPct val="0"/>
                </a:spcBef>
              </a:pPr>
              <a:t>55</a:t>
            </a:fld>
            <a:endParaRPr lang="en-US" altLang="zh-CN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212DDFA5-F407-FA2F-1F95-86490E4C278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7C00F21-3AFE-AAA1-40A3-E1189AA77D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B45FE304-D8C9-9BCE-D34D-F34F50078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3D0B679-1215-4D5C-9D9E-4392A1D05C59}" type="slidenum">
              <a:rPr lang="en-US" altLang="zh-CN"/>
              <a:pPr>
                <a:spcBef>
                  <a:spcPct val="0"/>
                </a:spcBef>
              </a:pPr>
              <a:t>56</a:t>
            </a:fld>
            <a:endParaRPr lang="en-US" altLang="zh-CN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925AF19B-3391-3875-F3D5-5AAF8AE54DD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B45984BB-6DF1-3458-A8AF-4C3EB773C2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769293E-8FAB-CC52-5B90-1E04D2B3B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9304BAD-2EA0-4F90-9C21-20B3E18BCE45}" type="slidenum">
              <a:rPr lang="en-US" altLang="zh-CN"/>
              <a:pPr>
                <a:spcBef>
                  <a:spcPct val="0"/>
                </a:spcBef>
              </a:pPr>
              <a:t>57</a:t>
            </a:fld>
            <a:endParaRPr lang="en-US" altLang="zh-CN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E3D7102-B298-3B35-F3F9-893EE6D07A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7A40097-7689-49FF-C624-AF4D17F080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17E5BD91-0841-54D7-55FE-798E3EC74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31DE8C-ED3F-4DF3-97E8-B5D1E4A6C862}" type="slidenum">
              <a:rPr lang="en-US" altLang="zh-CN"/>
              <a:pPr>
                <a:spcBef>
                  <a:spcPct val="0"/>
                </a:spcBef>
              </a:pPr>
              <a:t>58</a:t>
            </a:fld>
            <a:endParaRPr lang="en-US" altLang="zh-CN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98936AD6-54E5-A815-18B2-0A0534F2212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E741E788-5427-9B41-B1FF-D997B792E0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D249DFF4-4426-C206-7ADE-D6CDAC412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579EF9-4E1D-478C-AF30-3F2448C49BF7}" type="slidenum">
              <a:rPr lang="en-US" altLang="zh-CN"/>
              <a:pPr>
                <a:spcBef>
                  <a:spcPct val="0"/>
                </a:spcBef>
              </a:pPr>
              <a:t>59</a:t>
            </a:fld>
            <a:endParaRPr lang="en-US" altLang="zh-CN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1D0EE2E9-3B4D-5B23-B320-0E87E8C001D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EE482464-BC0C-0B02-6A6B-85991EAD85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7FADA92A-39A7-BF31-588F-761CCB4DFA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DA71BF-F18C-475A-9C15-15591B976C18}" type="slidenum">
              <a:rPr lang="en-US" altLang="zh-CN"/>
              <a:pPr>
                <a:spcBef>
                  <a:spcPct val="0"/>
                </a:spcBef>
              </a:pPr>
              <a:t>60</a:t>
            </a:fld>
            <a:endParaRPr lang="en-US" altLang="zh-CN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AF151185-132E-4901-337E-8F2C37E6A0D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E1A73018-1AFF-A03A-6C8D-A21FEA4C92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4039609F-0D43-7289-5FC0-01FDDACD0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2B30F6-3AC6-4F44-B99F-540E3BDDC75A}" type="slidenum">
              <a:rPr lang="en-US" altLang="zh-CN"/>
              <a:pPr>
                <a:spcBef>
                  <a:spcPct val="0"/>
                </a:spcBef>
              </a:pPr>
              <a:t>61</a:t>
            </a:fld>
            <a:endParaRPr lang="en-US" altLang="zh-CN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7AD174EB-C6CA-4938-504B-ADA2F8B7856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BF31C05-7B9C-24BF-8C68-CAD267DCDC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A146BE0-542C-56B3-F542-7A311E053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B0B6B8-567D-4637-A4BE-602935DF5562}" type="slidenum">
              <a:rPr lang="en-US" altLang="zh-CN"/>
              <a:pPr>
                <a:spcBef>
                  <a:spcPct val="0"/>
                </a:spcBef>
              </a:pPr>
              <a:t>62</a:t>
            </a:fld>
            <a:endParaRPr lang="en-US" altLang="zh-CN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0DF7C0C3-9AE7-BCD3-D3E2-30C7DC7A642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30E71732-B3CD-E5CC-1AB7-C2CBB40C37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8EAC37C9-A30E-7E0F-1EEF-01C8C550DF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BE08AC-1129-4600-98CD-6A0ABCAC3D74}" type="slidenum">
              <a:rPr lang="en-US" altLang="zh-CN"/>
              <a:pPr>
                <a:spcBef>
                  <a:spcPct val="0"/>
                </a:spcBef>
              </a:pPr>
              <a:t>63</a:t>
            </a:fld>
            <a:endParaRPr lang="en-US" altLang="zh-CN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C6DE41AF-D01C-BBE0-DC28-9E870DB9CA8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7CAECEB3-3A7D-4D41-F913-3AE7964C47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A74FC996-1611-A41A-7C03-50132012F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0E8AA37-D13E-4A89-9769-7C8371208396}" type="slidenum">
              <a:rPr lang="en-US" altLang="zh-CN"/>
              <a:pPr>
                <a:spcBef>
                  <a:spcPct val="0"/>
                </a:spcBef>
              </a:pPr>
              <a:t>64</a:t>
            </a:fld>
            <a:endParaRPr lang="en-US" altLang="zh-CN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66B44F74-ADDD-E14C-0B5F-878D3D6481C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578E48C1-4E71-6F49-2252-6854587411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3C0EEE39-27D7-61B7-4D4C-FF3BC2599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5CBC30D-B26F-4D41-90D7-2C3C72F36F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B742B84-82B2-14C8-4466-FCD5C57140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87A62C8-06CB-24F2-A4E6-0983DAC2FB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9649C47-5ECE-457D-9004-19CCC89359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40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FBAA38-2FCE-35ED-8A63-3AC4BEC950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4D632C1-1E02-F6ED-E04F-3B476F1F5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7DD95C6-8AB5-C98F-9348-5908F0DC14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A9B5BC-87A6-4835-A564-F7214BC555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488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5692FE-0962-6A0B-CBC6-9E2C266D1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442002-9917-C282-FDA8-314D8FC17C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EE7EBCB-1DC3-9EA2-ED36-4BFAAFDCA5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F96BA9-5FEB-4FB8-B5B5-8FDA44C631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25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698D80-B767-D013-9596-AB2B6C82A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C8158FA-A556-7818-6A97-2140EC903A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FB8E5B7-0A1F-ED5F-082B-B1424D416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1DEA0D-94D6-426C-8332-3E849C2D56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291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2216C8-2C04-7DFA-4ADF-A789FBA83B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DA18E0-5AAE-3EE2-DAA1-1583061EA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5B0819-6D1F-3C23-5537-A73EE8764D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F50059-49BD-49F8-A8AD-AC4725FAF7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592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E3A7E2-36E4-B5BE-BE78-3519D71A79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5D35005-6C35-8141-7D8E-B4C3195915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907FCB0-4DD6-BEBB-E390-CDD8EF37F4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443DC-4EA2-405F-8E93-D5D3A8B7FF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76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AA4B2A1-5BF2-5B82-8AE2-91B05DF59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4F3F491-F9E4-2173-F54F-DA3E63B859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DA331BA-1F98-DDFD-580B-462673B577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9B5A36-C8DB-4F39-8EF3-A38D33AB7F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5840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88E590-751D-E8D9-21A6-F904842AA4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349F17E-C375-B1CE-C750-C6CC9B00DE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5035653-5725-D161-000E-ECD3501EB2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EAE7D5-7A91-4B1C-A870-661AA69C07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82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004F13-D625-6E6C-FC1E-1AC937C7D0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22315FA-479E-482F-D21C-062055BF92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9A23EC-8D87-A9BF-D081-123C5CA06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8F60F0-1300-4D4F-B2A9-67EC3EA72D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96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2D4E32B-870E-85C8-E0F3-8746B73663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0872904-B14F-E79B-317B-48BA7DC25B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EBFA9D7-E698-A1BC-A30A-3A50ACFA5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2A4A54-4F90-444E-8B5A-47C8AB7AD4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02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1AA56DA-C962-267A-E742-326CC87DB0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DE9B586-C1C5-5E4C-9EED-69EFD36C43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E6AD804-2420-A243-3C88-DC0EBFAEDF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BC4CCE-D2B0-4921-A318-75A0220477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691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CBC08724-CEB1-BCB1-F66F-D98B07E8B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33231D8-40A8-E460-B92D-42B012A221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CC90C39-8BC4-AEC4-F0F6-F74E85091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4EBF77-1606-F168-7E04-9E09AF9077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7FC8B1D-94E2-4A41-B444-6F9A67C256C4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86881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B92276-CB65-99BA-B2B8-9950499C6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9BBEC3-E74D-F26B-7843-3DE279E09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9919331-1011-CBAA-A925-4F2BBE247F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ECEA37-C9A6-489D-B225-DEF009DD751A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981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27E99E1-9088-B0D6-E104-E864F80950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5D9E6B1-E4FB-E9C6-4E93-53ADE274FB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493D8DB-ACEA-B456-BF5F-0BAC447A5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3508BC-EC95-4D2D-B707-3347EE8D3988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4952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1CE6FED-3EBA-7C48-4161-7FC319DAD0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4B798AA-FEE8-058F-49E2-79A0BB6F4E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77F538-569B-8D0F-2A73-9764F0350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E23BD4-CE65-4996-A627-045064A965CE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8766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B542EC-8C19-DB83-CF10-ADB86EF6EE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66C33-B0AE-35B1-759C-884D1C5D14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372370-7068-A626-32AD-517859B4E3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E95491-54E7-4DF0-A99B-75CB7CE40327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675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E529558-769A-8B1E-2282-6F0A737285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81F67D7-0A93-190A-ABD5-3B00F53497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20AD2FD-5A9E-F48C-A931-DAE43129D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2805F4-91DA-44DD-9CE7-29B4143D136E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7254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196CCCE-45B9-EAE5-59AA-9B6F91C144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F4030C6-808B-3FA6-988E-6E8AD86505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C143C5A-6DEF-E54B-427C-365421BA70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6E437D-8759-4C7D-B774-565EDABC8E76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3289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A9B3A7-8178-769F-A56C-EF125C34F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B1F579E-F851-E694-C545-CE75BE57E3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6F966F8-B40A-93B9-48DE-254243657F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EF39AF-A4F7-4C2B-8784-EFA01CCF5E6C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59175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EB4A1D1-E646-EED8-A267-F134E91851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A56D7D3-FA4B-5743-F37B-4F521E4C0A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1E6CEFC-EF58-F812-BA27-D918D2A6C9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42DE18-2580-40D0-9979-406B9BCA0FDB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02280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EF3CE7-FC55-69B2-4918-5104F9FCC4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D125358-DF0C-01BF-A7D8-98A2E1753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0CDEDCB-155E-EB2C-9F47-8ACCE19BA1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6F5B1-60B5-4568-9D9B-46025005232A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99199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2B5FEB-42FF-70B1-DD83-CBC289796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FD85862-1027-20B8-9619-1BC4D7AD0A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59FF464-C7DB-590E-A06A-6B25927A2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D8E566-5908-4CAE-BB5E-15A7EB8EEDD1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584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7FD416-7DE3-06F8-B7E7-DF8603B09C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1C6AB2-D7C1-CD2D-ADAF-F58DB16855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1FA57766-8574-3323-EB22-703503E33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477895F2-1C5F-8081-167B-98ABFBF3B2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4FE6CEA-83C9-90F4-F2C5-05DBED9FC8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20B97A49-879E-87F3-C256-563D8B1646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BD880F41-2C6E-EEF8-D198-9BCF010B97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A447B93-492F-4497-ADB6-2CC0906878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CB826A9-700F-B69C-35AB-0D1FE51B43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DFC12B-6640-A5DB-5F3E-AF7D18DF0E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AutoShape 4">
            <a:extLst>
              <a:ext uri="{FF2B5EF4-FFF2-40B4-BE49-F238E27FC236}">
                <a16:creationId xmlns:a16="http://schemas.microsoft.com/office/drawing/2014/main" id="{5D48693C-395E-E490-D48F-C5D2F89E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>
            <a:extLst>
              <a:ext uri="{FF2B5EF4-FFF2-40B4-BE49-F238E27FC236}">
                <a16:creationId xmlns:a16="http://schemas.microsoft.com/office/drawing/2014/main" id="{A55DC766-263F-8A04-8638-0D6CFA6343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18C2E09-8DDE-9001-7A6C-308457793C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B69DA08A-58AC-0007-6037-00E379387C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C59F783F-ADDE-FFDE-1AD6-9339CF4F61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9BD69ACA-E907-427E-B588-46127442A998}" type="slidenum">
              <a:rPr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33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8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1.wmf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47.png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4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5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5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7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60.bin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6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70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72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64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2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81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59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76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85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80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38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84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3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41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7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92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95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100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94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97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9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106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>
            <a:extLst>
              <a:ext uri="{FF2B5EF4-FFF2-40B4-BE49-F238E27FC236}">
                <a16:creationId xmlns:a16="http://schemas.microsoft.com/office/drawing/2014/main" id="{70CD9884-F871-2CD2-75F7-AA8855657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4C33BA99-CBEB-3176-F9B2-B5F1C9AF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7172" name="Rectangle 6">
            <a:extLst>
              <a:ext uri="{FF2B5EF4-FFF2-40B4-BE49-F238E27FC236}">
                <a16:creationId xmlns:a16="http://schemas.microsoft.com/office/drawing/2014/main" id="{05FC438B-EF43-BB18-F87F-4E463A507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60DD7953-3FB9-826B-AA36-992354D0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643313"/>
            <a:ext cx="5545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7174" name="Rectangle 9">
            <a:extLst>
              <a:ext uri="{FF2B5EF4-FFF2-40B4-BE49-F238E27FC236}">
                <a16:creationId xmlns:a16="http://schemas.microsoft.com/office/drawing/2014/main" id="{FF0EE984-7420-07B2-9232-7C340E376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175" name="Rectangle 11">
            <a:extLst>
              <a:ext uri="{FF2B5EF4-FFF2-40B4-BE49-F238E27FC236}">
                <a16:creationId xmlns:a16="http://schemas.microsoft.com/office/drawing/2014/main" id="{1268031D-3885-3477-083D-07C9C3588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7176" name="Rectangle 9">
            <a:extLst>
              <a:ext uri="{FF2B5EF4-FFF2-40B4-BE49-F238E27FC236}">
                <a16:creationId xmlns:a16="http://schemas.microsoft.com/office/drawing/2014/main" id="{CEF9B169-A039-EC7E-0B70-E1F1CD36F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8BD78443-C914-1628-B338-E74DEDEAF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B3FA2EC-47B7-A360-8B4D-8448FCDD8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451100"/>
            <a:ext cx="6284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4. </a:t>
            </a:r>
            <a:r>
              <a:rPr lang="zh-CN" altLang="zh-CN" sz="2800">
                <a:latin typeface="Calibri" panose="020F0502020204030204" pitchFamily="34" charset="0"/>
              </a:rPr>
              <a:t>控制系统为什么必须有稳定性裕量</a:t>
            </a:r>
            <a:r>
              <a:rPr lang="zh-CN" altLang="en-US" sz="2800">
                <a:latin typeface="Calibri" panose="020F0502020204030204" pitchFamily="34" charset="0"/>
              </a:rPr>
              <a:t>？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0A75AD0-49B1-D81B-1C35-41AD7ECEB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354013"/>
            <a:ext cx="38052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1. </a:t>
            </a:r>
            <a:r>
              <a:rPr lang="zh-CN" altLang="en-US" sz="2800">
                <a:latin typeface="Calibri" panose="020F0502020204030204" pitchFamily="34" charset="0"/>
              </a:rPr>
              <a:t>稳定性的概念。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6AC3947-A4B1-AF62-C7F5-7DB0C0732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030288"/>
            <a:ext cx="38052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2. </a:t>
            </a:r>
            <a:r>
              <a:rPr lang="zh-CN" altLang="en-US" sz="2800">
                <a:latin typeface="Calibri" panose="020F0502020204030204" pitchFamily="34" charset="0"/>
              </a:rPr>
              <a:t>稳定性的特征根判据。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A937441-958C-4F75-0468-85AA8374F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38325"/>
            <a:ext cx="38052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 3. Routh</a:t>
            </a:r>
            <a:r>
              <a:rPr lang="zh-CN" altLang="en-US" sz="2800">
                <a:latin typeface="Calibri" panose="020F0502020204030204" pitchFamily="34" charset="0"/>
              </a:rPr>
              <a:t>稳定性判据。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437D6B7-CF6D-AE75-3434-0E2851F83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4959350"/>
            <a:ext cx="66722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8. </a:t>
            </a:r>
            <a:r>
              <a:rPr lang="zh-CN" altLang="en-US" sz="2800">
                <a:latin typeface="Calibri" panose="020F0502020204030204" pitchFamily="34" charset="0"/>
              </a:rPr>
              <a:t>说出七种典型环节及相应的传递函数？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B10D6E4-4F87-EFB1-01B4-50AC6C08E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3173413"/>
            <a:ext cx="792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5. </a:t>
            </a:r>
            <a:r>
              <a:rPr lang="zh-CN" altLang="en-US" sz="2800">
                <a:latin typeface="Calibri" panose="020F0502020204030204" pitchFamily="34" charset="0"/>
              </a:rPr>
              <a:t>什么是频率响应？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07520CDD-44D8-6F7A-7EAA-5326DB979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3795713"/>
            <a:ext cx="3940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6. </a:t>
            </a:r>
            <a:r>
              <a:rPr lang="zh-CN" altLang="en-US" sz="2800">
                <a:latin typeface="Calibri" panose="020F0502020204030204" pitchFamily="34" charset="0"/>
              </a:rPr>
              <a:t>什么是频率特性？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33D6571-D775-0841-B000-38838E46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4376738"/>
            <a:ext cx="5395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7. </a:t>
            </a:r>
            <a:r>
              <a:rPr lang="zh-CN" altLang="en-US" sz="2800">
                <a:latin typeface="Calibri" panose="020F0502020204030204" pitchFamily="34" charset="0"/>
              </a:rPr>
              <a:t>频率特性和传递函数的关系？</a:t>
            </a:r>
          </a:p>
        </p:txBody>
      </p:sp>
      <p:sp>
        <p:nvSpPr>
          <p:cNvPr id="5129" name="文本框 1">
            <a:extLst>
              <a:ext uri="{FF2B5EF4-FFF2-40B4-BE49-F238E27FC236}">
                <a16:creationId xmlns:a16="http://schemas.microsoft.com/office/drawing/2014/main" id="{704680AD-B459-A940-8E59-3252AE2B2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589588"/>
            <a:ext cx="3873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9. 复数</a:t>
            </a:r>
            <a:r>
              <a:rPr lang="zh-CN" altLang="en-US" sz="2800">
                <a:latin typeface="Calibri" panose="020F0502020204030204" pitchFamily="34" charset="0"/>
              </a:rPr>
              <a:t>幅值及相角</a:t>
            </a:r>
            <a:r>
              <a:rPr lang="en-US" altLang="zh-CN" sz="2800">
                <a:latin typeface="Calibri" panose="020F0502020204030204" pitchFamily="34" charset="0"/>
              </a:rPr>
              <a:t>计算</a:t>
            </a:r>
            <a:r>
              <a:rPr lang="zh-CN" altLang="en-US" sz="2800">
                <a:latin typeface="Calibri" panose="020F0502020204030204" pitchFamily="34" charset="0"/>
              </a:rPr>
              <a:t>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380DEF-8CFD-BEE1-9AC3-D94BE18EF96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45639" y="5542937"/>
            <a:ext cx="691531" cy="568938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CA4FDC-B87C-CE1A-FFB8-9BE74E379DF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92080" y="5514166"/>
            <a:ext cx="691531" cy="56893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BB1417-0B6C-DAC7-6220-2B926573889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4091" y="5526346"/>
            <a:ext cx="691531" cy="56893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D99FB0-EF43-D2E3-0E66-4242055C6FF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71755" y="5514166"/>
            <a:ext cx="691531" cy="56893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51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2">
            <a:extLst>
              <a:ext uri="{FF2B5EF4-FFF2-40B4-BE49-F238E27FC236}">
                <a16:creationId xmlns:a16="http://schemas.microsoft.com/office/drawing/2014/main" id="{DCA2C144-708A-720C-E67D-137846E74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052513"/>
            <a:ext cx="1525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3. </a:t>
            </a:r>
            <a:r>
              <a:rPr lang="zh-CN" altLang="en-US" sz="2400" b="1">
                <a:latin typeface="Arial" panose="020B0604020202020204" pitchFamily="34" charset="0"/>
              </a:rPr>
              <a:t>实验法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47459" name="Picture 3">
            <a:extLst>
              <a:ext uri="{FF2B5EF4-FFF2-40B4-BE49-F238E27FC236}">
                <a16:creationId xmlns:a16="http://schemas.microsoft.com/office/drawing/2014/main" id="{D213FC49-2E37-DDE5-3281-9D59B260F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41680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460" name="Rectangle 4">
            <a:extLst>
              <a:ext uri="{FF2B5EF4-FFF2-40B4-BE49-F238E27FC236}">
                <a16:creationId xmlns:a16="http://schemas.microsoft.com/office/drawing/2014/main" id="{C6A580FC-E8B3-80CC-B30F-E2C869382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149725"/>
            <a:ext cx="8180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   </a:t>
            </a:r>
            <a:r>
              <a:rPr lang="zh-CN" altLang="en-US" sz="2400" b="1">
                <a:latin typeface="Arial" panose="020B0604020202020204" pitchFamily="34" charset="0"/>
              </a:rPr>
              <a:t>当系统开环传函未知时，常采用实验法来对系统进行分析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147461" name="Object 5">
            <a:extLst>
              <a:ext uri="{FF2B5EF4-FFF2-40B4-BE49-F238E27FC236}">
                <a16:creationId xmlns:a16="http://schemas.microsoft.com/office/drawing/2014/main" id="{C7F0F85C-CDEE-B0D2-4DCB-8AB456A6DD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013325"/>
          <a:ext cx="29559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44600" imgH="190500" progId="Equation.3">
                  <p:embed/>
                </p:oleObj>
              </mc:Choice>
              <mc:Fallback>
                <p:oleObj r:id="rId4" imgW="1244600" imgH="190500" progId="Equation.3">
                  <p:embed/>
                  <p:pic>
                    <p:nvPicPr>
                      <p:cNvPr id="147461" name="Object 5">
                        <a:extLst>
                          <a:ext uri="{FF2B5EF4-FFF2-40B4-BE49-F238E27FC236}">
                            <a16:creationId xmlns:a16="http://schemas.microsoft.com/office/drawing/2014/main" id="{C7F0F85C-CDEE-B0D2-4DCB-8AB456A6DD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325"/>
                        <a:ext cx="29559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2" name="Object 6">
            <a:extLst>
              <a:ext uri="{FF2B5EF4-FFF2-40B4-BE49-F238E27FC236}">
                <a16:creationId xmlns:a16="http://schemas.microsoft.com/office/drawing/2014/main" id="{24639449-7911-B418-C5E6-34C822FB8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4868863"/>
          <a:ext cx="433228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59000" imgH="431800" progId="Equation.3">
                  <p:embed/>
                </p:oleObj>
              </mc:Choice>
              <mc:Fallback>
                <p:oleObj r:id="rId6" imgW="2159000" imgH="431800" progId="Equation.3">
                  <p:embed/>
                  <p:pic>
                    <p:nvPicPr>
                      <p:cNvPr id="147462" name="Object 6">
                        <a:extLst>
                          <a:ext uri="{FF2B5EF4-FFF2-40B4-BE49-F238E27FC236}">
                            <a16:creationId xmlns:a16="http://schemas.microsoft.com/office/drawing/2014/main" id="{24639449-7911-B418-C5E6-34C822FB8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68863"/>
                        <a:ext cx="433228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3" name="Object 7">
            <a:extLst>
              <a:ext uri="{FF2B5EF4-FFF2-40B4-BE49-F238E27FC236}">
                <a16:creationId xmlns:a16="http://schemas.microsoft.com/office/drawing/2014/main" id="{B2B8DE3D-24D6-2408-E365-5F6506897B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1817688"/>
          <a:ext cx="1079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09600" imgH="228600" progId="Equation.3">
                  <p:embed/>
                </p:oleObj>
              </mc:Choice>
              <mc:Fallback>
                <p:oleObj r:id="rId8" imgW="609600" imgH="228600" progId="Equation.3">
                  <p:embed/>
                  <p:pic>
                    <p:nvPicPr>
                      <p:cNvPr id="147463" name="Object 7">
                        <a:extLst>
                          <a:ext uri="{FF2B5EF4-FFF2-40B4-BE49-F238E27FC236}">
                            <a16:creationId xmlns:a16="http://schemas.microsoft.com/office/drawing/2014/main" id="{B2B8DE3D-24D6-2408-E365-5F6506897B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817688"/>
                        <a:ext cx="1079500" cy="404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4" name="Text Box 8">
            <a:extLst>
              <a:ext uri="{FF2B5EF4-FFF2-40B4-BE49-F238E27FC236}">
                <a16:creationId xmlns:a16="http://schemas.microsoft.com/office/drawing/2014/main" id="{DE48BF84-BF84-7BEC-E976-C6F19391B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52513"/>
            <a:ext cx="1525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1. </a:t>
            </a:r>
            <a:r>
              <a:rPr lang="zh-CN" altLang="en-US" sz="2400" b="1">
                <a:latin typeface="Arial" panose="020B0604020202020204" pitchFamily="34" charset="0"/>
              </a:rPr>
              <a:t>解析法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7465" name="Text Box 9">
            <a:extLst>
              <a:ext uri="{FF2B5EF4-FFF2-40B4-BE49-F238E27FC236}">
                <a16:creationId xmlns:a16="http://schemas.microsoft.com/office/drawing/2014/main" id="{887A774D-2A4F-B93B-E9DA-528F56522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052513"/>
            <a:ext cx="2751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2. </a:t>
            </a:r>
            <a:r>
              <a:rPr lang="zh-CN" altLang="en-US" sz="2400" b="1">
                <a:latin typeface="Arial" panose="020B0604020202020204" pitchFamily="34" charset="0"/>
              </a:rPr>
              <a:t>由传递函数求取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4762" name="Text Box 10">
            <a:extLst>
              <a:ext uri="{FF2B5EF4-FFF2-40B4-BE49-F238E27FC236}">
                <a16:creationId xmlns:a16="http://schemas.microsoft.com/office/drawing/2014/main" id="{D05CF79B-EC75-6CBC-24DF-19C92188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77813"/>
            <a:ext cx="369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宋体" panose="02010600030101010101" pitchFamily="2" charset="-122"/>
              </a:rPr>
              <a:t>频率特性的求取方法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/>
      <p:bldP spid="147460" grpId="0"/>
      <p:bldP spid="147464" grpId="0"/>
      <p:bldP spid="1474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04D2C989-5AF8-0D81-4FB7-A9CFBA8BA675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-60325"/>
            <a:ext cx="7488237" cy="1693863"/>
            <a:chOff x="1248" y="2409"/>
            <a:chExt cx="4080" cy="1067"/>
          </a:xfrm>
        </p:grpSpPr>
        <p:sp>
          <p:nvSpPr>
            <p:cNvPr id="16395" name="Rectangle 7">
              <a:extLst>
                <a:ext uri="{FF2B5EF4-FFF2-40B4-BE49-F238E27FC236}">
                  <a16:creationId xmlns:a16="http://schemas.microsoft.com/office/drawing/2014/main" id="{E93BB3A1-3152-748B-CB52-A3308C564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75"/>
              <a:ext cx="4080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频率</a:t>
              </a:r>
              <a:r>
                <a:rPr lang="en-US" altLang="zh-CN" sz="2800">
                  <a:solidFill>
                    <a:srgbClr val="000000"/>
                  </a:solidFill>
                  <a:latin typeface="宋体" panose="02010600030101010101" pitchFamily="2" charset="-122"/>
                </a:rPr>
                <a:t>f=1Hz</a:t>
              </a:r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，幅值</a:t>
              </a:r>
              <a:r>
                <a:rPr lang="en-US" altLang="zh-CN" sz="2800">
                  <a:solidFill>
                    <a:srgbClr val="000000"/>
                  </a:solidFill>
                  <a:latin typeface="宋体" panose="02010600030101010101" pitchFamily="2" charset="-122"/>
                </a:rPr>
                <a:t>Xm=10</a:t>
              </a:r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的正弦输入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900" i="1" baseline="-1800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作用下的频率响应。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25A7E829-1CF7-6F6B-4035-B18A012A5ED0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1248" y="2409"/>
              <a:ext cx="2249" cy="444"/>
            </a:xfrm>
            <a:prstGeom prst="rect">
              <a:avLst/>
            </a:prstGeom>
            <a:blipFill>
              <a:blip r:embed="rId2"/>
              <a:stretch>
                <a:fillRect l="-3102" b="-6034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 noProof="1">
                  <a:noFill/>
                </a:rPr>
                <a:t> </a:t>
              </a:r>
            </a:p>
          </p:txBody>
        </p:sp>
        <p:sp>
          <p:nvSpPr>
            <p:cNvPr id="16397" name="Rectangle 10">
              <a:extLst>
                <a:ext uri="{FF2B5EF4-FFF2-40B4-BE49-F238E27FC236}">
                  <a16:creationId xmlns:a16="http://schemas.microsoft.com/office/drawing/2014/main" id="{56EBF339-4F2B-1B6E-1F70-4EF4CBC2F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2409"/>
              <a:ext cx="16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宋体" panose="02010600030101010101" pitchFamily="2" charset="-122"/>
                </a:rPr>
                <a:t>的频率特性及在</a:t>
              </a:r>
            </a:p>
          </p:txBody>
        </p:sp>
      </p:grpSp>
      <p:sp>
        <p:nvSpPr>
          <p:cNvPr id="7" name="TextBox 13">
            <a:extLst>
              <a:ext uri="{FF2B5EF4-FFF2-40B4-BE49-F238E27FC236}">
                <a16:creationId xmlns:a16="http://schemas.microsoft.com/office/drawing/2014/main" id="{491A2A56-260A-79A3-6ABB-5ABA10F26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-12700"/>
            <a:ext cx="901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</a:rPr>
              <a:t>例：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AFA33102-5F96-4A25-0F44-91B3802B539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3160" y="1681453"/>
            <a:ext cx="5380039" cy="752476"/>
          </a:xfrm>
          <a:prstGeom prst="rect">
            <a:avLst/>
          </a:prstGeom>
          <a:blipFill>
            <a:blip r:embed="rId3"/>
            <a:stretch>
              <a:fillRect l="-2381" t="-813" b="-325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9AC996-DB87-68E9-EFCB-2D7FD294642C}"/>
              </a:ext>
            </a:extLst>
          </p:cNvPr>
          <p:cNvSpPr>
            <a:spLocks noRot="1" noChangeAspect="1" noEditPoints="1" noChangeArrowheads="1" noTextEdit="1"/>
          </p:cNvSpPr>
          <p:nvPr/>
        </p:nvSpPr>
        <p:spPr bwMode="auto">
          <a:xfrm>
            <a:off x="782638" y="2482850"/>
            <a:ext cx="2933700" cy="8540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E901F-2F0B-E650-5FE9-41F75691240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6015" y="2725378"/>
            <a:ext cx="2998449" cy="369331"/>
          </a:xfrm>
          <a:prstGeom prst="rect">
            <a:avLst/>
          </a:prstGeom>
          <a:blipFill>
            <a:blip r:embed="rId5"/>
            <a:stretch>
              <a:fillRect l="-1426" r="-204" b="-2786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DD7A6E-0DCC-6504-72B2-F772E1934699}"/>
              </a:ext>
            </a:extLst>
          </p:cNvPr>
          <p:cNvSpPr>
            <a:spLocks noRot="1" noChangeAspect="1" noEditPoints="1" noChangeArrowheads="1" noTextEdit="1"/>
          </p:cNvSpPr>
          <p:nvPr/>
        </p:nvSpPr>
        <p:spPr bwMode="auto">
          <a:xfrm>
            <a:off x="587375" y="3332163"/>
            <a:ext cx="5627688" cy="85566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1A9708-D50A-4B36-7BC5-52F654835B9C}"/>
              </a:ext>
            </a:extLst>
          </p:cNvPr>
          <p:cNvSpPr txBox="1">
            <a:spLocks noRot="1" noChangeAspect="1" noEditPoints="1" noChangeArrowheads="1" noTextEdit="1"/>
          </p:cNvSpPr>
          <p:nvPr/>
        </p:nvSpPr>
        <p:spPr bwMode="auto">
          <a:xfrm>
            <a:off x="784225" y="4243388"/>
            <a:ext cx="4908550" cy="64135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7AB4A0-AA3D-5D5A-3CE8-1E39D547152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9710" y="5084968"/>
            <a:ext cx="2392066" cy="369332"/>
          </a:xfrm>
          <a:prstGeom prst="rect">
            <a:avLst/>
          </a:prstGeom>
          <a:blipFill>
            <a:blip r:embed="rId8"/>
            <a:stretch>
              <a:fillRect l="-510" r="-1020" b="-180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3E4E2A-B15F-6649-5ADC-92D151385427}"/>
              </a:ext>
            </a:extLst>
          </p:cNvPr>
          <p:cNvSpPr txBox="1">
            <a:spLocks noRot="1" noChangeAspect="1" noEditPoints="1" noChangeArrowheads="1" noTextEdit="1"/>
          </p:cNvSpPr>
          <p:nvPr/>
        </p:nvSpPr>
        <p:spPr bwMode="auto">
          <a:xfrm>
            <a:off x="803275" y="5732463"/>
            <a:ext cx="4846638" cy="377825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>
            <a:extLst>
              <a:ext uri="{FF2B5EF4-FFF2-40B4-BE49-F238E27FC236}">
                <a16:creationId xmlns:a16="http://schemas.microsoft.com/office/drawing/2014/main" id="{B9B0E0C5-D3B5-C2B9-28BE-C57A47E73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49275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频率特性的几种图示法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05AED860-1BDF-84E7-B69F-4FDC3944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628775"/>
            <a:ext cx="70104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奈（尼）奎斯特</a:t>
            </a:r>
            <a:r>
              <a:rPr lang="en-US" altLang="zh-CN" sz="2800">
                <a:latin typeface="Times New Roman" panose="02020603050405020304" pitchFamily="18" charset="0"/>
              </a:rPr>
              <a:t>(Nyquist)</a:t>
            </a:r>
            <a:r>
              <a:rPr lang="zh-CN" altLang="en-US" sz="2800">
                <a:latin typeface="宋体" panose="02010600030101010101" pitchFamily="2" charset="-122"/>
              </a:rPr>
              <a:t>图（极坐标图、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幅相频率特性</a:t>
            </a:r>
            <a:r>
              <a:rPr lang="zh-CN" altLang="en-US" sz="2800">
                <a:latin typeface="宋体" panose="02010600030101010101" pitchFamily="2" charset="-122"/>
              </a:rPr>
              <a:t>图） </a:t>
            </a:r>
          </a:p>
        </p:txBody>
      </p:sp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7FC781BC-FDDA-7614-2F78-EA6BFBE18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817813"/>
          <a:ext cx="57959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25800" imgH="482600" progId="Equation.3">
                  <p:embed/>
                </p:oleObj>
              </mc:Choice>
              <mc:Fallback>
                <p:oleObj r:id="rId3" imgW="3225800" imgH="482600" progId="Equation.3">
                  <p:embed/>
                  <p:pic>
                    <p:nvPicPr>
                      <p:cNvPr id="20485" name="Object 5">
                        <a:extLst>
                          <a:ext uri="{FF2B5EF4-FFF2-40B4-BE49-F238E27FC236}">
                            <a16:creationId xmlns:a16="http://schemas.microsoft.com/office/drawing/2014/main" id="{7FC781BC-FDDA-7614-2F78-EA6BFBE189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817813"/>
                        <a:ext cx="57959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E1D94A17-55D9-2099-7D2A-25BD0BC858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941888"/>
          <a:ext cx="60039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00400" imgH="419100" progId="Equation.3">
                  <p:embed/>
                </p:oleObj>
              </mc:Choice>
              <mc:Fallback>
                <p:oleObj r:id="rId5" imgW="3200400" imgH="419100" progId="Equation.3">
                  <p:embed/>
                  <p:pic>
                    <p:nvPicPr>
                      <p:cNvPr id="20486" name="Object 6">
                        <a:extLst>
                          <a:ext uri="{FF2B5EF4-FFF2-40B4-BE49-F238E27FC236}">
                            <a16:creationId xmlns:a16="http://schemas.microsoft.com/office/drawing/2014/main" id="{E1D94A17-55D9-2099-7D2A-25BD0BC85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941888"/>
                        <a:ext cx="60039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7">
            <a:extLst>
              <a:ext uri="{FF2B5EF4-FFF2-40B4-BE49-F238E27FC236}">
                <a16:creationId xmlns:a16="http://schemas.microsoft.com/office/drawing/2014/main" id="{9E29BE7D-55A2-19C9-BD0C-D1D491822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789363"/>
            <a:ext cx="6858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</a:rPr>
              <a:t>U(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 i="1">
                <a:latin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分别称为系统的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实频特性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虚频特性</a:t>
            </a:r>
            <a:r>
              <a:rPr lang="zh-CN" altLang="en-US" sz="2800">
                <a:latin typeface="Times New Roman" panose="02020603050405020304" pitchFamily="18" charset="0"/>
              </a:rPr>
              <a:t>。显然：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610FF045-0441-976D-7F09-81474EBA7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92150"/>
            <a:ext cx="6781800" cy="175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在复平面上，随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0 ~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宋体" panose="02010600030101010101" pitchFamily="2" charset="-122"/>
              </a:rPr>
              <a:t>）的变化，向量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端点的变化曲线（轨迹），称为系统的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幅相频率特性曲线</a:t>
            </a:r>
            <a:r>
              <a:rPr lang="zh-CN" altLang="en-US" sz="2800">
                <a:latin typeface="宋体" panose="02010600030101010101" pitchFamily="2" charset="-122"/>
              </a:rPr>
              <a:t>。得到的图形称为系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统的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奈奎斯特图或极坐标图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0690FB38-A30C-D43A-722F-0EE5EC390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492375"/>
            <a:ext cx="67818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易知，向量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的长度等于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|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)|</a:t>
            </a:r>
            <a:r>
              <a:rPr lang="zh-CN" altLang="en-US" sz="2800">
                <a:latin typeface="宋体" panose="02010600030101010101" pitchFamily="2" charset="-122"/>
              </a:rPr>
              <a:t>）；由正实轴方向沿逆时针方向绕原点转至向量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方向的角度等于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）。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21509" name="Picture 5">
            <a:extLst>
              <a:ext uri="{FF2B5EF4-FFF2-40B4-BE49-F238E27FC236}">
                <a16:creationId xmlns:a16="http://schemas.microsoft.com/office/drawing/2014/main" id="{A1D00B9B-052D-8C7C-0548-9896FF5E0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860800"/>
            <a:ext cx="5621337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3">
            <a:extLst>
              <a:ext uri="{FF2B5EF4-FFF2-40B4-BE49-F238E27FC236}">
                <a16:creationId xmlns:a16="http://schemas.microsoft.com/office/drawing/2014/main" id="{53DB8904-909C-FD6D-3DEA-FBB7AB3D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52513"/>
            <a:ext cx="7010400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博（波）德</a:t>
            </a:r>
            <a:r>
              <a:rPr lang="en-US" altLang="zh-CN" sz="2800">
                <a:latin typeface="Times New Roman" panose="02020603050405020304" pitchFamily="18" charset="0"/>
              </a:rPr>
              <a:t>(Bode)</a:t>
            </a:r>
            <a:r>
              <a:rPr lang="zh-CN" altLang="en-US" sz="2800">
                <a:latin typeface="宋体" panose="02010600030101010101" pitchFamily="2" charset="-122"/>
              </a:rPr>
              <a:t>图（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对数频率特性</a:t>
            </a:r>
            <a:r>
              <a:rPr lang="zh-CN" altLang="en-US" sz="2800">
                <a:latin typeface="宋体" panose="02010600030101010101" pitchFamily="2" charset="-122"/>
              </a:rPr>
              <a:t>图） 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8A8ABF4D-5000-5287-3603-057AC1C6F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16113"/>
            <a:ext cx="716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对数幅频特性</a:t>
            </a:r>
            <a:r>
              <a:rPr lang="zh-CN" altLang="en-US" sz="2800">
                <a:latin typeface="宋体" panose="02010600030101010101" pitchFamily="2" charset="-122"/>
              </a:rPr>
              <a:t>图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6D666A0C-63FF-7124-9E58-4BC21E114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636838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横坐标：以</a:t>
            </a:r>
            <a:r>
              <a:rPr lang="en-US" altLang="zh-CN" sz="2800" dirty="0">
                <a:latin typeface="Times New Roman" panose="02020603050405020304" pitchFamily="18" charset="0"/>
              </a:rPr>
              <a:t>10</a:t>
            </a:r>
            <a:r>
              <a:rPr lang="zh-CN" altLang="en-US" sz="2800" dirty="0">
                <a:latin typeface="Times New Roman" panose="02020603050405020304" pitchFamily="18" charset="0"/>
              </a:rPr>
              <a:t>为底的对数分度表示的角频率</a:t>
            </a:r>
          </a:p>
          <a:p>
            <a:pPr algn="just">
              <a:lnSpc>
                <a:spcPct val="11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  单位 </a:t>
            </a:r>
            <a:r>
              <a:rPr lang="en-US" altLang="zh-CN" sz="2800" dirty="0">
                <a:latin typeface="Times New Roman" panose="02020603050405020304" pitchFamily="18" charset="0"/>
              </a:rPr>
              <a:t>— </a:t>
            </a:r>
            <a:r>
              <a:rPr lang="en-US" altLang="zh-CN" sz="2800" i="1" dirty="0">
                <a:latin typeface="Times New Roman" panose="02020603050405020304" pitchFamily="18" charset="0"/>
              </a:rPr>
              <a:t>rad</a:t>
            </a:r>
            <a:r>
              <a:rPr lang="en-US" altLang="zh-CN" sz="2800" dirty="0">
                <a:latin typeface="Times New Roman" panose="02020603050405020304" pitchFamily="18" charset="0"/>
              </a:rPr>
              <a:t>/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642DFF3F-83D3-16F7-42EF-C6934BF7B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716338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纵坐标：线性分度，表示幅值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对数的</a:t>
            </a:r>
            <a:r>
              <a:rPr lang="en-US" altLang="zh-CN" sz="2800">
                <a:latin typeface="Times New Roman" panose="02020603050405020304" pitchFamily="18" charset="0"/>
              </a:rPr>
              <a:t>20</a:t>
            </a:r>
          </a:p>
          <a:p>
            <a:pPr algn="just">
              <a:lnSpc>
                <a:spcPct val="115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                </a:t>
            </a:r>
            <a:r>
              <a:rPr lang="zh-CN" altLang="en-US" sz="2800">
                <a:latin typeface="Times New Roman" panose="02020603050405020304" pitchFamily="18" charset="0"/>
              </a:rPr>
              <a:t>倍，即：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BF644B4D-915D-8C1A-78DA-98B3C20BE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868863"/>
            <a:ext cx="5486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en-US" altLang="zh-CN" sz="2800" i="1">
                <a:latin typeface="Times New Roman" panose="02020603050405020304" pitchFamily="18" charset="0"/>
              </a:rPr>
              <a:t>       L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)=20log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  <a:p>
            <a:pPr algn="just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单位 </a:t>
            </a:r>
            <a:r>
              <a:rPr lang="en-US" altLang="zh-CN" sz="2800">
                <a:latin typeface="Times New Roman" panose="02020603050405020304" pitchFamily="18" charset="0"/>
              </a:rPr>
              <a:t>— </a:t>
            </a:r>
            <a:r>
              <a:rPr lang="zh-CN" altLang="en-US" sz="2800">
                <a:latin typeface="Times New Roman" panose="02020603050405020304" pitchFamily="18" charset="0"/>
              </a:rPr>
              <a:t>分贝（</a:t>
            </a:r>
            <a:r>
              <a:rPr lang="en-US" altLang="zh-CN" sz="2800">
                <a:latin typeface="Times New Roman" panose="02020603050405020304" pitchFamily="18" charset="0"/>
              </a:rPr>
              <a:t>dB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4" grpId="0"/>
      <p:bldP spid="225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EC01B59A-5CFF-C8B2-20EA-EE53ACE8C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716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对数相频特性</a:t>
            </a:r>
            <a:r>
              <a:rPr lang="zh-CN" altLang="en-US" sz="2800">
                <a:latin typeface="宋体" panose="02010600030101010101" pitchFamily="2" charset="-122"/>
              </a:rPr>
              <a:t>图 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91099DBC-7D62-2617-738E-811FF2152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700213"/>
            <a:ext cx="3779837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横坐标：</a:t>
            </a:r>
            <a:r>
              <a:rPr lang="zh-CN" altLang="en-US" sz="2800">
                <a:latin typeface="宋体" panose="02010600030101010101" pitchFamily="2" charset="-122"/>
              </a:rPr>
              <a:t>与对数幅</a:t>
            </a:r>
          </a:p>
          <a:p>
            <a:pPr algn="just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   频特性图相同。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5991063E-CBAD-8BA6-E69F-4736A685B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68638"/>
            <a:ext cx="403225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纵坐标：</a:t>
            </a:r>
            <a:r>
              <a:rPr lang="zh-CN" altLang="en-US" sz="2800">
                <a:latin typeface="宋体" panose="02010600030101010101" pitchFamily="2" charset="-122"/>
              </a:rPr>
              <a:t>线性分度，</a:t>
            </a:r>
          </a:p>
          <a:p>
            <a:pPr algn="just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 频率特性的相角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endParaRPr lang="en-US" altLang="zh-CN" sz="2800">
              <a:latin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单位 </a:t>
            </a: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度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pic>
        <p:nvPicPr>
          <p:cNvPr id="23562" name="Picture 10">
            <a:extLst>
              <a:ext uri="{FF2B5EF4-FFF2-40B4-BE49-F238E27FC236}">
                <a16:creationId xmlns:a16="http://schemas.microsoft.com/office/drawing/2014/main" id="{8BF67239-A693-4EC0-1EC2-3CAF9F0F1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" t="5478" r="2759" b="1369"/>
          <a:stretch>
            <a:fillRect/>
          </a:stretch>
        </p:blipFill>
        <p:spPr bwMode="auto">
          <a:xfrm>
            <a:off x="3995738" y="482600"/>
            <a:ext cx="5148262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61FBED4-6AFF-5CD3-7BE2-B95D5F486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213100"/>
            <a:ext cx="4845050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  <p:bldP spid="235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2C86B719-57B9-0B55-541A-23A2ED244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16113"/>
            <a:ext cx="77755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尼科（柯）尔斯</a:t>
            </a:r>
            <a:r>
              <a:rPr lang="en-US" altLang="zh-CN" sz="2800">
                <a:latin typeface="Times New Roman" panose="02020603050405020304" pitchFamily="18" charset="0"/>
              </a:rPr>
              <a:t>(Nichols)</a:t>
            </a:r>
            <a:r>
              <a:rPr lang="zh-CN" altLang="en-US" sz="2800">
                <a:latin typeface="宋体" panose="02010600030101010101" pitchFamily="2" charset="-122"/>
              </a:rPr>
              <a:t>图（对数幅相特性图） 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0AF5C3A-9519-0486-245D-8F2D0A8A4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2574925"/>
            <a:ext cx="64770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 —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图</a:t>
            </a:r>
            <a:endParaRPr lang="zh-CN" altLang="en-US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">
            <a:extLst>
              <a:ext uri="{FF2B5EF4-FFF2-40B4-BE49-F238E27FC236}">
                <a16:creationId xmlns:a16="http://schemas.microsoft.com/office/drawing/2014/main" id="{1AC29655-11C8-516B-D56D-36B9AA928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781300"/>
            <a:ext cx="31400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作业：</a:t>
            </a:r>
            <a:r>
              <a:rPr lang="en-US" altLang="zh-CN" sz="2800">
                <a:solidFill>
                  <a:srgbClr val="000000"/>
                </a:solidFill>
              </a:rPr>
              <a:t>P224</a:t>
            </a:r>
            <a:r>
              <a:rPr lang="zh-CN" altLang="en-US" sz="2800">
                <a:solidFill>
                  <a:srgbClr val="000000"/>
                </a:solidFill>
              </a:rPr>
              <a:t>：</a:t>
            </a:r>
            <a:r>
              <a:rPr lang="en-US" altLang="zh-CN" sz="2800">
                <a:solidFill>
                  <a:srgbClr val="000000"/>
                </a:solidFill>
              </a:rPr>
              <a:t>5-1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</a:rPr>
              <a:t>        P225:  5-3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>
            <a:extLst>
              <a:ext uri="{FF2B5EF4-FFF2-40B4-BE49-F238E27FC236}">
                <a16:creationId xmlns:a16="http://schemas.microsoft.com/office/drawing/2014/main" id="{E80822BE-110B-FD48-D66C-A57CA45DB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18435" name="Rectangle 5">
            <a:extLst>
              <a:ext uri="{FF2B5EF4-FFF2-40B4-BE49-F238E27FC236}">
                <a16:creationId xmlns:a16="http://schemas.microsoft.com/office/drawing/2014/main" id="{D790E06D-4812-49EB-85B9-87D23FD16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21EE9684-AF3D-A8B6-AA30-52FF3EF77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8437" name="Rectangle 8">
            <a:extLst>
              <a:ext uri="{FF2B5EF4-FFF2-40B4-BE49-F238E27FC236}">
                <a16:creationId xmlns:a16="http://schemas.microsoft.com/office/drawing/2014/main" id="{B93E6E4B-7959-C9CA-383F-3C11A6D32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643313"/>
            <a:ext cx="5545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8438" name="Rectangle 9">
            <a:extLst>
              <a:ext uri="{FF2B5EF4-FFF2-40B4-BE49-F238E27FC236}">
                <a16:creationId xmlns:a16="http://schemas.microsoft.com/office/drawing/2014/main" id="{0028BF2D-66F2-8B64-6854-FCF5C9F11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8439" name="Rectangle 11">
            <a:extLst>
              <a:ext uri="{FF2B5EF4-FFF2-40B4-BE49-F238E27FC236}">
                <a16:creationId xmlns:a16="http://schemas.microsoft.com/office/drawing/2014/main" id="{75E9D046-864E-97BF-9D52-1F218BDF6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8440" name="Rectangle 9">
            <a:extLst>
              <a:ext uri="{FF2B5EF4-FFF2-40B4-BE49-F238E27FC236}">
                <a16:creationId xmlns:a16="http://schemas.microsoft.com/office/drawing/2014/main" id="{D5976F70-61EE-8348-CD9D-D0064F80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43EA836F-FC39-64B7-831E-17D6BA69F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5">
            <a:extLst>
              <a:ext uri="{FF2B5EF4-FFF2-40B4-BE49-F238E27FC236}">
                <a16:creationId xmlns:a16="http://schemas.microsoft.com/office/drawing/2014/main" id="{792C9789-F7D4-4B4F-E6CE-6616275C8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362200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传递函数：		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	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856625DD-B622-EA43-916E-39A778EFB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895600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频率特性：		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Ke</a:t>
            </a:r>
            <a:r>
              <a:rPr lang="en-US" altLang="zh-CN" sz="2900" i="1" baseline="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900" baseline="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6BCA697-03B6-DE2E-FFBD-56A0163A4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4958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实频特性：		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	</a:t>
            </a: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E315D86A-99D8-A2FB-13A2-F2E4A55DF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981575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虚频特性：		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0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F8E70EEC-67CB-E511-58D1-12FDDD9A5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443288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幅频特性：		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840DE960-1D57-FDC6-BBEB-35ADAEBFE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9624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相频特性：	          </a:t>
            </a:r>
            <a:r>
              <a: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0°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488" name="Rectangle 13">
            <a:extLst>
              <a:ext uri="{FF2B5EF4-FFF2-40B4-BE49-F238E27FC236}">
                <a16:creationId xmlns:a16="http://schemas.microsoft.com/office/drawing/2014/main" id="{58A9D7EA-7736-C4DE-35FD-B46BD453A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49313"/>
            <a:ext cx="55626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典型环节的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Nyquist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</a:p>
        </p:txBody>
      </p:sp>
      <p:sp>
        <p:nvSpPr>
          <p:cNvPr id="20489" name="Text Box 14">
            <a:extLst>
              <a:ext uri="{FF2B5EF4-FFF2-40B4-BE49-F238E27FC236}">
                <a16:creationId xmlns:a16="http://schemas.microsoft.com/office/drawing/2014/main" id="{2782196B-9911-5029-9439-0D7B63261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700213"/>
            <a:ext cx="633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比例环节的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Nyquist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图：</a:t>
            </a:r>
          </a:p>
        </p:txBody>
      </p:sp>
      <p:sp>
        <p:nvSpPr>
          <p:cNvPr id="20490" name="Rectangle 5">
            <a:extLst>
              <a:ext uri="{FF2B5EF4-FFF2-40B4-BE49-F238E27FC236}">
                <a16:creationId xmlns:a16="http://schemas.microsoft.com/office/drawing/2014/main" id="{46FF5D15-A0A1-7C25-AED0-E0ABA5DB6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9075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  <p:bldP spid="27654" grpId="0"/>
      <p:bldP spid="27655" grpId="0"/>
      <p:bldP spid="27656" grpId="0"/>
      <p:bldP spid="27659" grpId="0"/>
      <p:bldP spid="276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B8193E1F-1237-AFBD-1C1B-8FCE4C3E73EA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636838"/>
            <a:ext cx="2667000" cy="2819400"/>
            <a:chOff x="209" y="1920"/>
            <a:chExt cx="1680" cy="1776"/>
          </a:xfrm>
        </p:grpSpPr>
        <p:sp>
          <p:nvSpPr>
            <p:cNvPr id="22531" name="Line 5">
              <a:extLst>
                <a:ext uri="{FF2B5EF4-FFF2-40B4-BE49-F238E27FC236}">
                  <a16:creationId xmlns:a16="http://schemas.microsoft.com/office/drawing/2014/main" id="{289C7EC3-94A4-46B9-98C3-E1DD54304A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" y="2000"/>
              <a:ext cx="0" cy="122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2" name="Line 6">
              <a:extLst>
                <a:ext uri="{FF2B5EF4-FFF2-40B4-BE49-F238E27FC236}">
                  <a16:creationId xmlns:a16="http://schemas.microsoft.com/office/drawing/2014/main" id="{C282B52D-4C66-D5CD-9943-5A250B4EF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977"/>
              <a:ext cx="138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3" name="Text Box 7">
              <a:extLst>
                <a:ext uri="{FF2B5EF4-FFF2-40B4-BE49-F238E27FC236}">
                  <a16:creationId xmlns:a16="http://schemas.microsoft.com/office/drawing/2014/main" id="{32A9FC11-D2C7-6827-FE7D-426BEC1F7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" y="296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2534" name="Text Box 8">
              <a:extLst>
                <a:ext uri="{FF2B5EF4-FFF2-40B4-BE49-F238E27FC236}">
                  <a16:creationId xmlns:a16="http://schemas.microsoft.com/office/drawing/2014/main" id="{8B0E2771-F7E9-104D-C87F-2CF58837D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535" name="Text Box 9">
              <a:extLst>
                <a:ext uri="{FF2B5EF4-FFF2-40B4-BE49-F238E27FC236}">
                  <a16:creationId xmlns:a16="http://schemas.microsoft.com/office/drawing/2014/main" id="{0EDE44AE-24F2-7B39-CC2C-FF5EACE87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300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22536" name="Text Box 10">
              <a:extLst>
                <a:ext uri="{FF2B5EF4-FFF2-40B4-BE49-F238E27FC236}">
                  <a16:creationId xmlns:a16="http://schemas.microsoft.com/office/drawing/2014/main" id="{A5373D92-8FB1-12D8-60E3-F6BE876C0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" y="192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22537" name="Text Box 11">
              <a:extLst>
                <a:ext uri="{FF2B5EF4-FFF2-40B4-BE49-F238E27FC236}">
                  <a16:creationId xmlns:a16="http://schemas.microsoft.com/office/drawing/2014/main" id="{E79A40C9-84BB-0D3B-51D6-FA44EF2C4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408"/>
              <a:ext cx="14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Nyquist Diagram</a:t>
              </a:r>
            </a:p>
          </p:txBody>
        </p:sp>
        <p:sp>
          <p:nvSpPr>
            <p:cNvPr id="22538" name="Oval 12">
              <a:extLst>
                <a:ext uri="{FF2B5EF4-FFF2-40B4-BE49-F238E27FC236}">
                  <a16:creationId xmlns:a16="http://schemas.microsoft.com/office/drawing/2014/main" id="{9E149E4D-5778-93CE-4F64-DB715FB60E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8" y="2936"/>
              <a:ext cx="70" cy="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88D2FBB9-8BD6-A5AC-3200-5F9569703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125538"/>
            <a:ext cx="451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惯性环节的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Nyquist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图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9C09A74-0B3B-6107-2B2A-E761937686E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5867400" cy="788988"/>
            <a:chOff x="1056" y="1248"/>
            <a:chExt cx="3696" cy="497"/>
          </a:xfrm>
        </p:grpSpPr>
        <p:sp>
          <p:nvSpPr>
            <p:cNvPr id="24587" name="Rectangle 5">
              <a:extLst>
                <a:ext uri="{FF2B5EF4-FFF2-40B4-BE49-F238E27FC236}">
                  <a16:creationId xmlns:a16="http://schemas.microsoft.com/office/drawing/2014/main" id="{4D61C965-AE39-04CD-D3CC-04791943D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3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24588" name="Object 6">
              <a:extLst>
                <a:ext uri="{FF2B5EF4-FFF2-40B4-BE49-F238E27FC236}">
                  <a16:creationId xmlns:a16="http://schemas.microsoft.com/office/drawing/2014/main" id="{B7F91EF1-FFCC-0FB8-29F5-CDFB8EB8C4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6" y="1248"/>
            <a:ext cx="1076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37836" imgH="393529" progId="Equation.3">
                    <p:embed/>
                  </p:oleObj>
                </mc:Choice>
                <mc:Fallback>
                  <p:oleObj r:id="rId3" imgW="837836" imgH="39352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" y="1248"/>
                          <a:ext cx="1076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757CF023-5396-7CCE-5F0A-292F5334894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971800"/>
            <a:ext cx="7162800" cy="866775"/>
            <a:chOff x="1056" y="1776"/>
            <a:chExt cx="4512" cy="546"/>
          </a:xfrm>
        </p:grpSpPr>
        <p:sp>
          <p:nvSpPr>
            <p:cNvPr id="24585" name="Rectangle 8">
              <a:extLst>
                <a:ext uri="{FF2B5EF4-FFF2-40B4-BE49-F238E27FC236}">
                  <a16:creationId xmlns:a16="http://schemas.microsoft.com/office/drawing/2014/main" id="{A1015799-BAEC-E230-3F04-767733A86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6" name="Object 9">
              <a:extLst>
                <a:ext uri="{FF2B5EF4-FFF2-40B4-BE49-F238E27FC236}">
                  <a16:creationId xmlns:a16="http://schemas.microsoft.com/office/drawing/2014/main" id="{8DEEA041-DAC7-B785-562C-E2017345C1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776"/>
            <a:ext cx="312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527300" imgH="444500" progId="Equation.3">
                    <p:embed/>
                  </p:oleObj>
                </mc:Choice>
                <mc:Fallback>
                  <p:oleObj r:id="rId5" imgW="2527300" imgH="444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776"/>
                          <a:ext cx="312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BD282395-5F35-E356-2C37-C14D0C1E7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119688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相频特性：   </a:t>
            </a:r>
            <a:r>
              <a: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- arctg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6DED81F4-A891-5F97-DDD0-35D698E0DB1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008438"/>
            <a:ext cx="5257800" cy="868362"/>
            <a:chOff x="1056" y="2365"/>
            <a:chExt cx="3312" cy="547"/>
          </a:xfrm>
        </p:grpSpPr>
        <p:sp>
          <p:nvSpPr>
            <p:cNvPr id="24583" name="Rectangle 12">
              <a:extLst>
                <a:ext uri="{FF2B5EF4-FFF2-40B4-BE49-F238E27FC236}">
                  <a16:creationId xmlns:a16="http://schemas.microsoft.com/office/drawing/2014/main" id="{BA7C5E88-DEEC-A53A-4643-3D78C7F35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53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84" name="Object 13">
              <a:extLst>
                <a:ext uri="{FF2B5EF4-FFF2-40B4-BE49-F238E27FC236}">
                  <a16:creationId xmlns:a16="http://schemas.microsoft.com/office/drawing/2014/main" id="{88E2BED1-184F-96C2-D734-6F6A694522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0" y="2365"/>
            <a:ext cx="1458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180588" imgH="444307" progId="Equation.3">
                    <p:embed/>
                  </p:oleObj>
                </mc:Choice>
                <mc:Fallback>
                  <p:oleObj r:id="rId7" imgW="1180588" imgH="444307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0" y="2365"/>
                          <a:ext cx="1458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720E8D-8093-857B-2D48-33CB8AFFCB7D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836613"/>
            <a:ext cx="5257800" cy="768350"/>
            <a:chOff x="864" y="1053"/>
            <a:chExt cx="3312" cy="484"/>
          </a:xfrm>
        </p:grpSpPr>
        <p:sp>
          <p:nvSpPr>
            <p:cNvPr id="26656" name="Rectangle 3">
              <a:extLst>
                <a:ext uri="{FF2B5EF4-FFF2-40B4-BE49-F238E27FC236}">
                  <a16:creationId xmlns:a16="http://schemas.microsoft.com/office/drawing/2014/main" id="{FE25A4C2-12A0-D5EA-9BCC-E102D0BDC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13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实频特性：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6657" name="Object 4">
              <a:extLst>
                <a:ext uri="{FF2B5EF4-FFF2-40B4-BE49-F238E27FC236}">
                  <a16:creationId xmlns:a16="http://schemas.microsoft.com/office/drawing/2014/main" id="{6A09481F-5A31-0B68-76D7-2E2436465B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1" y="1053"/>
            <a:ext cx="1364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104900" imgH="393700" progId="Equation.3">
                    <p:embed/>
                  </p:oleObj>
                </mc:Choice>
                <mc:Fallback>
                  <p:oleObj r:id="rId3" imgW="1104900" imgH="3937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1053"/>
                          <a:ext cx="1364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7D6CC458-C586-7ECF-E5AE-F8F7AD6EEE9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844675"/>
            <a:ext cx="5257800" cy="779463"/>
            <a:chOff x="864" y="1584"/>
            <a:chExt cx="3312" cy="491"/>
          </a:xfrm>
        </p:grpSpPr>
        <p:sp>
          <p:nvSpPr>
            <p:cNvPr id="26654" name="Rectangle 6">
              <a:extLst>
                <a:ext uri="{FF2B5EF4-FFF2-40B4-BE49-F238E27FC236}">
                  <a16:creationId xmlns:a16="http://schemas.microsoft.com/office/drawing/2014/main" id="{A8BC6135-CDD5-1DBC-F59B-3BC12E581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632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虚频特性：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5" name="Object 7">
              <a:extLst>
                <a:ext uri="{FF2B5EF4-FFF2-40B4-BE49-F238E27FC236}">
                  <a16:creationId xmlns:a16="http://schemas.microsoft.com/office/drawing/2014/main" id="{19CDC6E2-D186-5AD9-F68A-A244E0B396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6" y="1584"/>
            <a:ext cx="1360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91726" imgH="393529" progId="Equation.3">
                    <p:embed/>
                  </p:oleObj>
                </mc:Choice>
                <mc:Fallback>
                  <p:oleObj r:id="rId5" imgW="1091726" imgH="393529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1584"/>
                          <a:ext cx="1360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12993195-E134-3A28-4ED1-622186C6A7BD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140075"/>
            <a:ext cx="5257800" cy="1387475"/>
            <a:chOff x="864" y="2064"/>
            <a:chExt cx="3312" cy="874"/>
          </a:xfrm>
        </p:grpSpPr>
        <p:sp>
          <p:nvSpPr>
            <p:cNvPr id="26652" name="Rectangle 9">
              <a:extLst>
                <a:ext uri="{FF2B5EF4-FFF2-40B4-BE49-F238E27FC236}">
                  <a16:creationId xmlns:a16="http://schemas.microsoft.com/office/drawing/2014/main" id="{2EC3EE69-65B2-9097-3D4B-9FDB296E1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64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注意到：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6653" name="Object 10">
              <a:extLst>
                <a:ext uri="{FF2B5EF4-FFF2-40B4-BE49-F238E27FC236}">
                  <a16:creationId xmlns:a16="http://schemas.microsoft.com/office/drawing/2014/main" id="{79558DB0-BD80-95E4-7915-86147CA578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5" y="2359"/>
            <a:ext cx="2401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943100" imgH="469900" progId="Equation.3">
                    <p:embed/>
                  </p:oleObj>
                </mc:Choice>
                <mc:Fallback>
                  <p:oleObj r:id="rId7" imgW="1943100" imgH="4699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" y="2359"/>
                          <a:ext cx="2401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11">
            <a:extLst>
              <a:ext uri="{FF2B5EF4-FFF2-40B4-BE49-F238E27FC236}">
                <a16:creationId xmlns:a16="http://schemas.microsoft.com/office/drawing/2014/main" id="{932C3BB2-1D82-B8F2-16FE-4969F556F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724400"/>
            <a:ext cx="36576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即惯性环节的奈氏图为圆心在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(1/2, 0)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处，半径为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1/2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的一个圆。</a:t>
            </a:r>
            <a:endParaRPr lang="zh-CN" altLang="en-US" sz="2800" i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06EF3624-E6C1-F6CB-1FFA-D8CED4EF9985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781300"/>
            <a:ext cx="3705225" cy="3657600"/>
            <a:chOff x="3234" y="1488"/>
            <a:chExt cx="2334" cy="2304"/>
          </a:xfrm>
        </p:grpSpPr>
        <p:sp>
          <p:nvSpPr>
            <p:cNvPr id="26631" name="Line 13">
              <a:extLst>
                <a:ext uri="{FF2B5EF4-FFF2-40B4-BE49-F238E27FC236}">
                  <a16:creationId xmlns:a16="http://schemas.microsoft.com/office/drawing/2014/main" id="{90078ACB-BC32-D55D-A0A4-8571633D89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3" y="1632"/>
              <a:ext cx="0" cy="187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Line 14">
              <a:extLst>
                <a:ext uri="{FF2B5EF4-FFF2-40B4-BE49-F238E27FC236}">
                  <a16:creationId xmlns:a16="http://schemas.microsoft.com/office/drawing/2014/main" id="{95B8FD63-A373-42C5-B866-539EDE1816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0" y="2400"/>
              <a:ext cx="2080" cy="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Text Box 15">
              <a:extLst>
                <a:ext uri="{FF2B5EF4-FFF2-40B4-BE49-F238E27FC236}">
                  <a16:creationId xmlns:a16="http://schemas.microsoft.com/office/drawing/2014/main" id="{EDBE9B28-A256-6274-8EF2-0012D01DC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3" y="21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634" name="Text Box 16">
              <a:extLst>
                <a:ext uri="{FF2B5EF4-FFF2-40B4-BE49-F238E27FC236}">
                  <a16:creationId xmlns:a16="http://schemas.microsoft.com/office/drawing/2014/main" id="{E428A0B2-16EF-A2C0-54F1-74988FEA4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0" y="211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26635" name="Text Box 17">
              <a:extLst>
                <a:ext uri="{FF2B5EF4-FFF2-40B4-BE49-F238E27FC236}">
                  <a16:creationId xmlns:a16="http://schemas.microsoft.com/office/drawing/2014/main" id="{EFA44C5E-7A4C-22AF-04E6-7CC814A23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" y="1584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26636" name="Oval 18">
              <a:extLst>
                <a:ext uri="{FF2B5EF4-FFF2-40B4-BE49-F238E27FC236}">
                  <a16:creationId xmlns:a16="http://schemas.microsoft.com/office/drawing/2014/main" id="{F69BBDE5-9CF6-76A5-6593-7407398AC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5" y="1776"/>
              <a:ext cx="1248" cy="1296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637" name="Rectangle 19">
              <a:extLst>
                <a:ext uri="{FF2B5EF4-FFF2-40B4-BE49-F238E27FC236}">
                  <a16:creationId xmlns:a16="http://schemas.microsoft.com/office/drawing/2014/main" id="{C5820158-EC36-A72F-9425-37B6270FF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1920"/>
              <a:ext cx="1296" cy="432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638" name="Rectangle 20">
              <a:extLst>
                <a:ext uri="{FF2B5EF4-FFF2-40B4-BE49-F238E27FC236}">
                  <a16:creationId xmlns:a16="http://schemas.microsoft.com/office/drawing/2014/main" id="{3F2FA090-8A34-14D1-91DB-2DEBBCF9A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1488"/>
              <a:ext cx="1104" cy="48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639" name="Line 21">
              <a:extLst>
                <a:ext uri="{FF2B5EF4-FFF2-40B4-BE49-F238E27FC236}">
                  <a16:creationId xmlns:a16="http://schemas.microsoft.com/office/drawing/2014/main" id="{355D7959-BC0A-ED93-1E2D-813153317F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7" y="2356"/>
              <a:ext cx="0" cy="4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Text Box 22">
              <a:extLst>
                <a:ext uri="{FF2B5EF4-FFF2-40B4-BE49-F238E27FC236}">
                  <a16:creationId xmlns:a16="http://schemas.microsoft.com/office/drawing/2014/main" id="{2E78ABBA-CA0C-08D4-384B-C640823D3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2116"/>
              <a:ext cx="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1/2</a:t>
              </a:r>
            </a:p>
          </p:txBody>
        </p:sp>
        <p:sp>
          <p:nvSpPr>
            <p:cNvPr id="26641" name="Text Box 23">
              <a:extLst>
                <a:ext uri="{FF2B5EF4-FFF2-40B4-BE49-F238E27FC236}">
                  <a16:creationId xmlns:a16="http://schemas.microsoft.com/office/drawing/2014/main" id="{480750C0-7414-041E-5B71-F6B875CDA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21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42" name="Text Box 24">
              <a:extLst>
                <a:ext uri="{FF2B5EF4-FFF2-40B4-BE49-F238E27FC236}">
                  <a16:creationId xmlns:a16="http://schemas.microsoft.com/office/drawing/2014/main" id="{1D3221C3-EF68-2A41-AAA1-98F1CFE9C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5" y="235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26643" name="Text Box 25">
              <a:extLst>
                <a:ext uri="{FF2B5EF4-FFF2-40B4-BE49-F238E27FC236}">
                  <a16:creationId xmlns:a16="http://schemas.microsoft.com/office/drawing/2014/main" id="{59AFA35A-A94B-3170-DC4C-B83A4BB4F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4" y="2356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44" name="Line 26">
              <a:extLst>
                <a:ext uri="{FF2B5EF4-FFF2-40B4-BE49-F238E27FC236}">
                  <a16:creationId xmlns:a16="http://schemas.microsoft.com/office/drawing/2014/main" id="{D0B10391-27AB-845A-9988-06D774EFF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" y="2400"/>
              <a:ext cx="685" cy="67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Arc 27">
              <a:extLst>
                <a:ext uri="{FF2B5EF4-FFF2-40B4-BE49-F238E27FC236}">
                  <a16:creationId xmlns:a16="http://schemas.microsoft.com/office/drawing/2014/main" id="{F6C4809F-D79F-F3B6-48DF-8AD746D66E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07798" flipV="1">
              <a:off x="3969" y="2385"/>
              <a:ext cx="192" cy="338"/>
            </a:xfrm>
            <a:custGeom>
              <a:avLst/>
              <a:gdLst>
                <a:gd name="T0" fmla="*/ 0 w 21600"/>
                <a:gd name="T1" fmla="*/ 0 h 30393"/>
                <a:gd name="T2" fmla="*/ 0 w 21600"/>
                <a:gd name="T3" fmla="*/ 0 h 30393"/>
                <a:gd name="T4" fmla="*/ 0 w 21600"/>
                <a:gd name="T5" fmla="*/ 0 h 30393"/>
                <a:gd name="T6" fmla="*/ 0 w 21600"/>
                <a:gd name="T7" fmla="*/ 0 h 30393"/>
                <a:gd name="T8" fmla="*/ 0 w 21600"/>
                <a:gd name="T9" fmla="*/ 0 h 30393"/>
                <a:gd name="T10" fmla="*/ 0 w 21600"/>
                <a:gd name="T11" fmla="*/ 0 h 30393"/>
                <a:gd name="T12" fmla="*/ 0 w 21600"/>
                <a:gd name="T13" fmla="*/ 0 h 30393"/>
                <a:gd name="T14" fmla="*/ 0 w 21600"/>
                <a:gd name="T15" fmla="*/ 0 h 303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30393" fill="none">
                  <a:moveTo>
                    <a:pt x="15880" y="0"/>
                  </a:moveTo>
                  <a:cubicBezTo>
                    <a:pt x="19558" y="3988"/>
                    <a:pt x="21600" y="9215"/>
                    <a:pt x="21600" y="14641"/>
                  </a:cubicBezTo>
                  <a:cubicBezTo>
                    <a:pt x="21600" y="20608"/>
                    <a:pt x="19131" y="26309"/>
                    <a:pt x="14779" y="30392"/>
                  </a:cubicBezTo>
                </a:path>
                <a:path w="21600" h="30393" stroke="0">
                  <a:moveTo>
                    <a:pt x="15880" y="0"/>
                  </a:moveTo>
                  <a:cubicBezTo>
                    <a:pt x="19558" y="3988"/>
                    <a:pt x="21600" y="9215"/>
                    <a:pt x="21600" y="14641"/>
                  </a:cubicBezTo>
                  <a:cubicBezTo>
                    <a:pt x="21600" y="20608"/>
                    <a:pt x="19131" y="26309"/>
                    <a:pt x="14779" y="30392"/>
                  </a:cubicBezTo>
                  <a:lnTo>
                    <a:pt x="0" y="14641"/>
                  </a:lnTo>
                  <a:lnTo>
                    <a:pt x="15880" y="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Text Box 28">
              <a:extLst>
                <a:ext uri="{FF2B5EF4-FFF2-40B4-BE49-F238E27FC236}">
                  <a16:creationId xmlns:a16="http://schemas.microsoft.com/office/drawing/2014/main" id="{1EBDB566-7EC5-30C7-BA51-0A4B407BB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2452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45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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47" name="Text Box 29">
              <a:extLst>
                <a:ext uri="{FF2B5EF4-FFF2-40B4-BE49-F238E27FC236}">
                  <a16:creationId xmlns:a16="http://schemas.microsoft.com/office/drawing/2014/main" id="{6012A119-8C62-3C06-B489-51BC8986C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3076"/>
              <a:ext cx="6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 =1/T</a:t>
              </a:r>
            </a:p>
          </p:txBody>
        </p:sp>
        <p:sp>
          <p:nvSpPr>
            <p:cNvPr id="26648" name="Line 30">
              <a:extLst>
                <a:ext uri="{FF2B5EF4-FFF2-40B4-BE49-F238E27FC236}">
                  <a16:creationId xmlns:a16="http://schemas.microsoft.com/office/drawing/2014/main" id="{E750D58E-61C7-0E65-29BC-D01F84494E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254595">
              <a:off x="4707" y="2883"/>
              <a:ext cx="1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Rectangle 31">
              <a:extLst>
                <a:ext uri="{FF2B5EF4-FFF2-40B4-BE49-F238E27FC236}">
                  <a16:creationId xmlns:a16="http://schemas.microsoft.com/office/drawing/2014/main" id="{B4B21E10-9916-DC42-A489-C5785083F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504"/>
              <a:ext cx="14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Nyquist Diagram</a:t>
              </a:r>
            </a:p>
          </p:txBody>
        </p:sp>
        <p:sp>
          <p:nvSpPr>
            <p:cNvPr id="26650" name="Rectangle 32">
              <a:extLst>
                <a:ext uri="{FF2B5EF4-FFF2-40B4-BE49-F238E27FC236}">
                  <a16:creationId xmlns:a16="http://schemas.microsoft.com/office/drawing/2014/main" id="{9C788513-4E8E-9FA6-DA56-0023BBAE3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2544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j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26651" name="Line 33">
              <a:extLst>
                <a:ext uri="{FF2B5EF4-FFF2-40B4-BE49-F238E27FC236}">
                  <a16:creationId xmlns:a16="http://schemas.microsoft.com/office/drawing/2014/main" id="{B7978C38-61B3-4299-6549-A0DCBCADF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2784"/>
              <a:ext cx="192" cy="9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37981994-68CA-B6DB-AFCC-643318AE0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95726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积分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B068484-9471-25BB-2D30-D3DF4B6AAEBE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462088"/>
            <a:ext cx="5867400" cy="790575"/>
            <a:chOff x="1056" y="2682"/>
            <a:chExt cx="3696" cy="498"/>
          </a:xfrm>
        </p:grpSpPr>
        <p:sp>
          <p:nvSpPr>
            <p:cNvPr id="28689" name="Rectangle 5">
              <a:extLst>
                <a:ext uri="{FF2B5EF4-FFF2-40B4-BE49-F238E27FC236}">
                  <a16:creationId xmlns:a16="http://schemas.microsoft.com/office/drawing/2014/main" id="{DCF4D589-AA59-70CA-3E59-1B3EDF1A9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4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28690" name="Object 6">
              <a:extLst>
                <a:ext uri="{FF2B5EF4-FFF2-40B4-BE49-F238E27FC236}">
                  <a16:creationId xmlns:a16="http://schemas.microsoft.com/office/drawing/2014/main" id="{AF527DBD-FDC1-71CE-1D78-57F7A18D4C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8" y="2682"/>
            <a:ext cx="734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71252" imgH="393529" progId="Equation.3">
                    <p:embed/>
                  </p:oleObj>
                </mc:Choice>
                <mc:Fallback>
                  <p:oleObj r:id="rId3" imgW="571252" imgH="39352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2682"/>
                          <a:ext cx="734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EDCD6A4F-1EB3-A999-8AF6-8BE617380CDB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176463"/>
            <a:ext cx="5638800" cy="896937"/>
            <a:chOff x="1056" y="3072"/>
            <a:chExt cx="3552" cy="565"/>
          </a:xfrm>
        </p:grpSpPr>
        <p:sp>
          <p:nvSpPr>
            <p:cNvPr id="28687" name="Rectangle 8">
              <a:extLst>
                <a:ext uri="{FF2B5EF4-FFF2-40B4-BE49-F238E27FC236}">
                  <a16:creationId xmlns:a16="http://schemas.microsoft.com/office/drawing/2014/main" id="{944EED73-2C85-9676-8CE7-788C4906D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86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688" name="Object 9">
              <a:extLst>
                <a:ext uri="{FF2B5EF4-FFF2-40B4-BE49-F238E27FC236}">
                  <a16:creationId xmlns:a16="http://schemas.microsoft.com/office/drawing/2014/main" id="{F989168F-631A-148B-06B0-86F795B889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3" y="3072"/>
            <a:ext cx="2015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485900" imgH="419100" progId="Equation.3">
                    <p:embed/>
                  </p:oleObj>
                </mc:Choice>
                <mc:Fallback>
                  <p:oleObj r:id="rId5" imgW="1485900" imgH="419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" y="3072"/>
                          <a:ext cx="2015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B4F63508-138E-E810-7C1B-A92924FEB80C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016250"/>
            <a:ext cx="5257800" cy="920750"/>
            <a:chOff x="1056" y="3553"/>
            <a:chExt cx="3312" cy="580"/>
          </a:xfrm>
        </p:grpSpPr>
        <p:sp>
          <p:nvSpPr>
            <p:cNvPr id="28685" name="Rectangle 11">
              <a:extLst>
                <a:ext uri="{FF2B5EF4-FFF2-40B4-BE49-F238E27FC236}">
                  <a16:creationId xmlns:a16="http://schemas.microsoft.com/office/drawing/2014/main" id="{FC1E4452-B843-8E36-0DA9-B6A96F40B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664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8686" name="Object 12">
              <a:extLst>
                <a:ext uri="{FF2B5EF4-FFF2-40B4-BE49-F238E27FC236}">
                  <a16:creationId xmlns:a16="http://schemas.microsoft.com/office/drawing/2014/main" id="{13064950-A9CB-081A-7E12-04F7E7BD35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9" y="3553"/>
            <a:ext cx="957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47419" imgH="393529" progId="Equation.3">
                    <p:embed/>
                  </p:oleObj>
                </mc:Choice>
                <mc:Fallback>
                  <p:oleObj r:id="rId7" imgW="647419" imgH="39352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" y="3553"/>
                          <a:ext cx="957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5" name="Rectangle 13">
            <a:extLst>
              <a:ext uri="{FF2B5EF4-FFF2-40B4-BE49-F238E27FC236}">
                <a16:creationId xmlns:a16="http://schemas.microsoft.com/office/drawing/2014/main" id="{E87BCD91-7DEC-FFCC-C586-5F361CB5F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0052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相频特性：   </a:t>
            </a:r>
            <a:r>
              <a: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-90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°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6C094DA9-75A0-6C58-A0F5-720B522168B1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4803775"/>
            <a:ext cx="5257800" cy="573088"/>
            <a:chOff x="1056" y="912"/>
            <a:chExt cx="3312" cy="361"/>
          </a:xfrm>
        </p:grpSpPr>
        <p:sp>
          <p:nvSpPr>
            <p:cNvPr id="28683" name="Rectangle 15">
              <a:extLst>
                <a:ext uri="{FF2B5EF4-FFF2-40B4-BE49-F238E27FC236}">
                  <a16:creationId xmlns:a16="http://schemas.microsoft.com/office/drawing/2014/main" id="{E661A0BE-A200-101F-A6BE-1524DEAAF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912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实频特性：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8684" name="Object 16">
              <a:extLst>
                <a:ext uri="{FF2B5EF4-FFF2-40B4-BE49-F238E27FC236}">
                  <a16:creationId xmlns:a16="http://schemas.microsoft.com/office/drawing/2014/main" id="{61504747-9610-3B2B-E2AF-CAD642D1A1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0" y="951"/>
            <a:ext cx="96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09336" imgH="203112" progId="Equation.3">
                    <p:embed/>
                  </p:oleObj>
                </mc:Choice>
                <mc:Fallback>
                  <p:oleObj r:id="rId9" imgW="609336" imgH="20311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0" y="951"/>
                          <a:ext cx="967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C2796842-F8F6-7D0D-DA66-98E96EC5AC5E}"/>
              </a:ext>
            </a:extLst>
          </p:cNvPr>
          <p:cNvGrpSpPr>
            <a:grpSpLocks/>
          </p:cNvGrpSpPr>
          <p:nvPr/>
        </p:nvGrpSpPr>
        <p:grpSpPr bwMode="auto">
          <a:xfrm>
            <a:off x="1419225" y="5395913"/>
            <a:ext cx="5257800" cy="895350"/>
            <a:chOff x="1056" y="1164"/>
            <a:chExt cx="3312" cy="564"/>
          </a:xfrm>
        </p:grpSpPr>
        <p:sp>
          <p:nvSpPr>
            <p:cNvPr id="28681" name="Rectangle 18">
              <a:extLst>
                <a:ext uri="{FF2B5EF4-FFF2-40B4-BE49-F238E27FC236}">
                  <a16:creationId xmlns:a16="http://schemas.microsoft.com/office/drawing/2014/main" id="{40D33DC2-71F3-0468-A5C8-A4A56CA5D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296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虚频特性：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682" name="Object 19">
              <a:extLst>
                <a:ext uri="{FF2B5EF4-FFF2-40B4-BE49-F238E27FC236}">
                  <a16:creationId xmlns:a16="http://schemas.microsoft.com/office/drawing/2014/main" id="{5F0FA7DC-52EC-CE3D-465B-1D3BC014B2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164"/>
            <a:ext cx="1091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761669" imgH="393529" progId="Equation.3">
                    <p:embed/>
                  </p:oleObj>
                </mc:Choice>
                <mc:Fallback>
                  <p:oleObj r:id="rId11" imgW="761669" imgH="39352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164"/>
                          <a:ext cx="1091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>
            <a:extLst>
              <a:ext uri="{FF2B5EF4-FFF2-40B4-BE49-F238E27FC236}">
                <a16:creationId xmlns:a16="http://schemas.microsoft.com/office/drawing/2014/main" id="{9787B09C-52AF-56D2-B23F-4975D5577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868863"/>
            <a:ext cx="3240087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积分环节的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图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2FD8F6D-A1A4-8320-374A-883D4F64592C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133600"/>
            <a:ext cx="3200400" cy="2514600"/>
            <a:chOff x="1728" y="2496"/>
            <a:chExt cx="2016" cy="1584"/>
          </a:xfrm>
        </p:grpSpPr>
        <p:sp>
          <p:nvSpPr>
            <p:cNvPr id="30724" name="Line 5">
              <a:extLst>
                <a:ext uri="{FF2B5EF4-FFF2-40B4-BE49-F238E27FC236}">
                  <a16:creationId xmlns:a16="http://schemas.microsoft.com/office/drawing/2014/main" id="{DF6B1197-007A-2D75-1E62-BCC0DEF670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2592"/>
              <a:ext cx="0" cy="14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5" name="Line 6">
              <a:extLst>
                <a:ext uri="{FF2B5EF4-FFF2-40B4-BE49-F238E27FC236}">
                  <a16:creationId xmlns:a16="http://schemas.microsoft.com/office/drawing/2014/main" id="{F33F81D5-DAAD-B5F2-6931-17394BE9D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976"/>
              <a:ext cx="196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6" name="Text Box 7">
              <a:extLst>
                <a:ext uri="{FF2B5EF4-FFF2-40B4-BE49-F238E27FC236}">
                  <a16:creationId xmlns:a16="http://schemas.microsoft.com/office/drawing/2014/main" id="{98007FF8-0D82-C98A-244E-1CF39BE90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0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727" name="Text Box 8">
              <a:extLst>
                <a:ext uri="{FF2B5EF4-FFF2-40B4-BE49-F238E27FC236}">
                  <a16:creationId xmlns:a16="http://schemas.microsoft.com/office/drawing/2014/main" id="{1EEFE1BD-E0FA-D13F-0EFB-FC571C59F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" y="295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30728" name="Text Box 9">
              <a:extLst>
                <a:ext uri="{FF2B5EF4-FFF2-40B4-BE49-F238E27FC236}">
                  <a16:creationId xmlns:a16="http://schemas.microsoft.com/office/drawing/2014/main" id="{02F09BF3-693A-48F9-8C61-6EC1CD3D5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49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30729" name="Line 10">
              <a:extLst>
                <a:ext uri="{FF2B5EF4-FFF2-40B4-BE49-F238E27FC236}">
                  <a16:creationId xmlns:a16="http://schemas.microsoft.com/office/drawing/2014/main" id="{AD46A6F6-BC29-ADFA-F62C-ED2521DE6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976"/>
              <a:ext cx="0" cy="1056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" name="Text Box 11">
              <a:extLst>
                <a:ext uri="{FF2B5EF4-FFF2-40B4-BE49-F238E27FC236}">
                  <a16:creationId xmlns:a16="http://schemas.microsoft.com/office/drawing/2014/main" id="{360CE7B2-0CD1-DF4C-B6D1-FE544610C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792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30731" name="Text Box 12">
              <a:extLst>
                <a:ext uri="{FF2B5EF4-FFF2-40B4-BE49-F238E27FC236}">
                  <a16:creationId xmlns:a16="http://schemas.microsoft.com/office/drawing/2014/main" id="{4ACF1326-F150-F9A2-E026-B83E67B0D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" y="2688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32" name="Line 13">
              <a:extLst>
                <a:ext uri="{FF2B5EF4-FFF2-40B4-BE49-F238E27FC236}">
                  <a16:creationId xmlns:a16="http://schemas.microsoft.com/office/drawing/2014/main" id="{A8C35B85-3595-14FA-500A-1B9416C6F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3264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Rectangle 14">
              <a:extLst>
                <a:ext uri="{FF2B5EF4-FFF2-40B4-BE49-F238E27FC236}">
                  <a16:creationId xmlns:a16="http://schemas.microsoft.com/office/drawing/2014/main" id="{6CA01A8A-1047-46B8-7DD3-2DA1E291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3360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1CAD5A4B-078C-567A-ADA5-DB0C51092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125538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理想微分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390C47A-29BB-D502-C43C-5C724373990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5867400" cy="519113"/>
            <a:chOff x="1056" y="1311"/>
            <a:chExt cx="3696" cy="327"/>
          </a:xfrm>
        </p:grpSpPr>
        <p:sp>
          <p:nvSpPr>
            <p:cNvPr id="32785" name="Rectangle 5">
              <a:extLst>
                <a:ext uri="{FF2B5EF4-FFF2-40B4-BE49-F238E27FC236}">
                  <a16:creationId xmlns:a16="http://schemas.microsoft.com/office/drawing/2014/main" id="{4142E54A-BA75-116A-7997-BE217B8F6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32786" name="Object 6">
              <a:extLst>
                <a:ext uri="{FF2B5EF4-FFF2-40B4-BE49-F238E27FC236}">
                  <a16:creationId xmlns:a16="http://schemas.microsoft.com/office/drawing/2014/main" id="{5FD9600B-3A28-230B-6EBB-14E6603779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4" y="1368"/>
            <a:ext cx="70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45626" imgH="203024" progId="Equation.3">
                    <p:embed/>
                  </p:oleObj>
                </mc:Choice>
                <mc:Fallback>
                  <p:oleObj r:id="rId3" imgW="545626" imgH="20302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4" y="1368"/>
                          <a:ext cx="70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35DEEF30-3B83-9A15-A951-C520EE16788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590800"/>
            <a:ext cx="5638800" cy="525463"/>
            <a:chOff x="1056" y="1709"/>
            <a:chExt cx="3552" cy="331"/>
          </a:xfrm>
        </p:grpSpPr>
        <p:sp>
          <p:nvSpPr>
            <p:cNvPr id="32783" name="Rectangle 8">
              <a:extLst>
                <a:ext uri="{FF2B5EF4-FFF2-40B4-BE49-F238E27FC236}">
                  <a16:creationId xmlns:a16="http://schemas.microsoft.com/office/drawing/2014/main" id="{4C3D9E66-ECA2-7ADC-DDD4-296B3D069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09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84" name="Object 9">
              <a:extLst>
                <a:ext uri="{FF2B5EF4-FFF2-40B4-BE49-F238E27FC236}">
                  <a16:creationId xmlns:a16="http://schemas.microsoft.com/office/drawing/2014/main" id="{9501FF0D-B0A5-B358-89E3-5539C50FF8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" y="1715"/>
            <a:ext cx="182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346200" imgH="241300" progId="Equation.3">
                    <p:embed/>
                  </p:oleObj>
                </mc:Choice>
                <mc:Fallback>
                  <p:oleObj r:id="rId5" imgW="13462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" y="1715"/>
                          <a:ext cx="182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93CAE8BE-97B8-140A-04FF-F1188A3EB3C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233863"/>
            <a:ext cx="5257800" cy="534987"/>
            <a:chOff x="1056" y="2667"/>
            <a:chExt cx="3312" cy="337"/>
          </a:xfrm>
        </p:grpSpPr>
        <p:sp>
          <p:nvSpPr>
            <p:cNvPr id="32781" name="Rectangle 11">
              <a:extLst>
                <a:ext uri="{FF2B5EF4-FFF2-40B4-BE49-F238E27FC236}">
                  <a16:creationId xmlns:a16="http://schemas.microsoft.com/office/drawing/2014/main" id="{6288DE55-B36B-3AA0-D7FC-0ED4B44A5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667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实频特性：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32782" name="Object 12">
              <a:extLst>
                <a:ext uri="{FF2B5EF4-FFF2-40B4-BE49-F238E27FC236}">
                  <a16:creationId xmlns:a16="http://schemas.microsoft.com/office/drawing/2014/main" id="{649FA2D7-83EF-B078-3391-4EF901E604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4" y="2706"/>
            <a:ext cx="896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09336" imgH="203112" progId="Equation.3">
                    <p:embed/>
                  </p:oleObj>
                </mc:Choice>
                <mc:Fallback>
                  <p:oleObj r:id="rId7" imgW="609336" imgH="20311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4" y="2706"/>
                          <a:ext cx="896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7DCF9D9A-93C9-B3F8-7047-E9293F737CE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800600"/>
            <a:ext cx="5257800" cy="519113"/>
            <a:chOff x="1056" y="2544"/>
            <a:chExt cx="3312" cy="327"/>
          </a:xfrm>
        </p:grpSpPr>
        <p:sp>
          <p:nvSpPr>
            <p:cNvPr id="32779" name="Rectangle 14">
              <a:extLst>
                <a:ext uri="{FF2B5EF4-FFF2-40B4-BE49-F238E27FC236}">
                  <a16:creationId xmlns:a16="http://schemas.microsoft.com/office/drawing/2014/main" id="{8635DBDE-35B6-5B02-5FFA-83B83EE28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44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虚频特性：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80" name="Object 15">
              <a:extLst>
                <a:ext uri="{FF2B5EF4-FFF2-40B4-BE49-F238E27FC236}">
                  <a16:creationId xmlns:a16="http://schemas.microsoft.com/office/drawing/2014/main" id="{AEB0D967-F700-26F2-661F-48DE21D95A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2548"/>
            <a:ext cx="89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22030" imgH="203112" progId="Equation.3">
                    <p:embed/>
                  </p:oleObj>
                </mc:Choice>
                <mc:Fallback>
                  <p:oleObj r:id="rId9" imgW="622030" imgH="203112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548"/>
                          <a:ext cx="89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D64F67D1-6234-5A5B-9628-06CE6B8A57B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27375"/>
            <a:ext cx="5257800" cy="546100"/>
            <a:chOff x="1056" y="1970"/>
            <a:chExt cx="3312" cy="344"/>
          </a:xfrm>
        </p:grpSpPr>
        <p:sp>
          <p:nvSpPr>
            <p:cNvPr id="32777" name="Rectangle 17">
              <a:extLst>
                <a:ext uri="{FF2B5EF4-FFF2-40B4-BE49-F238E27FC236}">
                  <a16:creationId xmlns:a16="http://schemas.microsoft.com/office/drawing/2014/main" id="{74276FCA-2573-1F7C-789C-FFC231795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70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32778" name="Object 18">
              <a:extLst>
                <a:ext uri="{FF2B5EF4-FFF2-40B4-BE49-F238E27FC236}">
                  <a16:creationId xmlns:a16="http://schemas.microsoft.com/office/drawing/2014/main" id="{3AA2B532-CFC4-9DF3-9578-A0D43CB0D9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7" y="2009"/>
            <a:ext cx="93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622030" imgH="203112" progId="Equation.3">
                    <p:embed/>
                  </p:oleObj>
                </mc:Choice>
                <mc:Fallback>
                  <p:oleObj r:id="rId11" imgW="622030" imgH="20311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" y="2009"/>
                          <a:ext cx="937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59" name="Rectangle 19">
            <a:extLst>
              <a:ext uri="{FF2B5EF4-FFF2-40B4-BE49-F238E27FC236}">
                <a16:creationId xmlns:a16="http://schemas.microsoft.com/office/drawing/2014/main" id="{456978EE-4B0D-1F70-0D00-F710DEB8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57600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相频特性：      </a:t>
            </a:r>
            <a:r>
              <a: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90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°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>
            <a:extLst>
              <a:ext uri="{FF2B5EF4-FFF2-40B4-BE49-F238E27FC236}">
                <a16:creationId xmlns:a16="http://schemas.microsoft.com/office/drawing/2014/main" id="{A1E69D3F-6EC7-6691-4C5A-37B2D7351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013325"/>
            <a:ext cx="43529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纯微分环节的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图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DBF1EB3-476E-FD75-5CE2-5F73B071475E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2205038"/>
            <a:ext cx="3248025" cy="2667000"/>
            <a:chOff x="1776" y="1776"/>
            <a:chExt cx="2046" cy="1680"/>
          </a:xfrm>
        </p:grpSpPr>
        <p:sp>
          <p:nvSpPr>
            <p:cNvPr id="34820" name="Line 5">
              <a:extLst>
                <a:ext uri="{FF2B5EF4-FFF2-40B4-BE49-F238E27FC236}">
                  <a16:creationId xmlns:a16="http://schemas.microsoft.com/office/drawing/2014/main" id="{60E5F652-524E-6FAE-AAF7-DEDE8C0BB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872"/>
              <a:ext cx="0" cy="158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1" name="Line 6">
              <a:extLst>
                <a:ext uri="{FF2B5EF4-FFF2-40B4-BE49-F238E27FC236}">
                  <a16:creationId xmlns:a16="http://schemas.microsoft.com/office/drawing/2014/main" id="{38F1CE13-FF08-C4EC-257C-F315B34E9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072"/>
              <a:ext cx="196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2" name="Text Box 7">
              <a:extLst>
                <a:ext uri="{FF2B5EF4-FFF2-40B4-BE49-F238E27FC236}">
                  <a16:creationId xmlns:a16="http://schemas.microsoft.com/office/drawing/2014/main" id="{22C72FD6-18A2-01A4-C476-2C332198F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8" y="30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4823" name="Text Box 8">
              <a:extLst>
                <a:ext uri="{FF2B5EF4-FFF2-40B4-BE49-F238E27FC236}">
                  <a16:creationId xmlns:a16="http://schemas.microsoft.com/office/drawing/2014/main" id="{4C2AC7DA-9929-F884-A286-C99CCD7A0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07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34824" name="Text Box 9">
              <a:extLst>
                <a:ext uri="{FF2B5EF4-FFF2-40B4-BE49-F238E27FC236}">
                  <a16:creationId xmlns:a16="http://schemas.microsoft.com/office/drawing/2014/main" id="{0A71A0E9-3F6F-302B-67B3-39D54339C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177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34825" name="Line 10">
              <a:extLst>
                <a:ext uri="{FF2B5EF4-FFF2-40B4-BE49-F238E27FC236}">
                  <a16:creationId xmlns:a16="http://schemas.microsoft.com/office/drawing/2014/main" id="{D0BAE0BA-EB2B-AC1A-C4CD-E95CFF87D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016"/>
              <a:ext cx="0" cy="1056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Text Box 11">
              <a:extLst>
                <a:ext uri="{FF2B5EF4-FFF2-40B4-BE49-F238E27FC236}">
                  <a16:creationId xmlns:a16="http://schemas.microsoft.com/office/drawing/2014/main" id="{458B29BC-8EFD-D143-7F24-CFDD3BE0C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" y="2814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34827" name="Text Box 12">
              <a:extLst>
                <a:ext uri="{FF2B5EF4-FFF2-40B4-BE49-F238E27FC236}">
                  <a16:creationId xmlns:a16="http://schemas.microsoft.com/office/drawing/2014/main" id="{E1BD2F3B-D342-90F1-155E-9EC311987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192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28" name="Line 13">
              <a:extLst>
                <a:ext uri="{FF2B5EF4-FFF2-40B4-BE49-F238E27FC236}">
                  <a16:creationId xmlns:a16="http://schemas.microsoft.com/office/drawing/2014/main" id="{BCB7AF8A-6FDD-72BF-0D76-DFDEBA8EF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2304"/>
              <a:ext cx="0" cy="5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Rectangle 14">
              <a:extLst>
                <a:ext uri="{FF2B5EF4-FFF2-40B4-BE49-F238E27FC236}">
                  <a16:creationId xmlns:a16="http://schemas.microsoft.com/office/drawing/2014/main" id="{0C525887-5E2B-2B56-087A-69362AE2E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0" y="2400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6FA4E498-5AAB-0111-1165-6E2EB4A2E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25538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5.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振荡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297B02C-D684-1024-66EE-A58554B60F5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81213"/>
            <a:ext cx="6781800" cy="1500187"/>
            <a:chOff x="1056" y="1311"/>
            <a:chExt cx="4272" cy="945"/>
          </a:xfrm>
        </p:grpSpPr>
        <p:sp>
          <p:nvSpPr>
            <p:cNvPr id="36871" name="Rectangle 5">
              <a:extLst>
                <a:ext uri="{FF2B5EF4-FFF2-40B4-BE49-F238E27FC236}">
                  <a16:creationId xmlns:a16="http://schemas.microsoft.com/office/drawing/2014/main" id="{8ED951FE-59F5-722C-69AE-6027BF359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36872" name="Object 6">
              <a:extLst>
                <a:ext uri="{FF2B5EF4-FFF2-40B4-BE49-F238E27FC236}">
                  <a16:creationId xmlns:a16="http://schemas.microsoft.com/office/drawing/2014/main" id="{FE49935E-C6E0-62C5-74AF-1CA7A35FAA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3" y="1678"/>
            <a:ext cx="4245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302000" imgH="457200" progId="Equation.3">
                    <p:embed/>
                  </p:oleObj>
                </mc:Choice>
                <mc:Fallback>
                  <p:oleObj r:id="rId3" imgW="3302000" imgH="457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" y="1678"/>
                          <a:ext cx="4245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8E3D3F67-B356-92AC-3CCB-6CF461CFBA1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24288"/>
            <a:ext cx="6705600" cy="2043112"/>
            <a:chOff x="1056" y="2409"/>
            <a:chExt cx="4224" cy="1287"/>
          </a:xfrm>
        </p:grpSpPr>
        <p:sp>
          <p:nvSpPr>
            <p:cNvPr id="36869" name="Rectangle 8">
              <a:extLst>
                <a:ext uri="{FF2B5EF4-FFF2-40B4-BE49-F238E27FC236}">
                  <a16:creationId xmlns:a16="http://schemas.microsoft.com/office/drawing/2014/main" id="{81C30ECF-9671-82DB-2ED4-D5D5B7C05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09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6870" name="Object 9">
              <a:extLst>
                <a:ext uri="{FF2B5EF4-FFF2-40B4-BE49-F238E27FC236}">
                  <a16:creationId xmlns:a16="http://schemas.microsoft.com/office/drawing/2014/main" id="{A7647CCC-0BF4-1089-0474-35A1E3432C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3" y="2765"/>
            <a:ext cx="4197" cy="9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263900" imgH="736600" progId="Equation.3">
                    <p:embed/>
                  </p:oleObj>
                </mc:Choice>
                <mc:Fallback>
                  <p:oleObj r:id="rId5" imgW="3263900" imgH="736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" y="2765"/>
                          <a:ext cx="4197" cy="9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5" name="Group 3">
            <a:extLst>
              <a:ext uri="{FF2B5EF4-FFF2-40B4-BE49-F238E27FC236}">
                <a16:creationId xmlns:a16="http://schemas.microsoft.com/office/drawing/2014/main" id="{09BC453D-C6A5-5713-D7E1-46DFAA209F0C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773238"/>
            <a:ext cx="5638800" cy="2341562"/>
            <a:chOff x="1056" y="1008"/>
            <a:chExt cx="3552" cy="1475"/>
          </a:xfrm>
        </p:grpSpPr>
        <p:graphicFrame>
          <p:nvGraphicFramePr>
            <p:cNvPr id="38919" name="Object 4">
              <a:extLst>
                <a:ext uri="{FF2B5EF4-FFF2-40B4-BE49-F238E27FC236}">
                  <a16:creationId xmlns:a16="http://schemas.microsoft.com/office/drawing/2014/main" id="{585C1E28-4FAB-FBEA-C695-C064D118A3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9" y="1392"/>
            <a:ext cx="2857" cy="1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222500" imgH="863600" progId="Equation.3">
                    <p:embed/>
                  </p:oleObj>
                </mc:Choice>
                <mc:Fallback>
                  <p:oleObj r:id="rId3" imgW="2222500" imgH="863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1392"/>
                          <a:ext cx="2857" cy="10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0" name="Rectangle 5">
              <a:extLst>
                <a:ext uri="{FF2B5EF4-FFF2-40B4-BE49-F238E27FC236}">
                  <a16:creationId xmlns:a16="http://schemas.microsoft.com/office/drawing/2014/main" id="{A9CCC7A6-D21A-C956-FC59-600E96976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00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21F07C31-B2CD-40BB-292F-8037174F2CD7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4148138"/>
            <a:ext cx="5638800" cy="2271712"/>
            <a:chOff x="1056" y="2553"/>
            <a:chExt cx="3552" cy="1431"/>
          </a:xfrm>
        </p:grpSpPr>
        <p:sp>
          <p:nvSpPr>
            <p:cNvPr id="38917" name="Rectangle 7">
              <a:extLst>
                <a:ext uri="{FF2B5EF4-FFF2-40B4-BE49-F238E27FC236}">
                  <a16:creationId xmlns:a16="http://schemas.microsoft.com/office/drawing/2014/main" id="{790F7774-ACA4-ADA8-A350-917F168BA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5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8918" name="Object 8">
              <a:extLst>
                <a:ext uri="{FF2B5EF4-FFF2-40B4-BE49-F238E27FC236}">
                  <a16:creationId xmlns:a16="http://schemas.microsoft.com/office/drawing/2014/main" id="{C70C215B-246D-1A0A-2525-D092E4DFE1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4" y="2813"/>
            <a:ext cx="2024" cy="1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74800" imgH="927100" progId="Equation.3">
                    <p:embed/>
                  </p:oleObj>
                </mc:Choice>
                <mc:Fallback>
                  <p:oleObj r:id="rId5" imgW="1574800" imgH="9271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813"/>
                          <a:ext cx="2024" cy="1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16" name="Object 9">
            <a:extLst>
              <a:ext uri="{FF2B5EF4-FFF2-40B4-BE49-F238E27FC236}">
                <a16:creationId xmlns:a16="http://schemas.microsoft.com/office/drawing/2014/main" id="{83B8D050-27EA-7812-7DBB-23542B702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6950" y="117475"/>
          <a:ext cx="66643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263900" imgH="736600" progId="Equation.3">
                  <p:embed/>
                </p:oleObj>
              </mc:Choice>
              <mc:Fallback>
                <p:oleObj r:id="rId7" imgW="3263900" imgH="736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117475"/>
                        <a:ext cx="6664325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36536463-F016-F39A-5518-2556D027AB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6388" y="2311400"/>
          <a:ext cx="20462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02865" imgH="203112" progId="Equation.3">
                  <p:embed/>
                </p:oleObj>
              </mc:Choice>
              <mc:Fallback>
                <p:oleObj r:id="rId3" imgW="1002865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311400"/>
                        <a:ext cx="20462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6CB0514A-AFAC-2DE1-924E-6DB080CBE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2311400"/>
          <a:ext cx="217646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66337" imgH="203112" progId="Equation.3">
                  <p:embed/>
                </p:oleObj>
              </mc:Choice>
              <mc:Fallback>
                <p:oleObj r:id="rId5" imgW="106633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2311400"/>
                        <a:ext cx="217646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>
            <a:extLst>
              <a:ext uri="{FF2B5EF4-FFF2-40B4-BE49-F238E27FC236}">
                <a16:creationId xmlns:a16="http://schemas.microsoft.com/office/drawing/2014/main" id="{C4E9C946-FFEC-4275-7F0C-B34A1E232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625600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r>
              <a:rPr lang="zh-CN" altLang="en-US" sz="2800">
                <a:latin typeface="宋体" panose="02010600030101010101" pitchFamily="2" charset="-122"/>
              </a:rPr>
              <a:t>时 </a:t>
            </a:r>
          </a:p>
        </p:txBody>
      </p:sp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D97D1492-6F5E-E637-4A3F-10838583E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2575" y="3451225"/>
          <a:ext cx="25384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44600" imgH="419100" progId="Equation.3">
                  <p:embed/>
                </p:oleObj>
              </mc:Choice>
              <mc:Fallback>
                <p:oleObj r:id="rId7" imgW="12446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451225"/>
                        <a:ext cx="25384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0C3D700C-C4E3-8420-81B7-941E575B3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3413" y="3606800"/>
          <a:ext cx="26955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320800" imgH="228600" progId="Equation.3">
                  <p:embed/>
                </p:oleObj>
              </mc:Choice>
              <mc:Fallback>
                <p:oleObj r:id="rId9" imgW="1320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3606800"/>
                        <a:ext cx="26955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8">
            <a:extLst>
              <a:ext uri="{FF2B5EF4-FFF2-40B4-BE49-F238E27FC236}">
                <a16:creationId xmlns:a16="http://schemas.microsoft.com/office/drawing/2014/main" id="{EF61FCC5-385D-3695-E16F-7A5F77991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768600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宋体" panose="02010600030101010101" pitchFamily="2" charset="-122"/>
              </a:rPr>
              <a:t>时 </a:t>
            </a:r>
          </a:p>
        </p:txBody>
      </p:sp>
      <p:sp>
        <p:nvSpPr>
          <p:cNvPr id="40971" name="Text Box 11">
            <a:extLst>
              <a:ext uri="{FF2B5EF4-FFF2-40B4-BE49-F238E27FC236}">
                <a16:creationId xmlns:a16="http://schemas.microsoft.com/office/drawing/2014/main" id="{48335188-2AB5-35E1-46CD-EABC7F89F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292600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宋体" panose="02010600030101010101" pitchFamily="2" charset="-122"/>
              </a:rPr>
              <a:t>时 </a:t>
            </a:r>
          </a:p>
        </p:txBody>
      </p:sp>
      <p:grpSp>
        <p:nvGrpSpPr>
          <p:cNvPr id="40969" name="Group 3">
            <a:extLst>
              <a:ext uri="{FF2B5EF4-FFF2-40B4-BE49-F238E27FC236}">
                <a16:creationId xmlns:a16="http://schemas.microsoft.com/office/drawing/2014/main" id="{53FD7A4C-213D-E97B-B864-2E60DD1B83A2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0"/>
            <a:ext cx="3606800" cy="1665288"/>
            <a:chOff x="1056" y="1008"/>
            <a:chExt cx="3552" cy="1475"/>
          </a:xfrm>
        </p:grpSpPr>
        <p:graphicFrame>
          <p:nvGraphicFramePr>
            <p:cNvPr id="40975" name="Object 15">
              <a:extLst>
                <a:ext uri="{FF2B5EF4-FFF2-40B4-BE49-F238E27FC236}">
                  <a16:creationId xmlns:a16="http://schemas.microsoft.com/office/drawing/2014/main" id="{8580E7FF-62D6-3034-CC6A-CDFEE35894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9" y="1392"/>
            <a:ext cx="2857" cy="1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222500" imgH="863600" progId="Equation.3">
                    <p:embed/>
                  </p:oleObj>
                </mc:Choice>
                <mc:Fallback>
                  <p:oleObj r:id="rId11" imgW="2222500" imgH="863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1392"/>
                          <a:ext cx="2857" cy="10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6" name="Rectangle 5">
              <a:extLst>
                <a:ext uri="{FF2B5EF4-FFF2-40B4-BE49-F238E27FC236}">
                  <a16:creationId xmlns:a16="http://schemas.microsoft.com/office/drawing/2014/main" id="{EB0AD5BE-A4D3-B4A2-54A2-084C43428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00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970" name="Group 6">
            <a:extLst>
              <a:ext uri="{FF2B5EF4-FFF2-40B4-BE49-F238E27FC236}">
                <a16:creationId xmlns:a16="http://schemas.microsoft.com/office/drawing/2014/main" id="{3E0E65C1-9795-3BDC-D18D-598C821DAAE3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88913"/>
            <a:ext cx="3240087" cy="1727200"/>
            <a:chOff x="1056" y="2553"/>
            <a:chExt cx="3552" cy="1431"/>
          </a:xfrm>
        </p:grpSpPr>
        <p:sp>
          <p:nvSpPr>
            <p:cNvPr id="40973" name="Rectangle 7">
              <a:extLst>
                <a:ext uri="{FF2B5EF4-FFF2-40B4-BE49-F238E27FC236}">
                  <a16:creationId xmlns:a16="http://schemas.microsoft.com/office/drawing/2014/main" id="{299D88BE-CC16-B806-0FA5-A4E8F8D0F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5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0974" name="Object 8">
              <a:extLst>
                <a:ext uri="{FF2B5EF4-FFF2-40B4-BE49-F238E27FC236}">
                  <a16:creationId xmlns:a16="http://schemas.microsoft.com/office/drawing/2014/main" id="{188ECB18-A9C5-A80E-6998-AB02D171F1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4" y="2813"/>
            <a:ext cx="2024" cy="1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74800" imgH="927100" progId="Equation.3">
                    <p:embed/>
                  </p:oleObj>
                </mc:Choice>
                <mc:Fallback>
                  <p:oleObj r:id="rId13" imgW="1574800" imgH="9271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813"/>
                          <a:ext cx="2024" cy="1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2">
            <a:extLst>
              <a:ext uri="{FF2B5EF4-FFF2-40B4-BE49-F238E27FC236}">
                <a16:creationId xmlns:a16="http://schemas.microsoft.com/office/drawing/2014/main" id="{AF853AE5-F403-257D-1F27-7CB1EC84AD8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56494" y="5190480"/>
            <a:ext cx="2680595" cy="369332"/>
          </a:xfrm>
          <a:prstGeom prst="rect">
            <a:avLst/>
          </a:prstGeom>
          <a:blipFill>
            <a:blip r:embed="rId15"/>
            <a:stretch>
              <a:fillRect b="-9836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C319514F-B26D-E8E2-C4D3-897BE1A6EA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01804" y="5103298"/>
            <a:ext cx="3842604" cy="377667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40968" grpId="0"/>
      <p:bldP spid="409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97">
            <a:extLst>
              <a:ext uri="{FF2B5EF4-FFF2-40B4-BE49-F238E27FC236}">
                <a16:creationId xmlns:a16="http://schemas.microsoft.com/office/drawing/2014/main" id="{DD19E83A-BB5F-C38C-98D8-095A82E7B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8" y="1046163"/>
            <a:ext cx="29940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振荡环节</a:t>
            </a:r>
            <a:r>
              <a:rPr lang="en-US" altLang="zh-CN" sz="2400" b="1">
                <a:latin typeface="宋体" panose="02010600030101010101" pitchFamily="2" charset="-122"/>
              </a:rPr>
              <a:t>Nyquist</a:t>
            </a:r>
            <a:r>
              <a:rPr lang="zh-CN" altLang="en-US" sz="2400" b="1">
                <a:latin typeface="宋体" panose="02010600030101010101" pitchFamily="2" charset="-122"/>
              </a:rPr>
              <a:t>图</a:t>
            </a:r>
          </a:p>
        </p:txBody>
      </p:sp>
      <p:grpSp>
        <p:nvGrpSpPr>
          <p:cNvPr id="43011" name="组合 2">
            <a:extLst>
              <a:ext uri="{FF2B5EF4-FFF2-40B4-BE49-F238E27FC236}">
                <a16:creationId xmlns:a16="http://schemas.microsoft.com/office/drawing/2014/main" id="{47AB64D2-C654-23B6-C2B9-849D838DC1E7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1700213"/>
            <a:ext cx="4222750" cy="3941762"/>
            <a:chOff x="4041010" y="1658393"/>
            <a:chExt cx="4222619" cy="3941283"/>
          </a:xfrm>
        </p:grpSpPr>
        <p:pic>
          <p:nvPicPr>
            <p:cNvPr id="43012" name="图片 1">
              <a:extLst>
                <a:ext uri="{FF2B5EF4-FFF2-40B4-BE49-F238E27FC236}">
                  <a16:creationId xmlns:a16="http://schemas.microsoft.com/office/drawing/2014/main" id="{2C786B72-8ACA-737A-F960-9BAA3F95B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38" t="59601" r="14430" b="11000"/>
            <a:stretch>
              <a:fillRect/>
            </a:stretch>
          </p:blipFill>
          <p:spPr bwMode="auto">
            <a:xfrm>
              <a:off x="4274168" y="1658393"/>
              <a:ext cx="3989461" cy="3851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3013" name="Object 88">
              <a:extLst>
                <a:ext uri="{FF2B5EF4-FFF2-40B4-BE49-F238E27FC236}">
                  <a16:creationId xmlns:a16="http://schemas.microsoft.com/office/drawing/2014/main" id="{F8254571-06C3-5A35-7FE2-1D1887AB31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1010" y="5178057"/>
            <a:ext cx="617041" cy="421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44307" imgH="330057" progId="Equation.3">
                    <p:embed/>
                  </p:oleObj>
                </mc:Choice>
                <mc:Fallback>
                  <p:oleObj r:id="rId4" imgW="444307" imgH="330057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1010" y="5178057"/>
                          <a:ext cx="617041" cy="421619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80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4" name="Line 91">
              <a:extLst>
                <a:ext uri="{FF2B5EF4-FFF2-40B4-BE49-F238E27FC236}">
                  <a16:creationId xmlns:a16="http://schemas.microsoft.com/office/drawing/2014/main" id="{0615086B-1C64-7E5D-E949-864A5C142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0910" y="4278595"/>
              <a:ext cx="640669" cy="759709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5" name="Line 14">
              <a:extLst>
                <a:ext uri="{FF2B5EF4-FFF2-40B4-BE49-F238E27FC236}">
                  <a16:creationId xmlns:a16="http://schemas.microsoft.com/office/drawing/2014/main" id="{31E665E0-91C4-A37F-8CB8-3D824C170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0553" y="5273798"/>
              <a:ext cx="581027" cy="116779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4CF7A4-D254-4CFC-541F-E5585CEA3090}"/>
              </a:ext>
            </a:extLst>
          </p:cNvPr>
          <p:cNvGrpSpPr>
            <a:grpSpLocks/>
          </p:cNvGrpSpPr>
          <p:nvPr/>
        </p:nvGrpSpPr>
        <p:grpSpPr bwMode="auto">
          <a:xfrm>
            <a:off x="1816100" y="2084388"/>
            <a:ext cx="5791200" cy="4684712"/>
            <a:chOff x="864" y="1177"/>
            <a:chExt cx="3648" cy="2951"/>
          </a:xfrm>
        </p:grpSpPr>
        <p:sp>
          <p:nvSpPr>
            <p:cNvPr id="45060" name="Rectangle 3">
              <a:extLst>
                <a:ext uri="{FF2B5EF4-FFF2-40B4-BE49-F238E27FC236}">
                  <a16:creationId xmlns:a16="http://schemas.microsoft.com/office/drawing/2014/main" id="{7F275586-BEB5-1C3A-9CC4-A6D5751F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5061" name="Rectangle 4">
              <a:extLst>
                <a:ext uri="{FF2B5EF4-FFF2-40B4-BE49-F238E27FC236}">
                  <a16:creationId xmlns:a16="http://schemas.microsoft.com/office/drawing/2014/main" id="{C9F93126-5884-85EB-2C32-89E71B3AE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5062" name="Freeform 5">
              <a:extLst>
                <a:ext uri="{FF2B5EF4-FFF2-40B4-BE49-F238E27FC236}">
                  <a16:creationId xmlns:a16="http://schemas.microsoft.com/office/drawing/2014/main" id="{CA1176FF-2415-D2E5-C0CD-6E8789917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3" name="Freeform 6">
              <a:extLst>
                <a:ext uri="{FF2B5EF4-FFF2-40B4-BE49-F238E27FC236}">
                  <a16:creationId xmlns:a16="http://schemas.microsoft.com/office/drawing/2014/main" id="{98EED2DA-0536-9013-8571-87733EA7D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4" name="Freeform 7">
              <a:extLst>
                <a:ext uri="{FF2B5EF4-FFF2-40B4-BE49-F238E27FC236}">
                  <a16:creationId xmlns:a16="http://schemas.microsoft.com/office/drawing/2014/main" id="{A10F906B-64C0-0AF7-3E15-A44EEF02B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5" name="Freeform 8">
              <a:extLst>
                <a:ext uri="{FF2B5EF4-FFF2-40B4-BE49-F238E27FC236}">
                  <a16:creationId xmlns:a16="http://schemas.microsoft.com/office/drawing/2014/main" id="{1897B110-29C4-291F-D7DF-CC55BE06C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Freeform 9">
              <a:extLst>
                <a:ext uri="{FF2B5EF4-FFF2-40B4-BE49-F238E27FC236}">
                  <a16:creationId xmlns:a16="http://schemas.microsoft.com/office/drawing/2014/main" id="{12A35FBD-A953-F760-4D33-F87230CA4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3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7" name="Freeform 10">
              <a:extLst>
                <a:ext uri="{FF2B5EF4-FFF2-40B4-BE49-F238E27FC236}">
                  <a16:creationId xmlns:a16="http://schemas.microsoft.com/office/drawing/2014/main" id="{F94FF9A3-B027-1AE2-3D92-BEC036449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Freeform 11">
              <a:extLst>
                <a:ext uri="{FF2B5EF4-FFF2-40B4-BE49-F238E27FC236}">
                  <a16:creationId xmlns:a16="http://schemas.microsoft.com/office/drawing/2014/main" id="{8284FDD1-92ED-1155-C98D-744C3C9D7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Freeform 12">
              <a:extLst>
                <a:ext uri="{FF2B5EF4-FFF2-40B4-BE49-F238E27FC236}">
                  <a16:creationId xmlns:a16="http://schemas.microsoft.com/office/drawing/2014/main" id="{0CCB8326-D76A-CE8A-7CE5-2F9B10FFC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3">
              <a:extLst>
                <a:ext uri="{FF2B5EF4-FFF2-40B4-BE49-F238E27FC236}">
                  <a16:creationId xmlns:a16="http://schemas.microsoft.com/office/drawing/2014/main" id="{FFED9F6B-9FC5-7FAA-54A7-A03A2FA3B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Freeform 14">
              <a:extLst>
                <a:ext uri="{FF2B5EF4-FFF2-40B4-BE49-F238E27FC236}">
                  <a16:creationId xmlns:a16="http://schemas.microsoft.com/office/drawing/2014/main" id="{34C93CBD-8A05-C4C9-2998-8F1D423B1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Freeform 15">
              <a:extLst>
                <a:ext uri="{FF2B5EF4-FFF2-40B4-BE49-F238E27FC236}">
                  <a16:creationId xmlns:a16="http://schemas.microsoft.com/office/drawing/2014/main" id="{E7FBBC03-040D-B3E5-49C5-1EA1E98C1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Freeform 16">
              <a:extLst>
                <a:ext uri="{FF2B5EF4-FFF2-40B4-BE49-F238E27FC236}">
                  <a16:creationId xmlns:a16="http://schemas.microsoft.com/office/drawing/2014/main" id="{874FB9EB-2DE6-28AC-BB73-B26BDB4B8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3706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4" name="Freeform 17">
              <a:extLst>
                <a:ext uri="{FF2B5EF4-FFF2-40B4-BE49-F238E27FC236}">
                  <a16:creationId xmlns:a16="http://schemas.microsoft.com/office/drawing/2014/main" id="{14365BEE-22D9-C230-FB06-F3033FB58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3401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Freeform 18">
              <a:extLst>
                <a:ext uri="{FF2B5EF4-FFF2-40B4-BE49-F238E27FC236}">
                  <a16:creationId xmlns:a16="http://schemas.microsoft.com/office/drawing/2014/main" id="{EB245250-B629-7794-A250-1DF5E3FB7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3097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Freeform 19">
              <a:extLst>
                <a:ext uri="{FF2B5EF4-FFF2-40B4-BE49-F238E27FC236}">
                  <a16:creationId xmlns:a16="http://schemas.microsoft.com/office/drawing/2014/main" id="{8F4E2487-CAF9-49AE-97D9-B4EC34A3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792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Freeform 20">
              <a:extLst>
                <a:ext uri="{FF2B5EF4-FFF2-40B4-BE49-F238E27FC236}">
                  <a16:creationId xmlns:a16="http://schemas.microsoft.com/office/drawing/2014/main" id="{FE6B2107-503E-47A1-1174-226780E78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494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Freeform 21">
              <a:extLst>
                <a:ext uri="{FF2B5EF4-FFF2-40B4-BE49-F238E27FC236}">
                  <a16:creationId xmlns:a16="http://schemas.microsoft.com/office/drawing/2014/main" id="{07D9C42F-2C56-0D20-DD52-B2C4D6389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190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Freeform 22">
              <a:extLst>
                <a:ext uri="{FF2B5EF4-FFF2-40B4-BE49-F238E27FC236}">
                  <a16:creationId xmlns:a16="http://schemas.microsoft.com/office/drawing/2014/main" id="{84FD5FD3-BD60-4AE9-07CD-A2269BB65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885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Freeform 23">
              <a:extLst>
                <a:ext uri="{FF2B5EF4-FFF2-40B4-BE49-F238E27FC236}">
                  <a16:creationId xmlns:a16="http://schemas.microsoft.com/office/drawing/2014/main" id="{9B85C18E-6A25-E7C8-DA48-BF8280D2E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580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Freeform 24">
              <a:extLst>
                <a:ext uri="{FF2B5EF4-FFF2-40B4-BE49-F238E27FC236}">
                  <a16:creationId xmlns:a16="http://schemas.microsoft.com/office/drawing/2014/main" id="{377E0258-B723-2979-BB37-C968950C9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Line 25">
              <a:extLst>
                <a:ext uri="{FF2B5EF4-FFF2-40B4-BE49-F238E27FC236}">
                  <a16:creationId xmlns:a16="http://schemas.microsoft.com/office/drawing/2014/main" id="{499708F2-1494-ADF4-349A-3812C370F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30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Freeform 26">
              <a:extLst>
                <a:ext uri="{FF2B5EF4-FFF2-40B4-BE49-F238E27FC236}">
                  <a16:creationId xmlns:a16="http://schemas.microsoft.com/office/drawing/2014/main" id="{233D0D3B-AF62-1698-6F6A-90D09AFA7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custGeom>
              <a:avLst/>
              <a:gdLst>
                <a:gd name="T0" fmla="*/ 0 w 434"/>
                <a:gd name="T1" fmla="*/ 17166 h 342"/>
                <a:gd name="T2" fmla="*/ 21801 w 434"/>
                <a:gd name="T3" fmla="*/ 17166 h 342"/>
                <a:gd name="T4" fmla="*/ 21801 w 434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Line 27">
              <a:extLst>
                <a:ext uri="{FF2B5EF4-FFF2-40B4-BE49-F238E27FC236}">
                  <a16:creationId xmlns:a16="http://schemas.microsoft.com/office/drawing/2014/main" id="{F7D885C9-4B93-E331-109B-701320F8E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1283"/>
              <a:ext cx="1" cy="24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5" name="Line 28">
              <a:extLst>
                <a:ext uri="{FF2B5EF4-FFF2-40B4-BE49-F238E27FC236}">
                  <a16:creationId xmlns:a16="http://schemas.microsoft.com/office/drawing/2014/main" id="{72D5D766-C5C8-9E2A-77A2-8C7E46D80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706"/>
              <a:ext cx="30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6" name="Line 29">
              <a:extLst>
                <a:ext uri="{FF2B5EF4-FFF2-40B4-BE49-F238E27FC236}">
                  <a16:creationId xmlns:a16="http://schemas.microsoft.com/office/drawing/2014/main" id="{99047480-8564-AE13-75FC-02B00D5D2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1283"/>
              <a:ext cx="1" cy="24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Line 30">
              <a:extLst>
                <a:ext uri="{FF2B5EF4-FFF2-40B4-BE49-F238E27FC236}">
                  <a16:creationId xmlns:a16="http://schemas.microsoft.com/office/drawing/2014/main" id="{AAED96A3-2110-CF9E-FACE-E6A384794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Line 31">
              <a:extLst>
                <a:ext uri="{FF2B5EF4-FFF2-40B4-BE49-F238E27FC236}">
                  <a16:creationId xmlns:a16="http://schemas.microsoft.com/office/drawing/2014/main" id="{E31E9496-935E-201E-A557-483192EEA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Rectangle 32">
              <a:extLst>
                <a:ext uri="{FF2B5EF4-FFF2-40B4-BE49-F238E27FC236}">
                  <a16:creationId xmlns:a16="http://schemas.microsoft.com/office/drawing/2014/main" id="{A65F0707-B715-B08E-6EB2-FF519E007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372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090" name="Line 33">
              <a:extLst>
                <a:ext uri="{FF2B5EF4-FFF2-40B4-BE49-F238E27FC236}">
                  <a16:creationId xmlns:a16="http://schemas.microsoft.com/office/drawing/2014/main" id="{A8B4871F-4FF2-FE0E-8D89-50B912FA7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Line 34">
              <a:extLst>
                <a:ext uri="{FF2B5EF4-FFF2-40B4-BE49-F238E27FC236}">
                  <a16:creationId xmlns:a16="http://schemas.microsoft.com/office/drawing/2014/main" id="{9763DAF4-7202-BB92-652C-91410C09F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2" name="Rectangle 35">
              <a:extLst>
                <a:ext uri="{FF2B5EF4-FFF2-40B4-BE49-F238E27FC236}">
                  <a16:creationId xmlns:a16="http://schemas.microsoft.com/office/drawing/2014/main" id="{EA6EEC88-94B2-9079-80ED-47D7FDFB8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093" name="Line 36">
              <a:extLst>
                <a:ext uri="{FF2B5EF4-FFF2-40B4-BE49-F238E27FC236}">
                  <a16:creationId xmlns:a16="http://schemas.microsoft.com/office/drawing/2014/main" id="{47A288FA-909D-0972-16F8-F26483F7B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6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4" name="Line 37">
              <a:extLst>
                <a:ext uri="{FF2B5EF4-FFF2-40B4-BE49-F238E27FC236}">
                  <a16:creationId xmlns:a16="http://schemas.microsoft.com/office/drawing/2014/main" id="{D53AC2C4-B12C-F0BF-F325-074BB6BEE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5" name="Rectangle 38">
              <a:extLst>
                <a:ext uri="{FF2B5EF4-FFF2-40B4-BE49-F238E27FC236}">
                  <a16:creationId xmlns:a16="http://schemas.microsoft.com/office/drawing/2014/main" id="{C5625C29-20FA-69AA-1471-6871D615F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096" name="Line 39">
              <a:extLst>
                <a:ext uri="{FF2B5EF4-FFF2-40B4-BE49-F238E27FC236}">
                  <a16:creationId xmlns:a16="http://schemas.microsoft.com/office/drawing/2014/main" id="{8980A735-89A0-1C56-028B-09A5BE0AE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8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7" name="Line 40">
              <a:extLst>
                <a:ext uri="{FF2B5EF4-FFF2-40B4-BE49-F238E27FC236}">
                  <a16:creationId xmlns:a16="http://schemas.microsoft.com/office/drawing/2014/main" id="{E5D85CAC-047C-6FD7-DCBE-D6FB9E9E1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8" name="Rectangle 41">
              <a:extLst>
                <a:ext uri="{FF2B5EF4-FFF2-40B4-BE49-F238E27FC236}">
                  <a16:creationId xmlns:a16="http://schemas.microsoft.com/office/drawing/2014/main" id="{87B15578-58FD-B274-658D-B8041BC07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099" name="Line 42">
              <a:extLst>
                <a:ext uri="{FF2B5EF4-FFF2-40B4-BE49-F238E27FC236}">
                  <a16:creationId xmlns:a16="http://schemas.microsoft.com/office/drawing/2014/main" id="{EFB35F64-401B-8CB6-D937-12E9F9C7AB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3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0" name="Line 43">
              <a:extLst>
                <a:ext uri="{FF2B5EF4-FFF2-40B4-BE49-F238E27FC236}">
                  <a16:creationId xmlns:a16="http://schemas.microsoft.com/office/drawing/2014/main" id="{E1AFCBA4-36C2-09AD-3580-6FC4D36C3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1" name="Rectangle 44">
              <a:extLst>
                <a:ext uri="{FF2B5EF4-FFF2-40B4-BE49-F238E27FC236}">
                  <a16:creationId xmlns:a16="http://schemas.microsoft.com/office/drawing/2014/main" id="{0C9EBBFE-969F-283C-DEE1-637867ED5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02" name="Line 45">
              <a:extLst>
                <a:ext uri="{FF2B5EF4-FFF2-40B4-BE49-F238E27FC236}">
                  <a16:creationId xmlns:a16="http://schemas.microsoft.com/office/drawing/2014/main" id="{E631E999-047B-E1EB-AAC0-04B588BD8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4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3" name="Line 46">
              <a:extLst>
                <a:ext uri="{FF2B5EF4-FFF2-40B4-BE49-F238E27FC236}">
                  <a16:creationId xmlns:a16="http://schemas.microsoft.com/office/drawing/2014/main" id="{328CDF09-4EEF-21C9-D737-8036953A8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4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4" name="Rectangle 47">
              <a:extLst>
                <a:ext uri="{FF2B5EF4-FFF2-40B4-BE49-F238E27FC236}">
                  <a16:creationId xmlns:a16="http://schemas.microsoft.com/office/drawing/2014/main" id="{54070989-655C-A8B0-A5A4-A94A8B3B0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372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05" name="Line 48">
              <a:extLst>
                <a:ext uri="{FF2B5EF4-FFF2-40B4-BE49-F238E27FC236}">
                  <a16:creationId xmlns:a16="http://schemas.microsoft.com/office/drawing/2014/main" id="{08285C80-1BB0-50AA-262E-5352343A5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9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6" name="Line 49">
              <a:extLst>
                <a:ext uri="{FF2B5EF4-FFF2-40B4-BE49-F238E27FC236}">
                  <a16:creationId xmlns:a16="http://schemas.microsoft.com/office/drawing/2014/main" id="{A7714A00-E9E5-61D9-12B7-BCA2ECFAA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9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7" name="Rectangle 50">
              <a:extLst>
                <a:ext uri="{FF2B5EF4-FFF2-40B4-BE49-F238E27FC236}">
                  <a16:creationId xmlns:a16="http://schemas.microsoft.com/office/drawing/2014/main" id="{483CC789-2C8C-28AD-0AF1-55BD35761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08" name="Line 51">
              <a:extLst>
                <a:ext uri="{FF2B5EF4-FFF2-40B4-BE49-F238E27FC236}">
                  <a16:creationId xmlns:a16="http://schemas.microsoft.com/office/drawing/2014/main" id="{09116E8F-CA71-2618-0716-196C82F0C0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9" name="Line 52">
              <a:extLst>
                <a:ext uri="{FF2B5EF4-FFF2-40B4-BE49-F238E27FC236}">
                  <a16:creationId xmlns:a16="http://schemas.microsoft.com/office/drawing/2014/main" id="{605CF6C6-E593-C559-68B2-0A39C2E91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0" name="Rectangle 53">
              <a:extLst>
                <a:ext uri="{FF2B5EF4-FFF2-40B4-BE49-F238E27FC236}">
                  <a16:creationId xmlns:a16="http://schemas.microsoft.com/office/drawing/2014/main" id="{2683F315-1B60-F7B0-FC93-84AB33401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1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11" name="Line 54">
              <a:extLst>
                <a:ext uri="{FF2B5EF4-FFF2-40B4-BE49-F238E27FC236}">
                  <a16:creationId xmlns:a16="http://schemas.microsoft.com/office/drawing/2014/main" id="{A168BE05-23D8-EF12-62DC-B29373EC1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6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2" name="Line 55">
              <a:extLst>
                <a:ext uri="{FF2B5EF4-FFF2-40B4-BE49-F238E27FC236}">
                  <a16:creationId xmlns:a16="http://schemas.microsoft.com/office/drawing/2014/main" id="{428A035A-F987-3E5B-F70F-5F76775A7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3" name="Rectangle 56">
              <a:extLst>
                <a:ext uri="{FF2B5EF4-FFF2-40B4-BE49-F238E27FC236}">
                  <a16:creationId xmlns:a16="http://schemas.microsoft.com/office/drawing/2014/main" id="{6A39D929-C727-8210-9521-7BC71C507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14" name="Line 57">
              <a:extLst>
                <a:ext uri="{FF2B5EF4-FFF2-40B4-BE49-F238E27FC236}">
                  <a16:creationId xmlns:a16="http://schemas.microsoft.com/office/drawing/2014/main" id="{C5363C3C-FF4D-D11F-B743-BD1A8D4C8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1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5" name="Line 58">
              <a:extLst>
                <a:ext uri="{FF2B5EF4-FFF2-40B4-BE49-F238E27FC236}">
                  <a16:creationId xmlns:a16="http://schemas.microsoft.com/office/drawing/2014/main" id="{E2BD9CE0-A129-8AB6-CC9A-158ACE20A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6" name="Rectangle 59">
              <a:extLst>
                <a:ext uri="{FF2B5EF4-FFF2-40B4-BE49-F238E27FC236}">
                  <a16:creationId xmlns:a16="http://schemas.microsoft.com/office/drawing/2014/main" id="{B4384235-43F4-DC09-4116-BE8C547F9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8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17" name="Line 60">
              <a:extLst>
                <a:ext uri="{FF2B5EF4-FFF2-40B4-BE49-F238E27FC236}">
                  <a16:creationId xmlns:a16="http://schemas.microsoft.com/office/drawing/2014/main" id="{64E0C44F-F495-5EDB-D591-3EB13E6F2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2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8" name="Line 61">
              <a:extLst>
                <a:ext uri="{FF2B5EF4-FFF2-40B4-BE49-F238E27FC236}">
                  <a16:creationId xmlns:a16="http://schemas.microsoft.com/office/drawing/2014/main" id="{C9410079-3A77-C1AB-0AD6-F3AB97622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" name="Rectangle 62">
              <a:extLst>
                <a:ext uri="{FF2B5EF4-FFF2-40B4-BE49-F238E27FC236}">
                  <a16:creationId xmlns:a16="http://schemas.microsoft.com/office/drawing/2014/main" id="{BA628F0A-2BB4-A27D-2DC7-BF0353ED0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372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20" name="Line 63">
              <a:extLst>
                <a:ext uri="{FF2B5EF4-FFF2-40B4-BE49-F238E27FC236}">
                  <a16:creationId xmlns:a16="http://schemas.microsoft.com/office/drawing/2014/main" id="{7B7A502E-DD66-BD19-8ECD-605D0481E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706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1" name="Line 64">
              <a:extLst>
                <a:ext uri="{FF2B5EF4-FFF2-40B4-BE49-F238E27FC236}">
                  <a16:creationId xmlns:a16="http://schemas.microsoft.com/office/drawing/2014/main" id="{4104D393-9007-67CA-1317-3BAF0D912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706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2" name="Rectangle 65">
              <a:extLst>
                <a:ext uri="{FF2B5EF4-FFF2-40B4-BE49-F238E27FC236}">
                  <a16:creationId xmlns:a16="http://schemas.microsoft.com/office/drawing/2014/main" id="{4652DBFF-8FE1-A191-9C91-042639091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600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23" name="Line 66">
              <a:extLst>
                <a:ext uri="{FF2B5EF4-FFF2-40B4-BE49-F238E27FC236}">
                  <a16:creationId xmlns:a16="http://schemas.microsoft.com/office/drawing/2014/main" id="{E911E17D-5624-8248-4CDB-4593F6A4A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401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4" name="Line 67">
              <a:extLst>
                <a:ext uri="{FF2B5EF4-FFF2-40B4-BE49-F238E27FC236}">
                  <a16:creationId xmlns:a16="http://schemas.microsoft.com/office/drawing/2014/main" id="{8A9E752A-45B6-408E-9103-BF6C1A156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401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5" name="Line 68">
              <a:extLst>
                <a:ext uri="{FF2B5EF4-FFF2-40B4-BE49-F238E27FC236}">
                  <a16:creationId xmlns:a16="http://schemas.microsoft.com/office/drawing/2014/main" id="{6AB25DBC-3F25-B2CE-209C-569A45409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097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6" name="Line 69">
              <a:extLst>
                <a:ext uri="{FF2B5EF4-FFF2-40B4-BE49-F238E27FC236}">
                  <a16:creationId xmlns:a16="http://schemas.microsoft.com/office/drawing/2014/main" id="{79415B66-33EA-2A47-B0D3-0E5F6B21C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097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7" name="Rectangle 70">
              <a:extLst>
                <a:ext uri="{FF2B5EF4-FFF2-40B4-BE49-F238E27FC236}">
                  <a16:creationId xmlns:a16="http://schemas.microsoft.com/office/drawing/2014/main" id="{EBAF423F-30FB-6022-8263-FF8BDAE89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99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28" name="Line 71">
              <a:extLst>
                <a:ext uri="{FF2B5EF4-FFF2-40B4-BE49-F238E27FC236}">
                  <a16:creationId xmlns:a16="http://schemas.microsoft.com/office/drawing/2014/main" id="{71A3D1B9-44DC-8E76-8961-D678A12C7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792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9" name="Line 72">
              <a:extLst>
                <a:ext uri="{FF2B5EF4-FFF2-40B4-BE49-F238E27FC236}">
                  <a16:creationId xmlns:a16="http://schemas.microsoft.com/office/drawing/2014/main" id="{A351F8B6-813C-F7DB-D7B0-2BB87BA8F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2792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0" name="Line 73">
              <a:extLst>
                <a:ext uri="{FF2B5EF4-FFF2-40B4-BE49-F238E27FC236}">
                  <a16:creationId xmlns:a16="http://schemas.microsoft.com/office/drawing/2014/main" id="{BCACD0B0-891F-11D0-9D53-8C0489AA4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494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Line 74">
              <a:extLst>
                <a:ext uri="{FF2B5EF4-FFF2-40B4-BE49-F238E27FC236}">
                  <a16:creationId xmlns:a16="http://schemas.microsoft.com/office/drawing/2014/main" id="{F7B98852-3E4C-9A5B-0EBA-7260386752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2494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2" name="Rectangle 75">
              <a:extLst>
                <a:ext uri="{FF2B5EF4-FFF2-40B4-BE49-F238E27FC236}">
                  <a16:creationId xmlns:a16="http://schemas.microsoft.com/office/drawing/2014/main" id="{5F59E50F-CDDC-726D-56B3-CA8EB7D19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38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33" name="Line 76">
              <a:extLst>
                <a:ext uri="{FF2B5EF4-FFF2-40B4-BE49-F238E27FC236}">
                  <a16:creationId xmlns:a16="http://schemas.microsoft.com/office/drawing/2014/main" id="{99B937A2-2659-1772-0CAD-6FF3DD9A0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19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4" name="Line 77">
              <a:extLst>
                <a:ext uri="{FF2B5EF4-FFF2-40B4-BE49-F238E27FC236}">
                  <a16:creationId xmlns:a16="http://schemas.microsoft.com/office/drawing/2014/main" id="{9073DC53-E486-CD3E-8D95-090D22D48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2190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5" name="Line 78">
              <a:extLst>
                <a:ext uri="{FF2B5EF4-FFF2-40B4-BE49-F238E27FC236}">
                  <a16:creationId xmlns:a16="http://schemas.microsoft.com/office/drawing/2014/main" id="{D6130213-8DA4-C23E-C41F-8765685C5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885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6" name="Line 79">
              <a:extLst>
                <a:ext uri="{FF2B5EF4-FFF2-40B4-BE49-F238E27FC236}">
                  <a16:creationId xmlns:a16="http://schemas.microsoft.com/office/drawing/2014/main" id="{A85F028C-2296-CF54-8DDB-26B5CC3E7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1885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7" name="Rectangle 80">
              <a:extLst>
                <a:ext uri="{FF2B5EF4-FFF2-40B4-BE49-F238E27FC236}">
                  <a16:creationId xmlns:a16="http://schemas.microsoft.com/office/drawing/2014/main" id="{DBEAD765-52D0-E6AB-1D35-703AF7348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77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38" name="Line 81">
              <a:extLst>
                <a:ext uri="{FF2B5EF4-FFF2-40B4-BE49-F238E27FC236}">
                  <a16:creationId xmlns:a16="http://schemas.microsoft.com/office/drawing/2014/main" id="{85BE7F5B-6F64-F47F-F36B-DD77ACCAF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58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9" name="Line 82">
              <a:extLst>
                <a:ext uri="{FF2B5EF4-FFF2-40B4-BE49-F238E27FC236}">
                  <a16:creationId xmlns:a16="http://schemas.microsoft.com/office/drawing/2014/main" id="{C156C64E-5391-83BC-78C2-ECB61FAEA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1580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0" name="Line 83">
              <a:extLst>
                <a:ext uri="{FF2B5EF4-FFF2-40B4-BE49-F238E27FC236}">
                  <a16:creationId xmlns:a16="http://schemas.microsoft.com/office/drawing/2014/main" id="{34F4DFA1-A78D-407A-713D-C69A6FF9E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1" name="Line 84">
              <a:extLst>
                <a:ext uri="{FF2B5EF4-FFF2-40B4-BE49-F238E27FC236}">
                  <a16:creationId xmlns:a16="http://schemas.microsoft.com/office/drawing/2014/main" id="{E3D0921C-44E5-AE06-11CF-325EA244AB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1283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2" name="Rectangle 85">
              <a:extLst>
                <a:ext uri="{FF2B5EF4-FFF2-40B4-BE49-F238E27FC236}">
                  <a16:creationId xmlns:a16="http://schemas.microsoft.com/office/drawing/2014/main" id="{021D65E8-5ED5-2354-1EEF-909A2CDED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17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143" name="Line 86">
              <a:extLst>
                <a:ext uri="{FF2B5EF4-FFF2-40B4-BE49-F238E27FC236}">
                  <a16:creationId xmlns:a16="http://schemas.microsoft.com/office/drawing/2014/main" id="{055E70FA-9E2A-510D-6E49-745E6C79E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307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4" name="Freeform 87">
              <a:extLst>
                <a:ext uri="{FF2B5EF4-FFF2-40B4-BE49-F238E27FC236}">
                  <a16:creationId xmlns:a16="http://schemas.microsoft.com/office/drawing/2014/main" id="{D7F44DAE-0054-AFCB-67BE-0BF9B47AA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custGeom>
              <a:avLst/>
              <a:gdLst>
                <a:gd name="T0" fmla="*/ 0 w 434"/>
                <a:gd name="T1" fmla="*/ 17166 h 342"/>
                <a:gd name="T2" fmla="*/ 21801 w 434"/>
                <a:gd name="T3" fmla="*/ 17166 h 342"/>
                <a:gd name="T4" fmla="*/ 21801 w 434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5" name="Line 88">
              <a:extLst>
                <a:ext uri="{FF2B5EF4-FFF2-40B4-BE49-F238E27FC236}">
                  <a16:creationId xmlns:a16="http://schemas.microsoft.com/office/drawing/2014/main" id="{4BA237F6-A05E-D09A-B47A-A37308763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1283"/>
              <a:ext cx="1" cy="242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46" name="Group 89">
              <a:extLst>
                <a:ext uri="{FF2B5EF4-FFF2-40B4-BE49-F238E27FC236}">
                  <a16:creationId xmlns:a16="http://schemas.microsoft.com/office/drawing/2014/main" id="{3EA3AF09-EA0E-7FB6-C038-74A76E911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1283"/>
              <a:ext cx="3076" cy="2218"/>
              <a:chOff x="1252" y="1283"/>
              <a:chExt cx="3076" cy="2218"/>
            </a:xfrm>
          </p:grpSpPr>
          <p:sp>
            <p:nvSpPr>
              <p:cNvPr id="45183" name="Freeform 90">
                <a:extLst>
                  <a:ext uri="{FF2B5EF4-FFF2-40B4-BE49-F238E27FC236}">
                    <a16:creationId xmlns:a16="http://schemas.microsoft.com/office/drawing/2014/main" id="{C840AB5B-65F0-5897-EBF5-6FA3E6ED0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1283"/>
                <a:ext cx="1340" cy="1814"/>
              </a:xfrm>
              <a:custGeom>
                <a:avLst/>
                <a:gdLst>
                  <a:gd name="T0" fmla="*/ 15 w 1340"/>
                  <a:gd name="T1" fmla="*/ 1814 h 1814"/>
                  <a:gd name="T2" fmla="*/ 43 w 1340"/>
                  <a:gd name="T3" fmla="*/ 1814 h 1814"/>
                  <a:gd name="T4" fmla="*/ 71 w 1340"/>
                  <a:gd name="T5" fmla="*/ 1814 h 1814"/>
                  <a:gd name="T6" fmla="*/ 107 w 1340"/>
                  <a:gd name="T7" fmla="*/ 1814 h 1814"/>
                  <a:gd name="T8" fmla="*/ 135 w 1340"/>
                  <a:gd name="T9" fmla="*/ 1807 h 1814"/>
                  <a:gd name="T10" fmla="*/ 163 w 1340"/>
                  <a:gd name="T11" fmla="*/ 1807 h 1814"/>
                  <a:gd name="T12" fmla="*/ 199 w 1340"/>
                  <a:gd name="T13" fmla="*/ 1807 h 1814"/>
                  <a:gd name="T14" fmla="*/ 227 w 1340"/>
                  <a:gd name="T15" fmla="*/ 1800 h 1814"/>
                  <a:gd name="T16" fmla="*/ 256 w 1340"/>
                  <a:gd name="T17" fmla="*/ 1792 h 1814"/>
                  <a:gd name="T18" fmla="*/ 291 w 1340"/>
                  <a:gd name="T19" fmla="*/ 1792 h 1814"/>
                  <a:gd name="T20" fmla="*/ 319 w 1340"/>
                  <a:gd name="T21" fmla="*/ 1785 h 1814"/>
                  <a:gd name="T22" fmla="*/ 348 w 1340"/>
                  <a:gd name="T23" fmla="*/ 1778 h 1814"/>
                  <a:gd name="T24" fmla="*/ 383 w 1340"/>
                  <a:gd name="T25" fmla="*/ 1771 h 1814"/>
                  <a:gd name="T26" fmla="*/ 411 w 1340"/>
                  <a:gd name="T27" fmla="*/ 1764 h 1814"/>
                  <a:gd name="T28" fmla="*/ 440 w 1340"/>
                  <a:gd name="T29" fmla="*/ 1757 h 1814"/>
                  <a:gd name="T30" fmla="*/ 475 w 1340"/>
                  <a:gd name="T31" fmla="*/ 1750 h 1814"/>
                  <a:gd name="T32" fmla="*/ 504 w 1340"/>
                  <a:gd name="T33" fmla="*/ 1743 h 1814"/>
                  <a:gd name="T34" fmla="*/ 532 w 1340"/>
                  <a:gd name="T35" fmla="*/ 1729 h 1814"/>
                  <a:gd name="T36" fmla="*/ 567 w 1340"/>
                  <a:gd name="T37" fmla="*/ 1722 h 1814"/>
                  <a:gd name="T38" fmla="*/ 596 w 1340"/>
                  <a:gd name="T39" fmla="*/ 1707 h 1814"/>
                  <a:gd name="T40" fmla="*/ 624 w 1340"/>
                  <a:gd name="T41" fmla="*/ 1693 h 1814"/>
                  <a:gd name="T42" fmla="*/ 660 w 1340"/>
                  <a:gd name="T43" fmla="*/ 1679 h 1814"/>
                  <a:gd name="T44" fmla="*/ 688 w 1340"/>
                  <a:gd name="T45" fmla="*/ 1658 h 1814"/>
                  <a:gd name="T46" fmla="*/ 716 w 1340"/>
                  <a:gd name="T47" fmla="*/ 1644 h 1814"/>
                  <a:gd name="T48" fmla="*/ 752 w 1340"/>
                  <a:gd name="T49" fmla="*/ 1622 h 1814"/>
                  <a:gd name="T50" fmla="*/ 780 w 1340"/>
                  <a:gd name="T51" fmla="*/ 1601 h 1814"/>
                  <a:gd name="T52" fmla="*/ 815 w 1340"/>
                  <a:gd name="T53" fmla="*/ 1580 h 1814"/>
                  <a:gd name="T54" fmla="*/ 844 w 1340"/>
                  <a:gd name="T55" fmla="*/ 1552 h 1814"/>
                  <a:gd name="T56" fmla="*/ 872 w 1340"/>
                  <a:gd name="T57" fmla="*/ 1523 h 1814"/>
                  <a:gd name="T58" fmla="*/ 908 w 1340"/>
                  <a:gd name="T59" fmla="*/ 1495 h 1814"/>
                  <a:gd name="T60" fmla="*/ 936 w 1340"/>
                  <a:gd name="T61" fmla="*/ 1459 h 1814"/>
                  <a:gd name="T62" fmla="*/ 964 w 1340"/>
                  <a:gd name="T63" fmla="*/ 1417 h 1814"/>
                  <a:gd name="T64" fmla="*/ 1000 w 1340"/>
                  <a:gd name="T65" fmla="*/ 1374 h 1814"/>
                  <a:gd name="T66" fmla="*/ 1028 w 1340"/>
                  <a:gd name="T67" fmla="*/ 1325 h 1814"/>
                  <a:gd name="T68" fmla="*/ 1056 w 1340"/>
                  <a:gd name="T69" fmla="*/ 1275 h 1814"/>
                  <a:gd name="T70" fmla="*/ 1092 w 1340"/>
                  <a:gd name="T71" fmla="*/ 1211 h 1814"/>
                  <a:gd name="T72" fmla="*/ 1120 w 1340"/>
                  <a:gd name="T73" fmla="*/ 1141 h 1814"/>
                  <a:gd name="T74" fmla="*/ 1149 w 1340"/>
                  <a:gd name="T75" fmla="*/ 1056 h 1814"/>
                  <a:gd name="T76" fmla="*/ 1184 w 1340"/>
                  <a:gd name="T77" fmla="*/ 956 h 1814"/>
                  <a:gd name="T78" fmla="*/ 1212 w 1340"/>
                  <a:gd name="T79" fmla="*/ 843 h 1814"/>
                  <a:gd name="T80" fmla="*/ 1241 w 1340"/>
                  <a:gd name="T81" fmla="*/ 708 h 1814"/>
                  <a:gd name="T82" fmla="*/ 1276 w 1340"/>
                  <a:gd name="T83" fmla="*/ 538 h 1814"/>
                  <a:gd name="T84" fmla="*/ 1304 w 1340"/>
                  <a:gd name="T85" fmla="*/ 333 h 1814"/>
                  <a:gd name="T86" fmla="*/ 1333 w 1340"/>
                  <a:gd name="T87" fmla="*/ 71 h 181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340" h="1814">
                    <a:moveTo>
                      <a:pt x="0" y="1814"/>
                    </a:moveTo>
                    <a:lnTo>
                      <a:pt x="15" y="1814"/>
                    </a:lnTo>
                    <a:lnTo>
                      <a:pt x="29" y="1814"/>
                    </a:lnTo>
                    <a:lnTo>
                      <a:pt x="43" y="1814"/>
                    </a:lnTo>
                    <a:lnTo>
                      <a:pt x="57" y="1814"/>
                    </a:lnTo>
                    <a:lnTo>
                      <a:pt x="71" y="1814"/>
                    </a:lnTo>
                    <a:lnTo>
                      <a:pt x="93" y="1814"/>
                    </a:lnTo>
                    <a:lnTo>
                      <a:pt x="107" y="1814"/>
                    </a:lnTo>
                    <a:lnTo>
                      <a:pt x="121" y="1807"/>
                    </a:lnTo>
                    <a:lnTo>
                      <a:pt x="135" y="1807"/>
                    </a:lnTo>
                    <a:lnTo>
                      <a:pt x="149" y="1807"/>
                    </a:lnTo>
                    <a:lnTo>
                      <a:pt x="163" y="1807"/>
                    </a:lnTo>
                    <a:lnTo>
                      <a:pt x="185" y="1807"/>
                    </a:lnTo>
                    <a:lnTo>
                      <a:pt x="199" y="1807"/>
                    </a:lnTo>
                    <a:lnTo>
                      <a:pt x="213" y="1800"/>
                    </a:lnTo>
                    <a:lnTo>
                      <a:pt x="227" y="1800"/>
                    </a:lnTo>
                    <a:lnTo>
                      <a:pt x="241" y="1800"/>
                    </a:lnTo>
                    <a:lnTo>
                      <a:pt x="256" y="1792"/>
                    </a:lnTo>
                    <a:lnTo>
                      <a:pt x="277" y="1792"/>
                    </a:lnTo>
                    <a:lnTo>
                      <a:pt x="291" y="1792"/>
                    </a:lnTo>
                    <a:lnTo>
                      <a:pt x="305" y="1785"/>
                    </a:lnTo>
                    <a:lnTo>
                      <a:pt x="319" y="1785"/>
                    </a:lnTo>
                    <a:lnTo>
                      <a:pt x="334" y="1785"/>
                    </a:lnTo>
                    <a:lnTo>
                      <a:pt x="348" y="1778"/>
                    </a:lnTo>
                    <a:lnTo>
                      <a:pt x="369" y="1778"/>
                    </a:lnTo>
                    <a:lnTo>
                      <a:pt x="383" y="1771"/>
                    </a:lnTo>
                    <a:lnTo>
                      <a:pt x="397" y="1771"/>
                    </a:lnTo>
                    <a:lnTo>
                      <a:pt x="411" y="1764"/>
                    </a:lnTo>
                    <a:lnTo>
                      <a:pt x="426" y="1764"/>
                    </a:lnTo>
                    <a:lnTo>
                      <a:pt x="440" y="1757"/>
                    </a:lnTo>
                    <a:lnTo>
                      <a:pt x="461" y="1757"/>
                    </a:lnTo>
                    <a:lnTo>
                      <a:pt x="475" y="1750"/>
                    </a:lnTo>
                    <a:lnTo>
                      <a:pt x="489" y="1743"/>
                    </a:lnTo>
                    <a:lnTo>
                      <a:pt x="504" y="1743"/>
                    </a:lnTo>
                    <a:lnTo>
                      <a:pt x="518" y="1736"/>
                    </a:lnTo>
                    <a:lnTo>
                      <a:pt x="532" y="1729"/>
                    </a:lnTo>
                    <a:lnTo>
                      <a:pt x="553" y="1722"/>
                    </a:lnTo>
                    <a:lnTo>
                      <a:pt x="567" y="1722"/>
                    </a:lnTo>
                    <a:lnTo>
                      <a:pt x="582" y="1714"/>
                    </a:lnTo>
                    <a:lnTo>
                      <a:pt x="596" y="1707"/>
                    </a:lnTo>
                    <a:lnTo>
                      <a:pt x="610" y="1700"/>
                    </a:lnTo>
                    <a:lnTo>
                      <a:pt x="624" y="1693"/>
                    </a:lnTo>
                    <a:lnTo>
                      <a:pt x="645" y="1686"/>
                    </a:lnTo>
                    <a:lnTo>
                      <a:pt x="660" y="1679"/>
                    </a:lnTo>
                    <a:lnTo>
                      <a:pt x="674" y="1672"/>
                    </a:lnTo>
                    <a:lnTo>
                      <a:pt x="688" y="1658"/>
                    </a:lnTo>
                    <a:lnTo>
                      <a:pt x="702" y="1651"/>
                    </a:lnTo>
                    <a:lnTo>
                      <a:pt x="716" y="1644"/>
                    </a:lnTo>
                    <a:lnTo>
                      <a:pt x="737" y="1637"/>
                    </a:lnTo>
                    <a:lnTo>
                      <a:pt x="752" y="1622"/>
                    </a:lnTo>
                    <a:lnTo>
                      <a:pt x="766" y="1615"/>
                    </a:lnTo>
                    <a:lnTo>
                      <a:pt x="780" y="1601"/>
                    </a:lnTo>
                    <a:lnTo>
                      <a:pt x="794" y="1594"/>
                    </a:lnTo>
                    <a:lnTo>
                      <a:pt x="815" y="1580"/>
                    </a:lnTo>
                    <a:lnTo>
                      <a:pt x="830" y="1566"/>
                    </a:lnTo>
                    <a:lnTo>
                      <a:pt x="844" y="1552"/>
                    </a:lnTo>
                    <a:lnTo>
                      <a:pt x="858" y="1537"/>
                    </a:lnTo>
                    <a:lnTo>
                      <a:pt x="872" y="1523"/>
                    </a:lnTo>
                    <a:lnTo>
                      <a:pt x="886" y="1509"/>
                    </a:lnTo>
                    <a:lnTo>
                      <a:pt x="908" y="1495"/>
                    </a:lnTo>
                    <a:lnTo>
                      <a:pt x="922" y="1474"/>
                    </a:lnTo>
                    <a:lnTo>
                      <a:pt x="936" y="1459"/>
                    </a:lnTo>
                    <a:lnTo>
                      <a:pt x="950" y="1438"/>
                    </a:lnTo>
                    <a:lnTo>
                      <a:pt x="964" y="1417"/>
                    </a:lnTo>
                    <a:lnTo>
                      <a:pt x="978" y="1403"/>
                    </a:lnTo>
                    <a:lnTo>
                      <a:pt x="1000" y="1374"/>
                    </a:lnTo>
                    <a:lnTo>
                      <a:pt x="1014" y="1353"/>
                    </a:lnTo>
                    <a:lnTo>
                      <a:pt x="1028" y="1325"/>
                    </a:lnTo>
                    <a:lnTo>
                      <a:pt x="1042" y="1304"/>
                    </a:lnTo>
                    <a:lnTo>
                      <a:pt x="1056" y="1275"/>
                    </a:lnTo>
                    <a:lnTo>
                      <a:pt x="1071" y="1240"/>
                    </a:lnTo>
                    <a:lnTo>
                      <a:pt x="1092" y="1211"/>
                    </a:lnTo>
                    <a:lnTo>
                      <a:pt x="1106" y="1176"/>
                    </a:lnTo>
                    <a:lnTo>
                      <a:pt x="1120" y="1141"/>
                    </a:lnTo>
                    <a:lnTo>
                      <a:pt x="1134" y="1098"/>
                    </a:lnTo>
                    <a:lnTo>
                      <a:pt x="1149" y="1056"/>
                    </a:lnTo>
                    <a:lnTo>
                      <a:pt x="1163" y="1006"/>
                    </a:lnTo>
                    <a:lnTo>
                      <a:pt x="1184" y="956"/>
                    </a:lnTo>
                    <a:lnTo>
                      <a:pt x="1198" y="900"/>
                    </a:lnTo>
                    <a:lnTo>
                      <a:pt x="1212" y="843"/>
                    </a:lnTo>
                    <a:lnTo>
                      <a:pt x="1227" y="779"/>
                    </a:lnTo>
                    <a:lnTo>
                      <a:pt x="1241" y="708"/>
                    </a:lnTo>
                    <a:lnTo>
                      <a:pt x="1255" y="623"/>
                    </a:lnTo>
                    <a:lnTo>
                      <a:pt x="1276" y="538"/>
                    </a:lnTo>
                    <a:lnTo>
                      <a:pt x="1290" y="439"/>
                    </a:lnTo>
                    <a:lnTo>
                      <a:pt x="1304" y="333"/>
                    </a:lnTo>
                    <a:lnTo>
                      <a:pt x="1319" y="212"/>
                    </a:lnTo>
                    <a:lnTo>
                      <a:pt x="1333" y="71"/>
                    </a:lnTo>
                    <a:lnTo>
                      <a:pt x="1340" y="0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4" name="Freeform 91">
                <a:extLst>
                  <a:ext uri="{FF2B5EF4-FFF2-40B4-BE49-F238E27FC236}">
                    <a16:creationId xmlns:a16="http://schemas.microsoft.com/office/drawing/2014/main" id="{ECDEF086-ED45-D972-AE55-A72535B26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283"/>
                <a:ext cx="1375" cy="2218"/>
              </a:xfrm>
              <a:custGeom>
                <a:avLst/>
                <a:gdLst>
                  <a:gd name="T0" fmla="*/ 0 w 1375"/>
                  <a:gd name="T1" fmla="*/ 64 h 2218"/>
                  <a:gd name="T2" fmla="*/ 36 w 1375"/>
                  <a:gd name="T3" fmla="*/ 397 h 2218"/>
                  <a:gd name="T4" fmla="*/ 64 w 1375"/>
                  <a:gd name="T5" fmla="*/ 652 h 2218"/>
                  <a:gd name="T6" fmla="*/ 93 w 1375"/>
                  <a:gd name="T7" fmla="*/ 857 h 2218"/>
                  <a:gd name="T8" fmla="*/ 128 w 1375"/>
                  <a:gd name="T9" fmla="*/ 1020 h 2218"/>
                  <a:gd name="T10" fmla="*/ 156 w 1375"/>
                  <a:gd name="T11" fmla="*/ 1155 h 2218"/>
                  <a:gd name="T12" fmla="*/ 185 w 1375"/>
                  <a:gd name="T13" fmla="*/ 1268 h 2218"/>
                  <a:gd name="T14" fmla="*/ 220 w 1375"/>
                  <a:gd name="T15" fmla="*/ 1367 h 2218"/>
                  <a:gd name="T16" fmla="*/ 248 w 1375"/>
                  <a:gd name="T17" fmla="*/ 1452 h 2218"/>
                  <a:gd name="T18" fmla="*/ 277 w 1375"/>
                  <a:gd name="T19" fmla="*/ 1523 h 2218"/>
                  <a:gd name="T20" fmla="*/ 312 w 1375"/>
                  <a:gd name="T21" fmla="*/ 1587 h 2218"/>
                  <a:gd name="T22" fmla="*/ 341 w 1375"/>
                  <a:gd name="T23" fmla="*/ 1644 h 2218"/>
                  <a:gd name="T24" fmla="*/ 369 w 1375"/>
                  <a:gd name="T25" fmla="*/ 1693 h 2218"/>
                  <a:gd name="T26" fmla="*/ 404 w 1375"/>
                  <a:gd name="T27" fmla="*/ 1736 h 2218"/>
                  <a:gd name="T28" fmla="*/ 433 w 1375"/>
                  <a:gd name="T29" fmla="*/ 1778 h 2218"/>
                  <a:gd name="T30" fmla="*/ 461 w 1375"/>
                  <a:gd name="T31" fmla="*/ 1814 h 2218"/>
                  <a:gd name="T32" fmla="*/ 497 w 1375"/>
                  <a:gd name="T33" fmla="*/ 1842 h 2218"/>
                  <a:gd name="T34" fmla="*/ 525 w 1375"/>
                  <a:gd name="T35" fmla="*/ 1877 h 2218"/>
                  <a:gd name="T36" fmla="*/ 553 w 1375"/>
                  <a:gd name="T37" fmla="*/ 1899 h 2218"/>
                  <a:gd name="T38" fmla="*/ 589 w 1375"/>
                  <a:gd name="T39" fmla="*/ 1927 h 2218"/>
                  <a:gd name="T40" fmla="*/ 617 w 1375"/>
                  <a:gd name="T41" fmla="*/ 1948 h 2218"/>
                  <a:gd name="T42" fmla="*/ 652 w 1375"/>
                  <a:gd name="T43" fmla="*/ 1970 h 2218"/>
                  <a:gd name="T44" fmla="*/ 681 w 1375"/>
                  <a:gd name="T45" fmla="*/ 1991 h 2218"/>
                  <a:gd name="T46" fmla="*/ 709 w 1375"/>
                  <a:gd name="T47" fmla="*/ 2005 h 2218"/>
                  <a:gd name="T48" fmla="*/ 745 w 1375"/>
                  <a:gd name="T49" fmla="*/ 2026 h 2218"/>
                  <a:gd name="T50" fmla="*/ 773 w 1375"/>
                  <a:gd name="T51" fmla="*/ 2040 h 2218"/>
                  <a:gd name="T52" fmla="*/ 801 w 1375"/>
                  <a:gd name="T53" fmla="*/ 2055 h 2218"/>
                  <a:gd name="T54" fmla="*/ 837 w 1375"/>
                  <a:gd name="T55" fmla="*/ 2069 h 2218"/>
                  <a:gd name="T56" fmla="*/ 865 w 1375"/>
                  <a:gd name="T57" fmla="*/ 2083 h 2218"/>
                  <a:gd name="T58" fmla="*/ 893 w 1375"/>
                  <a:gd name="T59" fmla="*/ 2097 h 2218"/>
                  <a:gd name="T60" fmla="*/ 929 w 1375"/>
                  <a:gd name="T61" fmla="*/ 2104 h 2218"/>
                  <a:gd name="T62" fmla="*/ 957 w 1375"/>
                  <a:gd name="T63" fmla="*/ 2118 h 2218"/>
                  <a:gd name="T64" fmla="*/ 986 w 1375"/>
                  <a:gd name="T65" fmla="*/ 2125 h 2218"/>
                  <a:gd name="T66" fmla="*/ 1021 w 1375"/>
                  <a:gd name="T67" fmla="*/ 2140 h 2218"/>
                  <a:gd name="T68" fmla="*/ 1049 w 1375"/>
                  <a:gd name="T69" fmla="*/ 2147 h 2218"/>
                  <a:gd name="T70" fmla="*/ 1078 w 1375"/>
                  <a:gd name="T71" fmla="*/ 2154 h 2218"/>
                  <a:gd name="T72" fmla="*/ 1113 w 1375"/>
                  <a:gd name="T73" fmla="*/ 2161 h 2218"/>
                  <a:gd name="T74" fmla="*/ 1141 w 1375"/>
                  <a:gd name="T75" fmla="*/ 2168 h 2218"/>
                  <a:gd name="T76" fmla="*/ 1170 w 1375"/>
                  <a:gd name="T77" fmla="*/ 2175 h 2218"/>
                  <a:gd name="T78" fmla="*/ 1205 w 1375"/>
                  <a:gd name="T79" fmla="*/ 2182 h 2218"/>
                  <a:gd name="T80" fmla="*/ 1234 w 1375"/>
                  <a:gd name="T81" fmla="*/ 2189 h 2218"/>
                  <a:gd name="T82" fmla="*/ 1262 w 1375"/>
                  <a:gd name="T83" fmla="*/ 2196 h 2218"/>
                  <a:gd name="T84" fmla="*/ 1297 w 1375"/>
                  <a:gd name="T85" fmla="*/ 2203 h 2218"/>
                  <a:gd name="T86" fmla="*/ 1326 w 1375"/>
                  <a:gd name="T87" fmla="*/ 2210 h 2218"/>
                  <a:gd name="T88" fmla="*/ 1354 w 1375"/>
                  <a:gd name="T89" fmla="*/ 2218 h 221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375" h="2218">
                    <a:moveTo>
                      <a:pt x="0" y="0"/>
                    </a:moveTo>
                    <a:lnTo>
                      <a:pt x="0" y="64"/>
                    </a:lnTo>
                    <a:lnTo>
                      <a:pt x="22" y="241"/>
                    </a:lnTo>
                    <a:lnTo>
                      <a:pt x="36" y="397"/>
                    </a:lnTo>
                    <a:lnTo>
                      <a:pt x="50" y="531"/>
                    </a:lnTo>
                    <a:lnTo>
                      <a:pt x="64" y="652"/>
                    </a:lnTo>
                    <a:lnTo>
                      <a:pt x="78" y="758"/>
                    </a:lnTo>
                    <a:lnTo>
                      <a:pt x="93" y="857"/>
                    </a:lnTo>
                    <a:lnTo>
                      <a:pt x="114" y="942"/>
                    </a:lnTo>
                    <a:lnTo>
                      <a:pt x="128" y="1020"/>
                    </a:lnTo>
                    <a:lnTo>
                      <a:pt x="142" y="1091"/>
                    </a:lnTo>
                    <a:lnTo>
                      <a:pt x="156" y="1155"/>
                    </a:lnTo>
                    <a:lnTo>
                      <a:pt x="170" y="1218"/>
                    </a:lnTo>
                    <a:lnTo>
                      <a:pt x="185" y="1268"/>
                    </a:lnTo>
                    <a:lnTo>
                      <a:pt x="206" y="1325"/>
                    </a:lnTo>
                    <a:lnTo>
                      <a:pt x="220" y="1367"/>
                    </a:lnTo>
                    <a:lnTo>
                      <a:pt x="234" y="1410"/>
                    </a:lnTo>
                    <a:lnTo>
                      <a:pt x="248" y="1452"/>
                    </a:lnTo>
                    <a:lnTo>
                      <a:pt x="263" y="1488"/>
                    </a:lnTo>
                    <a:lnTo>
                      <a:pt x="277" y="1523"/>
                    </a:lnTo>
                    <a:lnTo>
                      <a:pt x="298" y="1559"/>
                    </a:lnTo>
                    <a:lnTo>
                      <a:pt x="312" y="1587"/>
                    </a:lnTo>
                    <a:lnTo>
                      <a:pt x="326" y="1615"/>
                    </a:lnTo>
                    <a:lnTo>
                      <a:pt x="341" y="1644"/>
                    </a:lnTo>
                    <a:lnTo>
                      <a:pt x="355" y="1672"/>
                    </a:lnTo>
                    <a:lnTo>
                      <a:pt x="369" y="1693"/>
                    </a:lnTo>
                    <a:lnTo>
                      <a:pt x="390" y="1714"/>
                    </a:lnTo>
                    <a:lnTo>
                      <a:pt x="404" y="1736"/>
                    </a:lnTo>
                    <a:lnTo>
                      <a:pt x="419" y="1757"/>
                    </a:lnTo>
                    <a:lnTo>
                      <a:pt x="433" y="1778"/>
                    </a:lnTo>
                    <a:lnTo>
                      <a:pt x="447" y="1792"/>
                    </a:lnTo>
                    <a:lnTo>
                      <a:pt x="461" y="1814"/>
                    </a:lnTo>
                    <a:lnTo>
                      <a:pt x="482" y="1828"/>
                    </a:lnTo>
                    <a:lnTo>
                      <a:pt x="497" y="1842"/>
                    </a:lnTo>
                    <a:lnTo>
                      <a:pt x="511" y="1863"/>
                    </a:lnTo>
                    <a:lnTo>
                      <a:pt x="525" y="1877"/>
                    </a:lnTo>
                    <a:lnTo>
                      <a:pt x="539" y="1892"/>
                    </a:lnTo>
                    <a:lnTo>
                      <a:pt x="553" y="1899"/>
                    </a:lnTo>
                    <a:lnTo>
                      <a:pt x="574" y="1913"/>
                    </a:lnTo>
                    <a:lnTo>
                      <a:pt x="589" y="1927"/>
                    </a:lnTo>
                    <a:lnTo>
                      <a:pt x="603" y="1941"/>
                    </a:lnTo>
                    <a:lnTo>
                      <a:pt x="617" y="1948"/>
                    </a:lnTo>
                    <a:lnTo>
                      <a:pt x="631" y="1962"/>
                    </a:lnTo>
                    <a:lnTo>
                      <a:pt x="652" y="1970"/>
                    </a:lnTo>
                    <a:lnTo>
                      <a:pt x="667" y="1984"/>
                    </a:lnTo>
                    <a:lnTo>
                      <a:pt x="681" y="1991"/>
                    </a:lnTo>
                    <a:lnTo>
                      <a:pt x="695" y="1998"/>
                    </a:lnTo>
                    <a:lnTo>
                      <a:pt x="709" y="2005"/>
                    </a:lnTo>
                    <a:lnTo>
                      <a:pt x="723" y="2019"/>
                    </a:lnTo>
                    <a:lnTo>
                      <a:pt x="745" y="2026"/>
                    </a:lnTo>
                    <a:lnTo>
                      <a:pt x="759" y="2033"/>
                    </a:lnTo>
                    <a:lnTo>
                      <a:pt x="773" y="2040"/>
                    </a:lnTo>
                    <a:lnTo>
                      <a:pt x="787" y="2048"/>
                    </a:lnTo>
                    <a:lnTo>
                      <a:pt x="801" y="2055"/>
                    </a:lnTo>
                    <a:lnTo>
                      <a:pt x="815" y="2062"/>
                    </a:lnTo>
                    <a:lnTo>
                      <a:pt x="837" y="2069"/>
                    </a:lnTo>
                    <a:lnTo>
                      <a:pt x="851" y="2076"/>
                    </a:lnTo>
                    <a:lnTo>
                      <a:pt x="865" y="2083"/>
                    </a:lnTo>
                    <a:lnTo>
                      <a:pt x="879" y="2090"/>
                    </a:lnTo>
                    <a:lnTo>
                      <a:pt x="893" y="2097"/>
                    </a:lnTo>
                    <a:lnTo>
                      <a:pt x="908" y="2097"/>
                    </a:lnTo>
                    <a:lnTo>
                      <a:pt x="929" y="2104"/>
                    </a:lnTo>
                    <a:lnTo>
                      <a:pt x="943" y="2111"/>
                    </a:lnTo>
                    <a:lnTo>
                      <a:pt x="957" y="2118"/>
                    </a:lnTo>
                    <a:lnTo>
                      <a:pt x="971" y="2118"/>
                    </a:lnTo>
                    <a:lnTo>
                      <a:pt x="986" y="2125"/>
                    </a:lnTo>
                    <a:lnTo>
                      <a:pt x="1000" y="2133"/>
                    </a:lnTo>
                    <a:lnTo>
                      <a:pt x="1021" y="2140"/>
                    </a:lnTo>
                    <a:lnTo>
                      <a:pt x="1035" y="2140"/>
                    </a:lnTo>
                    <a:lnTo>
                      <a:pt x="1049" y="2147"/>
                    </a:lnTo>
                    <a:lnTo>
                      <a:pt x="1064" y="2147"/>
                    </a:lnTo>
                    <a:lnTo>
                      <a:pt x="1078" y="2154"/>
                    </a:lnTo>
                    <a:lnTo>
                      <a:pt x="1092" y="2161"/>
                    </a:lnTo>
                    <a:lnTo>
                      <a:pt x="1113" y="2161"/>
                    </a:lnTo>
                    <a:lnTo>
                      <a:pt x="1127" y="2168"/>
                    </a:lnTo>
                    <a:lnTo>
                      <a:pt x="1141" y="2168"/>
                    </a:lnTo>
                    <a:lnTo>
                      <a:pt x="1156" y="2175"/>
                    </a:lnTo>
                    <a:lnTo>
                      <a:pt x="1170" y="2175"/>
                    </a:lnTo>
                    <a:lnTo>
                      <a:pt x="1184" y="2182"/>
                    </a:lnTo>
                    <a:lnTo>
                      <a:pt x="1205" y="2182"/>
                    </a:lnTo>
                    <a:lnTo>
                      <a:pt x="1219" y="2189"/>
                    </a:lnTo>
                    <a:lnTo>
                      <a:pt x="1234" y="2189"/>
                    </a:lnTo>
                    <a:lnTo>
                      <a:pt x="1248" y="2196"/>
                    </a:lnTo>
                    <a:lnTo>
                      <a:pt x="1262" y="2196"/>
                    </a:lnTo>
                    <a:lnTo>
                      <a:pt x="1276" y="2203"/>
                    </a:lnTo>
                    <a:lnTo>
                      <a:pt x="1297" y="2203"/>
                    </a:lnTo>
                    <a:lnTo>
                      <a:pt x="1312" y="2203"/>
                    </a:lnTo>
                    <a:lnTo>
                      <a:pt x="1326" y="2210"/>
                    </a:lnTo>
                    <a:lnTo>
                      <a:pt x="1340" y="2210"/>
                    </a:lnTo>
                    <a:lnTo>
                      <a:pt x="1354" y="2218"/>
                    </a:lnTo>
                    <a:lnTo>
                      <a:pt x="1375" y="2218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7" name="Group 92">
              <a:extLst>
                <a:ext uri="{FF2B5EF4-FFF2-40B4-BE49-F238E27FC236}">
                  <a16:creationId xmlns:a16="http://schemas.microsoft.com/office/drawing/2014/main" id="{566E9873-7361-EEF2-4D82-08DF50C7E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1658"/>
              <a:ext cx="3076" cy="1850"/>
              <a:chOff x="1252" y="1658"/>
              <a:chExt cx="3076" cy="1850"/>
            </a:xfrm>
          </p:grpSpPr>
          <p:sp>
            <p:nvSpPr>
              <p:cNvPr id="45181" name="Freeform 93">
                <a:extLst>
                  <a:ext uri="{FF2B5EF4-FFF2-40B4-BE49-F238E27FC236}">
                    <a16:creationId xmlns:a16="http://schemas.microsoft.com/office/drawing/2014/main" id="{F2137AC2-23C8-0F9A-7687-B6428FDC0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1658"/>
                <a:ext cx="1949" cy="1439"/>
              </a:xfrm>
              <a:custGeom>
                <a:avLst/>
                <a:gdLst>
                  <a:gd name="T0" fmla="*/ 29 w 1949"/>
                  <a:gd name="T1" fmla="*/ 1439 h 1439"/>
                  <a:gd name="T2" fmla="*/ 71 w 1949"/>
                  <a:gd name="T3" fmla="*/ 1439 h 1439"/>
                  <a:gd name="T4" fmla="*/ 121 w 1949"/>
                  <a:gd name="T5" fmla="*/ 1432 h 1439"/>
                  <a:gd name="T6" fmla="*/ 163 w 1949"/>
                  <a:gd name="T7" fmla="*/ 1432 h 1439"/>
                  <a:gd name="T8" fmla="*/ 213 w 1949"/>
                  <a:gd name="T9" fmla="*/ 1425 h 1439"/>
                  <a:gd name="T10" fmla="*/ 256 w 1949"/>
                  <a:gd name="T11" fmla="*/ 1425 h 1439"/>
                  <a:gd name="T12" fmla="*/ 305 w 1949"/>
                  <a:gd name="T13" fmla="*/ 1417 h 1439"/>
                  <a:gd name="T14" fmla="*/ 348 w 1949"/>
                  <a:gd name="T15" fmla="*/ 1403 h 1439"/>
                  <a:gd name="T16" fmla="*/ 397 w 1949"/>
                  <a:gd name="T17" fmla="*/ 1396 h 1439"/>
                  <a:gd name="T18" fmla="*/ 440 w 1949"/>
                  <a:gd name="T19" fmla="*/ 1389 h 1439"/>
                  <a:gd name="T20" fmla="*/ 489 w 1949"/>
                  <a:gd name="T21" fmla="*/ 1375 h 1439"/>
                  <a:gd name="T22" fmla="*/ 532 w 1949"/>
                  <a:gd name="T23" fmla="*/ 1361 h 1439"/>
                  <a:gd name="T24" fmla="*/ 582 w 1949"/>
                  <a:gd name="T25" fmla="*/ 1339 h 1439"/>
                  <a:gd name="T26" fmla="*/ 624 w 1949"/>
                  <a:gd name="T27" fmla="*/ 1325 h 1439"/>
                  <a:gd name="T28" fmla="*/ 674 w 1949"/>
                  <a:gd name="T29" fmla="*/ 1304 h 1439"/>
                  <a:gd name="T30" fmla="*/ 716 w 1949"/>
                  <a:gd name="T31" fmla="*/ 1283 h 1439"/>
                  <a:gd name="T32" fmla="*/ 766 w 1949"/>
                  <a:gd name="T33" fmla="*/ 1254 h 1439"/>
                  <a:gd name="T34" fmla="*/ 815 w 1949"/>
                  <a:gd name="T35" fmla="*/ 1219 h 1439"/>
                  <a:gd name="T36" fmla="*/ 858 w 1949"/>
                  <a:gd name="T37" fmla="*/ 1191 h 1439"/>
                  <a:gd name="T38" fmla="*/ 908 w 1949"/>
                  <a:gd name="T39" fmla="*/ 1148 h 1439"/>
                  <a:gd name="T40" fmla="*/ 950 w 1949"/>
                  <a:gd name="T41" fmla="*/ 1106 h 1439"/>
                  <a:gd name="T42" fmla="*/ 1000 w 1949"/>
                  <a:gd name="T43" fmla="*/ 1049 h 1439"/>
                  <a:gd name="T44" fmla="*/ 1042 w 1949"/>
                  <a:gd name="T45" fmla="*/ 992 h 1439"/>
                  <a:gd name="T46" fmla="*/ 1092 w 1949"/>
                  <a:gd name="T47" fmla="*/ 921 h 1439"/>
                  <a:gd name="T48" fmla="*/ 1134 w 1949"/>
                  <a:gd name="T49" fmla="*/ 843 h 1439"/>
                  <a:gd name="T50" fmla="*/ 1184 w 1949"/>
                  <a:gd name="T51" fmla="*/ 751 h 1439"/>
                  <a:gd name="T52" fmla="*/ 1227 w 1949"/>
                  <a:gd name="T53" fmla="*/ 645 h 1439"/>
                  <a:gd name="T54" fmla="*/ 1276 w 1949"/>
                  <a:gd name="T55" fmla="*/ 525 h 1439"/>
                  <a:gd name="T56" fmla="*/ 1319 w 1949"/>
                  <a:gd name="T57" fmla="*/ 390 h 1439"/>
                  <a:gd name="T58" fmla="*/ 1368 w 1949"/>
                  <a:gd name="T59" fmla="*/ 255 h 1439"/>
                  <a:gd name="T60" fmla="*/ 1411 w 1949"/>
                  <a:gd name="T61" fmla="*/ 128 h 1439"/>
                  <a:gd name="T62" fmla="*/ 1460 w 1949"/>
                  <a:gd name="T63" fmla="*/ 36 h 1439"/>
                  <a:gd name="T64" fmla="*/ 1503 w 1949"/>
                  <a:gd name="T65" fmla="*/ 0 h 1439"/>
                  <a:gd name="T66" fmla="*/ 1553 w 1949"/>
                  <a:gd name="T67" fmla="*/ 50 h 1439"/>
                  <a:gd name="T68" fmla="*/ 1595 w 1949"/>
                  <a:gd name="T69" fmla="*/ 163 h 1439"/>
                  <a:gd name="T70" fmla="*/ 1645 w 1949"/>
                  <a:gd name="T71" fmla="*/ 326 h 1439"/>
                  <a:gd name="T72" fmla="*/ 1687 w 1949"/>
                  <a:gd name="T73" fmla="*/ 496 h 1439"/>
                  <a:gd name="T74" fmla="*/ 1737 w 1949"/>
                  <a:gd name="T75" fmla="*/ 659 h 1439"/>
                  <a:gd name="T76" fmla="*/ 1779 w 1949"/>
                  <a:gd name="T77" fmla="*/ 808 h 1439"/>
                  <a:gd name="T78" fmla="*/ 1829 w 1949"/>
                  <a:gd name="T79" fmla="*/ 943 h 1439"/>
                  <a:gd name="T80" fmla="*/ 1871 w 1949"/>
                  <a:gd name="T81" fmla="*/ 1049 h 1439"/>
                  <a:gd name="T82" fmla="*/ 1921 w 1949"/>
                  <a:gd name="T83" fmla="*/ 1148 h 14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1439">
                    <a:moveTo>
                      <a:pt x="0" y="1439"/>
                    </a:moveTo>
                    <a:lnTo>
                      <a:pt x="15" y="1439"/>
                    </a:lnTo>
                    <a:lnTo>
                      <a:pt x="29" y="1439"/>
                    </a:lnTo>
                    <a:lnTo>
                      <a:pt x="43" y="1439"/>
                    </a:lnTo>
                    <a:lnTo>
                      <a:pt x="57" y="1439"/>
                    </a:lnTo>
                    <a:lnTo>
                      <a:pt x="71" y="1439"/>
                    </a:lnTo>
                    <a:lnTo>
                      <a:pt x="93" y="1439"/>
                    </a:lnTo>
                    <a:lnTo>
                      <a:pt x="107" y="1439"/>
                    </a:lnTo>
                    <a:lnTo>
                      <a:pt x="121" y="1432"/>
                    </a:lnTo>
                    <a:lnTo>
                      <a:pt x="135" y="1432"/>
                    </a:lnTo>
                    <a:lnTo>
                      <a:pt x="149" y="1432"/>
                    </a:lnTo>
                    <a:lnTo>
                      <a:pt x="163" y="1432"/>
                    </a:lnTo>
                    <a:lnTo>
                      <a:pt x="185" y="1432"/>
                    </a:lnTo>
                    <a:lnTo>
                      <a:pt x="199" y="1432"/>
                    </a:lnTo>
                    <a:lnTo>
                      <a:pt x="213" y="1425"/>
                    </a:lnTo>
                    <a:lnTo>
                      <a:pt x="227" y="1425"/>
                    </a:lnTo>
                    <a:lnTo>
                      <a:pt x="241" y="1425"/>
                    </a:lnTo>
                    <a:lnTo>
                      <a:pt x="256" y="1425"/>
                    </a:lnTo>
                    <a:lnTo>
                      <a:pt x="277" y="1417"/>
                    </a:lnTo>
                    <a:lnTo>
                      <a:pt x="291" y="1417"/>
                    </a:lnTo>
                    <a:lnTo>
                      <a:pt x="305" y="1417"/>
                    </a:lnTo>
                    <a:lnTo>
                      <a:pt x="319" y="1410"/>
                    </a:lnTo>
                    <a:lnTo>
                      <a:pt x="334" y="1410"/>
                    </a:lnTo>
                    <a:lnTo>
                      <a:pt x="348" y="1403"/>
                    </a:lnTo>
                    <a:lnTo>
                      <a:pt x="369" y="1403"/>
                    </a:lnTo>
                    <a:lnTo>
                      <a:pt x="383" y="1403"/>
                    </a:lnTo>
                    <a:lnTo>
                      <a:pt x="397" y="1396"/>
                    </a:lnTo>
                    <a:lnTo>
                      <a:pt x="411" y="1396"/>
                    </a:lnTo>
                    <a:lnTo>
                      <a:pt x="426" y="1389"/>
                    </a:lnTo>
                    <a:lnTo>
                      <a:pt x="440" y="1389"/>
                    </a:lnTo>
                    <a:lnTo>
                      <a:pt x="461" y="1382"/>
                    </a:lnTo>
                    <a:lnTo>
                      <a:pt x="475" y="1375"/>
                    </a:lnTo>
                    <a:lnTo>
                      <a:pt x="489" y="1375"/>
                    </a:lnTo>
                    <a:lnTo>
                      <a:pt x="504" y="1368"/>
                    </a:lnTo>
                    <a:lnTo>
                      <a:pt x="518" y="1361"/>
                    </a:lnTo>
                    <a:lnTo>
                      <a:pt x="532" y="1361"/>
                    </a:lnTo>
                    <a:lnTo>
                      <a:pt x="553" y="1354"/>
                    </a:lnTo>
                    <a:lnTo>
                      <a:pt x="567" y="1347"/>
                    </a:lnTo>
                    <a:lnTo>
                      <a:pt x="582" y="1339"/>
                    </a:lnTo>
                    <a:lnTo>
                      <a:pt x="596" y="1339"/>
                    </a:lnTo>
                    <a:lnTo>
                      <a:pt x="610" y="1332"/>
                    </a:lnTo>
                    <a:lnTo>
                      <a:pt x="624" y="1325"/>
                    </a:lnTo>
                    <a:lnTo>
                      <a:pt x="645" y="1318"/>
                    </a:lnTo>
                    <a:lnTo>
                      <a:pt x="660" y="1311"/>
                    </a:lnTo>
                    <a:lnTo>
                      <a:pt x="674" y="1304"/>
                    </a:lnTo>
                    <a:lnTo>
                      <a:pt x="688" y="1297"/>
                    </a:lnTo>
                    <a:lnTo>
                      <a:pt x="702" y="1290"/>
                    </a:lnTo>
                    <a:lnTo>
                      <a:pt x="716" y="1283"/>
                    </a:lnTo>
                    <a:lnTo>
                      <a:pt x="737" y="1269"/>
                    </a:lnTo>
                    <a:lnTo>
                      <a:pt x="752" y="1262"/>
                    </a:lnTo>
                    <a:lnTo>
                      <a:pt x="766" y="1254"/>
                    </a:lnTo>
                    <a:lnTo>
                      <a:pt x="780" y="1240"/>
                    </a:lnTo>
                    <a:lnTo>
                      <a:pt x="794" y="1233"/>
                    </a:lnTo>
                    <a:lnTo>
                      <a:pt x="815" y="1219"/>
                    </a:lnTo>
                    <a:lnTo>
                      <a:pt x="830" y="1212"/>
                    </a:lnTo>
                    <a:lnTo>
                      <a:pt x="844" y="1198"/>
                    </a:lnTo>
                    <a:lnTo>
                      <a:pt x="858" y="1191"/>
                    </a:lnTo>
                    <a:lnTo>
                      <a:pt x="872" y="1177"/>
                    </a:lnTo>
                    <a:lnTo>
                      <a:pt x="886" y="1162"/>
                    </a:lnTo>
                    <a:lnTo>
                      <a:pt x="908" y="1148"/>
                    </a:lnTo>
                    <a:lnTo>
                      <a:pt x="922" y="1134"/>
                    </a:lnTo>
                    <a:lnTo>
                      <a:pt x="936" y="1120"/>
                    </a:lnTo>
                    <a:lnTo>
                      <a:pt x="950" y="1106"/>
                    </a:lnTo>
                    <a:lnTo>
                      <a:pt x="964" y="1084"/>
                    </a:lnTo>
                    <a:lnTo>
                      <a:pt x="978" y="1070"/>
                    </a:lnTo>
                    <a:lnTo>
                      <a:pt x="1000" y="1049"/>
                    </a:lnTo>
                    <a:lnTo>
                      <a:pt x="1014" y="1035"/>
                    </a:lnTo>
                    <a:lnTo>
                      <a:pt x="1028" y="1014"/>
                    </a:lnTo>
                    <a:lnTo>
                      <a:pt x="1042" y="992"/>
                    </a:lnTo>
                    <a:lnTo>
                      <a:pt x="1056" y="971"/>
                    </a:lnTo>
                    <a:lnTo>
                      <a:pt x="1071" y="943"/>
                    </a:lnTo>
                    <a:lnTo>
                      <a:pt x="1092" y="921"/>
                    </a:lnTo>
                    <a:lnTo>
                      <a:pt x="1106" y="900"/>
                    </a:lnTo>
                    <a:lnTo>
                      <a:pt x="1120" y="872"/>
                    </a:lnTo>
                    <a:lnTo>
                      <a:pt x="1134" y="843"/>
                    </a:lnTo>
                    <a:lnTo>
                      <a:pt x="1149" y="815"/>
                    </a:lnTo>
                    <a:lnTo>
                      <a:pt x="1163" y="780"/>
                    </a:lnTo>
                    <a:lnTo>
                      <a:pt x="1184" y="751"/>
                    </a:lnTo>
                    <a:lnTo>
                      <a:pt x="1198" y="716"/>
                    </a:lnTo>
                    <a:lnTo>
                      <a:pt x="1212" y="681"/>
                    </a:lnTo>
                    <a:lnTo>
                      <a:pt x="1227" y="645"/>
                    </a:lnTo>
                    <a:lnTo>
                      <a:pt x="1241" y="603"/>
                    </a:lnTo>
                    <a:lnTo>
                      <a:pt x="1255" y="567"/>
                    </a:lnTo>
                    <a:lnTo>
                      <a:pt x="1276" y="525"/>
                    </a:lnTo>
                    <a:lnTo>
                      <a:pt x="1290" y="482"/>
                    </a:lnTo>
                    <a:lnTo>
                      <a:pt x="1304" y="440"/>
                    </a:lnTo>
                    <a:lnTo>
                      <a:pt x="1319" y="390"/>
                    </a:lnTo>
                    <a:lnTo>
                      <a:pt x="1333" y="347"/>
                    </a:lnTo>
                    <a:lnTo>
                      <a:pt x="1347" y="298"/>
                    </a:lnTo>
                    <a:lnTo>
                      <a:pt x="1368" y="255"/>
                    </a:lnTo>
                    <a:lnTo>
                      <a:pt x="1382" y="213"/>
                    </a:lnTo>
                    <a:lnTo>
                      <a:pt x="1397" y="163"/>
                    </a:lnTo>
                    <a:lnTo>
                      <a:pt x="1411" y="128"/>
                    </a:lnTo>
                    <a:lnTo>
                      <a:pt x="1425" y="92"/>
                    </a:lnTo>
                    <a:lnTo>
                      <a:pt x="1439" y="57"/>
                    </a:lnTo>
                    <a:lnTo>
                      <a:pt x="1460" y="36"/>
                    </a:lnTo>
                    <a:lnTo>
                      <a:pt x="1475" y="14"/>
                    </a:lnTo>
                    <a:lnTo>
                      <a:pt x="1489" y="7"/>
                    </a:lnTo>
                    <a:lnTo>
                      <a:pt x="1503" y="0"/>
                    </a:lnTo>
                    <a:lnTo>
                      <a:pt x="1517" y="7"/>
                    </a:lnTo>
                    <a:lnTo>
                      <a:pt x="1538" y="29"/>
                    </a:lnTo>
                    <a:lnTo>
                      <a:pt x="1553" y="50"/>
                    </a:lnTo>
                    <a:lnTo>
                      <a:pt x="1567" y="78"/>
                    </a:lnTo>
                    <a:lnTo>
                      <a:pt x="1581" y="121"/>
                    </a:lnTo>
                    <a:lnTo>
                      <a:pt x="1595" y="163"/>
                    </a:lnTo>
                    <a:lnTo>
                      <a:pt x="1609" y="213"/>
                    </a:lnTo>
                    <a:lnTo>
                      <a:pt x="1631" y="270"/>
                    </a:lnTo>
                    <a:lnTo>
                      <a:pt x="1645" y="326"/>
                    </a:lnTo>
                    <a:lnTo>
                      <a:pt x="1659" y="383"/>
                    </a:lnTo>
                    <a:lnTo>
                      <a:pt x="1673" y="440"/>
                    </a:lnTo>
                    <a:lnTo>
                      <a:pt x="1687" y="496"/>
                    </a:lnTo>
                    <a:lnTo>
                      <a:pt x="1701" y="553"/>
                    </a:lnTo>
                    <a:lnTo>
                      <a:pt x="1723" y="610"/>
                    </a:lnTo>
                    <a:lnTo>
                      <a:pt x="1737" y="659"/>
                    </a:lnTo>
                    <a:lnTo>
                      <a:pt x="1751" y="709"/>
                    </a:lnTo>
                    <a:lnTo>
                      <a:pt x="1765" y="758"/>
                    </a:lnTo>
                    <a:lnTo>
                      <a:pt x="1779" y="808"/>
                    </a:lnTo>
                    <a:lnTo>
                      <a:pt x="1794" y="858"/>
                    </a:lnTo>
                    <a:lnTo>
                      <a:pt x="1815" y="900"/>
                    </a:lnTo>
                    <a:lnTo>
                      <a:pt x="1829" y="943"/>
                    </a:lnTo>
                    <a:lnTo>
                      <a:pt x="1843" y="978"/>
                    </a:lnTo>
                    <a:lnTo>
                      <a:pt x="1857" y="1014"/>
                    </a:lnTo>
                    <a:lnTo>
                      <a:pt x="1871" y="1049"/>
                    </a:lnTo>
                    <a:lnTo>
                      <a:pt x="1886" y="1084"/>
                    </a:lnTo>
                    <a:lnTo>
                      <a:pt x="1907" y="1120"/>
                    </a:lnTo>
                    <a:lnTo>
                      <a:pt x="1921" y="1148"/>
                    </a:lnTo>
                    <a:lnTo>
                      <a:pt x="1935" y="1177"/>
                    </a:lnTo>
                    <a:lnTo>
                      <a:pt x="1949" y="1205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2" name="Freeform 94">
                <a:extLst>
                  <a:ext uri="{FF2B5EF4-FFF2-40B4-BE49-F238E27FC236}">
                    <a16:creationId xmlns:a16="http://schemas.microsoft.com/office/drawing/2014/main" id="{1E95AFEB-6EFA-B30E-0E5E-A75F99DB1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2863"/>
                <a:ext cx="1127" cy="645"/>
              </a:xfrm>
              <a:custGeom>
                <a:avLst/>
                <a:gdLst>
                  <a:gd name="T0" fmla="*/ 15 w 1127"/>
                  <a:gd name="T1" fmla="*/ 28 h 645"/>
                  <a:gd name="T2" fmla="*/ 50 w 1127"/>
                  <a:gd name="T3" fmla="*/ 78 h 645"/>
                  <a:gd name="T4" fmla="*/ 78 w 1127"/>
                  <a:gd name="T5" fmla="*/ 120 h 645"/>
                  <a:gd name="T6" fmla="*/ 107 w 1127"/>
                  <a:gd name="T7" fmla="*/ 163 h 645"/>
                  <a:gd name="T8" fmla="*/ 142 w 1127"/>
                  <a:gd name="T9" fmla="*/ 198 h 645"/>
                  <a:gd name="T10" fmla="*/ 171 w 1127"/>
                  <a:gd name="T11" fmla="*/ 234 h 645"/>
                  <a:gd name="T12" fmla="*/ 199 w 1127"/>
                  <a:gd name="T13" fmla="*/ 262 h 645"/>
                  <a:gd name="T14" fmla="*/ 234 w 1127"/>
                  <a:gd name="T15" fmla="*/ 290 h 645"/>
                  <a:gd name="T16" fmla="*/ 263 w 1127"/>
                  <a:gd name="T17" fmla="*/ 319 h 645"/>
                  <a:gd name="T18" fmla="*/ 291 w 1127"/>
                  <a:gd name="T19" fmla="*/ 340 h 645"/>
                  <a:gd name="T20" fmla="*/ 326 w 1127"/>
                  <a:gd name="T21" fmla="*/ 361 h 645"/>
                  <a:gd name="T22" fmla="*/ 355 w 1127"/>
                  <a:gd name="T23" fmla="*/ 382 h 645"/>
                  <a:gd name="T24" fmla="*/ 383 w 1127"/>
                  <a:gd name="T25" fmla="*/ 404 h 645"/>
                  <a:gd name="T26" fmla="*/ 419 w 1127"/>
                  <a:gd name="T27" fmla="*/ 418 h 645"/>
                  <a:gd name="T28" fmla="*/ 447 w 1127"/>
                  <a:gd name="T29" fmla="*/ 439 h 645"/>
                  <a:gd name="T30" fmla="*/ 475 w 1127"/>
                  <a:gd name="T31" fmla="*/ 453 h 645"/>
                  <a:gd name="T32" fmla="*/ 511 w 1127"/>
                  <a:gd name="T33" fmla="*/ 468 h 645"/>
                  <a:gd name="T34" fmla="*/ 539 w 1127"/>
                  <a:gd name="T35" fmla="*/ 482 h 645"/>
                  <a:gd name="T36" fmla="*/ 567 w 1127"/>
                  <a:gd name="T37" fmla="*/ 496 h 645"/>
                  <a:gd name="T38" fmla="*/ 603 w 1127"/>
                  <a:gd name="T39" fmla="*/ 510 h 645"/>
                  <a:gd name="T40" fmla="*/ 631 w 1127"/>
                  <a:gd name="T41" fmla="*/ 517 h 645"/>
                  <a:gd name="T42" fmla="*/ 660 w 1127"/>
                  <a:gd name="T43" fmla="*/ 531 h 645"/>
                  <a:gd name="T44" fmla="*/ 695 w 1127"/>
                  <a:gd name="T45" fmla="*/ 538 h 645"/>
                  <a:gd name="T46" fmla="*/ 723 w 1127"/>
                  <a:gd name="T47" fmla="*/ 553 h 645"/>
                  <a:gd name="T48" fmla="*/ 752 w 1127"/>
                  <a:gd name="T49" fmla="*/ 560 h 645"/>
                  <a:gd name="T50" fmla="*/ 787 w 1127"/>
                  <a:gd name="T51" fmla="*/ 567 h 645"/>
                  <a:gd name="T52" fmla="*/ 816 w 1127"/>
                  <a:gd name="T53" fmla="*/ 574 h 645"/>
                  <a:gd name="T54" fmla="*/ 844 w 1127"/>
                  <a:gd name="T55" fmla="*/ 588 h 645"/>
                  <a:gd name="T56" fmla="*/ 879 w 1127"/>
                  <a:gd name="T57" fmla="*/ 595 h 645"/>
                  <a:gd name="T58" fmla="*/ 908 w 1127"/>
                  <a:gd name="T59" fmla="*/ 602 h 645"/>
                  <a:gd name="T60" fmla="*/ 936 w 1127"/>
                  <a:gd name="T61" fmla="*/ 609 h 645"/>
                  <a:gd name="T62" fmla="*/ 971 w 1127"/>
                  <a:gd name="T63" fmla="*/ 609 h 645"/>
                  <a:gd name="T64" fmla="*/ 1000 w 1127"/>
                  <a:gd name="T65" fmla="*/ 616 h 645"/>
                  <a:gd name="T66" fmla="*/ 1028 w 1127"/>
                  <a:gd name="T67" fmla="*/ 623 h 645"/>
                  <a:gd name="T68" fmla="*/ 1064 w 1127"/>
                  <a:gd name="T69" fmla="*/ 630 h 645"/>
                  <a:gd name="T70" fmla="*/ 1092 w 1127"/>
                  <a:gd name="T71" fmla="*/ 638 h 645"/>
                  <a:gd name="T72" fmla="*/ 1127 w 1127"/>
                  <a:gd name="T73" fmla="*/ 645 h 64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645">
                    <a:moveTo>
                      <a:pt x="0" y="0"/>
                    </a:moveTo>
                    <a:lnTo>
                      <a:pt x="15" y="28"/>
                    </a:lnTo>
                    <a:lnTo>
                      <a:pt x="29" y="49"/>
                    </a:lnTo>
                    <a:lnTo>
                      <a:pt x="50" y="78"/>
                    </a:lnTo>
                    <a:lnTo>
                      <a:pt x="64" y="99"/>
                    </a:lnTo>
                    <a:lnTo>
                      <a:pt x="78" y="120"/>
                    </a:lnTo>
                    <a:lnTo>
                      <a:pt x="93" y="142"/>
                    </a:lnTo>
                    <a:lnTo>
                      <a:pt x="107" y="163"/>
                    </a:lnTo>
                    <a:lnTo>
                      <a:pt x="121" y="177"/>
                    </a:lnTo>
                    <a:lnTo>
                      <a:pt x="142" y="198"/>
                    </a:lnTo>
                    <a:lnTo>
                      <a:pt x="156" y="212"/>
                    </a:lnTo>
                    <a:lnTo>
                      <a:pt x="171" y="234"/>
                    </a:lnTo>
                    <a:lnTo>
                      <a:pt x="185" y="248"/>
                    </a:lnTo>
                    <a:lnTo>
                      <a:pt x="199" y="262"/>
                    </a:lnTo>
                    <a:lnTo>
                      <a:pt x="213" y="276"/>
                    </a:lnTo>
                    <a:lnTo>
                      <a:pt x="234" y="290"/>
                    </a:lnTo>
                    <a:lnTo>
                      <a:pt x="249" y="305"/>
                    </a:lnTo>
                    <a:lnTo>
                      <a:pt x="263" y="319"/>
                    </a:lnTo>
                    <a:lnTo>
                      <a:pt x="277" y="326"/>
                    </a:lnTo>
                    <a:lnTo>
                      <a:pt x="291" y="340"/>
                    </a:lnTo>
                    <a:lnTo>
                      <a:pt x="305" y="354"/>
                    </a:lnTo>
                    <a:lnTo>
                      <a:pt x="326" y="361"/>
                    </a:lnTo>
                    <a:lnTo>
                      <a:pt x="341" y="375"/>
                    </a:lnTo>
                    <a:lnTo>
                      <a:pt x="355" y="382"/>
                    </a:lnTo>
                    <a:lnTo>
                      <a:pt x="369" y="397"/>
                    </a:lnTo>
                    <a:lnTo>
                      <a:pt x="383" y="404"/>
                    </a:lnTo>
                    <a:lnTo>
                      <a:pt x="404" y="411"/>
                    </a:lnTo>
                    <a:lnTo>
                      <a:pt x="419" y="418"/>
                    </a:lnTo>
                    <a:lnTo>
                      <a:pt x="433" y="432"/>
                    </a:lnTo>
                    <a:lnTo>
                      <a:pt x="447" y="439"/>
                    </a:lnTo>
                    <a:lnTo>
                      <a:pt x="461" y="446"/>
                    </a:lnTo>
                    <a:lnTo>
                      <a:pt x="475" y="453"/>
                    </a:lnTo>
                    <a:lnTo>
                      <a:pt x="497" y="460"/>
                    </a:lnTo>
                    <a:lnTo>
                      <a:pt x="511" y="468"/>
                    </a:lnTo>
                    <a:lnTo>
                      <a:pt x="525" y="475"/>
                    </a:lnTo>
                    <a:lnTo>
                      <a:pt x="539" y="482"/>
                    </a:lnTo>
                    <a:lnTo>
                      <a:pt x="553" y="489"/>
                    </a:lnTo>
                    <a:lnTo>
                      <a:pt x="567" y="496"/>
                    </a:lnTo>
                    <a:lnTo>
                      <a:pt x="589" y="503"/>
                    </a:lnTo>
                    <a:lnTo>
                      <a:pt x="603" y="510"/>
                    </a:lnTo>
                    <a:lnTo>
                      <a:pt x="617" y="510"/>
                    </a:lnTo>
                    <a:lnTo>
                      <a:pt x="631" y="517"/>
                    </a:lnTo>
                    <a:lnTo>
                      <a:pt x="645" y="524"/>
                    </a:lnTo>
                    <a:lnTo>
                      <a:pt x="660" y="531"/>
                    </a:lnTo>
                    <a:lnTo>
                      <a:pt x="681" y="538"/>
                    </a:lnTo>
                    <a:lnTo>
                      <a:pt x="695" y="538"/>
                    </a:lnTo>
                    <a:lnTo>
                      <a:pt x="709" y="545"/>
                    </a:lnTo>
                    <a:lnTo>
                      <a:pt x="723" y="553"/>
                    </a:lnTo>
                    <a:lnTo>
                      <a:pt x="738" y="553"/>
                    </a:lnTo>
                    <a:lnTo>
                      <a:pt x="752" y="560"/>
                    </a:lnTo>
                    <a:lnTo>
                      <a:pt x="773" y="567"/>
                    </a:lnTo>
                    <a:lnTo>
                      <a:pt x="787" y="567"/>
                    </a:lnTo>
                    <a:lnTo>
                      <a:pt x="801" y="574"/>
                    </a:lnTo>
                    <a:lnTo>
                      <a:pt x="816" y="574"/>
                    </a:lnTo>
                    <a:lnTo>
                      <a:pt x="830" y="581"/>
                    </a:lnTo>
                    <a:lnTo>
                      <a:pt x="844" y="588"/>
                    </a:lnTo>
                    <a:lnTo>
                      <a:pt x="865" y="588"/>
                    </a:lnTo>
                    <a:lnTo>
                      <a:pt x="879" y="595"/>
                    </a:lnTo>
                    <a:lnTo>
                      <a:pt x="893" y="595"/>
                    </a:lnTo>
                    <a:lnTo>
                      <a:pt x="908" y="602"/>
                    </a:lnTo>
                    <a:lnTo>
                      <a:pt x="922" y="602"/>
                    </a:lnTo>
                    <a:lnTo>
                      <a:pt x="936" y="609"/>
                    </a:lnTo>
                    <a:lnTo>
                      <a:pt x="957" y="609"/>
                    </a:lnTo>
                    <a:lnTo>
                      <a:pt x="971" y="609"/>
                    </a:lnTo>
                    <a:lnTo>
                      <a:pt x="986" y="616"/>
                    </a:lnTo>
                    <a:lnTo>
                      <a:pt x="1000" y="616"/>
                    </a:lnTo>
                    <a:lnTo>
                      <a:pt x="1014" y="623"/>
                    </a:lnTo>
                    <a:lnTo>
                      <a:pt x="1028" y="623"/>
                    </a:lnTo>
                    <a:lnTo>
                      <a:pt x="1049" y="630"/>
                    </a:lnTo>
                    <a:lnTo>
                      <a:pt x="1064" y="630"/>
                    </a:lnTo>
                    <a:lnTo>
                      <a:pt x="1078" y="630"/>
                    </a:lnTo>
                    <a:lnTo>
                      <a:pt x="1092" y="638"/>
                    </a:lnTo>
                    <a:lnTo>
                      <a:pt x="1106" y="638"/>
                    </a:lnTo>
                    <a:lnTo>
                      <a:pt x="1127" y="645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8" name="Group 95">
              <a:extLst>
                <a:ext uri="{FF2B5EF4-FFF2-40B4-BE49-F238E27FC236}">
                  <a16:creationId xmlns:a16="http://schemas.microsoft.com/office/drawing/2014/main" id="{D530EA4C-F816-3E83-6473-83952B7F32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154"/>
              <a:ext cx="3076" cy="1354"/>
              <a:chOff x="1252" y="2154"/>
              <a:chExt cx="3076" cy="1354"/>
            </a:xfrm>
          </p:grpSpPr>
          <p:sp>
            <p:nvSpPr>
              <p:cNvPr id="45179" name="Freeform 96">
                <a:extLst>
                  <a:ext uri="{FF2B5EF4-FFF2-40B4-BE49-F238E27FC236}">
                    <a16:creationId xmlns:a16="http://schemas.microsoft.com/office/drawing/2014/main" id="{BA8E3127-AC44-E3F3-7C23-7EBFADC9F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154"/>
                <a:ext cx="1949" cy="943"/>
              </a:xfrm>
              <a:custGeom>
                <a:avLst/>
                <a:gdLst>
                  <a:gd name="T0" fmla="*/ 29 w 1949"/>
                  <a:gd name="T1" fmla="*/ 943 h 943"/>
                  <a:gd name="T2" fmla="*/ 71 w 1949"/>
                  <a:gd name="T3" fmla="*/ 943 h 943"/>
                  <a:gd name="T4" fmla="*/ 121 w 1949"/>
                  <a:gd name="T5" fmla="*/ 936 h 943"/>
                  <a:gd name="T6" fmla="*/ 163 w 1949"/>
                  <a:gd name="T7" fmla="*/ 936 h 943"/>
                  <a:gd name="T8" fmla="*/ 213 w 1949"/>
                  <a:gd name="T9" fmla="*/ 929 h 943"/>
                  <a:gd name="T10" fmla="*/ 256 w 1949"/>
                  <a:gd name="T11" fmla="*/ 929 h 943"/>
                  <a:gd name="T12" fmla="*/ 305 w 1949"/>
                  <a:gd name="T13" fmla="*/ 921 h 943"/>
                  <a:gd name="T14" fmla="*/ 348 w 1949"/>
                  <a:gd name="T15" fmla="*/ 914 h 943"/>
                  <a:gd name="T16" fmla="*/ 397 w 1949"/>
                  <a:gd name="T17" fmla="*/ 900 h 943"/>
                  <a:gd name="T18" fmla="*/ 440 w 1949"/>
                  <a:gd name="T19" fmla="*/ 893 h 943"/>
                  <a:gd name="T20" fmla="*/ 489 w 1949"/>
                  <a:gd name="T21" fmla="*/ 879 h 943"/>
                  <a:gd name="T22" fmla="*/ 532 w 1949"/>
                  <a:gd name="T23" fmla="*/ 865 h 943"/>
                  <a:gd name="T24" fmla="*/ 582 w 1949"/>
                  <a:gd name="T25" fmla="*/ 851 h 943"/>
                  <a:gd name="T26" fmla="*/ 624 w 1949"/>
                  <a:gd name="T27" fmla="*/ 836 h 943"/>
                  <a:gd name="T28" fmla="*/ 674 w 1949"/>
                  <a:gd name="T29" fmla="*/ 815 h 943"/>
                  <a:gd name="T30" fmla="*/ 716 w 1949"/>
                  <a:gd name="T31" fmla="*/ 794 h 943"/>
                  <a:gd name="T32" fmla="*/ 766 w 1949"/>
                  <a:gd name="T33" fmla="*/ 766 h 943"/>
                  <a:gd name="T34" fmla="*/ 815 w 1949"/>
                  <a:gd name="T35" fmla="*/ 737 h 943"/>
                  <a:gd name="T36" fmla="*/ 858 w 1949"/>
                  <a:gd name="T37" fmla="*/ 709 h 943"/>
                  <a:gd name="T38" fmla="*/ 908 w 1949"/>
                  <a:gd name="T39" fmla="*/ 673 h 943"/>
                  <a:gd name="T40" fmla="*/ 950 w 1949"/>
                  <a:gd name="T41" fmla="*/ 638 h 943"/>
                  <a:gd name="T42" fmla="*/ 1000 w 1949"/>
                  <a:gd name="T43" fmla="*/ 588 h 943"/>
                  <a:gd name="T44" fmla="*/ 1042 w 1949"/>
                  <a:gd name="T45" fmla="*/ 546 h 943"/>
                  <a:gd name="T46" fmla="*/ 1092 w 1949"/>
                  <a:gd name="T47" fmla="*/ 489 h 943"/>
                  <a:gd name="T48" fmla="*/ 1134 w 1949"/>
                  <a:gd name="T49" fmla="*/ 425 h 943"/>
                  <a:gd name="T50" fmla="*/ 1184 w 1949"/>
                  <a:gd name="T51" fmla="*/ 362 h 943"/>
                  <a:gd name="T52" fmla="*/ 1227 w 1949"/>
                  <a:gd name="T53" fmla="*/ 291 h 943"/>
                  <a:gd name="T54" fmla="*/ 1276 w 1949"/>
                  <a:gd name="T55" fmla="*/ 220 h 943"/>
                  <a:gd name="T56" fmla="*/ 1319 w 1949"/>
                  <a:gd name="T57" fmla="*/ 142 h 943"/>
                  <a:gd name="T58" fmla="*/ 1368 w 1949"/>
                  <a:gd name="T59" fmla="*/ 78 h 943"/>
                  <a:gd name="T60" fmla="*/ 1411 w 1949"/>
                  <a:gd name="T61" fmla="*/ 29 h 943"/>
                  <a:gd name="T62" fmla="*/ 1460 w 1949"/>
                  <a:gd name="T63" fmla="*/ 7 h 943"/>
                  <a:gd name="T64" fmla="*/ 1503 w 1949"/>
                  <a:gd name="T65" fmla="*/ 7 h 943"/>
                  <a:gd name="T66" fmla="*/ 1553 w 1949"/>
                  <a:gd name="T67" fmla="*/ 50 h 943"/>
                  <a:gd name="T68" fmla="*/ 1595 w 1949"/>
                  <a:gd name="T69" fmla="*/ 121 h 943"/>
                  <a:gd name="T70" fmla="*/ 1645 w 1949"/>
                  <a:gd name="T71" fmla="*/ 206 h 943"/>
                  <a:gd name="T72" fmla="*/ 1687 w 1949"/>
                  <a:gd name="T73" fmla="*/ 305 h 943"/>
                  <a:gd name="T74" fmla="*/ 1737 w 1949"/>
                  <a:gd name="T75" fmla="*/ 404 h 943"/>
                  <a:gd name="T76" fmla="*/ 1779 w 1949"/>
                  <a:gd name="T77" fmla="*/ 503 h 943"/>
                  <a:gd name="T78" fmla="*/ 1829 w 1949"/>
                  <a:gd name="T79" fmla="*/ 588 h 943"/>
                  <a:gd name="T80" fmla="*/ 1871 w 1949"/>
                  <a:gd name="T81" fmla="*/ 673 h 943"/>
                  <a:gd name="T82" fmla="*/ 1921 w 1949"/>
                  <a:gd name="T83" fmla="*/ 744 h 94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943">
                    <a:moveTo>
                      <a:pt x="0" y="943"/>
                    </a:moveTo>
                    <a:lnTo>
                      <a:pt x="15" y="943"/>
                    </a:lnTo>
                    <a:lnTo>
                      <a:pt x="29" y="943"/>
                    </a:lnTo>
                    <a:lnTo>
                      <a:pt x="43" y="943"/>
                    </a:lnTo>
                    <a:lnTo>
                      <a:pt x="57" y="943"/>
                    </a:lnTo>
                    <a:lnTo>
                      <a:pt x="71" y="943"/>
                    </a:lnTo>
                    <a:lnTo>
                      <a:pt x="93" y="943"/>
                    </a:lnTo>
                    <a:lnTo>
                      <a:pt x="107" y="943"/>
                    </a:lnTo>
                    <a:lnTo>
                      <a:pt x="121" y="936"/>
                    </a:lnTo>
                    <a:lnTo>
                      <a:pt x="135" y="936"/>
                    </a:lnTo>
                    <a:lnTo>
                      <a:pt x="149" y="936"/>
                    </a:lnTo>
                    <a:lnTo>
                      <a:pt x="163" y="936"/>
                    </a:lnTo>
                    <a:lnTo>
                      <a:pt x="185" y="936"/>
                    </a:lnTo>
                    <a:lnTo>
                      <a:pt x="199" y="936"/>
                    </a:lnTo>
                    <a:lnTo>
                      <a:pt x="213" y="929"/>
                    </a:lnTo>
                    <a:lnTo>
                      <a:pt x="227" y="929"/>
                    </a:lnTo>
                    <a:lnTo>
                      <a:pt x="241" y="929"/>
                    </a:lnTo>
                    <a:lnTo>
                      <a:pt x="256" y="929"/>
                    </a:lnTo>
                    <a:lnTo>
                      <a:pt x="277" y="921"/>
                    </a:lnTo>
                    <a:lnTo>
                      <a:pt x="291" y="921"/>
                    </a:lnTo>
                    <a:lnTo>
                      <a:pt x="305" y="921"/>
                    </a:lnTo>
                    <a:lnTo>
                      <a:pt x="319" y="914"/>
                    </a:lnTo>
                    <a:lnTo>
                      <a:pt x="334" y="914"/>
                    </a:lnTo>
                    <a:lnTo>
                      <a:pt x="348" y="914"/>
                    </a:lnTo>
                    <a:lnTo>
                      <a:pt x="369" y="907"/>
                    </a:lnTo>
                    <a:lnTo>
                      <a:pt x="383" y="907"/>
                    </a:lnTo>
                    <a:lnTo>
                      <a:pt x="397" y="900"/>
                    </a:lnTo>
                    <a:lnTo>
                      <a:pt x="411" y="900"/>
                    </a:lnTo>
                    <a:lnTo>
                      <a:pt x="426" y="893"/>
                    </a:lnTo>
                    <a:lnTo>
                      <a:pt x="440" y="893"/>
                    </a:lnTo>
                    <a:lnTo>
                      <a:pt x="461" y="886"/>
                    </a:lnTo>
                    <a:lnTo>
                      <a:pt x="475" y="886"/>
                    </a:lnTo>
                    <a:lnTo>
                      <a:pt x="489" y="879"/>
                    </a:lnTo>
                    <a:lnTo>
                      <a:pt x="504" y="879"/>
                    </a:lnTo>
                    <a:lnTo>
                      <a:pt x="518" y="872"/>
                    </a:lnTo>
                    <a:lnTo>
                      <a:pt x="532" y="865"/>
                    </a:lnTo>
                    <a:lnTo>
                      <a:pt x="553" y="865"/>
                    </a:lnTo>
                    <a:lnTo>
                      <a:pt x="567" y="858"/>
                    </a:lnTo>
                    <a:lnTo>
                      <a:pt x="582" y="851"/>
                    </a:lnTo>
                    <a:lnTo>
                      <a:pt x="596" y="843"/>
                    </a:lnTo>
                    <a:lnTo>
                      <a:pt x="610" y="843"/>
                    </a:lnTo>
                    <a:lnTo>
                      <a:pt x="624" y="836"/>
                    </a:lnTo>
                    <a:lnTo>
                      <a:pt x="645" y="829"/>
                    </a:lnTo>
                    <a:lnTo>
                      <a:pt x="660" y="822"/>
                    </a:lnTo>
                    <a:lnTo>
                      <a:pt x="674" y="815"/>
                    </a:lnTo>
                    <a:lnTo>
                      <a:pt x="688" y="808"/>
                    </a:lnTo>
                    <a:lnTo>
                      <a:pt x="702" y="801"/>
                    </a:lnTo>
                    <a:lnTo>
                      <a:pt x="716" y="794"/>
                    </a:lnTo>
                    <a:lnTo>
                      <a:pt x="737" y="787"/>
                    </a:lnTo>
                    <a:lnTo>
                      <a:pt x="752" y="780"/>
                    </a:lnTo>
                    <a:lnTo>
                      <a:pt x="766" y="766"/>
                    </a:lnTo>
                    <a:lnTo>
                      <a:pt x="780" y="758"/>
                    </a:lnTo>
                    <a:lnTo>
                      <a:pt x="794" y="751"/>
                    </a:lnTo>
                    <a:lnTo>
                      <a:pt x="815" y="737"/>
                    </a:lnTo>
                    <a:lnTo>
                      <a:pt x="830" y="730"/>
                    </a:lnTo>
                    <a:lnTo>
                      <a:pt x="844" y="723"/>
                    </a:lnTo>
                    <a:lnTo>
                      <a:pt x="858" y="709"/>
                    </a:lnTo>
                    <a:lnTo>
                      <a:pt x="872" y="702"/>
                    </a:lnTo>
                    <a:lnTo>
                      <a:pt x="886" y="688"/>
                    </a:lnTo>
                    <a:lnTo>
                      <a:pt x="908" y="673"/>
                    </a:lnTo>
                    <a:lnTo>
                      <a:pt x="922" y="659"/>
                    </a:lnTo>
                    <a:lnTo>
                      <a:pt x="936" y="652"/>
                    </a:lnTo>
                    <a:lnTo>
                      <a:pt x="950" y="638"/>
                    </a:lnTo>
                    <a:lnTo>
                      <a:pt x="964" y="624"/>
                    </a:lnTo>
                    <a:lnTo>
                      <a:pt x="978" y="610"/>
                    </a:lnTo>
                    <a:lnTo>
                      <a:pt x="1000" y="588"/>
                    </a:lnTo>
                    <a:lnTo>
                      <a:pt x="1014" y="574"/>
                    </a:lnTo>
                    <a:lnTo>
                      <a:pt x="1028" y="560"/>
                    </a:lnTo>
                    <a:lnTo>
                      <a:pt x="1042" y="546"/>
                    </a:lnTo>
                    <a:lnTo>
                      <a:pt x="1056" y="525"/>
                    </a:lnTo>
                    <a:lnTo>
                      <a:pt x="1071" y="510"/>
                    </a:lnTo>
                    <a:lnTo>
                      <a:pt x="1092" y="489"/>
                    </a:lnTo>
                    <a:lnTo>
                      <a:pt x="1106" y="468"/>
                    </a:lnTo>
                    <a:lnTo>
                      <a:pt x="1120" y="447"/>
                    </a:lnTo>
                    <a:lnTo>
                      <a:pt x="1134" y="425"/>
                    </a:lnTo>
                    <a:lnTo>
                      <a:pt x="1149" y="404"/>
                    </a:lnTo>
                    <a:lnTo>
                      <a:pt x="1163" y="383"/>
                    </a:lnTo>
                    <a:lnTo>
                      <a:pt x="1184" y="362"/>
                    </a:lnTo>
                    <a:lnTo>
                      <a:pt x="1198" y="340"/>
                    </a:lnTo>
                    <a:lnTo>
                      <a:pt x="1212" y="312"/>
                    </a:lnTo>
                    <a:lnTo>
                      <a:pt x="1227" y="291"/>
                    </a:lnTo>
                    <a:lnTo>
                      <a:pt x="1241" y="270"/>
                    </a:lnTo>
                    <a:lnTo>
                      <a:pt x="1255" y="241"/>
                    </a:lnTo>
                    <a:lnTo>
                      <a:pt x="1276" y="220"/>
                    </a:lnTo>
                    <a:lnTo>
                      <a:pt x="1290" y="192"/>
                    </a:lnTo>
                    <a:lnTo>
                      <a:pt x="1304" y="170"/>
                    </a:lnTo>
                    <a:lnTo>
                      <a:pt x="1319" y="142"/>
                    </a:lnTo>
                    <a:lnTo>
                      <a:pt x="1333" y="121"/>
                    </a:lnTo>
                    <a:lnTo>
                      <a:pt x="1347" y="99"/>
                    </a:lnTo>
                    <a:lnTo>
                      <a:pt x="1368" y="78"/>
                    </a:lnTo>
                    <a:lnTo>
                      <a:pt x="1382" y="57"/>
                    </a:lnTo>
                    <a:lnTo>
                      <a:pt x="1397" y="43"/>
                    </a:lnTo>
                    <a:lnTo>
                      <a:pt x="1411" y="29"/>
                    </a:lnTo>
                    <a:lnTo>
                      <a:pt x="1425" y="14"/>
                    </a:lnTo>
                    <a:lnTo>
                      <a:pt x="1439" y="7"/>
                    </a:lnTo>
                    <a:lnTo>
                      <a:pt x="1460" y="7"/>
                    </a:lnTo>
                    <a:lnTo>
                      <a:pt x="1475" y="0"/>
                    </a:lnTo>
                    <a:lnTo>
                      <a:pt x="1489" y="7"/>
                    </a:lnTo>
                    <a:lnTo>
                      <a:pt x="1503" y="7"/>
                    </a:lnTo>
                    <a:lnTo>
                      <a:pt x="1517" y="22"/>
                    </a:lnTo>
                    <a:lnTo>
                      <a:pt x="1538" y="36"/>
                    </a:lnTo>
                    <a:lnTo>
                      <a:pt x="1553" y="50"/>
                    </a:lnTo>
                    <a:lnTo>
                      <a:pt x="1567" y="71"/>
                    </a:lnTo>
                    <a:lnTo>
                      <a:pt x="1581" y="92"/>
                    </a:lnTo>
                    <a:lnTo>
                      <a:pt x="1595" y="121"/>
                    </a:lnTo>
                    <a:lnTo>
                      <a:pt x="1609" y="149"/>
                    </a:lnTo>
                    <a:lnTo>
                      <a:pt x="1631" y="177"/>
                    </a:lnTo>
                    <a:lnTo>
                      <a:pt x="1645" y="206"/>
                    </a:lnTo>
                    <a:lnTo>
                      <a:pt x="1659" y="241"/>
                    </a:lnTo>
                    <a:lnTo>
                      <a:pt x="1673" y="270"/>
                    </a:lnTo>
                    <a:lnTo>
                      <a:pt x="1687" y="305"/>
                    </a:lnTo>
                    <a:lnTo>
                      <a:pt x="1701" y="340"/>
                    </a:lnTo>
                    <a:lnTo>
                      <a:pt x="1723" y="376"/>
                    </a:lnTo>
                    <a:lnTo>
                      <a:pt x="1737" y="404"/>
                    </a:lnTo>
                    <a:lnTo>
                      <a:pt x="1751" y="440"/>
                    </a:lnTo>
                    <a:lnTo>
                      <a:pt x="1765" y="468"/>
                    </a:lnTo>
                    <a:lnTo>
                      <a:pt x="1779" y="503"/>
                    </a:lnTo>
                    <a:lnTo>
                      <a:pt x="1794" y="532"/>
                    </a:lnTo>
                    <a:lnTo>
                      <a:pt x="1815" y="560"/>
                    </a:lnTo>
                    <a:lnTo>
                      <a:pt x="1829" y="588"/>
                    </a:lnTo>
                    <a:lnTo>
                      <a:pt x="1843" y="617"/>
                    </a:lnTo>
                    <a:lnTo>
                      <a:pt x="1857" y="645"/>
                    </a:lnTo>
                    <a:lnTo>
                      <a:pt x="1871" y="673"/>
                    </a:lnTo>
                    <a:lnTo>
                      <a:pt x="1886" y="695"/>
                    </a:lnTo>
                    <a:lnTo>
                      <a:pt x="1907" y="723"/>
                    </a:lnTo>
                    <a:lnTo>
                      <a:pt x="1921" y="744"/>
                    </a:lnTo>
                    <a:lnTo>
                      <a:pt x="1935" y="766"/>
                    </a:lnTo>
                    <a:lnTo>
                      <a:pt x="1949" y="787"/>
                    </a:lnTo>
                  </a:path>
                </a:pathLst>
              </a:custGeom>
              <a:noFill/>
              <a:ln w="22225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0" name="Freeform 97">
                <a:extLst>
                  <a:ext uri="{FF2B5EF4-FFF2-40B4-BE49-F238E27FC236}">
                    <a16:creationId xmlns:a16="http://schemas.microsoft.com/office/drawing/2014/main" id="{45FB37AE-BA83-D77D-FB6E-2B7B6755C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2941"/>
                <a:ext cx="1127" cy="567"/>
              </a:xfrm>
              <a:custGeom>
                <a:avLst/>
                <a:gdLst>
                  <a:gd name="T0" fmla="*/ 15 w 1127"/>
                  <a:gd name="T1" fmla="*/ 21 h 567"/>
                  <a:gd name="T2" fmla="*/ 50 w 1127"/>
                  <a:gd name="T3" fmla="*/ 64 h 567"/>
                  <a:gd name="T4" fmla="*/ 78 w 1127"/>
                  <a:gd name="T5" fmla="*/ 99 h 567"/>
                  <a:gd name="T6" fmla="*/ 107 w 1127"/>
                  <a:gd name="T7" fmla="*/ 127 h 567"/>
                  <a:gd name="T8" fmla="*/ 142 w 1127"/>
                  <a:gd name="T9" fmla="*/ 163 h 567"/>
                  <a:gd name="T10" fmla="*/ 171 w 1127"/>
                  <a:gd name="T11" fmla="*/ 191 h 567"/>
                  <a:gd name="T12" fmla="*/ 199 w 1127"/>
                  <a:gd name="T13" fmla="*/ 219 h 567"/>
                  <a:gd name="T14" fmla="*/ 234 w 1127"/>
                  <a:gd name="T15" fmla="*/ 241 h 567"/>
                  <a:gd name="T16" fmla="*/ 263 w 1127"/>
                  <a:gd name="T17" fmla="*/ 262 h 567"/>
                  <a:gd name="T18" fmla="*/ 291 w 1127"/>
                  <a:gd name="T19" fmla="*/ 283 h 567"/>
                  <a:gd name="T20" fmla="*/ 326 w 1127"/>
                  <a:gd name="T21" fmla="*/ 304 h 567"/>
                  <a:gd name="T22" fmla="*/ 355 w 1127"/>
                  <a:gd name="T23" fmla="*/ 326 h 567"/>
                  <a:gd name="T24" fmla="*/ 383 w 1127"/>
                  <a:gd name="T25" fmla="*/ 340 h 567"/>
                  <a:gd name="T26" fmla="*/ 419 w 1127"/>
                  <a:gd name="T27" fmla="*/ 361 h 567"/>
                  <a:gd name="T28" fmla="*/ 447 w 1127"/>
                  <a:gd name="T29" fmla="*/ 375 h 567"/>
                  <a:gd name="T30" fmla="*/ 475 w 1127"/>
                  <a:gd name="T31" fmla="*/ 390 h 567"/>
                  <a:gd name="T32" fmla="*/ 511 w 1127"/>
                  <a:gd name="T33" fmla="*/ 404 h 567"/>
                  <a:gd name="T34" fmla="*/ 539 w 1127"/>
                  <a:gd name="T35" fmla="*/ 418 h 567"/>
                  <a:gd name="T36" fmla="*/ 567 w 1127"/>
                  <a:gd name="T37" fmla="*/ 425 h 567"/>
                  <a:gd name="T38" fmla="*/ 603 w 1127"/>
                  <a:gd name="T39" fmla="*/ 439 h 567"/>
                  <a:gd name="T40" fmla="*/ 631 w 1127"/>
                  <a:gd name="T41" fmla="*/ 446 h 567"/>
                  <a:gd name="T42" fmla="*/ 660 w 1127"/>
                  <a:gd name="T43" fmla="*/ 460 h 567"/>
                  <a:gd name="T44" fmla="*/ 695 w 1127"/>
                  <a:gd name="T45" fmla="*/ 467 h 567"/>
                  <a:gd name="T46" fmla="*/ 723 w 1127"/>
                  <a:gd name="T47" fmla="*/ 482 h 567"/>
                  <a:gd name="T48" fmla="*/ 752 w 1127"/>
                  <a:gd name="T49" fmla="*/ 489 h 567"/>
                  <a:gd name="T50" fmla="*/ 787 w 1127"/>
                  <a:gd name="T51" fmla="*/ 496 h 567"/>
                  <a:gd name="T52" fmla="*/ 816 w 1127"/>
                  <a:gd name="T53" fmla="*/ 503 h 567"/>
                  <a:gd name="T54" fmla="*/ 844 w 1127"/>
                  <a:gd name="T55" fmla="*/ 510 h 567"/>
                  <a:gd name="T56" fmla="*/ 879 w 1127"/>
                  <a:gd name="T57" fmla="*/ 517 h 567"/>
                  <a:gd name="T58" fmla="*/ 908 w 1127"/>
                  <a:gd name="T59" fmla="*/ 524 h 567"/>
                  <a:gd name="T60" fmla="*/ 936 w 1127"/>
                  <a:gd name="T61" fmla="*/ 531 h 567"/>
                  <a:gd name="T62" fmla="*/ 971 w 1127"/>
                  <a:gd name="T63" fmla="*/ 538 h 567"/>
                  <a:gd name="T64" fmla="*/ 1000 w 1127"/>
                  <a:gd name="T65" fmla="*/ 545 h 567"/>
                  <a:gd name="T66" fmla="*/ 1028 w 1127"/>
                  <a:gd name="T67" fmla="*/ 552 h 567"/>
                  <a:gd name="T68" fmla="*/ 1064 w 1127"/>
                  <a:gd name="T69" fmla="*/ 552 h 567"/>
                  <a:gd name="T70" fmla="*/ 1092 w 1127"/>
                  <a:gd name="T71" fmla="*/ 560 h 567"/>
                  <a:gd name="T72" fmla="*/ 1127 w 1127"/>
                  <a:gd name="T73" fmla="*/ 567 h 56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567">
                    <a:moveTo>
                      <a:pt x="0" y="0"/>
                    </a:moveTo>
                    <a:lnTo>
                      <a:pt x="15" y="21"/>
                    </a:lnTo>
                    <a:lnTo>
                      <a:pt x="29" y="42"/>
                    </a:lnTo>
                    <a:lnTo>
                      <a:pt x="50" y="64"/>
                    </a:lnTo>
                    <a:lnTo>
                      <a:pt x="64" y="78"/>
                    </a:lnTo>
                    <a:lnTo>
                      <a:pt x="78" y="99"/>
                    </a:lnTo>
                    <a:lnTo>
                      <a:pt x="93" y="113"/>
                    </a:lnTo>
                    <a:lnTo>
                      <a:pt x="107" y="127"/>
                    </a:lnTo>
                    <a:lnTo>
                      <a:pt x="121" y="149"/>
                    </a:lnTo>
                    <a:lnTo>
                      <a:pt x="142" y="163"/>
                    </a:lnTo>
                    <a:lnTo>
                      <a:pt x="156" y="177"/>
                    </a:lnTo>
                    <a:lnTo>
                      <a:pt x="171" y="191"/>
                    </a:lnTo>
                    <a:lnTo>
                      <a:pt x="185" y="205"/>
                    </a:lnTo>
                    <a:lnTo>
                      <a:pt x="199" y="219"/>
                    </a:lnTo>
                    <a:lnTo>
                      <a:pt x="213" y="227"/>
                    </a:lnTo>
                    <a:lnTo>
                      <a:pt x="234" y="241"/>
                    </a:lnTo>
                    <a:lnTo>
                      <a:pt x="249" y="255"/>
                    </a:lnTo>
                    <a:lnTo>
                      <a:pt x="263" y="262"/>
                    </a:lnTo>
                    <a:lnTo>
                      <a:pt x="277" y="276"/>
                    </a:lnTo>
                    <a:lnTo>
                      <a:pt x="291" y="283"/>
                    </a:lnTo>
                    <a:lnTo>
                      <a:pt x="305" y="297"/>
                    </a:lnTo>
                    <a:lnTo>
                      <a:pt x="326" y="304"/>
                    </a:lnTo>
                    <a:lnTo>
                      <a:pt x="341" y="319"/>
                    </a:lnTo>
                    <a:lnTo>
                      <a:pt x="355" y="326"/>
                    </a:lnTo>
                    <a:lnTo>
                      <a:pt x="369" y="333"/>
                    </a:lnTo>
                    <a:lnTo>
                      <a:pt x="383" y="340"/>
                    </a:lnTo>
                    <a:lnTo>
                      <a:pt x="404" y="347"/>
                    </a:lnTo>
                    <a:lnTo>
                      <a:pt x="419" y="361"/>
                    </a:lnTo>
                    <a:lnTo>
                      <a:pt x="433" y="368"/>
                    </a:lnTo>
                    <a:lnTo>
                      <a:pt x="447" y="375"/>
                    </a:lnTo>
                    <a:lnTo>
                      <a:pt x="461" y="382"/>
                    </a:lnTo>
                    <a:lnTo>
                      <a:pt x="475" y="390"/>
                    </a:lnTo>
                    <a:lnTo>
                      <a:pt x="497" y="397"/>
                    </a:lnTo>
                    <a:lnTo>
                      <a:pt x="511" y="404"/>
                    </a:lnTo>
                    <a:lnTo>
                      <a:pt x="525" y="411"/>
                    </a:lnTo>
                    <a:lnTo>
                      <a:pt x="539" y="418"/>
                    </a:lnTo>
                    <a:lnTo>
                      <a:pt x="553" y="418"/>
                    </a:lnTo>
                    <a:lnTo>
                      <a:pt x="567" y="425"/>
                    </a:lnTo>
                    <a:lnTo>
                      <a:pt x="589" y="432"/>
                    </a:lnTo>
                    <a:lnTo>
                      <a:pt x="603" y="439"/>
                    </a:lnTo>
                    <a:lnTo>
                      <a:pt x="617" y="446"/>
                    </a:lnTo>
                    <a:lnTo>
                      <a:pt x="631" y="446"/>
                    </a:lnTo>
                    <a:lnTo>
                      <a:pt x="645" y="453"/>
                    </a:lnTo>
                    <a:lnTo>
                      <a:pt x="660" y="460"/>
                    </a:lnTo>
                    <a:lnTo>
                      <a:pt x="681" y="467"/>
                    </a:lnTo>
                    <a:lnTo>
                      <a:pt x="695" y="467"/>
                    </a:lnTo>
                    <a:lnTo>
                      <a:pt x="709" y="475"/>
                    </a:lnTo>
                    <a:lnTo>
                      <a:pt x="723" y="482"/>
                    </a:lnTo>
                    <a:lnTo>
                      <a:pt x="738" y="482"/>
                    </a:lnTo>
                    <a:lnTo>
                      <a:pt x="752" y="489"/>
                    </a:lnTo>
                    <a:lnTo>
                      <a:pt x="773" y="489"/>
                    </a:lnTo>
                    <a:lnTo>
                      <a:pt x="787" y="496"/>
                    </a:lnTo>
                    <a:lnTo>
                      <a:pt x="801" y="503"/>
                    </a:lnTo>
                    <a:lnTo>
                      <a:pt x="816" y="503"/>
                    </a:lnTo>
                    <a:lnTo>
                      <a:pt x="830" y="510"/>
                    </a:lnTo>
                    <a:lnTo>
                      <a:pt x="844" y="510"/>
                    </a:lnTo>
                    <a:lnTo>
                      <a:pt x="865" y="517"/>
                    </a:lnTo>
                    <a:lnTo>
                      <a:pt x="879" y="517"/>
                    </a:lnTo>
                    <a:lnTo>
                      <a:pt x="893" y="524"/>
                    </a:lnTo>
                    <a:lnTo>
                      <a:pt x="908" y="524"/>
                    </a:lnTo>
                    <a:lnTo>
                      <a:pt x="922" y="531"/>
                    </a:lnTo>
                    <a:lnTo>
                      <a:pt x="936" y="531"/>
                    </a:lnTo>
                    <a:lnTo>
                      <a:pt x="957" y="538"/>
                    </a:lnTo>
                    <a:lnTo>
                      <a:pt x="971" y="538"/>
                    </a:lnTo>
                    <a:lnTo>
                      <a:pt x="986" y="538"/>
                    </a:lnTo>
                    <a:lnTo>
                      <a:pt x="1000" y="545"/>
                    </a:lnTo>
                    <a:lnTo>
                      <a:pt x="1014" y="545"/>
                    </a:lnTo>
                    <a:lnTo>
                      <a:pt x="1028" y="552"/>
                    </a:lnTo>
                    <a:lnTo>
                      <a:pt x="1049" y="552"/>
                    </a:lnTo>
                    <a:lnTo>
                      <a:pt x="1064" y="552"/>
                    </a:lnTo>
                    <a:lnTo>
                      <a:pt x="1078" y="560"/>
                    </a:lnTo>
                    <a:lnTo>
                      <a:pt x="1092" y="560"/>
                    </a:lnTo>
                    <a:lnTo>
                      <a:pt x="1106" y="567"/>
                    </a:lnTo>
                    <a:lnTo>
                      <a:pt x="1127" y="567"/>
                    </a:lnTo>
                  </a:path>
                </a:pathLst>
              </a:custGeom>
              <a:noFill/>
              <a:ln w="22225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9" name="Group 98">
              <a:extLst>
                <a:ext uri="{FF2B5EF4-FFF2-40B4-BE49-F238E27FC236}">
                  <a16:creationId xmlns:a16="http://schemas.microsoft.com/office/drawing/2014/main" id="{EFF9CE61-67C9-E0B9-8D4F-289AE3BB1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452"/>
              <a:ext cx="3076" cy="1056"/>
              <a:chOff x="1252" y="2452"/>
              <a:chExt cx="3076" cy="1056"/>
            </a:xfrm>
          </p:grpSpPr>
          <p:sp>
            <p:nvSpPr>
              <p:cNvPr id="45177" name="Freeform 99">
                <a:extLst>
                  <a:ext uri="{FF2B5EF4-FFF2-40B4-BE49-F238E27FC236}">
                    <a16:creationId xmlns:a16="http://schemas.microsoft.com/office/drawing/2014/main" id="{2B11BA05-DD5F-1B43-C680-C38206E63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452"/>
                <a:ext cx="1949" cy="645"/>
              </a:xfrm>
              <a:custGeom>
                <a:avLst/>
                <a:gdLst>
                  <a:gd name="T0" fmla="*/ 29 w 1949"/>
                  <a:gd name="T1" fmla="*/ 645 h 645"/>
                  <a:gd name="T2" fmla="*/ 71 w 1949"/>
                  <a:gd name="T3" fmla="*/ 645 h 645"/>
                  <a:gd name="T4" fmla="*/ 121 w 1949"/>
                  <a:gd name="T5" fmla="*/ 645 h 645"/>
                  <a:gd name="T6" fmla="*/ 163 w 1949"/>
                  <a:gd name="T7" fmla="*/ 638 h 645"/>
                  <a:gd name="T8" fmla="*/ 213 w 1949"/>
                  <a:gd name="T9" fmla="*/ 638 h 645"/>
                  <a:gd name="T10" fmla="*/ 256 w 1949"/>
                  <a:gd name="T11" fmla="*/ 631 h 645"/>
                  <a:gd name="T12" fmla="*/ 305 w 1949"/>
                  <a:gd name="T13" fmla="*/ 623 h 645"/>
                  <a:gd name="T14" fmla="*/ 348 w 1949"/>
                  <a:gd name="T15" fmla="*/ 616 h 645"/>
                  <a:gd name="T16" fmla="*/ 397 w 1949"/>
                  <a:gd name="T17" fmla="*/ 609 h 645"/>
                  <a:gd name="T18" fmla="*/ 440 w 1949"/>
                  <a:gd name="T19" fmla="*/ 595 h 645"/>
                  <a:gd name="T20" fmla="*/ 489 w 1949"/>
                  <a:gd name="T21" fmla="*/ 588 h 645"/>
                  <a:gd name="T22" fmla="*/ 532 w 1949"/>
                  <a:gd name="T23" fmla="*/ 574 h 645"/>
                  <a:gd name="T24" fmla="*/ 582 w 1949"/>
                  <a:gd name="T25" fmla="*/ 560 h 645"/>
                  <a:gd name="T26" fmla="*/ 624 w 1949"/>
                  <a:gd name="T27" fmla="*/ 545 h 645"/>
                  <a:gd name="T28" fmla="*/ 674 w 1949"/>
                  <a:gd name="T29" fmla="*/ 524 h 645"/>
                  <a:gd name="T30" fmla="*/ 716 w 1949"/>
                  <a:gd name="T31" fmla="*/ 503 h 645"/>
                  <a:gd name="T32" fmla="*/ 766 w 1949"/>
                  <a:gd name="T33" fmla="*/ 482 h 645"/>
                  <a:gd name="T34" fmla="*/ 815 w 1949"/>
                  <a:gd name="T35" fmla="*/ 460 h 645"/>
                  <a:gd name="T36" fmla="*/ 858 w 1949"/>
                  <a:gd name="T37" fmla="*/ 432 h 645"/>
                  <a:gd name="T38" fmla="*/ 908 w 1949"/>
                  <a:gd name="T39" fmla="*/ 404 h 645"/>
                  <a:gd name="T40" fmla="*/ 950 w 1949"/>
                  <a:gd name="T41" fmla="*/ 368 h 645"/>
                  <a:gd name="T42" fmla="*/ 1000 w 1949"/>
                  <a:gd name="T43" fmla="*/ 333 h 645"/>
                  <a:gd name="T44" fmla="*/ 1042 w 1949"/>
                  <a:gd name="T45" fmla="*/ 297 h 645"/>
                  <a:gd name="T46" fmla="*/ 1092 w 1949"/>
                  <a:gd name="T47" fmla="*/ 255 h 645"/>
                  <a:gd name="T48" fmla="*/ 1134 w 1949"/>
                  <a:gd name="T49" fmla="*/ 212 h 645"/>
                  <a:gd name="T50" fmla="*/ 1184 w 1949"/>
                  <a:gd name="T51" fmla="*/ 170 h 645"/>
                  <a:gd name="T52" fmla="*/ 1227 w 1949"/>
                  <a:gd name="T53" fmla="*/ 127 h 645"/>
                  <a:gd name="T54" fmla="*/ 1276 w 1949"/>
                  <a:gd name="T55" fmla="*/ 85 h 645"/>
                  <a:gd name="T56" fmla="*/ 1319 w 1949"/>
                  <a:gd name="T57" fmla="*/ 42 h 645"/>
                  <a:gd name="T58" fmla="*/ 1368 w 1949"/>
                  <a:gd name="T59" fmla="*/ 14 h 645"/>
                  <a:gd name="T60" fmla="*/ 1411 w 1949"/>
                  <a:gd name="T61" fmla="*/ 0 h 645"/>
                  <a:gd name="T62" fmla="*/ 1460 w 1949"/>
                  <a:gd name="T63" fmla="*/ 0 h 645"/>
                  <a:gd name="T64" fmla="*/ 1503 w 1949"/>
                  <a:gd name="T65" fmla="*/ 21 h 645"/>
                  <a:gd name="T66" fmla="*/ 1553 w 1949"/>
                  <a:gd name="T67" fmla="*/ 49 h 645"/>
                  <a:gd name="T68" fmla="*/ 1595 w 1949"/>
                  <a:gd name="T69" fmla="*/ 99 h 645"/>
                  <a:gd name="T70" fmla="*/ 1645 w 1949"/>
                  <a:gd name="T71" fmla="*/ 156 h 645"/>
                  <a:gd name="T72" fmla="*/ 1687 w 1949"/>
                  <a:gd name="T73" fmla="*/ 220 h 645"/>
                  <a:gd name="T74" fmla="*/ 1737 w 1949"/>
                  <a:gd name="T75" fmla="*/ 290 h 645"/>
                  <a:gd name="T76" fmla="*/ 1779 w 1949"/>
                  <a:gd name="T77" fmla="*/ 354 h 645"/>
                  <a:gd name="T78" fmla="*/ 1829 w 1949"/>
                  <a:gd name="T79" fmla="*/ 418 h 645"/>
                  <a:gd name="T80" fmla="*/ 1871 w 1949"/>
                  <a:gd name="T81" fmla="*/ 475 h 645"/>
                  <a:gd name="T82" fmla="*/ 1921 w 1949"/>
                  <a:gd name="T83" fmla="*/ 531 h 64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645">
                    <a:moveTo>
                      <a:pt x="0" y="645"/>
                    </a:moveTo>
                    <a:lnTo>
                      <a:pt x="15" y="645"/>
                    </a:lnTo>
                    <a:lnTo>
                      <a:pt x="29" y="645"/>
                    </a:lnTo>
                    <a:lnTo>
                      <a:pt x="43" y="645"/>
                    </a:lnTo>
                    <a:lnTo>
                      <a:pt x="57" y="645"/>
                    </a:lnTo>
                    <a:lnTo>
                      <a:pt x="71" y="645"/>
                    </a:lnTo>
                    <a:lnTo>
                      <a:pt x="93" y="645"/>
                    </a:lnTo>
                    <a:lnTo>
                      <a:pt x="107" y="645"/>
                    </a:lnTo>
                    <a:lnTo>
                      <a:pt x="121" y="645"/>
                    </a:lnTo>
                    <a:lnTo>
                      <a:pt x="135" y="638"/>
                    </a:lnTo>
                    <a:lnTo>
                      <a:pt x="149" y="638"/>
                    </a:lnTo>
                    <a:lnTo>
                      <a:pt x="163" y="638"/>
                    </a:lnTo>
                    <a:lnTo>
                      <a:pt x="185" y="638"/>
                    </a:lnTo>
                    <a:lnTo>
                      <a:pt x="199" y="638"/>
                    </a:lnTo>
                    <a:lnTo>
                      <a:pt x="213" y="638"/>
                    </a:lnTo>
                    <a:lnTo>
                      <a:pt x="227" y="631"/>
                    </a:lnTo>
                    <a:lnTo>
                      <a:pt x="241" y="631"/>
                    </a:lnTo>
                    <a:lnTo>
                      <a:pt x="256" y="631"/>
                    </a:lnTo>
                    <a:lnTo>
                      <a:pt x="277" y="631"/>
                    </a:lnTo>
                    <a:lnTo>
                      <a:pt x="291" y="623"/>
                    </a:lnTo>
                    <a:lnTo>
                      <a:pt x="305" y="623"/>
                    </a:lnTo>
                    <a:lnTo>
                      <a:pt x="319" y="623"/>
                    </a:lnTo>
                    <a:lnTo>
                      <a:pt x="334" y="616"/>
                    </a:lnTo>
                    <a:lnTo>
                      <a:pt x="348" y="616"/>
                    </a:lnTo>
                    <a:lnTo>
                      <a:pt x="369" y="616"/>
                    </a:lnTo>
                    <a:lnTo>
                      <a:pt x="383" y="609"/>
                    </a:lnTo>
                    <a:lnTo>
                      <a:pt x="397" y="609"/>
                    </a:lnTo>
                    <a:lnTo>
                      <a:pt x="411" y="602"/>
                    </a:lnTo>
                    <a:lnTo>
                      <a:pt x="426" y="602"/>
                    </a:lnTo>
                    <a:lnTo>
                      <a:pt x="440" y="595"/>
                    </a:lnTo>
                    <a:lnTo>
                      <a:pt x="461" y="595"/>
                    </a:lnTo>
                    <a:lnTo>
                      <a:pt x="475" y="588"/>
                    </a:lnTo>
                    <a:lnTo>
                      <a:pt x="489" y="588"/>
                    </a:lnTo>
                    <a:lnTo>
                      <a:pt x="504" y="581"/>
                    </a:lnTo>
                    <a:lnTo>
                      <a:pt x="518" y="581"/>
                    </a:lnTo>
                    <a:lnTo>
                      <a:pt x="532" y="574"/>
                    </a:lnTo>
                    <a:lnTo>
                      <a:pt x="553" y="567"/>
                    </a:lnTo>
                    <a:lnTo>
                      <a:pt x="567" y="567"/>
                    </a:lnTo>
                    <a:lnTo>
                      <a:pt x="582" y="560"/>
                    </a:lnTo>
                    <a:lnTo>
                      <a:pt x="596" y="553"/>
                    </a:lnTo>
                    <a:lnTo>
                      <a:pt x="610" y="545"/>
                    </a:lnTo>
                    <a:lnTo>
                      <a:pt x="624" y="545"/>
                    </a:lnTo>
                    <a:lnTo>
                      <a:pt x="645" y="538"/>
                    </a:lnTo>
                    <a:lnTo>
                      <a:pt x="660" y="531"/>
                    </a:lnTo>
                    <a:lnTo>
                      <a:pt x="674" y="524"/>
                    </a:lnTo>
                    <a:lnTo>
                      <a:pt x="688" y="517"/>
                    </a:lnTo>
                    <a:lnTo>
                      <a:pt x="702" y="510"/>
                    </a:lnTo>
                    <a:lnTo>
                      <a:pt x="716" y="503"/>
                    </a:lnTo>
                    <a:lnTo>
                      <a:pt x="737" y="496"/>
                    </a:lnTo>
                    <a:lnTo>
                      <a:pt x="752" y="489"/>
                    </a:lnTo>
                    <a:lnTo>
                      <a:pt x="766" y="482"/>
                    </a:lnTo>
                    <a:lnTo>
                      <a:pt x="780" y="475"/>
                    </a:lnTo>
                    <a:lnTo>
                      <a:pt x="794" y="468"/>
                    </a:lnTo>
                    <a:lnTo>
                      <a:pt x="815" y="460"/>
                    </a:lnTo>
                    <a:lnTo>
                      <a:pt x="830" y="453"/>
                    </a:lnTo>
                    <a:lnTo>
                      <a:pt x="844" y="439"/>
                    </a:lnTo>
                    <a:lnTo>
                      <a:pt x="858" y="432"/>
                    </a:lnTo>
                    <a:lnTo>
                      <a:pt x="872" y="425"/>
                    </a:lnTo>
                    <a:lnTo>
                      <a:pt x="886" y="411"/>
                    </a:lnTo>
                    <a:lnTo>
                      <a:pt x="908" y="404"/>
                    </a:lnTo>
                    <a:lnTo>
                      <a:pt x="922" y="397"/>
                    </a:lnTo>
                    <a:lnTo>
                      <a:pt x="936" y="383"/>
                    </a:lnTo>
                    <a:lnTo>
                      <a:pt x="950" y="368"/>
                    </a:lnTo>
                    <a:lnTo>
                      <a:pt x="964" y="361"/>
                    </a:lnTo>
                    <a:lnTo>
                      <a:pt x="978" y="347"/>
                    </a:lnTo>
                    <a:lnTo>
                      <a:pt x="1000" y="333"/>
                    </a:lnTo>
                    <a:lnTo>
                      <a:pt x="1014" y="326"/>
                    </a:lnTo>
                    <a:lnTo>
                      <a:pt x="1028" y="312"/>
                    </a:lnTo>
                    <a:lnTo>
                      <a:pt x="1042" y="297"/>
                    </a:lnTo>
                    <a:lnTo>
                      <a:pt x="1056" y="283"/>
                    </a:lnTo>
                    <a:lnTo>
                      <a:pt x="1071" y="269"/>
                    </a:lnTo>
                    <a:lnTo>
                      <a:pt x="1092" y="255"/>
                    </a:lnTo>
                    <a:lnTo>
                      <a:pt x="1106" y="241"/>
                    </a:lnTo>
                    <a:lnTo>
                      <a:pt x="1120" y="227"/>
                    </a:lnTo>
                    <a:lnTo>
                      <a:pt x="1134" y="212"/>
                    </a:lnTo>
                    <a:lnTo>
                      <a:pt x="1149" y="198"/>
                    </a:lnTo>
                    <a:lnTo>
                      <a:pt x="1163" y="184"/>
                    </a:lnTo>
                    <a:lnTo>
                      <a:pt x="1184" y="170"/>
                    </a:lnTo>
                    <a:lnTo>
                      <a:pt x="1198" y="156"/>
                    </a:lnTo>
                    <a:lnTo>
                      <a:pt x="1212" y="142"/>
                    </a:lnTo>
                    <a:lnTo>
                      <a:pt x="1227" y="127"/>
                    </a:lnTo>
                    <a:lnTo>
                      <a:pt x="1241" y="113"/>
                    </a:lnTo>
                    <a:lnTo>
                      <a:pt x="1255" y="99"/>
                    </a:lnTo>
                    <a:lnTo>
                      <a:pt x="1276" y="85"/>
                    </a:lnTo>
                    <a:lnTo>
                      <a:pt x="1290" y="71"/>
                    </a:lnTo>
                    <a:lnTo>
                      <a:pt x="1304" y="57"/>
                    </a:lnTo>
                    <a:lnTo>
                      <a:pt x="1319" y="42"/>
                    </a:lnTo>
                    <a:lnTo>
                      <a:pt x="1333" y="35"/>
                    </a:lnTo>
                    <a:lnTo>
                      <a:pt x="1347" y="28"/>
                    </a:lnTo>
                    <a:lnTo>
                      <a:pt x="1368" y="14"/>
                    </a:lnTo>
                    <a:lnTo>
                      <a:pt x="1382" y="7"/>
                    </a:lnTo>
                    <a:lnTo>
                      <a:pt x="1397" y="7"/>
                    </a:lnTo>
                    <a:lnTo>
                      <a:pt x="1411" y="0"/>
                    </a:lnTo>
                    <a:lnTo>
                      <a:pt x="1425" y="0"/>
                    </a:lnTo>
                    <a:lnTo>
                      <a:pt x="1439" y="0"/>
                    </a:lnTo>
                    <a:lnTo>
                      <a:pt x="1460" y="0"/>
                    </a:lnTo>
                    <a:lnTo>
                      <a:pt x="1475" y="7"/>
                    </a:lnTo>
                    <a:lnTo>
                      <a:pt x="1489" y="14"/>
                    </a:lnTo>
                    <a:lnTo>
                      <a:pt x="1503" y="21"/>
                    </a:lnTo>
                    <a:lnTo>
                      <a:pt x="1517" y="28"/>
                    </a:lnTo>
                    <a:lnTo>
                      <a:pt x="1538" y="42"/>
                    </a:lnTo>
                    <a:lnTo>
                      <a:pt x="1553" y="49"/>
                    </a:lnTo>
                    <a:lnTo>
                      <a:pt x="1567" y="64"/>
                    </a:lnTo>
                    <a:lnTo>
                      <a:pt x="1581" y="85"/>
                    </a:lnTo>
                    <a:lnTo>
                      <a:pt x="1595" y="99"/>
                    </a:lnTo>
                    <a:lnTo>
                      <a:pt x="1609" y="120"/>
                    </a:lnTo>
                    <a:lnTo>
                      <a:pt x="1631" y="135"/>
                    </a:lnTo>
                    <a:lnTo>
                      <a:pt x="1645" y="156"/>
                    </a:lnTo>
                    <a:lnTo>
                      <a:pt x="1659" y="177"/>
                    </a:lnTo>
                    <a:lnTo>
                      <a:pt x="1673" y="198"/>
                    </a:lnTo>
                    <a:lnTo>
                      <a:pt x="1687" y="220"/>
                    </a:lnTo>
                    <a:lnTo>
                      <a:pt x="1701" y="241"/>
                    </a:lnTo>
                    <a:lnTo>
                      <a:pt x="1723" y="262"/>
                    </a:lnTo>
                    <a:lnTo>
                      <a:pt x="1737" y="290"/>
                    </a:lnTo>
                    <a:lnTo>
                      <a:pt x="1751" y="312"/>
                    </a:lnTo>
                    <a:lnTo>
                      <a:pt x="1765" y="333"/>
                    </a:lnTo>
                    <a:lnTo>
                      <a:pt x="1779" y="354"/>
                    </a:lnTo>
                    <a:lnTo>
                      <a:pt x="1794" y="375"/>
                    </a:lnTo>
                    <a:lnTo>
                      <a:pt x="1815" y="397"/>
                    </a:lnTo>
                    <a:lnTo>
                      <a:pt x="1829" y="418"/>
                    </a:lnTo>
                    <a:lnTo>
                      <a:pt x="1843" y="439"/>
                    </a:lnTo>
                    <a:lnTo>
                      <a:pt x="1857" y="453"/>
                    </a:lnTo>
                    <a:lnTo>
                      <a:pt x="1871" y="475"/>
                    </a:lnTo>
                    <a:lnTo>
                      <a:pt x="1886" y="496"/>
                    </a:lnTo>
                    <a:lnTo>
                      <a:pt x="1907" y="510"/>
                    </a:lnTo>
                    <a:lnTo>
                      <a:pt x="1921" y="531"/>
                    </a:lnTo>
                    <a:lnTo>
                      <a:pt x="1935" y="545"/>
                    </a:lnTo>
                    <a:lnTo>
                      <a:pt x="1949" y="567"/>
                    </a:lnTo>
                  </a:path>
                </a:pathLst>
              </a:custGeom>
              <a:noFill/>
              <a:ln w="22225">
                <a:solidFill>
                  <a:srgbClr val="99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8" name="Freeform 100">
                <a:extLst>
                  <a:ext uri="{FF2B5EF4-FFF2-40B4-BE49-F238E27FC236}">
                    <a16:creationId xmlns:a16="http://schemas.microsoft.com/office/drawing/2014/main" id="{88412681-0392-E621-0BD0-DD8C1A1B8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019"/>
                <a:ext cx="1127" cy="489"/>
              </a:xfrm>
              <a:custGeom>
                <a:avLst/>
                <a:gdLst>
                  <a:gd name="T0" fmla="*/ 15 w 1127"/>
                  <a:gd name="T1" fmla="*/ 14 h 489"/>
                  <a:gd name="T2" fmla="*/ 50 w 1127"/>
                  <a:gd name="T3" fmla="*/ 42 h 489"/>
                  <a:gd name="T4" fmla="*/ 78 w 1127"/>
                  <a:gd name="T5" fmla="*/ 71 h 489"/>
                  <a:gd name="T6" fmla="*/ 107 w 1127"/>
                  <a:gd name="T7" fmla="*/ 99 h 489"/>
                  <a:gd name="T8" fmla="*/ 142 w 1127"/>
                  <a:gd name="T9" fmla="*/ 127 h 489"/>
                  <a:gd name="T10" fmla="*/ 171 w 1127"/>
                  <a:gd name="T11" fmla="*/ 149 h 489"/>
                  <a:gd name="T12" fmla="*/ 199 w 1127"/>
                  <a:gd name="T13" fmla="*/ 177 h 489"/>
                  <a:gd name="T14" fmla="*/ 234 w 1127"/>
                  <a:gd name="T15" fmla="*/ 198 h 489"/>
                  <a:gd name="T16" fmla="*/ 263 w 1127"/>
                  <a:gd name="T17" fmla="*/ 212 h 489"/>
                  <a:gd name="T18" fmla="*/ 291 w 1127"/>
                  <a:gd name="T19" fmla="*/ 234 h 489"/>
                  <a:gd name="T20" fmla="*/ 326 w 1127"/>
                  <a:gd name="T21" fmla="*/ 255 h 489"/>
                  <a:gd name="T22" fmla="*/ 355 w 1127"/>
                  <a:gd name="T23" fmla="*/ 269 h 489"/>
                  <a:gd name="T24" fmla="*/ 383 w 1127"/>
                  <a:gd name="T25" fmla="*/ 283 h 489"/>
                  <a:gd name="T26" fmla="*/ 419 w 1127"/>
                  <a:gd name="T27" fmla="*/ 297 h 489"/>
                  <a:gd name="T28" fmla="*/ 447 w 1127"/>
                  <a:gd name="T29" fmla="*/ 312 h 489"/>
                  <a:gd name="T30" fmla="*/ 475 w 1127"/>
                  <a:gd name="T31" fmla="*/ 326 h 489"/>
                  <a:gd name="T32" fmla="*/ 511 w 1127"/>
                  <a:gd name="T33" fmla="*/ 340 h 489"/>
                  <a:gd name="T34" fmla="*/ 539 w 1127"/>
                  <a:gd name="T35" fmla="*/ 347 h 489"/>
                  <a:gd name="T36" fmla="*/ 567 w 1127"/>
                  <a:gd name="T37" fmla="*/ 361 h 489"/>
                  <a:gd name="T38" fmla="*/ 603 w 1127"/>
                  <a:gd name="T39" fmla="*/ 368 h 489"/>
                  <a:gd name="T40" fmla="*/ 631 w 1127"/>
                  <a:gd name="T41" fmla="*/ 382 h 489"/>
                  <a:gd name="T42" fmla="*/ 660 w 1127"/>
                  <a:gd name="T43" fmla="*/ 389 h 489"/>
                  <a:gd name="T44" fmla="*/ 695 w 1127"/>
                  <a:gd name="T45" fmla="*/ 404 h 489"/>
                  <a:gd name="T46" fmla="*/ 723 w 1127"/>
                  <a:gd name="T47" fmla="*/ 411 h 489"/>
                  <a:gd name="T48" fmla="*/ 752 w 1127"/>
                  <a:gd name="T49" fmla="*/ 418 h 489"/>
                  <a:gd name="T50" fmla="*/ 787 w 1127"/>
                  <a:gd name="T51" fmla="*/ 425 h 489"/>
                  <a:gd name="T52" fmla="*/ 816 w 1127"/>
                  <a:gd name="T53" fmla="*/ 432 h 489"/>
                  <a:gd name="T54" fmla="*/ 844 w 1127"/>
                  <a:gd name="T55" fmla="*/ 439 h 489"/>
                  <a:gd name="T56" fmla="*/ 879 w 1127"/>
                  <a:gd name="T57" fmla="*/ 446 h 489"/>
                  <a:gd name="T58" fmla="*/ 908 w 1127"/>
                  <a:gd name="T59" fmla="*/ 453 h 489"/>
                  <a:gd name="T60" fmla="*/ 936 w 1127"/>
                  <a:gd name="T61" fmla="*/ 460 h 489"/>
                  <a:gd name="T62" fmla="*/ 971 w 1127"/>
                  <a:gd name="T63" fmla="*/ 467 h 489"/>
                  <a:gd name="T64" fmla="*/ 1000 w 1127"/>
                  <a:gd name="T65" fmla="*/ 474 h 489"/>
                  <a:gd name="T66" fmla="*/ 1028 w 1127"/>
                  <a:gd name="T67" fmla="*/ 474 h 489"/>
                  <a:gd name="T68" fmla="*/ 1064 w 1127"/>
                  <a:gd name="T69" fmla="*/ 482 h 489"/>
                  <a:gd name="T70" fmla="*/ 1092 w 1127"/>
                  <a:gd name="T71" fmla="*/ 489 h 489"/>
                  <a:gd name="T72" fmla="*/ 1127 w 1127"/>
                  <a:gd name="T73" fmla="*/ 489 h 4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489">
                    <a:moveTo>
                      <a:pt x="0" y="0"/>
                    </a:moveTo>
                    <a:lnTo>
                      <a:pt x="15" y="14"/>
                    </a:lnTo>
                    <a:lnTo>
                      <a:pt x="29" y="28"/>
                    </a:lnTo>
                    <a:lnTo>
                      <a:pt x="50" y="42"/>
                    </a:lnTo>
                    <a:lnTo>
                      <a:pt x="64" y="56"/>
                    </a:lnTo>
                    <a:lnTo>
                      <a:pt x="78" y="71"/>
                    </a:lnTo>
                    <a:lnTo>
                      <a:pt x="93" y="85"/>
                    </a:lnTo>
                    <a:lnTo>
                      <a:pt x="107" y="99"/>
                    </a:lnTo>
                    <a:lnTo>
                      <a:pt x="121" y="113"/>
                    </a:lnTo>
                    <a:lnTo>
                      <a:pt x="142" y="127"/>
                    </a:lnTo>
                    <a:lnTo>
                      <a:pt x="156" y="141"/>
                    </a:lnTo>
                    <a:lnTo>
                      <a:pt x="171" y="149"/>
                    </a:lnTo>
                    <a:lnTo>
                      <a:pt x="185" y="163"/>
                    </a:lnTo>
                    <a:lnTo>
                      <a:pt x="199" y="177"/>
                    </a:lnTo>
                    <a:lnTo>
                      <a:pt x="213" y="184"/>
                    </a:lnTo>
                    <a:lnTo>
                      <a:pt x="234" y="198"/>
                    </a:lnTo>
                    <a:lnTo>
                      <a:pt x="249" y="205"/>
                    </a:lnTo>
                    <a:lnTo>
                      <a:pt x="263" y="212"/>
                    </a:lnTo>
                    <a:lnTo>
                      <a:pt x="277" y="226"/>
                    </a:lnTo>
                    <a:lnTo>
                      <a:pt x="291" y="234"/>
                    </a:lnTo>
                    <a:lnTo>
                      <a:pt x="305" y="241"/>
                    </a:lnTo>
                    <a:lnTo>
                      <a:pt x="326" y="255"/>
                    </a:lnTo>
                    <a:lnTo>
                      <a:pt x="341" y="262"/>
                    </a:lnTo>
                    <a:lnTo>
                      <a:pt x="355" y="269"/>
                    </a:lnTo>
                    <a:lnTo>
                      <a:pt x="369" y="276"/>
                    </a:lnTo>
                    <a:lnTo>
                      <a:pt x="383" y="283"/>
                    </a:lnTo>
                    <a:lnTo>
                      <a:pt x="404" y="290"/>
                    </a:lnTo>
                    <a:lnTo>
                      <a:pt x="419" y="297"/>
                    </a:lnTo>
                    <a:lnTo>
                      <a:pt x="433" y="304"/>
                    </a:lnTo>
                    <a:lnTo>
                      <a:pt x="447" y="312"/>
                    </a:lnTo>
                    <a:lnTo>
                      <a:pt x="461" y="319"/>
                    </a:lnTo>
                    <a:lnTo>
                      <a:pt x="475" y="326"/>
                    </a:lnTo>
                    <a:lnTo>
                      <a:pt x="497" y="333"/>
                    </a:lnTo>
                    <a:lnTo>
                      <a:pt x="511" y="340"/>
                    </a:lnTo>
                    <a:lnTo>
                      <a:pt x="525" y="347"/>
                    </a:lnTo>
                    <a:lnTo>
                      <a:pt x="539" y="347"/>
                    </a:lnTo>
                    <a:lnTo>
                      <a:pt x="553" y="354"/>
                    </a:lnTo>
                    <a:lnTo>
                      <a:pt x="567" y="361"/>
                    </a:lnTo>
                    <a:lnTo>
                      <a:pt x="589" y="368"/>
                    </a:lnTo>
                    <a:lnTo>
                      <a:pt x="603" y="368"/>
                    </a:lnTo>
                    <a:lnTo>
                      <a:pt x="617" y="375"/>
                    </a:lnTo>
                    <a:lnTo>
                      <a:pt x="631" y="382"/>
                    </a:lnTo>
                    <a:lnTo>
                      <a:pt x="645" y="389"/>
                    </a:lnTo>
                    <a:lnTo>
                      <a:pt x="660" y="389"/>
                    </a:lnTo>
                    <a:lnTo>
                      <a:pt x="681" y="397"/>
                    </a:lnTo>
                    <a:lnTo>
                      <a:pt x="695" y="404"/>
                    </a:lnTo>
                    <a:lnTo>
                      <a:pt x="709" y="404"/>
                    </a:lnTo>
                    <a:lnTo>
                      <a:pt x="723" y="411"/>
                    </a:lnTo>
                    <a:lnTo>
                      <a:pt x="738" y="411"/>
                    </a:lnTo>
                    <a:lnTo>
                      <a:pt x="752" y="418"/>
                    </a:lnTo>
                    <a:lnTo>
                      <a:pt x="773" y="418"/>
                    </a:lnTo>
                    <a:lnTo>
                      <a:pt x="787" y="425"/>
                    </a:lnTo>
                    <a:lnTo>
                      <a:pt x="801" y="432"/>
                    </a:lnTo>
                    <a:lnTo>
                      <a:pt x="816" y="432"/>
                    </a:lnTo>
                    <a:lnTo>
                      <a:pt x="830" y="439"/>
                    </a:lnTo>
                    <a:lnTo>
                      <a:pt x="844" y="439"/>
                    </a:lnTo>
                    <a:lnTo>
                      <a:pt x="865" y="446"/>
                    </a:lnTo>
                    <a:lnTo>
                      <a:pt x="879" y="446"/>
                    </a:lnTo>
                    <a:lnTo>
                      <a:pt x="893" y="453"/>
                    </a:lnTo>
                    <a:lnTo>
                      <a:pt x="908" y="453"/>
                    </a:lnTo>
                    <a:lnTo>
                      <a:pt x="922" y="453"/>
                    </a:lnTo>
                    <a:lnTo>
                      <a:pt x="936" y="460"/>
                    </a:lnTo>
                    <a:lnTo>
                      <a:pt x="957" y="460"/>
                    </a:lnTo>
                    <a:lnTo>
                      <a:pt x="971" y="467"/>
                    </a:lnTo>
                    <a:lnTo>
                      <a:pt x="986" y="467"/>
                    </a:lnTo>
                    <a:lnTo>
                      <a:pt x="1000" y="474"/>
                    </a:lnTo>
                    <a:lnTo>
                      <a:pt x="1014" y="474"/>
                    </a:lnTo>
                    <a:lnTo>
                      <a:pt x="1028" y="474"/>
                    </a:lnTo>
                    <a:lnTo>
                      <a:pt x="1049" y="482"/>
                    </a:lnTo>
                    <a:lnTo>
                      <a:pt x="1064" y="482"/>
                    </a:lnTo>
                    <a:lnTo>
                      <a:pt x="1078" y="482"/>
                    </a:lnTo>
                    <a:lnTo>
                      <a:pt x="1092" y="489"/>
                    </a:lnTo>
                    <a:lnTo>
                      <a:pt x="1106" y="489"/>
                    </a:lnTo>
                    <a:lnTo>
                      <a:pt x="1127" y="489"/>
                    </a:lnTo>
                  </a:path>
                </a:pathLst>
              </a:custGeom>
              <a:noFill/>
              <a:ln w="22225">
                <a:solidFill>
                  <a:srgbClr val="99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50" name="Group 101">
              <a:extLst>
                <a:ext uri="{FF2B5EF4-FFF2-40B4-BE49-F238E27FC236}">
                  <a16:creationId xmlns:a16="http://schemas.microsoft.com/office/drawing/2014/main" id="{0851A25D-24F7-C69D-2B55-121953D38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643"/>
              <a:ext cx="3076" cy="872"/>
              <a:chOff x="1252" y="2643"/>
              <a:chExt cx="3076" cy="872"/>
            </a:xfrm>
          </p:grpSpPr>
          <p:sp>
            <p:nvSpPr>
              <p:cNvPr id="45175" name="Freeform 102">
                <a:extLst>
                  <a:ext uri="{FF2B5EF4-FFF2-40B4-BE49-F238E27FC236}">
                    <a16:creationId xmlns:a16="http://schemas.microsoft.com/office/drawing/2014/main" id="{BE130C0E-F9B5-2DF5-31BB-14E4E79E1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643"/>
                <a:ext cx="1949" cy="454"/>
              </a:xfrm>
              <a:custGeom>
                <a:avLst/>
                <a:gdLst>
                  <a:gd name="T0" fmla="*/ 29 w 1949"/>
                  <a:gd name="T1" fmla="*/ 454 h 454"/>
                  <a:gd name="T2" fmla="*/ 71 w 1949"/>
                  <a:gd name="T3" fmla="*/ 454 h 454"/>
                  <a:gd name="T4" fmla="*/ 121 w 1949"/>
                  <a:gd name="T5" fmla="*/ 454 h 454"/>
                  <a:gd name="T6" fmla="*/ 163 w 1949"/>
                  <a:gd name="T7" fmla="*/ 447 h 454"/>
                  <a:gd name="T8" fmla="*/ 213 w 1949"/>
                  <a:gd name="T9" fmla="*/ 447 h 454"/>
                  <a:gd name="T10" fmla="*/ 256 w 1949"/>
                  <a:gd name="T11" fmla="*/ 440 h 454"/>
                  <a:gd name="T12" fmla="*/ 305 w 1949"/>
                  <a:gd name="T13" fmla="*/ 432 h 454"/>
                  <a:gd name="T14" fmla="*/ 348 w 1949"/>
                  <a:gd name="T15" fmla="*/ 425 h 454"/>
                  <a:gd name="T16" fmla="*/ 397 w 1949"/>
                  <a:gd name="T17" fmla="*/ 418 h 454"/>
                  <a:gd name="T18" fmla="*/ 440 w 1949"/>
                  <a:gd name="T19" fmla="*/ 411 h 454"/>
                  <a:gd name="T20" fmla="*/ 489 w 1949"/>
                  <a:gd name="T21" fmla="*/ 397 h 454"/>
                  <a:gd name="T22" fmla="*/ 532 w 1949"/>
                  <a:gd name="T23" fmla="*/ 390 h 454"/>
                  <a:gd name="T24" fmla="*/ 582 w 1949"/>
                  <a:gd name="T25" fmla="*/ 376 h 454"/>
                  <a:gd name="T26" fmla="*/ 624 w 1949"/>
                  <a:gd name="T27" fmla="*/ 362 h 454"/>
                  <a:gd name="T28" fmla="*/ 674 w 1949"/>
                  <a:gd name="T29" fmla="*/ 347 h 454"/>
                  <a:gd name="T30" fmla="*/ 716 w 1949"/>
                  <a:gd name="T31" fmla="*/ 326 h 454"/>
                  <a:gd name="T32" fmla="*/ 766 w 1949"/>
                  <a:gd name="T33" fmla="*/ 312 h 454"/>
                  <a:gd name="T34" fmla="*/ 815 w 1949"/>
                  <a:gd name="T35" fmla="*/ 291 h 454"/>
                  <a:gd name="T36" fmla="*/ 858 w 1949"/>
                  <a:gd name="T37" fmla="*/ 269 h 454"/>
                  <a:gd name="T38" fmla="*/ 908 w 1949"/>
                  <a:gd name="T39" fmla="*/ 241 h 454"/>
                  <a:gd name="T40" fmla="*/ 950 w 1949"/>
                  <a:gd name="T41" fmla="*/ 220 h 454"/>
                  <a:gd name="T42" fmla="*/ 1000 w 1949"/>
                  <a:gd name="T43" fmla="*/ 192 h 454"/>
                  <a:gd name="T44" fmla="*/ 1042 w 1949"/>
                  <a:gd name="T45" fmla="*/ 163 h 454"/>
                  <a:gd name="T46" fmla="*/ 1092 w 1949"/>
                  <a:gd name="T47" fmla="*/ 135 h 454"/>
                  <a:gd name="T48" fmla="*/ 1134 w 1949"/>
                  <a:gd name="T49" fmla="*/ 106 h 454"/>
                  <a:gd name="T50" fmla="*/ 1184 w 1949"/>
                  <a:gd name="T51" fmla="*/ 78 h 454"/>
                  <a:gd name="T52" fmla="*/ 1227 w 1949"/>
                  <a:gd name="T53" fmla="*/ 50 h 454"/>
                  <a:gd name="T54" fmla="*/ 1276 w 1949"/>
                  <a:gd name="T55" fmla="*/ 29 h 454"/>
                  <a:gd name="T56" fmla="*/ 1319 w 1949"/>
                  <a:gd name="T57" fmla="*/ 14 h 454"/>
                  <a:gd name="T58" fmla="*/ 1368 w 1949"/>
                  <a:gd name="T59" fmla="*/ 0 h 454"/>
                  <a:gd name="T60" fmla="*/ 1411 w 1949"/>
                  <a:gd name="T61" fmla="*/ 0 h 454"/>
                  <a:gd name="T62" fmla="*/ 1460 w 1949"/>
                  <a:gd name="T63" fmla="*/ 14 h 454"/>
                  <a:gd name="T64" fmla="*/ 1503 w 1949"/>
                  <a:gd name="T65" fmla="*/ 29 h 454"/>
                  <a:gd name="T66" fmla="*/ 1553 w 1949"/>
                  <a:gd name="T67" fmla="*/ 57 h 454"/>
                  <a:gd name="T68" fmla="*/ 1595 w 1949"/>
                  <a:gd name="T69" fmla="*/ 99 h 454"/>
                  <a:gd name="T70" fmla="*/ 1645 w 1949"/>
                  <a:gd name="T71" fmla="*/ 142 h 454"/>
                  <a:gd name="T72" fmla="*/ 1687 w 1949"/>
                  <a:gd name="T73" fmla="*/ 184 h 454"/>
                  <a:gd name="T74" fmla="*/ 1737 w 1949"/>
                  <a:gd name="T75" fmla="*/ 234 h 454"/>
                  <a:gd name="T76" fmla="*/ 1779 w 1949"/>
                  <a:gd name="T77" fmla="*/ 277 h 454"/>
                  <a:gd name="T78" fmla="*/ 1829 w 1949"/>
                  <a:gd name="T79" fmla="*/ 326 h 454"/>
                  <a:gd name="T80" fmla="*/ 1871 w 1949"/>
                  <a:gd name="T81" fmla="*/ 369 h 454"/>
                  <a:gd name="T82" fmla="*/ 1921 w 1949"/>
                  <a:gd name="T83" fmla="*/ 411 h 45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454">
                    <a:moveTo>
                      <a:pt x="0" y="454"/>
                    </a:moveTo>
                    <a:lnTo>
                      <a:pt x="15" y="454"/>
                    </a:lnTo>
                    <a:lnTo>
                      <a:pt x="29" y="454"/>
                    </a:lnTo>
                    <a:lnTo>
                      <a:pt x="43" y="454"/>
                    </a:lnTo>
                    <a:lnTo>
                      <a:pt x="57" y="454"/>
                    </a:lnTo>
                    <a:lnTo>
                      <a:pt x="71" y="454"/>
                    </a:lnTo>
                    <a:lnTo>
                      <a:pt x="93" y="454"/>
                    </a:lnTo>
                    <a:lnTo>
                      <a:pt x="107" y="454"/>
                    </a:lnTo>
                    <a:lnTo>
                      <a:pt x="121" y="454"/>
                    </a:lnTo>
                    <a:lnTo>
                      <a:pt x="135" y="447"/>
                    </a:lnTo>
                    <a:lnTo>
                      <a:pt x="149" y="447"/>
                    </a:lnTo>
                    <a:lnTo>
                      <a:pt x="163" y="447"/>
                    </a:lnTo>
                    <a:lnTo>
                      <a:pt x="185" y="447"/>
                    </a:lnTo>
                    <a:lnTo>
                      <a:pt x="199" y="447"/>
                    </a:lnTo>
                    <a:lnTo>
                      <a:pt x="213" y="447"/>
                    </a:lnTo>
                    <a:lnTo>
                      <a:pt x="227" y="440"/>
                    </a:lnTo>
                    <a:lnTo>
                      <a:pt x="241" y="440"/>
                    </a:lnTo>
                    <a:lnTo>
                      <a:pt x="256" y="440"/>
                    </a:lnTo>
                    <a:lnTo>
                      <a:pt x="277" y="440"/>
                    </a:lnTo>
                    <a:lnTo>
                      <a:pt x="291" y="432"/>
                    </a:lnTo>
                    <a:lnTo>
                      <a:pt x="305" y="432"/>
                    </a:lnTo>
                    <a:lnTo>
                      <a:pt x="319" y="432"/>
                    </a:lnTo>
                    <a:lnTo>
                      <a:pt x="334" y="432"/>
                    </a:lnTo>
                    <a:lnTo>
                      <a:pt x="348" y="425"/>
                    </a:lnTo>
                    <a:lnTo>
                      <a:pt x="369" y="425"/>
                    </a:lnTo>
                    <a:lnTo>
                      <a:pt x="383" y="418"/>
                    </a:lnTo>
                    <a:lnTo>
                      <a:pt x="397" y="418"/>
                    </a:lnTo>
                    <a:lnTo>
                      <a:pt x="411" y="418"/>
                    </a:lnTo>
                    <a:lnTo>
                      <a:pt x="426" y="411"/>
                    </a:lnTo>
                    <a:lnTo>
                      <a:pt x="440" y="411"/>
                    </a:lnTo>
                    <a:lnTo>
                      <a:pt x="461" y="404"/>
                    </a:lnTo>
                    <a:lnTo>
                      <a:pt x="475" y="404"/>
                    </a:lnTo>
                    <a:lnTo>
                      <a:pt x="489" y="397"/>
                    </a:lnTo>
                    <a:lnTo>
                      <a:pt x="504" y="397"/>
                    </a:lnTo>
                    <a:lnTo>
                      <a:pt x="518" y="390"/>
                    </a:lnTo>
                    <a:lnTo>
                      <a:pt x="532" y="390"/>
                    </a:lnTo>
                    <a:lnTo>
                      <a:pt x="553" y="383"/>
                    </a:lnTo>
                    <a:lnTo>
                      <a:pt x="567" y="383"/>
                    </a:lnTo>
                    <a:lnTo>
                      <a:pt x="582" y="376"/>
                    </a:lnTo>
                    <a:lnTo>
                      <a:pt x="596" y="369"/>
                    </a:lnTo>
                    <a:lnTo>
                      <a:pt x="610" y="369"/>
                    </a:lnTo>
                    <a:lnTo>
                      <a:pt x="624" y="362"/>
                    </a:lnTo>
                    <a:lnTo>
                      <a:pt x="645" y="354"/>
                    </a:lnTo>
                    <a:lnTo>
                      <a:pt x="660" y="347"/>
                    </a:lnTo>
                    <a:lnTo>
                      <a:pt x="674" y="347"/>
                    </a:lnTo>
                    <a:lnTo>
                      <a:pt x="688" y="340"/>
                    </a:lnTo>
                    <a:lnTo>
                      <a:pt x="702" y="333"/>
                    </a:lnTo>
                    <a:lnTo>
                      <a:pt x="716" y="326"/>
                    </a:lnTo>
                    <a:lnTo>
                      <a:pt x="737" y="319"/>
                    </a:lnTo>
                    <a:lnTo>
                      <a:pt x="752" y="319"/>
                    </a:lnTo>
                    <a:lnTo>
                      <a:pt x="766" y="312"/>
                    </a:lnTo>
                    <a:lnTo>
                      <a:pt x="780" y="305"/>
                    </a:lnTo>
                    <a:lnTo>
                      <a:pt x="794" y="298"/>
                    </a:lnTo>
                    <a:lnTo>
                      <a:pt x="815" y="291"/>
                    </a:lnTo>
                    <a:lnTo>
                      <a:pt x="830" y="284"/>
                    </a:lnTo>
                    <a:lnTo>
                      <a:pt x="844" y="277"/>
                    </a:lnTo>
                    <a:lnTo>
                      <a:pt x="858" y="269"/>
                    </a:lnTo>
                    <a:lnTo>
                      <a:pt x="872" y="262"/>
                    </a:lnTo>
                    <a:lnTo>
                      <a:pt x="886" y="248"/>
                    </a:lnTo>
                    <a:lnTo>
                      <a:pt x="908" y="241"/>
                    </a:lnTo>
                    <a:lnTo>
                      <a:pt x="922" y="234"/>
                    </a:lnTo>
                    <a:lnTo>
                      <a:pt x="936" y="227"/>
                    </a:lnTo>
                    <a:lnTo>
                      <a:pt x="950" y="220"/>
                    </a:lnTo>
                    <a:lnTo>
                      <a:pt x="964" y="206"/>
                    </a:lnTo>
                    <a:lnTo>
                      <a:pt x="978" y="199"/>
                    </a:lnTo>
                    <a:lnTo>
                      <a:pt x="1000" y="192"/>
                    </a:lnTo>
                    <a:lnTo>
                      <a:pt x="1014" y="177"/>
                    </a:lnTo>
                    <a:lnTo>
                      <a:pt x="1028" y="170"/>
                    </a:lnTo>
                    <a:lnTo>
                      <a:pt x="1042" y="163"/>
                    </a:lnTo>
                    <a:lnTo>
                      <a:pt x="1056" y="149"/>
                    </a:lnTo>
                    <a:lnTo>
                      <a:pt x="1071" y="142"/>
                    </a:lnTo>
                    <a:lnTo>
                      <a:pt x="1092" y="135"/>
                    </a:lnTo>
                    <a:lnTo>
                      <a:pt x="1106" y="121"/>
                    </a:lnTo>
                    <a:lnTo>
                      <a:pt x="1120" y="114"/>
                    </a:lnTo>
                    <a:lnTo>
                      <a:pt x="1134" y="106"/>
                    </a:lnTo>
                    <a:lnTo>
                      <a:pt x="1149" y="92"/>
                    </a:lnTo>
                    <a:lnTo>
                      <a:pt x="1163" y="85"/>
                    </a:lnTo>
                    <a:lnTo>
                      <a:pt x="1184" y="78"/>
                    </a:lnTo>
                    <a:lnTo>
                      <a:pt x="1198" y="64"/>
                    </a:lnTo>
                    <a:lnTo>
                      <a:pt x="1212" y="57"/>
                    </a:lnTo>
                    <a:lnTo>
                      <a:pt x="1227" y="50"/>
                    </a:lnTo>
                    <a:lnTo>
                      <a:pt x="1241" y="43"/>
                    </a:lnTo>
                    <a:lnTo>
                      <a:pt x="1255" y="36"/>
                    </a:lnTo>
                    <a:lnTo>
                      <a:pt x="1276" y="29"/>
                    </a:lnTo>
                    <a:lnTo>
                      <a:pt x="1290" y="21"/>
                    </a:lnTo>
                    <a:lnTo>
                      <a:pt x="1304" y="14"/>
                    </a:lnTo>
                    <a:lnTo>
                      <a:pt x="1319" y="14"/>
                    </a:lnTo>
                    <a:lnTo>
                      <a:pt x="1333" y="7"/>
                    </a:lnTo>
                    <a:lnTo>
                      <a:pt x="1347" y="7"/>
                    </a:lnTo>
                    <a:lnTo>
                      <a:pt x="1368" y="0"/>
                    </a:lnTo>
                    <a:lnTo>
                      <a:pt x="1382" y="0"/>
                    </a:lnTo>
                    <a:lnTo>
                      <a:pt x="1397" y="0"/>
                    </a:lnTo>
                    <a:lnTo>
                      <a:pt x="1411" y="0"/>
                    </a:lnTo>
                    <a:lnTo>
                      <a:pt x="1425" y="7"/>
                    </a:lnTo>
                    <a:lnTo>
                      <a:pt x="1439" y="7"/>
                    </a:lnTo>
                    <a:lnTo>
                      <a:pt x="1460" y="14"/>
                    </a:lnTo>
                    <a:lnTo>
                      <a:pt x="1475" y="14"/>
                    </a:lnTo>
                    <a:lnTo>
                      <a:pt x="1489" y="21"/>
                    </a:lnTo>
                    <a:lnTo>
                      <a:pt x="1503" y="29"/>
                    </a:lnTo>
                    <a:lnTo>
                      <a:pt x="1517" y="43"/>
                    </a:lnTo>
                    <a:lnTo>
                      <a:pt x="1538" y="50"/>
                    </a:lnTo>
                    <a:lnTo>
                      <a:pt x="1553" y="57"/>
                    </a:lnTo>
                    <a:lnTo>
                      <a:pt x="1567" y="71"/>
                    </a:lnTo>
                    <a:lnTo>
                      <a:pt x="1581" y="85"/>
                    </a:lnTo>
                    <a:lnTo>
                      <a:pt x="1595" y="99"/>
                    </a:lnTo>
                    <a:lnTo>
                      <a:pt x="1609" y="114"/>
                    </a:lnTo>
                    <a:lnTo>
                      <a:pt x="1631" y="128"/>
                    </a:lnTo>
                    <a:lnTo>
                      <a:pt x="1645" y="142"/>
                    </a:lnTo>
                    <a:lnTo>
                      <a:pt x="1659" y="156"/>
                    </a:lnTo>
                    <a:lnTo>
                      <a:pt x="1673" y="170"/>
                    </a:lnTo>
                    <a:lnTo>
                      <a:pt x="1687" y="184"/>
                    </a:lnTo>
                    <a:lnTo>
                      <a:pt x="1701" y="199"/>
                    </a:lnTo>
                    <a:lnTo>
                      <a:pt x="1723" y="220"/>
                    </a:lnTo>
                    <a:lnTo>
                      <a:pt x="1737" y="234"/>
                    </a:lnTo>
                    <a:lnTo>
                      <a:pt x="1751" y="248"/>
                    </a:lnTo>
                    <a:lnTo>
                      <a:pt x="1765" y="262"/>
                    </a:lnTo>
                    <a:lnTo>
                      <a:pt x="1779" y="277"/>
                    </a:lnTo>
                    <a:lnTo>
                      <a:pt x="1794" y="298"/>
                    </a:lnTo>
                    <a:lnTo>
                      <a:pt x="1815" y="312"/>
                    </a:lnTo>
                    <a:lnTo>
                      <a:pt x="1829" y="326"/>
                    </a:lnTo>
                    <a:lnTo>
                      <a:pt x="1843" y="340"/>
                    </a:lnTo>
                    <a:lnTo>
                      <a:pt x="1857" y="354"/>
                    </a:lnTo>
                    <a:lnTo>
                      <a:pt x="1871" y="369"/>
                    </a:lnTo>
                    <a:lnTo>
                      <a:pt x="1886" y="383"/>
                    </a:lnTo>
                    <a:lnTo>
                      <a:pt x="1907" y="397"/>
                    </a:lnTo>
                    <a:lnTo>
                      <a:pt x="1921" y="411"/>
                    </a:lnTo>
                    <a:lnTo>
                      <a:pt x="1935" y="425"/>
                    </a:lnTo>
                    <a:lnTo>
                      <a:pt x="1949" y="440"/>
                    </a:lnTo>
                  </a:path>
                </a:pathLst>
              </a:custGeom>
              <a:noFill/>
              <a:ln w="222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6" name="Freeform 103">
                <a:extLst>
                  <a:ext uri="{FF2B5EF4-FFF2-40B4-BE49-F238E27FC236}">
                    <a16:creationId xmlns:a16="http://schemas.microsoft.com/office/drawing/2014/main" id="{5B3A7641-0F9F-A094-5550-0633A5310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083"/>
                <a:ext cx="1127" cy="432"/>
              </a:xfrm>
              <a:custGeom>
                <a:avLst/>
                <a:gdLst>
                  <a:gd name="T0" fmla="*/ 15 w 1127"/>
                  <a:gd name="T1" fmla="*/ 14 h 432"/>
                  <a:gd name="T2" fmla="*/ 50 w 1127"/>
                  <a:gd name="T3" fmla="*/ 35 h 432"/>
                  <a:gd name="T4" fmla="*/ 78 w 1127"/>
                  <a:gd name="T5" fmla="*/ 63 h 432"/>
                  <a:gd name="T6" fmla="*/ 107 w 1127"/>
                  <a:gd name="T7" fmla="*/ 85 h 432"/>
                  <a:gd name="T8" fmla="*/ 142 w 1127"/>
                  <a:gd name="T9" fmla="*/ 106 h 432"/>
                  <a:gd name="T10" fmla="*/ 171 w 1127"/>
                  <a:gd name="T11" fmla="*/ 127 h 432"/>
                  <a:gd name="T12" fmla="*/ 199 w 1127"/>
                  <a:gd name="T13" fmla="*/ 141 h 432"/>
                  <a:gd name="T14" fmla="*/ 234 w 1127"/>
                  <a:gd name="T15" fmla="*/ 162 h 432"/>
                  <a:gd name="T16" fmla="*/ 263 w 1127"/>
                  <a:gd name="T17" fmla="*/ 177 h 432"/>
                  <a:gd name="T18" fmla="*/ 291 w 1127"/>
                  <a:gd name="T19" fmla="*/ 198 h 432"/>
                  <a:gd name="T20" fmla="*/ 326 w 1127"/>
                  <a:gd name="T21" fmla="*/ 212 h 432"/>
                  <a:gd name="T22" fmla="*/ 355 w 1127"/>
                  <a:gd name="T23" fmla="*/ 226 h 432"/>
                  <a:gd name="T24" fmla="*/ 383 w 1127"/>
                  <a:gd name="T25" fmla="*/ 240 h 432"/>
                  <a:gd name="T26" fmla="*/ 419 w 1127"/>
                  <a:gd name="T27" fmla="*/ 255 h 432"/>
                  <a:gd name="T28" fmla="*/ 447 w 1127"/>
                  <a:gd name="T29" fmla="*/ 269 h 432"/>
                  <a:gd name="T30" fmla="*/ 475 w 1127"/>
                  <a:gd name="T31" fmla="*/ 276 h 432"/>
                  <a:gd name="T32" fmla="*/ 511 w 1127"/>
                  <a:gd name="T33" fmla="*/ 290 h 432"/>
                  <a:gd name="T34" fmla="*/ 539 w 1127"/>
                  <a:gd name="T35" fmla="*/ 297 h 432"/>
                  <a:gd name="T36" fmla="*/ 567 w 1127"/>
                  <a:gd name="T37" fmla="*/ 311 h 432"/>
                  <a:gd name="T38" fmla="*/ 603 w 1127"/>
                  <a:gd name="T39" fmla="*/ 318 h 432"/>
                  <a:gd name="T40" fmla="*/ 631 w 1127"/>
                  <a:gd name="T41" fmla="*/ 325 h 432"/>
                  <a:gd name="T42" fmla="*/ 660 w 1127"/>
                  <a:gd name="T43" fmla="*/ 340 h 432"/>
                  <a:gd name="T44" fmla="*/ 695 w 1127"/>
                  <a:gd name="T45" fmla="*/ 347 h 432"/>
                  <a:gd name="T46" fmla="*/ 723 w 1127"/>
                  <a:gd name="T47" fmla="*/ 354 h 432"/>
                  <a:gd name="T48" fmla="*/ 752 w 1127"/>
                  <a:gd name="T49" fmla="*/ 361 h 432"/>
                  <a:gd name="T50" fmla="*/ 787 w 1127"/>
                  <a:gd name="T51" fmla="*/ 368 h 432"/>
                  <a:gd name="T52" fmla="*/ 816 w 1127"/>
                  <a:gd name="T53" fmla="*/ 375 h 432"/>
                  <a:gd name="T54" fmla="*/ 844 w 1127"/>
                  <a:gd name="T55" fmla="*/ 382 h 432"/>
                  <a:gd name="T56" fmla="*/ 879 w 1127"/>
                  <a:gd name="T57" fmla="*/ 389 h 432"/>
                  <a:gd name="T58" fmla="*/ 908 w 1127"/>
                  <a:gd name="T59" fmla="*/ 396 h 432"/>
                  <a:gd name="T60" fmla="*/ 936 w 1127"/>
                  <a:gd name="T61" fmla="*/ 403 h 432"/>
                  <a:gd name="T62" fmla="*/ 971 w 1127"/>
                  <a:gd name="T63" fmla="*/ 403 h 432"/>
                  <a:gd name="T64" fmla="*/ 1000 w 1127"/>
                  <a:gd name="T65" fmla="*/ 410 h 432"/>
                  <a:gd name="T66" fmla="*/ 1028 w 1127"/>
                  <a:gd name="T67" fmla="*/ 418 h 432"/>
                  <a:gd name="T68" fmla="*/ 1064 w 1127"/>
                  <a:gd name="T69" fmla="*/ 425 h 432"/>
                  <a:gd name="T70" fmla="*/ 1092 w 1127"/>
                  <a:gd name="T71" fmla="*/ 425 h 432"/>
                  <a:gd name="T72" fmla="*/ 1127 w 1127"/>
                  <a:gd name="T73" fmla="*/ 432 h 43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432">
                    <a:moveTo>
                      <a:pt x="0" y="0"/>
                    </a:moveTo>
                    <a:lnTo>
                      <a:pt x="15" y="14"/>
                    </a:lnTo>
                    <a:lnTo>
                      <a:pt x="29" y="28"/>
                    </a:lnTo>
                    <a:lnTo>
                      <a:pt x="50" y="35"/>
                    </a:lnTo>
                    <a:lnTo>
                      <a:pt x="64" y="49"/>
                    </a:lnTo>
                    <a:lnTo>
                      <a:pt x="78" y="63"/>
                    </a:lnTo>
                    <a:lnTo>
                      <a:pt x="93" y="70"/>
                    </a:lnTo>
                    <a:lnTo>
                      <a:pt x="107" y="85"/>
                    </a:lnTo>
                    <a:lnTo>
                      <a:pt x="121" y="92"/>
                    </a:lnTo>
                    <a:lnTo>
                      <a:pt x="142" y="106"/>
                    </a:lnTo>
                    <a:lnTo>
                      <a:pt x="156" y="113"/>
                    </a:lnTo>
                    <a:lnTo>
                      <a:pt x="171" y="127"/>
                    </a:lnTo>
                    <a:lnTo>
                      <a:pt x="185" y="134"/>
                    </a:lnTo>
                    <a:lnTo>
                      <a:pt x="199" y="141"/>
                    </a:lnTo>
                    <a:lnTo>
                      <a:pt x="213" y="155"/>
                    </a:lnTo>
                    <a:lnTo>
                      <a:pt x="234" y="162"/>
                    </a:lnTo>
                    <a:lnTo>
                      <a:pt x="249" y="170"/>
                    </a:lnTo>
                    <a:lnTo>
                      <a:pt x="263" y="177"/>
                    </a:lnTo>
                    <a:lnTo>
                      <a:pt x="277" y="191"/>
                    </a:lnTo>
                    <a:lnTo>
                      <a:pt x="291" y="198"/>
                    </a:lnTo>
                    <a:lnTo>
                      <a:pt x="305" y="205"/>
                    </a:lnTo>
                    <a:lnTo>
                      <a:pt x="326" y="212"/>
                    </a:lnTo>
                    <a:lnTo>
                      <a:pt x="341" y="219"/>
                    </a:lnTo>
                    <a:lnTo>
                      <a:pt x="355" y="226"/>
                    </a:lnTo>
                    <a:lnTo>
                      <a:pt x="369" y="233"/>
                    </a:lnTo>
                    <a:lnTo>
                      <a:pt x="383" y="240"/>
                    </a:lnTo>
                    <a:lnTo>
                      <a:pt x="404" y="248"/>
                    </a:lnTo>
                    <a:lnTo>
                      <a:pt x="419" y="255"/>
                    </a:lnTo>
                    <a:lnTo>
                      <a:pt x="433" y="262"/>
                    </a:lnTo>
                    <a:lnTo>
                      <a:pt x="447" y="269"/>
                    </a:lnTo>
                    <a:lnTo>
                      <a:pt x="461" y="269"/>
                    </a:lnTo>
                    <a:lnTo>
                      <a:pt x="475" y="276"/>
                    </a:lnTo>
                    <a:lnTo>
                      <a:pt x="497" y="283"/>
                    </a:lnTo>
                    <a:lnTo>
                      <a:pt x="511" y="290"/>
                    </a:lnTo>
                    <a:lnTo>
                      <a:pt x="525" y="297"/>
                    </a:lnTo>
                    <a:lnTo>
                      <a:pt x="539" y="297"/>
                    </a:lnTo>
                    <a:lnTo>
                      <a:pt x="553" y="304"/>
                    </a:lnTo>
                    <a:lnTo>
                      <a:pt x="567" y="311"/>
                    </a:lnTo>
                    <a:lnTo>
                      <a:pt x="589" y="311"/>
                    </a:lnTo>
                    <a:lnTo>
                      <a:pt x="603" y="318"/>
                    </a:lnTo>
                    <a:lnTo>
                      <a:pt x="617" y="325"/>
                    </a:lnTo>
                    <a:lnTo>
                      <a:pt x="631" y="325"/>
                    </a:lnTo>
                    <a:lnTo>
                      <a:pt x="645" y="333"/>
                    </a:lnTo>
                    <a:lnTo>
                      <a:pt x="660" y="340"/>
                    </a:lnTo>
                    <a:lnTo>
                      <a:pt x="681" y="340"/>
                    </a:lnTo>
                    <a:lnTo>
                      <a:pt x="695" y="347"/>
                    </a:lnTo>
                    <a:lnTo>
                      <a:pt x="709" y="347"/>
                    </a:lnTo>
                    <a:lnTo>
                      <a:pt x="723" y="354"/>
                    </a:lnTo>
                    <a:lnTo>
                      <a:pt x="738" y="361"/>
                    </a:lnTo>
                    <a:lnTo>
                      <a:pt x="752" y="361"/>
                    </a:lnTo>
                    <a:lnTo>
                      <a:pt x="773" y="368"/>
                    </a:lnTo>
                    <a:lnTo>
                      <a:pt x="787" y="368"/>
                    </a:lnTo>
                    <a:lnTo>
                      <a:pt x="801" y="375"/>
                    </a:lnTo>
                    <a:lnTo>
                      <a:pt x="816" y="375"/>
                    </a:lnTo>
                    <a:lnTo>
                      <a:pt x="830" y="382"/>
                    </a:lnTo>
                    <a:lnTo>
                      <a:pt x="844" y="382"/>
                    </a:lnTo>
                    <a:lnTo>
                      <a:pt x="865" y="389"/>
                    </a:lnTo>
                    <a:lnTo>
                      <a:pt x="879" y="389"/>
                    </a:lnTo>
                    <a:lnTo>
                      <a:pt x="893" y="389"/>
                    </a:lnTo>
                    <a:lnTo>
                      <a:pt x="908" y="396"/>
                    </a:lnTo>
                    <a:lnTo>
                      <a:pt x="922" y="396"/>
                    </a:lnTo>
                    <a:lnTo>
                      <a:pt x="936" y="403"/>
                    </a:lnTo>
                    <a:lnTo>
                      <a:pt x="957" y="403"/>
                    </a:lnTo>
                    <a:lnTo>
                      <a:pt x="971" y="403"/>
                    </a:lnTo>
                    <a:lnTo>
                      <a:pt x="986" y="410"/>
                    </a:lnTo>
                    <a:lnTo>
                      <a:pt x="1000" y="410"/>
                    </a:lnTo>
                    <a:lnTo>
                      <a:pt x="1014" y="418"/>
                    </a:lnTo>
                    <a:lnTo>
                      <a:pt x="1028" y="418"/>
                    </a:lnTo>
                    <a:lnTo>
                      <a:pt x="1049" y="418"/>
                    </a:lnTo>
                    <a:lnTo>
                      <a:pt x="1064" y="425"/>
                    </a:lnTo>
                    <a:lnTo>
                      <a:pt x="1078" y="425"/>
                    </a:lnTo>
                    <a:lnTo>
                      <a:pt x="1092" y="425"/>
                    </a:lnTo>
                    <a:lnTo>
                      <a:pt x="1106" y="432"/>
                    </a:lnTo>
                    <a:lnTo>
                      <a:pt x="1127" y="432"/>
                    </a:lnTo>
                  </a:path>
                </a:pathLst>
              </a:custGeom>
              <a:noFill/>
              <a:ln w="222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51" name="Group 104">
              <a:extLst>
                <a:ext uri="{FF2B5EF4-FFF2-40B4-BE49-F238E27FC236}">
                  <a16:creationId xmlns:a16="http://schemas.microsoft.com/office/drawing/2014/main" id="{E8EDC482-A48C-CAF3-E70A-A3C062AFD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877"/>
              <a:ext cx="3076" cy="645"/>
              <a:chOff x="1252" y="2877"/>
              <a:chExt cx="3076" cy="645"/>
            </a:xfrm>
          </p:grpSpPr>
          <p:sp>
            <p:nvSpPr>
              <p:cNvPr id="45173" name="Freeform 105">
                <a:extLst>
                  <a:ext uri="{FF2B5EF4-FFF2-40B4-BE49-F238E27FC236}">
                    <a16:creationId xmlns:a16="http://schemas.microsoft.com/office/drawing/2014/main" id="{977F0C3A-CF27-3A9E-E641-B879867B3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877"/>
                <a:ext cx="1949" cy="312"/>
              </a:xfrm>
              <a:custGeom>
                <a:avLst/>
                <a:gdLst>
                  <a:gd name="T0" fmla="*/ 29 w 1949"/>
                  <a:gd name="T1" fmla="*/ 220 h 312"/>
                  <a:gd name="T2" fmla="*/ 71 w 1949"/>
                  <a:gd name="T3" fmla="*/ 220 h 312"/>
                  <a:gd name="T4" fmla="*/ 121 w 1949"/>
                  <a:gd name="T5" fmla="*/ 220 h 312"/>
                  <a:gd name="T6" fmla="*/ 163 w 1949"/>
                  <a:gd name="T7" fmla="*/ 213 h 312"/>
                  <a:gd name="T8" fmla="*/ 213 w 1949"/>
                  <a:gd name="T9" fmla="*/ 213 h 312"/>
                  <a:gd name="T10" fmla="*/ 256 w 1949"/>
                  <a:gd name="T11" fmla="*/ 206 h 312"/>
                  <a:gd name="T12" fmla="*/ 305 w 1949"/>
                  <a:gd name="T13" fmla="*/ 206 h 312"/>
                  <a:gd name="T14" fmla="*/ 348 w 1949"/>
                  <a:gd name="T15" fmla="*/ 198 h 312"/>
                  <a:gd name="T16" fmla="*/ 397 w 1949"/>
                  <a:gd name="T17" fmla="*/ 191 h 312"/>
                  <a:gd name="T18" fmla="*/ 440 w 1949"/>
                  <a:gd name="T19" fmla="*/ 184 h 312"/>
                  <a:gd name="T20" fmla="*/ 489 w 1949"/>
                  <a:gd name="T21" fmla="*/ 177 h 312"/>
                  <a:gd name="T22" fmla="*/ 532 w 1949"/>
                  <a:gd name="T23" fmla="*/ 170 h 312"/>
                  <a:gd name="T24" fmla="*/ 582 w 1949"/>
                  <a:gd name="T25" fmla="*/ 156 h 312"/>
                  <a:gd name="T26" fmla="*/ 624 w 1949"/>
                  <a:gd name="T27" fmla="*/ 149 h 312"/>
                  <a:gd name="T28" fmla="*/ 674 w 1949"/>
                  <a:gd name="T29" fmla="*/ 135 h 312"/>
                  <a:gd name="T30" fmla="*/ 716 w 1949"/>
                  <a:gd name="T31" fmla="*/ 128 h 312"/>
                  <a:gd name="T32" fmla="*/ 766 w 1949"/>
                  <a:gd name="T33" fmla="*/ 113 h 312"/>
                  <a:gd name="T34" fmla="*/ 815 w 1949"/>
                  <a:gd name="T35" fmla="*/ 99 h 312"/>
                  <a:gd name="T36" fmla="*/ 858 w 1949"/>
                  <a:gd name="T37" fmla="*/ 85 h 312"/>
                  <a:gd name="T38" fmla="*/ 908 w 1949"/>
                  <a:gd name="T39" fmla="*/ 71 h 312"/>
                  <a:gd name="T40" fmla="*/ 950 w 1949"/>
                  <a:gd name="T41" fmla="*/ 57 h 312"/>
                  <a:gd name="T42" fmla="*/ 1000 w 1949"/>
                  <a:gd name="T43" fmla="*/ 43 h 312"/>
                  <a:gd name="T44" fmla="*/ 1042 w 1949"/>
                  <a:gd name="T45" fmla="*/ 35 h 312"/>
                  <a:gd name="T46" fmla="*/ 1092 w 1949"/>
                  <a:gd name="T47" fmla="*/ 21 h 312"/>
                  <a:gd name="T48" fmla="*/ 1134 w 1949"/>
                  <a:gd name="T49" fmla="*/ 14 h 312"/>
                  <a:gd name="T50" fmla="*/ 1184 w 1949"/>
                  <a:gd name="T51" fmla="*/ 7 h 312"/>
                  <a:gd name="T52" fmla="*/ 1227 w 1949"/>
                  <a:gd name="T53" fmla="*/ 0 h 312"/>
                  <a:gd name="T54" fmla="*/ 1276 w 1949"/>
                  <a:gd name="T55" fmla="*/ 0 h 312"/>
                  <a:gd name="T56" fmla="*/ 1319 w 1949"/>
                  <a:gd name="T57" fmla="*/ 0 h 312"/>
                  <a:gd name="T58" fmla="*/ 1368 w 1949"/>
                  <a:gd name="T59" fmla="*/ 7 h 312"/>
                  <a:gd name="T60" fmla="*/ 1411 w 1949"/>
                  <a:gd name="T61" fmla="*/ 21 h 312"/>
                  <a:gd name="T62" fmla="*/ 1460 w 1949"/>
                  <a:gd name="T63" fmla="*/ 35 h 312"/>
                  <a:gd name="T64" fmla="*/ 1503 w 1949"/>
                  <a:gd name="T65" fmla="*/ 57 h 312"/>
                  <a:gd name="T66" fmla="*/ 1553 w 1949"/>
                  <a:gd name="T67" fmla="*/ 78 h 312"/>
                  <a:gd name="T68" fmla="*/ 1595 w 1949"/>
                  <a:gd name="T69" fmla="*/ 99 h 312"/>
                  <a:gd name="T70" fmla="*/ 1645 w 1949"/>
                  <a:gd name="T71" fmla="*/ 128 h 312"/>
                  <a:gd name="T72" fmla="*/ 1687 w 1949"/>
                  <a:gd name="T73" fmla="*/ 156 h 312"/>
                  <a:gd name="T74" fmla="*/ 1737 w 1949"/>
                  <a:gd name="T75" fmla="*/ 184 h 312"/>
                  <a:gd name="T76" fmla="*/ 1779 w 1949"/>
                  <a:gd name="T77" fmla="*/ 213 h 312"/>
                  <a:gd name="T78" fmla="*/ 1829 w 1949"/>
                  <a:gd name="T79" fmla="*/ 241 h 312"/>
                  <a:gd name="T80" fmla="*/ 1871 w 1949"/>
                  <a:gd name="T81" fmla="*/ 269 h 312"/>
                  <a:gd name="T82" fmla="*/ 1921 w 1949"/>
                  <a:gd name="T83" fmla="*/ 298 h 31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312">
                    <a:moveTo>
                      <a:pt x="0" y="220"/>
                    </a:moveTo>
                    <a:lnTo>
                      <a:pt x="15" y="220"/>
                    </a:lnTo>
                    <a:lnTo>
                      <a:pt x="29" y="220"/>
                    </a:lnTo>
                    <a:lnTo>
                      <a:pt x="43" y="220"/>
                    </a:lnTo>
                    <a:lnTo>
                      <a:pt x="57" y="220"/>
                    </a:lnTo>
                    <a:lnTo>
                      <a:pt x="71" y="220"/>
                    </a:lnTo>
                    <a:lnTo>
                      <a:pt x="93" y="220"/>
                    </a:lnTo>
                    <a:lnTo>
                      <a:pt x="107" y="220"/>
                    </a:lnTo>
                    <a:lnTo>
                      <a:pt x="121" y="220"/>
                    </a:lnTo>
                    <a:lnTo>
                      <a:pt x="135" y="220"/>
                    </a:lnTo>
                    <a:lnTo>
                      <a:pt x="149" y="213"/>
                    </a:lnTo>
                    <a:lnTo>
                      <a:pt x="163" y="213"/>
                    </a:lnTo>
                    <a:lnTo>
                      <a:pt x="185" y="213"/>
                    </a:lnTo>
                    <a:lnTo>
                      <a:pt x="199" y="213"/>
                    </a:lnTo>
                    <a:lnTo>
                      <a:pt x="213" y="213"/>
                    </a:lnTo>
                    <a:lnTo>
                      <a:pt x="227" y="213"/>
                    </a:lnTo>
                    <a:lnTo>
                      <a:pt x="241" y="213"/>
                    </a:lnTo>
                    <a:lnTo>
                      <a:pt x="256" y="206"/>
                    </a:lnTo>
                    <a:lnTo>
                      <a:pt x="277" y="206"/>
                    </a:lnTo>
                    <a:lnTo>
                      <a:pt x="291" y="206"/>
                    </a:lnTo>
                    <a:lnTo>
                      <a:pt x="305" y="206"/>
                    </a:lnTo>
                    <a:lnTo>
                      <a:pt x="319" y="198"/>
                    </a:lnTo>
                    <a:lnTo>
                      <a:pt x="334" y="198"/>
                    </a:lnTo>
                    <a:lnTo>
                      <a:pt x="348" y="198"/>
                    </a:lnTo>
                    <a:lnTo>
                      <a:pt x="369" y="198"/>
                    </a:lnTo>
                    <a:lnTo>
                      <a:pt x="383" y="191"/>
                    </a:lnTo>
                    <a:lnTo>
                      <a:pt x="397" y="191"/>
                    </a:lnTo>
                    <a:lnTo>
                      <a:pt x="411" y="191"/>
                    </a:lnTo>
                    <a:lnTo>
                      <a:pt x="426" y="184"/>
                    </a:lnTo>
                    <a:lnTo>
                      <a:pt x="440" y="184"/>
                    </a:lnTo>
                    <a:lnTo>
                      <a:pt x="461" y="184"/>
                    </a:lnTo>
                    <a:lnTo>
                      <a:pt x="475" y="177"/>
                    </a:lnTo>
                    <a:lnTo>
                      <a:pt x="489" y="177"/>
                    </a:lnTo>
                    <a:lnTo>
                      <a:pt x="504" y="177"/>
                    </a:lnTo>
                    <a:lnTo>
                      <a:pt x="518" y="170"/>
                    </a:lnTo>
                    <a:lnTo>
                      <a:pt x="532" y="170"/>
                    </a:lnTo>
                    <a:lnTo>
                      <a:pt x="553" y="163"/>
                    </a:lnTo>
                    <a:lnTo>
                      <a:pt x="567" y="163"/>
                    </a:lnTo>
                    <a:lnTo>
                      <a:pt x="582" y="156"/>
                    </a:lnTo>
                    <a:lnTo>
                      <a:pt x="596" y="156"/>
                    </a:lnTo>
                    <a:lnTo>
                      <a:pt x="610" y="149"/>
                    </a:lnTo>
                    <a:lnTo>
                      <a:pt x="624" y="149"/>
                    </a:lnTo>
                    <a:lnTo>
                      <a:pt x="645" y="142"/>
                    </a:lnTo>
                    <a:lnTo>
                      <a:pt x="660" y="142"/>
                    </a:lnTo>
                    <a:lnTo>
                      <a:pt x="674" y="135"/>
                    </a:lnTo>
                    <a:lnTo>
                      <a:pt x="688" y="135"/>
                    </a:lnTo>
                    <a:lnTo>
                      <a:pt x="702" y="128"/>
                    </a:lnTo>
                    <a:lnTo>
                      <a:pt x="716" y="128"/>
                    </a:lnTo>
                    <a:lnTo>
                      <a:pt x="737" y="120"/>
                    </a:lnTo>
                    <a:lnTo>
                      <a:pt x="752" y="120"/>
                    </a:lnTo>
                    <a:lnTo>
                      <a:pt x="766" y="113"/>
                    </a:lnTo>
                    <a:lnTo>
                      <a:pt x="780" y="106"/>
                    </a:lnTo>
                    <a:lnTo>
                      <a:pt x="794" y="106"/>
                    </a:lnTo>
                    <a:lnTo>
                      <a:pt x="815" y="99"/>
                    </a:lnTo>
                    <a:lnTo>
                      <a:pt x="830" y="92"/>
                    </a:lnTo>
                    <a:lnTo>
                      <a:pt x="844" y="92"/>
                    </a:lnTo>
                    <a:lnTo>
                      <a:pt x="858" y="85"/>
                    </a:lnTo>
                    <a:lnTo>
                      <a:pt x="872" y="85"/>
                    </a:lnTo>
                    <a:lnTo>
                      <a:pt x="886" y="78"/>
                    </a:lnTo>
                    <a:lnTo>
                      <a:pt x="908" y="71"/>
                    </a:lnTo>
                    <a:lnTo>
                      <a:pt x="922" y="71"/>
                    </a:lnTo>
                    <a:lnTo>
                      <a:pt x="936" y="64"/>
                    </a:lnTo>
                    <a:lnTo>
                      <a:pt x="950" y="57"/>
                    </a:lnTo>
                    <a:lnTo>
                      <a:pt x="964" y="57"/>
                    </a:lnTo>
                    <a:lnTo>
                      <a:pt x="978" y="50"/>
                    </a:lnTo>
                    <a:lnTo>
                      <a:pt x="1000" y="43"/>
                    </a:lnTo>
                    <a:lnTo>
                      <a:pt x="1014" y="43"/>
                    </a:lnTo>
                    <a:lnTo>
                      <a:pt x="1028" y="35"/>
                    </a:lnTo>
                    <a:lnTo>
                      <a:pt x="1042" y="35"/>
                    </a:lnTo>
                    <a:lnTo>
                      <a:pt x="1056" y="28"/>
                    </a:lnTo>
                    <a:lnTo>
                      <a:pt x="1071" y="28"/>
                    </a:lnTo>
                    <a:lnTo>
                      <a:pt x="1092" y="21"/>
                    </a:lnTo>
                    <a:lnTo>
                      <a:pt x="1106" y="21"/>
                    </a:lnTo>
                    <a:lnTo>
                      <a:pt x="1120" y="14"/>
                    </a:lnTo>
                    <a:lnTo>
                      <a:pt x="1134" y="14"/>
                    </a:lnTo>
                    <a:lnTo>
                      <a:pt x="1149" y="7"/>
                    </a:lnTo>
                    <a:lnTo>
                      <a:pt x="1163" y="7"/>
                    </a:lnTo>
                    <a:lnTo>
                      <a:pt x="1184" y="7"/>
                    </a:lnTo>
                    <a:lnTo>
                      <a:pt x="1198" y="0"/>
                    </a:lnTo>
                    <a:lnTo>
                      <a:pt x="1212" y="0"/>
                    </a:lnTo>
                    <a:lnTo>
                      <a:pt x="1227" y="0"/>
                    </a:lnTo>
                    <a:lnTo>
                      <a:pt x="1241" y="0"/>
                    </a:lnTo>
                    <a:lnTo>
                      <a:pt x="1255" y="0"/>
                    </a:lnTo>
                    <a:lnTo>
                      <a:pt x="1276" y="0"/>
                    </a:lnTo>
                    <a:lnTo>
                      <a:pt x="1290" y="0"/>
                    </a:lnTo>
                    <a:lnTo>
                      <a:pt x="1304" y="0"/>
                    </a:lnTo>
                    <a:lnTo>
                      <a:pt x="1319" y="0"/>
                    </a:lnTo>
                    <a:lnTo>
                      <a:pt x="1333" y="7"/>
                    </a:lnTo>
                    <a:lnTo>
                      <a:pt x="1347" y="7"/>
                    </a:lnTo>
                    <a:lnTo>
                      <a:pt x="1368" y="7"/>
                    </a:lnTo>
                    <a:lnTo>
                      <a:pt x="1382" y="14"/>
                    </a:lnTo>
                    <a:lnTo>
                      <a:pt x="1397" y="14"/>
                    </a:lnTo>
                    <a:lnTo>
                      <a:pt x="1411" y="21"/>
                    </a:lnTo>
                    <a:lnTo>
                      <a:pt x="1425" y="21"/>
                    </a:lnTo>
                    <a:lnTo>
                      <a:pt x="1439" y="28"/>
                    </a:lnTo>
                    <a:lnTo>
                      <a:pt x="1460" y="35"/>
                    </a:lnTo>
                    <a:lnTo>
                      <a:pt x="1475" y="43"/>
                    </a:lnTo>
                    <a:lnTo>
                      <a:pt x="1489" y="50"/>
                    </a:lnTo>
                    <a:lnTo>
                      <a:pt x="1503" y="57"/>
                    </a:lnTo>
                    <a:lnTo>
                      <a:pt x="1517" y="64"/>
                    </a:lnTo>
                    <a:lnTo>
                      <a:pt x="1538" y="71"/>
                    </a:lnTo>
                    <a:lnTo>
                      <a:pt x="1553" y="78"/>
                    </a:lnTo>
                    <a:lnTo>
                      <a:pt x="1567" y="85"/>
                    </a:lnTo>
                    <a:lnTo>
                      <a:pt x="1581" y="92"/>
                    </a:lnTo>
                    <a:lnTo>
                      <a:pt x="1595" y="99"/>
                    </a:lnTo>
                    <a:lnTo>
                      <a:pt x="1609" y="106"/>
                    </a:lnTo>
                    <a:lnTo>
                      <a:pt x="1631" y="120"/>
                    </a:lnTo>
                    <a:lnTo>
                      <a:pt x="1645" y="128"/>
                    </a:lnTo>
                    <a:lnTo>
                      <a:pt x="1659" y="135"/>
                    </a:lnTo>
                    <a:lnTo>
                      <a:pt x="1673" y="149"/>
                    </a:lnTo>
                    <a:lnTo>
                      <a:pt x="1687" y="156"/>
                    </a:lnTo>
                    <a:lnTo>
                      <a:pt x="1701" y="163"/>
                    </a:lnTo>
                    <a:lnTo>
                      <a:pt x="1723" y="177"/>
                    </a:lnTo>
                    <a:lnTo>
                      <a:pt x="1737" y="184"/>
                    </a:lnTo>
                    <a:lnTo>
                      <a:pt x="1751" y="191"/>
                    </a:lnTo>
                    <a:lnTo>
                      <a:pt x="1765" y="206"/>
                    </a:lnTo>
                    <a:lnTo>
                      <a:pt x="1779" y="213"/>
                    </a:lnTo>
                    <a:lnTo>
                      <a:pt x="1794" y="227"/>
                    </a:lnTo>
                    <a:lnTo>
                      <a:pt x="1815" y="234"/>
                    </a:lnTo>
                    <a:lnTo>
                      <a:pt x="1829" y="241"/>
                    </a:lnTo>
                    <a:lnTo>
                      <a:pt x="1843" y="255"/>
                    </a:lnTo>
                    <a:lnTo>
                      <a:pt x="1857" y="262"/>
                    </a:lnTo>
                    <a:lnTo>
                      <a:pt x="1871" y="269"/>
                    </a:lnTo>
                    <a:lnTo>
                      <a:pt x="1886" y="276"/>
                    </a:lnTo>
                    <a:lnTo>
                      <a:pt x="1907" y="291"/>
                    </a:lnTo>
                    <a:lnTo>
                      <a:pt x="1921" y="298"/>
                    </a:lnTo>
                    <a:lnTo>
                      <a:pt x="1935" y="305"/>
                    </a:lnTo>
                    <a:lnTo>
                      <a:pt x="1949" y="312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4" name="Freeform 106">
                <a:extLst>
                  <a:ext uri="{FF2B5EF4-FFF2-40B4-BE49-F238E27FC236}">
                    <a16:creationId xmlns:a16="http://schemas.microsoft.com/office/drawing/2014/main" id="{0636D28B-3481-C26C-3EDE-D8EFCBA0A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189"/>
                <a:ext cx="1127" cy="333"/>
              </a:xfrm>
              <a:custGeom>
                <a:avLst/>
                <a:gdLst>
                  <a:gd name="T0" fmla="*/ 15 w 1127"/>
                  <a:gd name="T1" fmla="*/ 14 h 333"/>
                  <a:gd name="T2" fmla="*/ 50 w 1127"/>
                  <a:gd name="T3" fmla="*/ 28 h 333"/>
                  <a:gd name="T4" fmla="*/ 78 w 1127"/>
                  <a:gd name="T5" fmla="*/ 42 h 333"/>
                  <a:gd name="T6" fmla="*/ 107 w 1127"/>
                  <a:gd name="T7" fmla="*/ 56 h 333"/>
                  <a:gd name="T8" fmla="*/ 142 w 1127"/>
                  <a:gd name="T9" fmla="*/ 78 h 333"/>
                  <a:gd name="T10" fmla="*/ 171 w 1127"/>
                  <a:gd name="T11" fmla="*/ 92 h 333"/>
                  <a:gd name="T12" fmla="*/ 199 w 1127"/>
                  <a:gd name="T13" fmla="*/ 106 h 333"/>
                  <a:gd name="T14" fmla="*/ 234 w 1127"/>
                  <a:gd name="T15" fmla="*/ 113 h 333"/>
                  <a:gd name="T16" fmla="*/ 263 w 1127"/>
                  <a:gd name="T17" fmla="*/ 127 h 333"/>
                  <a:gd name="T18" fmla="*/ 291 w 1127"/>
                  <a:gd name="T19" fmla="*/ 142 h 333"/>
                  <a:gd name="T20" fmla="*/ 326 w 1127"/>
                  <a:gd name="T21" fmla="*/ 156 h 333"/>
                  <a:gd name="T22" fmla="*/ 355 w 1127"/>
                  <a:gd name="T23" fmla="*/ 163 h 333"/>
                  <a:gd name="T24" fmla="*/ 383 w 1127"/>
                  <a:gd name="T25" fmla="*/ 177 h 333"/>
                  <a:gd name="T26" fmla="*/ 419 w 1127"/>
                  <a:gd name="T27" fmla="*/ 184 h 333"/>
                  <a:gd name="T28" fmla="*/ 447 w 1127"/>
                  <a:gd name="T29" fmla="*/ 198 h 333"/>
                  <a:gd name="T30" fmla="*/ 475 w 1127"/>
                  <a:gd name="T31" fmla="*/ 205 h 333"/>
                  <a:gd name="T32" fmla="*/ 511 w 1127"/>
                  <a:gd name="T33" fmla="*/ 212 h 333"/>
                  <a:gd name="T34" fmla="*/ 539 w 1127"/>
                  <a:gd name="T35" fmla="*/ 219 h 333"/>
                  <a:gd name="T36" fmla="*/ 567 w 1127"/>
                  <a:gd name="T37" fmla="*/ 234 h 333"/>
                  <a:gd name="T38" fmla="*/ 603 w 1127"/>
                  <a:gd name="T39" fmla="*/ 241 h 333"/>
                  <a:gd name="T40" fmla="*/ 631 w 1127"/>
                  <a:gd name="T41" fmla="*/ 248 h 333"/>
                  <a:gd name="T42" fmla="*/ 660 w 1127"/>
                  <a:gd name="T43" fmla="*/ 255 h 333"/>
                  <a:gd name="T44" fmla="*/ 695 w 1127"/>
                  <a:gd name="T45" fmla="*/ 262 h 333"/>
                  <a:gd name="T46" fmla="*/ 723 w 1127"/>
                  <a:gd name="T47" fmla="*/ 269 h 333"/>
                  <a:gd name="T48" fmla="*/ 752 w 1127"/>
                  <a:gd name="T49" fmla="*/ 276 h 333"/>
                  <a:gd name="T50" fmla="*/ 787 w 1127"/>
                  <a:gd name="T51" fmla="*/ 283 h 333"/>
                  <a:gd name="T52" fmla="*/ 816 w 1127"/>
                  <a:gd name="T53" fmla="*/ 283 h 333"/>
                  <a:gd name="T54" fmla="*/ 844 w 1127"/>
                  <a:gd name="T55" fmla="*/ 290 h 333"/>
                  <a:gd name="T56" fmla="*/ 879 w 1127"/>
                  <a:gd name="T57" fmla="*/ 297 h 333"/>
                  <a:gd name="T58" fmla="*/ 908 w 1127"/>
                  <a:gd name="T59" fmla="*/ 304 h 333"/>
                  <a:gd name="T60" fmla="*/ 936 w 1127"/>
                  <a:gd name="T61" fmla="*/ 304 h 333"/>
                  <a:gd name="T62" fmla="*/ 971 w 1127"/>
                  <a:gd name="T63" fmla="*/ 312 h 333"/>
                  <a:gd name="T64" fmla="*/ 1000 w 1127"/>
                  <a:gd name="T65" fmla="*/ 319 h 333"/>
                  <a:gd name="T66" fmla="*/ 1028 w 1127"/>
                  <a:gd name="T67" fmla="*/ 326 h 333"/>
                  <a:gd name="T68" fmla="*/ 1064 w 1127"/>
                  <a:gd name="T69" fmla="*/ 326 h 333"/>
                  <a:gd name="T70" fmla="*/ 1092 w 1127"/>
                  <a:gd name="T71" fmla="*/ 333 h 333"/>
                  <a:gd name="T72" fmla="*/ 1127 w 1127"/>
                  <a:gd name="T73" fmla="*/ 333 h 33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333">
                    <a:moveTo>
                      <a:pt x="0" y="0"/>
                    </a:moveTo>
                    <a:lnTo>
                      <a:pt x="15" y="14"/>
                    </a:lnTo>
                    <a:lnTo>
                      <a:pt x="29" y="21"/>
                    </a:lnTo>
                    <a:lnTo>
                      <a:pt x="50" y="28"/>
                    </a:lnTo>
                    <a:lnTo>
                      <a:pt x="64" y="35"/>
                    </a:lnTo>
                    <a:lnTo>
                      <a:pt x="78" y="42"/>
                    </a:lnTo>
                    <a:lnTo>
                      <a:pt x="93" y="49"/>
                    </a:lnTo>
                    <a:lnTo>
                      <a:pt x="107" y="56"/>
                    </a:lnTo>
                    <a:lnTo>
                      <a:pt x="121" y="71"/>
                    </a:lnTo>
                    <a:lnTo>
                      <a:pt x="142" y="78"/>
                    </a:lnTo>
                    <a:lnTo>
                      <a:pt x="156" y="85"/>
                    </a:lnTo>
                    <a:lnTo>
                      <a:pt x="171" y="92"/>
                    </a:lnTo>
                    <a:lnTo>
                      <a:pt x="185" y="99"/>
                    </a:lnTo>
                    <a:lnTo>
                      <a:pt x="199" y="106"/>
                    </a:lnTo>
                    <a:lnTo>
                      <a:pt x="213" y="106"/>
                    </a:lnTo>
                    <a:lnTo>
                      <a:pt x="234" y="113"/>
                    </a:lnTo>
                    <a:lnTo>
                      <a:pt x="249" y="120"/>
                    </a:lnTo>
                    <a:lnTo>
                      <a:pt x="263" y="127"/>
                    </a:lnTo>
                    <a:lnTo>
                      <a:pt x="277" y="134"/>
                    </a:lnTo>
                    <a:lnTo>
                      <a:pt x="291" y="142"/>
                    </a:lnTo>
                    <a:lnTo>
                      <a:pt x="305" y="149"/>
                    </a:lnTo>
                    <a:lnTo>
                      <a:pt x="326" y="156"/>
                    </a:lnTo>
                    <a:lnTo>
                      <a:pt x="341" y="156"/>
                    </a:lnTo>
                    <a:lnTo>
                      <a:pt x="355" y="163"/>
                    </a:lnTo>
                    <a:lnTo>
                      <a:pt x="369" y="170"/>
                    </a:lnTo>
                    <a:lnTo>
                      <a:pt x="383" y="177"/>
                    </a:lnTo>
                    <a:lnTo>
                      <a:pt x="404" y="177"/>
                    </a:lnTo>
                    <a:lnTo>
                      <a:pt x="419" y="184"/>
                    </a:lnTo>
                    <a:lnTo>
                      <a:pt x="433" y="191"/>
                    </a:lnTo>
                    <a:lnTo>
                      <a:pt x="447" y="198"/>
                    </a:lnTo>
                    <a:lnTo>
                      <a:pt x="461" y="198"/>
                    </a:lnTo>
                    <a:lnTo>
                      <a:pt x="475" y="205"/>
                    </a:lnTo>
                    <a:lnTo>
                      <a:pt x="497" y="205"/>
                    </a:lnTo>
                    <a:lnTo>
                      <a:pt x="511" y="212"/>
                    </a:lnTo>
                    <a:lnTo>
                      <a:pt x="525" y="219"/>
                    </a:lnTo>
                    <a:lnTo>
                      <a:pt x="539" y="219"/>
                    </a:lnTo>
                    <a:lnTo>
                      <a:pt x="553" y="227"/>
                    </a:lnTo>
                    <a:lnTo>
                      <a:pt x="567" y="234"/>
                    </a:lnTo>
                    <a:lnTo>
                      <a:pt x="589" y="234"/>
                    </a:lnTo>
                    <a:lnTo>
                      <a:pt x="603" y="241"/>
                    </a:lnTo>
                    <a:lnTo>
                      <a:pt x="617" y="241"/>
                    </a:lnTo>
                    <a:lnTo>
                      <a:pt x="631" y="248"/>
                    </a:lnTo>
                    <a:lnTo>
                      <a:pt x="645" y="248"/>
                    </a:lnTo>
                    <a:lnTo>
                      <a:pt x="660" y="255"/>
                    </a:lnTo>
                    <a:lnTo>
                      <a:pt x="681" y="255"/>
                    </a:lnTo>
                    <a:lnTo>
                      <a:pt x="695" y="262"/>
                    </a:lnTo>
                    <a:lnTo>
                      <a:pt x="709" y="262"/>
                    </a:lnTo>
                    <a:lnTo>
                      <a:pt x="723" y="269"/>
                    </a:lnTo>
                    <a:lnTo>
                      <a:pt x="738" y="269"/>
                    </a:lnTo>
                    <a:lnTo>
                      <a:pt x="752" y="276"/>
                    </a:lnTo>
                    <a:lnTo>
                      <a:pt x="773" y="276"/>
                    </a:lnTo>
                    <a:lnTo>
                      <a:pt x="787" y="283"/>
                    </a:lnTo>
                    <a:lnTo>
                      <a:pt x="801" y="283"/>
                    </a:lnTo>
                    <a:lnTo>
                      <a:pt x="816" y="283"/>
                    </a:lnTo>
                    <a:lnTo>
                      <a:pt x="830" y="290"/>
                    </a:lnTo>
                    <a:lnTo>
                      <a:pt x="844" y="290"/>
                    </a:lnTo>
                    <a:lnTo>
                      <a:pt x="865" y="297"/>
                    </a:lnTo>
                    <a:lnTo>
                      <a:pt x="879" y="297"/>
                    </a:lnTo>
                    <a:lnTo>
                      <a:pt x="893" y="297"/>
                    </a:lnTo>
                    <a:lnTo>
                      <a:pt x="908" y="304"/>
                    </a:lnTo>
                    <a:lnTo>
                      <a:pt x="922" y="304"/>
                    </a:lnTo>
                    <a:lnTo>
                      <a:pt x="936" y="304"/>
                    </a:lnTo>
                    <a:lnTo>
                      <a:pt x="957" y="312"/>
                    </a:lnTo>
                    <a:lnTo>
                      <a:pt x="971" y="312"/>
                    </a:lnTo>
                    <a:lnTo>
                      <a:pt x="986" y="319"/>
                    </a:lnTo>
                    <a:lnTo>
                      <a:pt x="1000" y="319"/>
                    </a:lnTo>
                    <a:lnTo>
                      <a:pt x="1014" y="319"/>
                    </a:lnTo>
                    <a:lnTo>
                      <a:pt x="1028" y="326"/>
                    </a:lnTo>
                    <a:lnTo>
                      <a:pt x="1049" y="326"/>
                    </a:lnTo>
                    <a:lnTo>
                      <a:pt x="1064" y="326"/>
                    </a:lnTo>
                    <a:lnTo>
                      <a:pt x="1078" y="326"/>
                    </a:lnTo>
                    <a:lnTo>
                      <a:pt x="1092" y="333"/>
                    </a:lnTo>
                    <a:lnTo>
                      <a:pt x="1106" y="333"/>
                    </a:lnTo>
                    <a:lnTo>
                      <a:pt x="1127" y="333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52" name="Group 107">
              <a:extLst>
                <a:ext uri="{FF2B5EF4-FFF2-40B4-BE49-F238E27FC236}">
                  <a16:creationId xmlns:a16="http://schemas.microsoft.com/office/drawing/2014/main" id="{97900882-ADDD-6BD7-E50E-6F8CE9B8A8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3005"/>
              <a:ext cx="3076" cy="531"/>
              <a:chOff x="1252" y="3005"/>
              <a:chExt cx="3076" cy="531"/>
            </a:xfrm>
          </p:grpSpPr>
          <p:sp>
            <p:nvSpPr>
              <p:cNvPr id="45171" name="Freeform 108">
                <a:extLst>
                  <a:ext uri="{FF2B5EF4-FFF2-40B4-BE49-F238E27FC236}">
                    <a16:creationId xmlns:a16="http://schemas.microsoft.com/office/drawing/2014/main" id="{7E0D9893-8DD4-B271-78EE-57F976373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005"/>
                <a:ext cx="1949" cy="269"/>
              </a:xfrm>
              <a:custGeom>
                <a:avLst/>
                <a:gdLst>
                  <a:gd name="T0" fmla="*/ 29 w 1949"/>
                  <a:gd name="T1" fmla="*/ 92 h 269"/>
                  <a:gd name="T2" fmla="*/ 71 w 1949"/>
                  <a:gd name="T3" fmla="*/ 92 h 269"/>
                  <a:gd name="T4" fmla="*/ 121 w 1949"/>
                  <a:gd name="T5" fmla="*/ 92 h 269"/>
                  <a:gd name="T6" fmla="*/ 163 w 1949"/>
                  <a:gd name="T7" fmla="*/ 85 h 269"/>
                  <a:gd name="T8" fmla="*/ 213 w 1949"/>
                  <a:gd name="T9" fmla="*/ 85 h 269"/>
                  <a:gd name="T10" fmla="*/ 256 w 1949"/>
                  <a:gd name="T11" fmla="*/ 85 h 269"/>
                  <a:gd name="T12" fmla="*/ 305 w 1949"/>
                  <a:gd name="T13" fmla="*/ 78 h 269"/>
                  <a:gd name="T14" fmla="*/ 348 w 1949"/>
                  <a:gd name="T15" fmla="*/ 78 h 269"/>
                  <a:gd name="T16" fmla="*/ 397 w 1949"/>
                  <a:gd name="T17" fmla="*/ 70 h 269"/>
                  <a:gd name="T18" fmla="*/ 440 w 1949"/>
                  <a:gd name="T19" fmla="*/ 70 h 269"/>
                  <a:gd name="T20" fmla="*/ 489 w 1949"/>
                  <a:gd name="T21" fmla="*/ 63 h 269"/>
                  <a:gd name="T22" fmla="*/ 532 w 1949"/>
                  <a:gd name="T23" fmla="*/ 56 h 269"/>
                  <a:gd name="T24" fmla="*/ 582 w 1949"/>
                  <a:gd name="T25" fmla="*/ 49 h 269"/>
                  <a:gd name="T26" fmla="*/ 624 w 1949"/>
                  <a:gd name="T27" fmla="*/ 42 h 269"/>
                  <a:gd name="T28" fmla="*/ 674 w 1949"/>
                  <a:gd name="T29" fmla="*/ 35 h 269"/>
                  <a:gd name="T30" fmla="*/ 716 w 1949"/>
                  <a:gd name="T31" fmla="*/ 35 h 269"/>
                  <a:gd name="T32" fmla="*/ 766 w 1949"/>
                  <a:gd name="T33" fmla="*/ 28 h 269"/>
                  <a:gd name="T34" fmla="*/ 815 w 1949"/>
                  <a:gd name="T35" fmla="*/ 21 h 269"/>
                  <a:gd name="T36" fmla="*/ 858 w 1949"/>
                  <a:gd name="T37" fmla="*/ 14 h 269"/>
                  <a:gd name="T38" fmla="*/ 908 w 1949"/>
                  <a:gd name="T39" fmla="*/ 7 h 269"/>
                  <a:gd name="T40" fmla="*/ 950 w 1949"/>
                  <a:gd name="T41" fmla="*/ 7 h 269"/>
                  <a:gd name="T42" fmla="*/ 1000 w 1949"/>
                  <a:gd name="T43" fmla="*/ 0 h 269"/>
                  <a:gd name="T44" fmla="*/ 1042 w 1949"/>
                  <a:gd name="T45" fmla="*/ 0 h 269"/>
                  <a:gd name="T46" fmla="*/ 1092 w 1949"/>
                  <a:gd name="T47" fmla="*/ 0 h 269"/>
                  <a:gd name="T48" fmla="*/ 1134 w 1949"/>
                  <a:gd name="T49" fmla="*/ 0 h 269"/>
                  <a:gd name="T50" fmla="*/ 1184 w 1949"/>
                  <a:gd name="T51" fmla="*/ 0 h 269"/>
                  <a:gd name="T52" fmla="*/ 1227 w 1949"/>
                  <a:gd name="T53" fmla="*/ 7 h 269"/>
                  <a:gd name="T54" fmla="*/ 1276 w 1949"/>
                  <a:gd name="T55" fmla="*/ 14 h 269"/>
                  <a:gd name="T56" fmla="*/ 1319 w 1949"/>
                  <a:gd name="T57" fmla="*/ 21 h 269"/>
                  <a:gd name="T58" fmla="*/ 1368 w 1949"/>
                  <a:gd name="T59" fmla="*/ 35 h 269"/>
                  <a:gd name="T60" fmla="*/ 1411 w 1949"/>
                  <a:gd name="T61" fmla="*/ 49 h 269"/>
                  <a:gd name="T62" fmla="*/ 1460 w 1949"/>
                  <a:gd name="T63" fmla="*/ 63 h 269"/>
                  <a:gd name="T64" fmla="*/ 1503 w 1949"/>
                  <a:gd name="T65" fmla="*/ 78 h 269"/>
                  <a:gd name="T66" fmla="*/ 1553 w 1949"/>
                  <a:gd name="T67" fmla="*/ 99 h 269"/>
                  <a:gd name="T68" fmla="*/ 1595 w 1949"/>
                  <a:gd name="T69" fmla="*/ 120 h 269"/>
                  <a:gd name="T70" fmla="*/ 1645 w 1949"/>
                  <a:gd name="T71" fmla="*/ 134 h 269"/>
                  <a:gd name="T72" fmla="*/ 1687 w 1949"/>
                  <a:gd name="T73" fmla="*/ 155 h 269"/>
                  <a:gd name="T74" fmla="*/ 1737 w 1949"/>
                  <a:gd name="T75" fmla="*/ 177 h 269"/>
                  <a:gd name="T76" fmla="*/ 1779 w 1949"/>
                  <a:gd name="T77" fmla="*/ 198 h 269"/>
                  <a:gd name="T78" fmla="*/ 1829 w 1949"/>
                  <a:gd name="T79" fmla="*/ 219 h 269"/>
                  <a:gd name="T80" fmla="*/ 1871 w 1949"/>
                  <a:gd name="T81" fmla="*/ 233 h 269"/>
                  <a:gd name="T82" fmla="*/ 1921 w 1949"/>
                  <a:gd name="T83" fmla="*/ 255 h 26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269">
                    <a:moveTo>
                      <a:pt x="0" y="92"/>
                    </a:moveTo>
                    <a:lnTo>
                      <a:pt x="15" y="92"/>
                    </a:lnTo>
                    <a:lnTo>
                      <a:pt x="29" y="92"/>
                    </a:lnTo>
                    <a:lnTo>
                      <a:pt x="43" y="92"/>
                    </a:lnTo>
                    <a:lnTo>
                      <a:pt x="57" y="92"/>
                    </a:lnTo>
                    <a:lnTo>
                      <a:pt x="71" y="92"/>
                    </a:lnTo>
                    <a:lnTo>
                      <a:pt x="93" y="92"/>
                    </a:lnTo>
                    <a:lnTo>
                      <a:pt x="107" y="92"/>
                    </a:lnTo>
                    <a:lnTo>
                      <a:pt x="121" y="92"/>
                    </a:lnTo>
                    <a:lnTo>
                      <a:pt x="135" y="92"/>
                    </a:lnTo>
                    <a:lnTo>
                      <a:pt x="149" y="92"/>
                    </a:lnTo>
                    <a:lnTo>
                      <a:pt x="163" y="85"/>
                    </a:lnTo>
                    <a:lnTo>
                      <a:pt x="185" y="85"/>
                    </a:lnTo>
                    <a:lnTo>
                      <a:pt x="199" y="85"/>
                    </a:lnTo>
                    <a:lnTo>
                      <a:pt x="213" y="85"/>
                    </a:lnTo>
                    <a:lnTo>
                      <a:pt x="227" y="85"/>
                    </a:lnTo>
                    <a:lnTo>
                      <a:pt x="241" y="85"/>
                    </a:lnTo>
                    <a:lnTo>
                      <a:pt x="256" y="85"/>
                    </a:lnTo>
                    <a:lnTo>
                      <a:pt x="277" y="85"/>
                    </a:lnTo>
                    <a:lnTo>
                      <a:pt x="291" y="78"/>
                    </a:lnTo>
                    <a:lnTo>
                      <a:pt x="305" y="78"/>
                    </a:lnTo>
                    <a:lnTo>
                      <a:pt x="319" y="78"/>
                    </a:lnTo>
                    <a:lnTo>
                      <a:pt x="334" y="78"/>
                    </a:lnTo>
                    <a:lnTo>
                      <a:pt x="348" y="78"/>
                    </a:lnTo>
                    <a:lnTo>
                      <a:pt x="369" y="78"/>
                    </a:lnTo>
                    <a:lnTo>
                      <a:pt x="383" y="70"/>
                    </a:lnTo>
                    <a:lnTo>
                      <a:pt x="397" y="70"/>
                    </a:lnTo>
                    <a:lnTo>
                      <a:pt x="411" y="70"/>
                    </a:lnTo>
                    <a:lnTo>
                      <a:pt x="426" y="70"/>
                    </a:lnTo>
                    <a:lnTo>
                      <a:pt x="440" y="70"/>
                    </a:lnTo>
                    <a:lnTo>
                      <a:pt x="461" y="63"/>
                    </a:lnTo>
                    <a:lnTo>
                      <a:pt x="475" y="63"/>
                    </a:lnTo>
                    <a:lnTo>
                      <a:pt x="489" y="63"/>
                    </a:lnTo>
                    <a:lnTo>
                      <a:pt x="504" y="63"/>
                    </a:lnTo>
                    <a:lnTo>
                      <a:pt x="518" y="56"/>
                    </a:lnTo>
                    <a:lnTo>
                      <a:pt x="532" y="56"/>
                    </a:lnTo>
                    <a:lnTo>
                      <a:pt x="553" y="56"/>
                    </a:lnTo>
                    <a:lnTo>
                      <a:pt x="567" y="49"/>
                    </a:lnTo>
                    <a:lnTo>
                      <a:pt x="582" y="49"/>
                    </a:lnTo>
                    <a:lnTo>
                      <a:pt x="596" y="49"/>
                    </a:lnTo>
                    <a:lnTo>
                      <a:pt x="610" y="49"/>
                    </a:lnTo>
                    <a:lnTo>
                      <a:pt x="624" y="42"/>
                    </a:lnTo>
                    <a:lnTo>
                      <a:pt x="645" y="42"/>
                    </a:lnTo>
                    <a:lnTo>
                      <a:pt x="660" y="42"/>
                    </a:lnTo>
                    <a:lnTo>
                      <a:pt x="674" y="35"/>
                    </a:lnTo>
                    <a:lnTo>
                      <a:pt x="688" y="35"/>
                    </a:lnTo>
                    <a:lnTo>
                      <a:pt x="702" y="35"/>
                    </a:lnTo>
                    <a:lnTo>
                      <a:pt x="716" y="35"/>
                    </a:lnTo>
                    <a:lnTo>
                      <a:pt x="737" y="28"/>
                    </a:lnTo>
                    <a:lnTo>
                      <a:pt x="752" y="28"/>
                    </a:lnTo>
                    <a:lnTo>
                      <a:pt x="766" y="28"/>
                    </a:lnTo>
                    <a:lnTo>
                      <a:pt x="780" y="21"/>
                    </a:lnTo>
                    <a:lnTo>
                      <a:pt x="794" y="21"/>
                    </a:lnTo>
                    <a:lnTo>
                      <a:pt x="815" y="21"/>
                    </a:lnTo>
                    <a:lnTo>
                      <a:pt x="830" y="21"/>
                    </a:lnTo>
                    <a:lnTo>
                      <a:pt x="844" y="14"/>
                    </a:lnTo>
                    <a:lnTo>
                      <a:pt x="858" y="14"/>
                    </a:lnTo>
                    <a:lnTo>
                      <a:pt x="872" y="14"/>
                    </a:lnTo>
                    <a:lnTo>
                      <a:pt x="886" y="7"/>
                    </a:lnTo>
                    <a:lnTo>
                      <a:pt x="908" y="7"/>
                    </a:lnTo>
                    <a:lnTo>
                      <a:pt x="922" y="7"/>
                    </a:lnTo>
                    <a:lnTo>
                      <a:pt x="936" y="7"/>
                    </a:lnTo>
                    <a:lnTo>
                      <a:pt x="950" y="7"/>
                    </a:lnTo>
                    <a:lnTo>
                      <a:pt x="964" y="0"/>
                    </a:lnTo>
                    <a:lnTo>
                      <a:pt x="978" y="0"/>
                    </a:lnTo>
                    <a:lnTo>
                      <a:pt x="1000" y="0"/>
                    </a:lnTo>
                    <a:lnTo>
                      <a:pt x="1014" y="0"/>
                    </a:lnTo>
                    <a:lnTo>
                      <a:pt x="1028" y="0"/>
                    </a:lnTo>
                    <a:lnTo>
                      <a:pt x="1042" y="0"/>
                    </a:lnTo>
                    <a:lnTo>
                      <a:pt x="1056" y="0"/>
                    </a:lnTo>
                    <a:lnTo>
                      <a:pt x="1071" y="0"/>
                    </a:lnTo>
                    <a:lnTo>
                      <a:pt x="1092" y="0"/>
                    </a:lnTo>
                    <a:lnTo>
                      <a:pt x="1106" y="0"/>
                    </a:lnTo>
                    <a:lnTo>
                      <a:pt x="1120" y="0"/>
                    </a:lnTo>
                    <a:lnTo>
                      <a:pt x="1134" y="0"/>
                    </a:lnTo>
                    <a:lnTo>
                      <a:pt x="1149" y="0"/>
                    </a:lnTo>
                    <a:lnTo>
                      <a:pt x="1163" y="0"/>
                    </a:lnTo>
                    <a:lnTo>
                      <a:pt x="1184" y="0"/>
                    </a:lnTo>
                    <a:lnTo>
                      <a:pt x="1198" y="7"/>
                    </a:lnTo>
                    <a:lnTo>
                      <a:pt x="1212" y="7"/>
                    </a:lnTo>
                    <a:lnTo>
                      <a:pt x="1227" y="7"/>
                    </a:lnTo>
                    <a:lnTo>
                      <a:pt x="1241" y="7"/>
                    </a:lnTo>
                    <a:lnTo>
                      <a:pt x="1255" y="14"/>
                    </a:lnTo>
                    <a:lnTo>
                      <a:pt x="1276" y="14"/>
                    </a:lnTo>
                    <a:lnTo>
                      <a:pt x="1290" y="14"/>
                    </a:lnTo>
                    <a:lnTo>
                      <a:pt x="1304" y="21"/>
                    </a:lnTo>
                    <a:lnTo>
                      <a:pt x="1319" y="21"/>
                    </a:lnTo>
                    <a:lnTo>
                      <a:pt x="1333" y="28"/>
                    </a:lnTo>
                    <a:lnTo>
                      <a:pt x="1347" y="28"/>
                    </a:lnTo>
                    <a:lnTo>
                      <a:pt x="1368" y="35"/>
                    </a:lnTo>
                    <a:lnTo>
                      <a:pt x="1382" y="42"/>
                    </a:lnTo>
                    <a:lnTo>
                      <a:pt x="1397" y="42"/>
                    </a:lnTo>
                    <a:lnTo>
                      <a:pt x="1411" y="49"/>
                    </a:lnTo>
                    <a:lnTo>
                      <a:pt x="1425" y="56"/>
                    </a:lnTo>
                    <a:lnTo>
                      <a:pt x="1439" y="56"/>
                    </a:lnTo>
                    <a:lnTo>
                      <a:pt x="1460" y="63"/>
                    </a:lnTo>
                    <a:lnTo>
                      <a:pt x="1475" y="70"/>
                    </a:lnTo>
                    <a:lnTo>
                      <a:pt x="1489" y="78"/>
                    </a:lnTo>
                    <a:lnTo>
                      <a:pt x="1503" y="78"/>
                    </a:lnTo>
                    <a:lnTo>
                      <a:pt x="1517" y="85"/>
                    </a:lnTo>
                    <a:lnTo>
                      <a:pt x="1538" y="92"/>
                    </a:lnTo>
                    <a:lnTo>
                      <a:pt x="1553" y="99"/>
                    </a:lnTo>
                    <a:lnTo>
                      <a:pt x="1567" y="106"/>
                    </a:lnTo>
                    <a:lnTo>
                      <a:pt x="1581" y="113"/>
                    </a:lnTo>
                    <a:lnTo>
                      <a:pt x="1595" y="120"/>
                    </a:lnTo>
                    <a:lnTo>
                      <a:pt x="1609" y="120"/>
                    </a:lnTo>
                    <a:lnTo>
                      <a:pt x="1631" y="127"/>
                    </a:lnTo>
                    <a:lnTo>
                      <a:pt x="1645" y="134"/>
                    </a:lnTo>
                    <a:lnTo>
                      <a:pt x="1659" y="141"/>
                    </a:lnTo>
                    <a:lnTo>
                      <a:pt x="1673" y="148"/>
                    </a:lnTo>
                    <a:lnTo>
                      <a:pt x="1687" y="155"/>
                    </a:lnTo>
                    <a:lnTo>
                      <a:pt x="1701" y="163"/>
                    </a:lnTo>
                    <a:lnTo>
                      <a:pt x="1723" y="170"/>
                    </a:lnTo>
                    <a:lnTo>
                      <a:pt x="1737" y="177"/>
                    </a:lnTo>
                    <a:lnTo>
                      <a:pt x="1751" y="184"/>
                    </a:lnTo>
                    <a:lnTo>
                      <a:pt x="1765" y="191"/>
                    </a:lnTo>
                    <a:lnTo>
                      <a:pt x="1779" y="198"/>
                    </a:lnTo>
                    <a:lnTo>
                      <a:pt x="1794" y="205"/>
                    </a:lnTo>
                    <a:lnTo>
                      <a:pt x="1815" y="212"/>
                    </a:lnTo>
                    <a:lnTo>
                      <a:pt x="1829" y="219"/>
                    </a:lnTo>
                    <a:lnTo>
                      <a:pt x="1843" y="226"/>
                    </a:lnTo>
                    <a:lnTo>
                      <a:pt x="1857" y="233"/>
                    </a:lnTo>
                    <a:lnTo>
                      <a:pt x="1871" y="233"/>
                    </a:lnTo>
                    <a:lnTo>
                      <a:pt x="1886" y="240"/>
                    </a:lnTo>
                    <a:lnTo>
                      <a:pt x="1907" y="248"/>
                    </a:lnTo>
                    <a:lnTo>
                      <a:pt x="1921" y="255"/>
                    </a:lnTo>
                    <a:lnTo>
                      <a:pt x="1935" y="262"/>
                    </a:lnTo>
                    <a:lnTo>
                      <a:pt x="1949" y="269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2" name="Freeform 109">
                <a:extLst>
                  <a:ext uri="{FF2B5EF4-FFF2-40B4-BE49-F238E27FC236}">
                    <a16:creationId xmlns:a16="http://schemas.microsoft.com/office/drawing/2014/main" id="{B77FF765-BB6A-BADA-2FF0-C72290301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274"/>
                <a:ext cx="1127" cy="262"/>
              </a:xfrm>
              <a:custGeom>
                <a:avLst/>
                <a:gdLst>
                  <a:gd name="T0" fmla="*/ 15 w 1127"/>
                  <a:gd name="T1" fmla="*/ 7 h 262"/>
                  <a:gd name="T2" fmla="*/ 50 w 1127"/>
                  <a:gd name="T3" fmla="*/ 14 h 262"/>
                  <a:gd name="T4" fmla="*/ 78 w 1127"/>
                  <a:gd name="T5" fmla="*/ 28 h 262"/>
                  <a:gd name="T6" fmla="*/ 107 w 1127"/>
                  <a:gd name="T7" fmla="*/ 42 h 262"/>
                  <a:gd name="T8" fmla="*/ 142 w 1127"/>
                  <a:gd name="T9" fmla="*/ 49 h 262"/>
                  <a:gd name="T10" fmla="*/ 171 w 1127"/>
                  <a:gd name="T11" fmla="*/ 64 h 262"/>
                  <a:gd name="T12" fmla="*/ 199 w 1127"/>
                  <a:gd name="T13" fmla="*/ 71 h 262"/>
                  <a:gd name="T14" fmla="*/ 234 w 1127"/>
                  <a:gd name="T15" fmla="*/ 85 h 262"/>
                  <a:gd name="T16" fmla="*/ 263 w 1127"/>
                  <a:gd name="T17" fmla="*/ 92 h 262"/>
                  <a:gd name="T18" fmla="*/ 291 w 1127"/>
                  <a:gd name="T19" fmla="*/ 99 h 262"/>
                  <a:gd name="T20" fmla="*/ 326 w 1127"/>
                  <a:gd name="T21" fmla="*/ 106 h 262"/>
                  <a:gd name="T22" fmla="*/ 355 w 1127"/>
                  <a:gd name="T23" fmla="*/ 120 h 262"/>
                  <a:gd name="T24" fmla="*/ 383 w 1127"/>
                  <a:gd name="T25" fmla="*/ 127 h 262"/>
                  <a:gd name="T26" fmla="*/ 419 w 1127"/>
                  <a:gd name="T27" fmla="*/ 134 h 262"/>
                  <a:gd name="T28" fmla="*/ 447 w 1127"/>
                  <a:gd name="T29" fmla="*/ 142 h 262"/>
                  <a:gd name="T30" fmla="*/ 475 w 1127"/>
                  <a:gd name="T31" fmla="*/ 149 h 262"/>
                  <a:gd name="T32" fmla="*/ 511 w 1127"/>
                  <a:gd name="T33" fmla="*/ 156 h 262"/>
                  <a:gd name="T34" fmla="*/ 539 w 1127"/>
                  <a:gd name="T35" fmla="*/ 163 h 262"/>
                  <a:gd name="T36" fmla="*/ 567 w 1127"/>
                  <a:gd name="T37" fmla="*/ 170 h 262"/>
                  <a:gd name="T38" fmla="*/ 603 w 1127"/>
                  <a:gd name="T39" fmla="*/ 177 h 262"/>
                  <a:gd name="T40" fmla="*/ 631 w 1127"/>
                  <a:gd name="T41" fmla="*/ 184 h 262"/>
                  <a:gd name="T42" fmla="*/ 660 w 1127"/>
                  <a:gd name="T43" fmla="*/ 191 h 262"/>
                  <a:gd name="T44" fmla="*/ 695 w 1127"/>
                  <a:gd name="T45" fmla="*/ 198 h 262"/>
                  <a:gd name="T46" fmla="*/ 723 w 1127"/>
                  <a:gd name="T47" fmla="*/ 198 h 262"/>
                  <a:gd name="T48" fmla="*/ 752 w 1127"/>
                  <a:gd name="T49" fmla="*/ 205 h 262"/>
                  <a:gd name="T50" fmla="*/ 787 w 1127"/>
                  <a:gd name="T51" fmla="*/ 212 h 262"/>
                  <a:gd name="T52" fmla="*/ 816 w 1127"/>
                  <a:gd name="T53" fmla="*/ 219 h 262"/>
                  <a:gd name="T54" fmla="*/ 844 w 1127"/>
                  <a:gd name="T55" fmla="*/ 219 h 262"/>
                  <a:gd name="T56" fmla="*/ 879 w 1127"/>
                  <a:gd name="T57" fmla="*/ 227 h 262"/>
                  <a:gd name="T58" fmla="*/ 908 w 1127"/>
                  <a:gd name="T59" fmla="*/ 234 h 262"/>
                  <a:gd name="T60" fmla="*/ 936 w 1127"/>
                  <a:gd name="T61" fmla="*/ 234 h 262"/>
                  <a:gd name="T62" fmla="*/ 971 w 1127"/>
                  <a:gd name="T63" fmla="*/ 241 h 262"/>
                  <a:gd name="T64" fmla="*/ 1000 w 1127"/>
                  <a:gd name="T65" fmla="*/ 248 h 262"/>
                  <a:gd name="T66" fmla="*/ 1028 w 1127"/>
                  <a:gd name="T67" fmla="*/ 248 h 262"/>
                  <a:gd name="T68" fmla="*/ 1064 w 1127"/>
                  <a:gd name="T69" fmla="*/ 255 h 262"/>
                  <a:gd name="T70" fmla="*/ 1092 w 1127"/>
                  <a:gd name="T71" fmla="*/ 255 h 262"/>
                  <a:gd name="T72" fmla="*/ 1127 w 1127"/>
                  <a:gd name="T73" fmla="*/ 262 h 2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262">
                    <a:moveTo>
                      <a:pt x="0" y="0"/>
                    </a:moveTo>
                    <a:lnTo>
                      <a:pt x="15" y="7"/>
                    </a:lnTo>
                    <a:lnTo>
                      <a:pt x="29" y="14"/>
                    </a:lnTo>
                    <a:lnTo>
                      <a:pt x="50" y="14"/>
                    </a:lnTo>
                    <a:lnTo>
                      <a:pt x="64" y="21"/>
                    </a:lnTo>
                    <a:lnTo>
                      <a:pt x="78" y="28"/>
                    </a:lnTo>
                    <a:lnTo>
                      <a:pt x="93" y="35"/>
                    </a:lnTo>
                    <a:lnTo>
                      <a:pt x="107" y="42"/>
                    </a:lnTo>
                    <a:lnTo>
                      <a:pt x="121" y="42"/>
                    </a:lnTo>
                    <a:lnTo>
                      <a:pt x="142" y="49"/>
                    </a:lnTo>
                    <a:lnTo>
                      <a:pt x="156" y="57"/>
                    </a:lnTo>
                    <a:lnTo>
                      <a:pt x="171" y="64"/>
                    </a:lnTo>
                    <a:lnTo>
                      <a:pt x="185" y="64"/>
                    </a:lnTo>
                    <a:lnTo>
                      <a:pt x="199" y="71"/>
                    </a:lnTo>
                    <a:lnTo>
                      <a:pt x="213" y="78"/>
                    </a:lnTo>
                    <a:lnTo>
                      <a:pt x="234" y="85"/>
                    </a:lnTo>
                    <a:lnTo>
                      <a:pt x="249" y="85"/>
                    </a:lnTo>
                    <a:lnTo>
                      <a:pt x="263" y="92"/>
                    </a:lnTo>
                    <a:lnTo>
                      <a:pt x="277" y="99"/>
                    </a:lnTo>
                    <a:lnTo>
                      <a:pt x="291" y="99"/>
                    </a:lnTo>
                    <a:lnTo>
                      <a:pt x="305" y="106"/>
                    </a:lnTo>
                    <a:lnTo>
                      <a:pt x="326" y="106"/>
                    </a:lnTo>
                    <a:lnTo>
                      <a:pt x="341" y="113"/>
                    </a:lnTo>
                    <a:lnTo>
                      <a:pt x="355" y="120"/>
                    </a:lnTo>
                    <a:lnTo>
                      <a:pt x="369" y="120"/>
                    </a:lnTo>
                    <a:lnTo>
                      <a:pt x="383" y="127"/>
                    </a:lnTo>
                    <a:lnTo>
                      <a:pt x="404" y="127"/>
                    </a:lnTo>
                    <a:lnTo>
                      <a:pt x="419" y="134"/>
                    </a:lnTo>
                    <a:lnTo>
                      <a:pt x="433" y="142"/>
                    </a:lnTo>
                    <a:lnTo>
                      <a:pt x="447" y="142"/>
                    </a:lnTo>
                    <a:lnTo>
                      <a:pt x="461" y="149"/>
                    </a:lnTo>
                    <a:lnTo>
                      <a:pt x="475" y="149"/>
                    </a:lnTo>
                    <a:lnTo>
                      <a:pt x="497" y="156"/>
                    </a:lnTo>
                    <a:lnTo>
                      <a:pt x="511" y="156"/>
                    </a:lnTo>
                    <a:lnTo>
                      <a:pt x="525" y="163"/>
                    </a:lnTo>
                    <a:lnTo>
                      <a:pt x="539" y="163"/>
                    </a:lnTo>
                    <a:lnTo>
                      <a:pt x="553" y="170"/>
                    </a:lnTo>
                    <a:lnTo>
                      <a:pt x="567" y="170"/>
                    </a:lnTo>
                    <a:lnTo>
                      <a:pt x="589" y="177"/>
                    </a:lnTo>
                    <a:lnTo>
                      <a:pt x="603" y="177"/>
                    </a:lnTo>
                    <a:lnTo>
                      <a:pt x="617" y="184"/>
                    </a:lnTo>
                    <a:lnTo>
                      <a:pt x="631" y="184"/>
                    </a:lnTo>
                    <a:lnTo>
                      <a:pt x="645" y="184"/>
                    </a:lnTo>
                    <a:lnTo>
                      <a:pt x="660" y="191"/>
                    </a:lnTo>
                    <a:lnTo>
                      <a:pt x="681" y="191"/>
                    </a:lnTo>
                    <a:lnTo>
                      <a:pt x="695" y="198"/>
                    </a:lnTo>
                    <a:lnTo>
                      <a:pt x="709" y="198"/>
                    </a:lnTo>
                    <a:lnTo>
                      <a:pt x="723" y="198"/>
                    </a:lnTo>
                    <a:lnTo>
                      <a:pt x="738" y="205"/>
                    </a:lnTo>
                    <a:lnTo>
                      <a:pt x="752" y="205"/>
                    </a:lnTo>
                    <a:lnTo>
                      <a:pt x="773" y="212"/>
                    </a:lnTo>
                    <a:lnTo>
                      <a:pt x="787" y="212"/>
                    </a:lnTo>
                    <a:lnTo>
                      <a:pt x="801" y="212"/>
                    </a:lnTo>
                    <a:lnTo>
                      <a:pt x="816" y="219"/>
                    </a:lnTo>
                    <a:lnTo>
                      <a:pt x="830" y="219"/>
                    </a:lnTo>
                    <a:lnTo>
                      <a:pt x="844" y="219"/>
                    </a:lnTo>
                    <a:lnTo>
                      <a:pt x="865" y="227"/>
                    </a:lnTo>
                    <a:lnTo>
                      <a:pt x="879" y="227"/>
                    </a:lnTo>
                    <a:lnTo>
                      <a:pt x="893" y="227"/>
                    </a:lnTo>
                    <a:lnTo>
                      <a:pt x="908" y="234"/>
                    </a:lnTo>
                    <a:lnTo>
                      <a:pt x="922" y="234"/>
                    </a:lnTo>
                    <a:lnTo>
                      <a:pt x="936" y="234"/>
                    </a:lnTo>
                    <a:lnTo>
                      <a:pt x="957" y="241"/>
                    </a:lnTo>
                    <a:lnTo>
                      <a:pt x="971" y="241"/>
                    </a:lnTo>
                    <a:lnTo>
                      <a:pt x="986" y="241"/>
                    </a:lnTo>
                    <a:lnTo>
                      <a:pt x="1000" y="248"/>
                    </a:lnTo>
                    <a:lnTo>
                      <a:pt x="1014" y="248"/>
                    </a:lnTo>
                    <a:lnTo>
                      <a:pt x="1028" y="248"/>
                    </a:lnTo>
                    <a:lnTo>
                      <a:pt x="1049" y="248"/>
                    </a:lnTo>
                    <a:lnTo>
                      <a:pt x="1064" y="255"/>
                    </a:lnTo>
                    <a:lnTo>
                      <a:pt x="1078" y="255"/>
                    </a:lnTo>
                    <a:lnTo>
                      <a:pt x="1092" y="255"/>
                    </a:lnTo>
                    <a:lnTo>
                      <a:pt x="1106" y="262"/>
                    </a:lnTo>
                    <a:lnTo>
                      <a:pt x="1127" y="262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53" name="Group 110">
              <a:extLst>
                <a:ext uri="{FF2B5EF4-FFF2-40B4-BE49-F238E27FC236}">
                  <a16:creationId xmlns:a16="http://schemas.microsoft.com/office/drawing/2014/main" id="{C0E89910-24C4-3B8B-6BC1-AA2209F35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3097"/>
              <a:ext cx="3076" cy="460"/>
              <a:chOff x="1252" y="3097"/>
              <a:chExt cx="3076" cy="460"/>
            </a:xfrm>
          </p:grpSpPr>
          <p:sp>
            <p:nvSpPr>
              <p:cNvPr id="45169" name="Freeform 111">
                <a:extLst>
                  <a:ext uri="{FF2B5EF4-FFF2-40B4-BE49-F238E27FC236}">
                    <a16:creationId xmlns:a16="http://schemas.microsoft.com/office/drawing/2014/main" id="{7EF55B3C-BBAD-272E-CC50-AF2C90EC0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097"/>
                <a:ext cx="1949" cy="283"/>
              </a:xfrm>
              <a:custGeom>
                <a:avLst/>
                <a:gdLst>
                  <a:gd name="T0" fmla="*/ 29 w 1949"/>
                  <a:gd name="T1" fmla="*/ 0 h 283"/>
                  <a:gd name="T2" fmla="*/ 71 w 1949"/>
                  <a:gd name="T3" fmla="*/ 0 h 283"/>
                  <a:gd name="T4" fmla="*/ 121 w 1949"/>
                  <a:gd name="T5" fmla="*/ 0 h 283"/>
                  <a:gd name="T6" fmla="*/ 163 w 1949"/>
                  <a:gd name="T7" fmla="*/ 0 h 283"/>
                  <a:gd name="T8" fmla="*/ 213 w 1949"/>
                  <a:gd name="T9" fmla="*/ 0 h 283"/>
                  <a:gd name="T10" fmla="*/ 256 w 1949"/>
                  <a:gd name="T11" fmla="*/ 0 h 283"/>
                  <a:gd name="T12" fmla="*/ 305 w 1949"/>
                  <a:gd name="T13" fmla="*/ 0 h 283"/>
                  <a:gd name="T14" fmla="*/ 348 w 1949"/>
                  <a:gd name="T15" fmla="*/ 0 h 283"/>
                  <a:gd name="T16" fmla="*/ 397 w 1949"/>
                  <a:gd name="T17" fmla="*/ 0 h 283"/>
                  <a:gd name="T18" fmla="*/ 440 w 1949"/>
                  <a:gd name="T19" fmla="*/ 0 h 283"/>
                  <a:gd name="T20" fmla="*/ 489 w 1949"/>
                  <a:gd name="T21" fmla="*/ 0 h 283"/>
                  <a:gd name="T22" fmla="*/ 532 w 1949"/>
                  <a:gd name="T23" fmla="*/ 7 h 283"/>
                  <a:gd name="T24" fmla="*/ 582 w 1949"/>
                  <a:gd name="T25" fmla="*/ 7 h 283"/>
                  <a:gd name="T26" fmla="*/ 624 w 1949"/>
                  <a:gd name="T27" fmla="*/ 7 h 283"/>
                  <a:gd name="T28" fmla="*/ 674 w 1949"/>
                  <a:gd name="T29" fmla="*/ 14 h 283"/>
                  <a:gd name="T30" fmla="*/ 716 w 1949"/>
                  <a:gd name="T31" fmla="*/ 14 h 283"/>
                  <a:gd name="T32" fmla="*/ 766 w 1949"/>
                  <a:gd name="T33" fmla="*/ 21 h 283"/>
                  <a:gd name="T34" fmla="*/ 815 w 1949"/>
                  <a:gd name="T35" fmla="*/ 21 h 283"/>
                  <a:gd name="T36" fmla="*/ 858 w 1949"/>
                  <a:gd name="T37" fmla="*/ 28 h 283"/>
                  <a:gd name="T38" fmla="*/ 908 w 1949"/>
                  <a:gd name="T39" fmla="*/ 35 h 283"/>
                  <a:gd name="T40" fmla="*/ 950 w 1949"/>
                  <a:gd name="T41" fmla="*/ 42 h 283"/>
                  <a:gd name="T42" fmla="*/ 1000 w 1949"/>
                  <a:gd name="T43" fmla="*/ 49 h 283"/>
                  <a:gd name="T44" fmla="*/ 1042 w 1949"/>
                  <a:gd name="T45" fmla="*/ 56 h 283"/>
                  <a:gd name="T46" fmla="*/ 1092 w 1949"/>
                  <a:gd name="T47" fmla="*/ 63 h 283"/>
                  <a:gd name="T48" fmla="*/ 1134 w 1949"/>
                  <a:gd name="T49" fmla="*/ 71 h 283"/>
                  <a:gd name="T50" fmla="*/ 1184 w 1949"/>
                  <a:gd name="T51" fmla="*/ 85 h 283"/>
                  <a:gd name="T52" fmla="*/ 1227 w 1949"/>
                  <a:gd name="T53" fmla="*/ 92 h 283"/>
                  <a:gd name="T54" fmla="*/ 1276 w 1949"/>
                  <a:gd name="T55" fmla="*/ 106 h 283"/>
                  <a:gd name="T56" fmla="*/ 1319 w 1949"/>
                  <a:gd name="T57" fmla="*/ 120 h 283"/>
                  <a:gd name="T58" fmla="*/ 1368 w 1949"/>
                  <a:gd name="T59" fmla="*/ 127 h 283"/>
                  <a:gd name="T60" fmla="*/ 1411 w 1949"/>
                  <a:gd name="T61" fmla="*/ 141 h 283"/>
                  <a:gd name="T62" fmla="*/ 1460 w 1949"/>
                  <a:gd name="T63" fmla="*/ 156 h 283"/>
                  <a:gd name="T64" fmla="*/ 1503 w 1949"/>
                  <a:gd name="T65" fmla="*/ 170 h 283"/>
                  <a:gd name="T66" fmla="*/ 1553 w 1949"/>
                  <a:gd name="T67" fmla="*/ 184 h 283"/>
                  <a:gd name="T68" fmla="*/ 1595 w 1949"/>
                  <a:gd name="T69" fmla="*/ 191 h 283"/>
                  <a:gd name="T70" fmla="*/ 1645 w 1949"/>
                  <a:gd name="T71" fmla="*/ 205 h 283"/>
                  <a:gd name="T72" fmla="*/ 1687 w 1949"/>
                  <a:gd name="T73" fmla="*/ 219 h 283"/>
                  <a:gd name="T74" fmla="*/ 1737 w 1949"/>
                  <a:gd name="T75" fmla="*/ 234 h 283"/>
                  <a:gd name="T76" fmla="*/ 1779 w 1949"/>
                  <a:gd name="T77" fmla="*/ 241 h 283"/>
                  <a:gd name="T78" fmla="*/ 1829 w 1949"/>
                  <a:gd name="T79" fmla="*/ 255 h 283"/>
                  <a:gd name="T80" fmla="*/ 1871 w 1949"/>
                  <a:gd name="T81" fmla="*/ 269 h 283"/>
                  <a:gd name="T82" fmla="*/ 1921 w 1949"/>
                  <a:gd name="T83" fmla="*/ 276 h 28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283">
                    <a:moveTo>
                      <a:pt x="0" y="0"/>
                    </a:moveTo>
                    <a:lnTo>
                      <a:pt x="15" y="0"/>
                    </a:lnTo>
                    <a:lnTo>
                      <a:pt x="29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107" y="0"/>
                    </a:lnTo>
                    <a:lnTo>
                      <a:pt x="121" y="0"/>
                    </a:lnTo>
                    <a:lnTo>
                      <a:pt x="135" y="0"/>
                    </a:lnTo>
                    <a:lnTo>
                      <a:pt x="149" y="0"/>
                    </a:lnTo>
                    <a:lnTo>
                      <a:pt x="163" y="0"/>
                    </a:lnTo>
                    <a:lnTo>
                      <a:pt x="185" y="0"/>
                    </a:lnTo>
                    <a:lnTo>
                      <a:pt x="199" y="0"/>
                    </a:lnTo>
                    <a:lnTo>
                      <a:pt x="213" y="0"/>
                    </a:lnTo>
                    <a:lnTo>
                      <a:pt x="227" y="0"/>
                    </a:lnTo>
                    <a:lnTo>
                      <a:pt x="241" y="0"/>
                    </a:lnTo>
                    <a:lnTo>
                      <a:pt x="256" y="0"/>
                    </a:lnTo>
                    <a:lnTo>
                      <a:pt x="277" y="0"/>
                    </a:lnTo>
                    <a:lnTo>
                      <a:pt x="291" y="0"/>
                    </a:lnTo>
                    <a:lnTo>
                      <a:pt x="305" y="0"/>
                    </a:lnTo>
                    <a:lnTo>
                      <a:pt x="319" y="0"/>
                    </a:lnTo>
                    <a:lnTo>
                      <a:pt x="334" y="0"/>
                    </a:lnTo>
                    <a:lnTo>
                      <a:pt x="348" y="0"/>
                    </a:lnTo>
                    <a:lnTo>
                      <a:pt x="369" y="0"/>
                    </a:lnTo>
                    <a:lnTo>
                      <a:pt x="383" y="0"/>
                    </a:lnTo>
                    <a:lnTo>
                      <a:pt x="397" y="0"/>
                    </a:lnTo>
                    <a:lnTo>
                      <a:pt x="411" y="0"/>
                    </a:lnTo>
                    <a:lnTo>
                      <a:pt x="426" y="0"/>
                    </a:lnTo>
                    <a:lnTo>
                      <a:pt x="440" y="0"/>
                    </a:lnTo>
                    <a:lnTo>
                      <a:pt x="461" y="0"/>
                    </a:lnTo>
                    <a:lnTo>
                      <a:pt x="475" y="0"/>
                    </a:lnTo>
                    <a:lnTo>
                      <a:pt x="489" y="0"/>
                    </a:lnTo>
                    <a:lnTo>
                      <a:pt x="504" y="0"/>
                    </a:lnTo>
                    <a:lnTo>
                      <a:pt x="518" y="7"/>
                    </a:lnTo>
                    <a:lnTo>
                      <a:pt x="532" y="7"/>
                    </a:lnTo>
                    <a:lnTo>
                      <a:pt x="553" y="7"/>
                    </a:lnTo>
                    <a:lnTo>
                      <a:pt x="567" y="7"/>
                    </a:lnTo>
                    <a:lnTo>
                      <a:pt x="582" y="7"/>
                    </a:lnTo>
                    <a:lnTo>
                      <a:pt x="596" y="7"/>
                    </a:lnTo>
                    <a:lnTo>
                      <a:pt x="610" y="7"/>
                    </a:lnTo>
                    <a:lnTo>
                      <a:pt x="624" y="7"/>
                    </a:lnTo>
                    <a:lnTo>
                      <a:pt x="645" y="7"/>
                    </a:lnTo>
                    <a:lnTo>
                      <a:pt x="660" y="7"/>
                    </a:lnTo>
                    <a:lnTo>
                      <a:pt x="674" y="14"/>
                    </a:lnTo>
                    <a:lnTo>
                      <a:pt x="688" y="14"/>
                    </a:lnTo>
                    <a:lnTo>
                      <a:pt x="702" y="14"/>
                    </a:lnTo>
                    <a:lnTo>
                      <a:pt x="716" y="14"/>
                    </a:lnTo>
                    <a:lnTo>
                      <a:pt x="737" y="14"/>
                    </a:lnTo>
                    <a:lnTo>
                      <a:pt x="752" y="14"/>
                    </a:lnTo>
                    <a:lnTo>
                      <a:pt x="766" y="21"/>
                    </a:lnTo>
                    <a:lnTo>
                      <a:pt x="780" y="21"/>
                    </a:lnTo>
                    <a:lnTo>
                      <a:pt x="794" y="21"/>
                    </a:lnTo>
                    <a:lnTo>
                      <a:pt x="815" y="21"/>
                    </a:lnTo>
                    <a:lnTo>
                      <a:pt x="830" y="21"/>
                    </a:lnTo>
                    <a:lnTo>
                      <a:pt x="844" y="28"/>
                    </a:lnTo>
                    <a:lnTo>
                      <a:pt x="858" y="28"/>
                    </a:lnTo>
                    <a:lnTo>
                      <a:pt x="872" y="28"/>
                    </a:lnTo>
                    <a:lnTo>
                      <a:pt x="886" y="28"/>
                    </a:lnTo>
                    <a:lnTo>
                      <a:pt x="908" y="35"/>
                    </a:lnTo>
                    <a:lnTo>
                      <a:pt x="922" y="35"/>
                    </a:lnTo>
                    <a:lnTo>
                      <a:pt x="936" y="35"/>
                    </a:lnTo>
                    <a:lnTo>
                      <a:pt x="950" y="42"/>
                    </a:lnTo>
                    <a:lnTo>
                      <a:pt x="964" y="42"/>
                    </a:lnTo>
                    <a:lnTo>
                      <a:pt x="978" y="42"/>
                    </a:lnTo>
                    <a:lnTo>
                      <a:pt x="1000" y="49"/>
                    </a:lnTo>
                    <a:lnTo>
                      <a:pt x="1014" y="49"/>
                    </a:lnTo>
                    <a:lnTo>
                      <a:pt x="1028" y="49"/>
                    </a:lnTo>
                    <a:lnTo>
                      <a:pt x="1042" y="56"/>
                    </a:lnTo>
                    <a:lnTo>
                      <a:pt x="1056" y="56"/>
                    </a:lnTo>
                    <a:lnTo>
                      <a:pt x="1071" y="63"/>
                    </a:lnTo>
                    <a:lnTo>
                      <a:pt x="1092" y="63"/>
                    </a:lnTo>
                    <a:lnTo>
                      <a:pt x="1106" y="71"/>
                    </a:lnTo>
                    <a:lnTo>
                      <a:pt x="1120" y="71"/>
                    </a:lnTo>
                    <a:lnTo>
                      <a:pt x="1134" y="71"/>
                    </a:lnTo>
                    <a:lnTo>
                      <a:pt x="1149" y="78"/>
                    </a:lnTo>
                    <a:lnTo>
                      <a:pt x="1163" y="78"/>
                    </a:lnTo>
                    <a:lnTo>
                      <a:pt x="1184" y="85"/>
                    </a:lnTo>
                    <a:lnTo>
                      <a:pt x="1198" y="85"/>
                    </a:lnTo>
                    <a:lnTo>
                      <a:pt x="1212" y="92"/>
                    </a:lnTo>
                    <a:lnTo>
                      <a:pt x="1227" y="92"/>
                    </a:lnTo>
                    <a:lnTo>
                      <a:pt x="1241" y="99"/>
                    </a:lnTo>
                    <a:lnTo>
                      <a:pt x="1255" y="106"/>
                    </a:lnTo>
                    <a:lnTo>
                      <a:pt x="1276" y="106"/>
                    </a:lnTo>
                    <a:lnTo>
                      <a:pt x="1290" y="113"/>
                    </a:lnTo>
                    <a:lnTo>
                      <a:pt x="1304" y="113"/>
                    </a:lnTo>
                    <a:lnTo>
                      <a:pt x="1319" y="120"/>
                    </a:lnTo>
                    <a:lnTo>
                      <a:pt x="1333" y="120"/>
                    </a:lnTo>
                    <a:lnTo>
                      <a:pt x="1347" y="127"/>
                    </a:lnTo>
                    <a:lnTo>
                      <a:pt x="1368" y="127"/>
                    </a:lnTo>
                    <a:lnTo>
                      <a:pt x="1382" y="134"/>
                    </a:lnTo>
                    <a:lnTo>
                      <a:pt x="1397" y="141"/>
                    </a:lnTo>
                    <a:lnTo>
                      <a:pt x="1411" y="141"/>
                    </a:lnTo>
                    <a:lnTo>
                      <a:pt x="1425" y="148"/>
                    </a:lnTo>
                    <a:lnTo>
                      <a:pt x="1439" y="148"/>
                    </a:lnTo>
                    <a:lnTo>
                      <a:pt x="1460" y="156"/>
                    </a:lnTo>
                    <a:lnTo>
                      <a:pt x="1475" y="163"/>
                    </a:lnTo>
                    <a:lnTo>
                      <a:pt x="1489" y="163"/>
                    </a:lnTo>
                    <a:lnTo>
                      <a:pt x="1503" y="170"/>
                    </a:lnTo>
                    <a:lnTo>
                      <a:pt x="1517" y="170"/>
                    </a:lnTo>
                    <a:lnTo>
                      <a:pt x="1538" y="177"/>
                    </a:lnTo>
                    <a:lnTo>
                      <a:pt x="1553" y="184"/>
                    </a:lnTo>
                    <a:lnTo>
                      <a:pt x="1567" y="184"/>
                    </a:lnTo>
                    <a:lnTo>
                      <a:pt x="1581" y="191"/>
                    </a:lnTo>
                    <a:lnTo>
                      <a:pt x="1595" y="191"/>
                    </a:lnTo>
                    <a:lnTo>
                      <a:pt x="1609" y="198"/>
                    </a:lnTo>
                    <a:lnTo>
                      <a:pt x="1631" y="205"/>
                    </a:lnTo>
                    <a:lnTo>
                      <a:pt x="1645" y="205"/>
                    </a:lnTo>
                    <a:lnTo>
                      <a:pt x="1659" y="212"/>
                    </a:lnTo>
                    <a:lnTo>
                      <a:pt x="1673" y="212"/>
                    </a:lnTo>
                    <a:lnTo>
                      <a:pt x="1687" y="219"/>
                    </a:lnTo>
                    <a:lnTo>
                      <a:pt x="1701" y="226"/>
                    </a:lnTo>
                    <a:lnTo>
                      <a:pt x="1723" y="226"/>
                    </a:lnTo>
                    <a:lnTo>
                      <a:pt x="1737" y="234"/>
                    </a:lnTo>
                    <a:lnTo>
                      <a:pt x="1751" y="234"/>
                    </a:lnTo>
                    <a:lnTo>
                      <a:pt x="1765" y="241"/>
                    </a:lnTo>
                    <a:lnTo>
                      <a:pt x="1779" y="241"/>
                    </a:lnTo>
                    <a:lnTo>
                      <a:pt x="1794" y="248"/>
                    </a:lnTo>
                    <a:lnTo>
                      <a:pt x="1815" y="255"/>
                    </a:lnTo>
                    <a:lnTo>
                      <a:pt x="1829" y="255"/>
                    </a:lnTo>
                    <a:lnTo>
                      <a:pt x="1843" y="262"/>
                    </a:lnTo>
                    <a:lnTo>
                      <a:pt x="1857" y="262"/>
                    </a:lnTo>
                    <a:lnTo>
                      <a:pt x="1871" y="269"/>
                    </a:lnTo>
                    <a:lnTo>
                      <a:pt x="1886" y="269"/>
                    </a:lnTo>
                    <a:lnTo>
                      <a:pt x="1907" y="276"/>
                    </a:lnTo>
                    <a:lnTo>
                      <a:pt x="1921" y="276"/>
                    </a:lnTo>
                    <a:lnTo>
                      <a:pt x="1935" y="283"/>
                    </a:lnTo>
                    <a:lnTo>
                      <a:pt x="1949" y="283"/>
                    </a:lnTo>
                  </a:path>
                </a:pathLst>
              </a:custGeom>
              <a:noFill/>
              <a:ln w="2222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0" name="Freeform 112">
                <a:extLst>
                  <a:ext uri="{FF2B5EF4-FFF2-40B4-BE49-F238E27FC236}">
                    <a16:creationId xmlns:a16="http://schemas.microsoft.com/office/drawing/2014/main" id="{6F9F01C6-21DC-08AD-EC0D-8C06C0A57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380"/>
                <a:ext cx="1127" cy="177"/>
              </a:xfrm>
              <a:custGeom>
                <a:avLst/>
                <a:gdLst>
                  <a:gd name="T0" fmla="*/ 15 w 1127"/>
                  <a:gd name="T1" fmla="*/ 7 h 177"/>
                  <a:gd name="T2" fmla="*/ 50 w 1127"/>
                  <a:gd name="T3" fmla="*/ 14 h 177"/>
                  <a:gd name="T4" fmla="*/ 78 w 1127"/>
                  <a:gd name="T5" fmla="*/ 21 h 177"/>
                  <a:gd name="T6" fmla="*/ 107 w 1127"/>
                  <a:gd name="T7" fmla="*/ 28 h 177"/>
                  <a:gd name="T8" fmla="*/ 142 w 1127"/>
                  <a:gd name="T9" fmla="*/ 36 h 177"/>
                  <a:gd name="T10" fmla="*/ 171 w 1127"/>
                  <a:gd name="T11" fmla="*/ 43 h 177"/>
                  <a:gd name="T12" fmla="*/ 199 w 1127"/>
                  <a:gd name="T13" fmla="*/ 50 h 177"/>
                  <a:gd name="T14" fmla="*/ 234 w 1127"/>
                  <a:gd name="T15" fmla="*/ 57 h 177"/>
                  <a:gd name="T16" fmla="*/ 263 w 1127"/>
                  <a:gd name="T17" fmla="*/ 57 h 177"/>
                  <a:gd name="T18" fmla="*/ 291 w 1127"/>
                  <a:gd name="T19" fmla="*/ 64 h 177"/>
                  <a:gd name="T20" fmla="*/ 326 w 1127"/>
                  <a:gd name="T21" fmla="*/ 71 h 177"/>
                  <a:gd name="T22" fmla="*/ 355 w 1127"/>
                  <a:gd name="T23" fmla="*/ 78 h 177"/>
                  <a:gd name="T24" fmla="*/ 383 w 1127"/>
                  <a:gd name="T25" fmla="*/ 85 h 177"/>
                  <a:gd name="T26" fmla="*/ 419 w 1127"/>
                  <a:gd name="T27" fmla="*/ 85 h 177"/>
                  <a:gd name="T28" fmla="*/ 447 w 1127"/>
                  <a:gd name="T29" fmla="*/ 92 h 177"/>
                  <a:gd name="T30" fmla="*/ 475 w 1127"/>
                  <a:gd name="T31" fmla="*/ 99 h 177"/>
                  <a:gd name="T32" fmla="*/ 511 w 1127"/>
                  <a:gd name="T33" fmla="*/ 99 h 177"/>
                  <a:gd name="T34" fmla="*/ 539 w 1127"/>
                  <a:gd name="T35" fmla="*/ 106 h 177"/>
                  <a:gd name="T36" fmla="*/ 567 w 1127"/>
                  <a:gd name="T37" fmla="*/ 113 h 177"/>
                  <a:gd name="T38" fmla="*/ 603 w 1127"/>
                  <a:gd name="T39" fmla="*/ 113 h 177"/>
                  <a:gd name="T40" fmla="*/ 631 w 1127"/>
                  <a:gd name="T41" fmla="*/ 121 h 177"/>
                  <a:gd name="T42" fmla="*/ 660 w 1127"/>
                  <a:gd name="T43" fmla="*/ 128 h 177"/>
                  <a:gd name="T44" fmla="*/ 695 w 1127"/>
                  <a:gd name="T45" fmla="*/ 128 h 177"/>
                  <a:gd name="T46" fmla="*/ 723 w 1127"/>
                  <a:gd name="T47" fmla="*/ 135 h 177"/>
                  <a:gd name="T48" fmla="*/ 752 w 1127"/>
                  <a:gd name="T49" fmla="*/ 135 h 177"/>
                  <a:gd name="T50" fmla="*/ 787 w 1127"/>
                  <a:gd name="T51" fmla="*/ 142 h 177"/>
                  <a:gd name="T52" fmla="*/ 816 w 1127"/>
                  <a:gd name="T53" fmla="*/ 142 h 177"/>
                  <a:gd name="T54" fmla="*/ 844 w 1127"/>
                  <a:gd name="T55" fmla="*/ 149 h 177"/>
                  <a:gd name="T56" fmla="*/ 879 w 1127"/>
                  <a:gd name="T57" fmla="*/ 149 h 177"/>
                  <a:gd name="T58" fmla="*/ 908 w 1127"/>
                  <a:gd name="T59" fmla="*/ 156 h 177"/>
                  <a:gd name="T60" fmla="*/ 936 w 1127"/>
                  <a:gd name="T61" fmla="*/ 156 h 177"/>
                  <a:gd name="T62" fmla="*/ 971 w 1127"/>
                  <a:gd name="T63" fmla="*/ 163 h 177"/>
                  <a:gd name="T64" fmla="*/ 1000 w 1127"/>
                  <a:gd name="T65" fmla="*/ 163 h 177"/>
                  <a:gd name="T66" fmla="*/ 1028 w 1127"/>
                  <a:gd name="T67" fmla="*/ 170 h 177"/>
                  <a:gd name="T68" fmla="*/ 1064 w 1127"/>
                  <a:gd name="T69" fmla="*/ 170 h 177"/>
                  <a:gd name="T70" fmla="*/ 1092 w 1127"/>
                  <a:gd name="T71" fmla="*/ 170 h 177"/>
                  <a:gd name="T72" fmla="*/ 1127 w 1127"/>
                  <a:gd name="T73" fmla="*/ 177 h 17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177">
                    <a:moveTo>
                      <a:pt x="0" y="0"/>
                    </a:moveTo>
                    <a:lnTo>
                      <a:pt x="15" y="7"/>
                    </a:lnTo>
                    <a:lnTo>
                      <a:pt x="29" y="7"/>
                    </a:lnTo>
                    <a:lnTo>
                      <a:pt x="50" y="14"/>
                    </a:lnTo>
                    <a:lnTo>
                      <a:pt x="64" y="14"/>
                    </a:lnTo>
                    <a:lnTo>
                      <a:pt x="78" y="21"/>
                    </a:lnTo>
                    <a:lnTo>
                      <a:pt x="93" y="21"/>
                    </a:lnTo>
                    <a:lnTo>
                      <a:pt x="107" y="28"/>
                    </a:lnTo>
                    <a:lnTo>
                      <a:pt x="121" y="28"/>
                    </a:lnTo>
                    <a:lnTo>
                      <a:pt x="142" y="36"/>
                    </a:lnTo>
                    <a:lnTo>
                      <a:pt x="156" y="36"/>
                    </a:lnTo>
                    <a:lnTo>
                      <a:pt x="171" y="43"/>
                    </a:lnTo>
                    <a:lnTo>
                      <a:pt x="185" y="43"/>
                    </a:lnTo>
                    <a:lnTo>
                      <a:pt x="199" y="50"/>
                    </a:lnTo>
                    <a:lnTo>
                      <a:pt x="213" y="50"/>
                    </a:lnTo>
                    <a:lnTo>
                      <a:pt x="234" y="57"/>
                    </a:lnTo>
                    <a:lnTo>
                      <a:pt x="249" y="57"/>
                    </a:lnTo>
                    <a:lnTo>
                      <a:pt x="263" y="57"/>
                    </a:lnTo>
                    <a:lnTo>
                      <a:pt x="277" y="64"/>
                    </a:lnTo>
                    <a:lnTo>
                      <a:pt x="291" y="64"/>
                    </a:lnTo>
                    <a:lnTo>
                      <a:pt x="305" y="71"/>
                    </a:lnTo>
                    <a:lnTo>
                      <a:pt x="326" y="71"/>
                    </a:lnTo>
                    <a:lnTo>
                      <a:pt x="341" y="71"/>
                    </a:lnTo>
                    <a:lnTo>
                      <a:pt x="355" y="78"/>
                    </a:lnTo>
                    <a:lnTo>
                      <a:pt x="369" y="78"/>
                    </a:lnTo>
                    <a:lnTo>
                      <a:pt x="383" y="85"/>
                    </a:lnTo>
                    <a:lnTo>
                      <a:pt x="404" y="85"/>
                    </a:lnTo>
                    <a:lnTo>
                      <a:pt x="419" y="85"/>
                    </a:lnTo>
                    <a:lnTo>
                      <a:pt x="433" y="92"/>
                    </a:lnTo>
                    <a:lnTo>
                      <a:pt x="447" y="92"/>
                    </a:lnTo>
                    <a:lnTo>
                      <a:pt x="461" y="92"/>
                    </a:lnTo>
                    <a:lnTo>
                      <a:pt x="475" y="99"/>
                    </a:lnTo>
                    <a:lnTo>
                      <a:pt x="497" y="99"/>
                    </a:lnTo>
                    <a:lnTo>
                      <a:pt x="511" y="99"/>
                    </a:lnTo>
                    <a:lnTo>
                      <a:pt x="525" y="106"/>
                    </a:lnTo>
                    <a:lnTo>
                      <a:pt x="539" y="106"/>
                    </a:lnTo>
                    <a:lnTo>
                      <a:pt x="553" y="106"/>
                    </a:lnTo>
                    <a:lnTo>
                      <a:pt x="567" y="113"/>
                    </a:lnTo>
                    <a:lnTo>
                      <a:pt x="589" y="113"/>
                    </a:lnTo>
                    <a:lnTo>
                      <a:pt x="603" y="113"/>
                    </a:lnTo>
                    <a:lnTo>
                      <a:pt x="617" y="121"/>
                    </a:lnTo>
                    <a:lnTo>
                      <a:pt x="631" y="121"/>
                    </a:lnTo>
                    <a:lnTo>
                      <a:pt x="645" y="121"/>
                    </a:lnTo>
                    <a:lnTo>
                      <a:pt x="660" y="128"/>
                    </a:lnTo>
                    <a:lnTo>
                      <a:pt x="681" y="128"/>
                    </a:lnTo>
                    <a:lnTo>
                      <a:pt x="695" y="128"/>
                    </a:lnTo>
                    <a:lnTo>
                      <a:pt x="709" y="128"/>
                    </a:lnTo>
                    <a:lnTo>
                      <a:pt x="723" y="135"/>
                    </a:lnTo>
                    <a:lnTo>
                      <a:pt x="738" y="135"/>
                    </a:lnTo>
                    <a:lnTo>
                      <a:pt x="752" y="135"/>
                    </a:lnTo>
                    <a:lnTo>
                      <a:pt x="773" y="135"/>
                    </a:lnTo>
                    <a:lnTo>
                      <a:pt x="787" y="142"/>
                    </a:lnTo>
                    <a:lnTo>
                      <a:pt x="801" y="142"/>
                    </a:lnTo>
                    <a:lnTo>
                      <a:pt x="816" y="142"/>
                    </a:lnTo>
                    <a:lnTo>
                      <a:pt x="830" y="149"/>
                    </a:lnTo>
                    <a:lnTo>
                      <a:pt x="844" y="149"/>
                    </a:lnTo>
                    <a:lnTo>
                      <a:pt x="865" y="149"/>
                    </a:lnTo>
                    <a:lnTo>
                      <a:pt x="879" y="149"/>
                    </a:lnTo>
                    <a:lnTo>
                      <a:pt x="893" y="156"/>
                    </a:lnTo>
                    <a:lnTo>
                      <a:pt x="908" y="156"/>
                    </a:lnTo>
                    <a:lnTo>
                      <a:pt x="922" y="156"/>
                    </a:lnTo>
                    <a:lnTo>
                      <a:pt x="936" y="156"/>
                    </a:lnTo>
                    <a:lnTo>
                      <a:pt x="957" y="156"/>
                    </a:lnTo>
                    <a:lnTo>
                      <a:pt x="971" y="163"/>
                    </a:lnTo>
                    <a:lnTo>
                      <a:pt x="986" y="163"/>
                    </a:lnTo>
                    <a:lnTo>
                      <a:pt x="1000" y="163"/>
                    </a:lnTo>
                    <a:lnTo>
                      <a:pt x="1014" y="163"/>
                    </a:lnTo>
                    <a:lnTo>
                      <a:pt x="1028" y="170"/>
                    </a:lnTo>
                    <a:lnTo>
                      <a:pt x="1049" y="170"/>
                    </a:lnTo>
                    <a:lnTo>
                      <a:pt x="1064" y="170"/>
                    </a:lnTo>
                    <a:lnTo>
                      <a:pt x="1078" y="170"/>
                    </a:lnTo>
                    <a:lnTo>
                      <a:pt x="1092" y="170"/>
                    </a:lnTo>
                    <a:lnTo>
                      <a:pt x="1106" y="177"/>
                    </a:lnTo>
                    <a:lnTo>
                      <a:pt x="1127" y="177"/>
                    </a:lnTo>
                  </a:path>
                </a:pathLst>
              </a:custGeom>
              <a:noFill/>
              <a:ln w="2222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54" name="Group 113">
              <a:extLst>
                <a:ext uri="{FF2B5EF4-FFF2-40B4-BE49-F238E27FC236}">
                  <a16:creationId xmlns:a16="http://schemas.microsoft.com/office/drawing/2014/main" id="{02898196-4FC0-8EE8-B295-3EF561B22E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3097"/>
              <a:ext cx="3076" cy="482"/>
              <a:chOff x="1252" y="3097"/>
              <a:chExt cx="3076" cy="482"/>
            </a:xfrm>
          </p:grpSpPr>
          <p:sp>
            <p:nvSpPr>
              <p:cNvPr id="45167" name="Freeform 114">
                <a:extLst>
                  <a:ext uri="{FF2B5EF4-FFF2-40B4-BE49-F238E27FC236}">
                    <a16:creationId xmlns:a16="http://schemas.microsoft.com/office/drawing/2014/main" id="{CD634DD8-B568-DD5A-C36E-C9B49B7D6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097"/>
                <a:ext cx="1949" cy="375"/>
              </a:xfrm>
              <a:custGeom>
                <a:avLst/>
                <a:gdLst>
                  <a:gd name="T0" fmla="*/ 29 w 1949"/>
                  <a:gd name="T1" fmla="*/ 0 h 375"/>
                  <a:gd name="T2" fmla="*/ 71 w 1949"/>
                  <a:gd name="T3" fmla="*/ 0 h 375"/>
                  <a:gd name="T4" fmla="*/ 121 w 1949"/>
                  <a:gd name="T5" fmla="*/ 7 h 375"/>
                  <a:gd name="T6" fmla="*/ 163 w 1949"/>
                  <a:gd name="T7" fmla="*/ 7 h 375"/>
                  <a:gd name="T8" fmla="*/ 213 w 1949"/>
                  <a:gd name="T9" fmla="*/ 14 h 375"/>
                  <a:gd name="T10" fmla="*/ 256 w 1949"/>
                  <a:gd name="T11" fmla="*/ 14 h 375"/>
                  <a:gd name="T12" fmla="*/ 305 w 1949"/>
                  <a:gd name="T13" fmla="*/ 21 h 375"/>
                  <a:gd name="T14" fmla="*/ 348 w 1949"/>
                  <a:gd name="T15" fmla="*/ 28 h 375"/>
                  <a:gd name="T16" fmla="*/ 397 w 1949"/>
                  <a:gd name="T17" fmla="*/ 35 h 375"/>
                  <a:gd name="T18" fmla="*/ 440 w 1949"/>
                  <a:gd name="T19" fmla="*/ 49 h 375"/>
                  <a:gd name="T20" fmla="*/ 489 w 1949"/>
                  <a:gd name="T21" fmla="*/ 56 h 375"/>
                  <a:gd name="T22" fmla="*/ 532 w 1949"/>
                  <a:gd name="T23" fmla="*/ 63 h 375"/>
                  <a:gd name="T24" fmla="*/ 582 w 1949"/>
                  <a:gd name="T25" fmla="*/ 78 h 375"/>
                  <a:gd name="T26" fmla="*/ 624 w 1949"/>
                  <a:gd name="T27" fmla="*/ 85 h 375"/>
                  <a:gd name="T28" fmla="*/ 674 w 1949"/>
                  <a:gd name="T29" fmla="*/ 99 h 375"/>
                  <a:gd name="T30" fmla="*/ 716 w 1949"/>
                  <a:gd name="T31" fmla="*/ 106 h 375"/>
                  <a:gd name="T32" fmla="*/ 766 w 1949"/>
                  <a:gd name="T33" fmla="*/ 120 h 375"/>
                  <a:gd name="T34" fmla="*/ 815 w 1949"/>
                  <a:gd name="T35" fmla="*/ 134 h 375"/>
                  <a:gd name="T36" fmla="*/ 858 w 1949"/>
                  <a:gd name="T37" fmla="*/ 141 h 375"/>
                  <a:gd name="T38" fmla="*/ 908 w 1949"/>
                  <a:gd name="T39" fmla="*/ 156 h 375"/>
                  <a:gd name="T40" fmla="*/ 950 w 1949"/>
                  <a:gd name="T41" fmla="*/ 170 h 375"/>
                  <a:gd name="T42" fmla="*/ 1000 w 1949"/>
                  <a:gd name="T43" fmla="*/ 177 h 375"/>
                  <a:gd name="T44" fmla="*/ 1042 w 1949"/>
                  <a:gd name="T45" fmla="*/ 191 h 375"/>
                  <a:gd name="T46" fmla="*/ 1092 w 1949"/>
                  <a:gd name="T47" fmla="*/ 205 h 375"/>
                  <a:gd name="T48" fmla="*/ 1134 w 1949"/>
                  <a:gd name="T49" fmla="*/ 212 h 375"/>
                  <a:gd name="T50" fmla="*/ 1184 w 1949"/>
                  <a:gd name="T51" fmla="*/ 226 h 375"/>
                  <a:gd name="T52" fmla="*/ 1227 w 1949"/>
                  <a:gd name="T53" fmla="*/ 234 h 375"/>
                  <a:gd name="T54" fmla="*/ 1276 w 1949"/>
                  <a:gd name="T55" fmla="*/ 248 h 375"/>
                  <a:gd name="T56" fmla="*/ 1319 w 1949"/>
                  <a:gd name="T57" fmla="*/ 255 h 375"/>
                  <a:gd name="T58" fmla="*/ 1368 w 1949"/>
                  <a:gd name="T59" fmla="*/ 269 h 375"/>
                  <a:gd name="T60" fmla="*/ 1411 w 1949"/>
                  <a:gd name="T61" fmla="*/ 276 h 375"/>
                  <a:gd name="T62" fmla="*/ 1460 w 1949"/>
                  <a:gd name="T63" fmla="*/ 290 h 375"/>
                  <a:gd name="T64" fmla="*/ 1503 w 1949"/>
                  <a:gd name="T65" fmla="*/ 297 h 375"/>
                  <a:gd name="T66" fmla="*/ 1553 w 1949"/>
                  <a:gd name="T67" fmla="*/ 304 h 375"/>
                  <a:gd name="T68" fmla="*/ 1595 w 1949"/>
                  <a:gd name="T69" fmla="*/ 311 h 375"/>
                  <a:gd name="T70" fmla="*/ 1645 w 1949"/>
                  <a:gd name="T71" fmla="*/ 326 h 375"/>
                  <a:gd name="T72" fmla="*/ 1687 w 1949"/>
                  <a:gd name="T73" fmla="*/ 333 h 375"/>
                  <a:gd name="T74" fmla="*/ 1737 w 1949"/>
                  <a:gd name="T75" fmla="*/ 340 h 375"/>
                  <a:gd name="T76" fmla="*/ 1779 w 1949"/>
                  <a:gd name="T77" fmla="*/ 347 h 375"/>
                  <a:gd name="T78" fmla="*/ 1829 w 1949"/>
                  <a:gd name="T79" fmla="*/ 354 h 375"/>
                  <a:gd name="T80" fmla="*/ 1871 w 1949"/>
                  <a:gd name="T81" fmla="*/ 361 h 375"/>
                  <a:gd name="T82" fmla="*/ 1921 w 1949"/>
                  <a:gd name="T83" fmla="*/ 368 h 37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375">
                    <a:moveTo>
                      <a:pt x="0" y="0"/>
                    </a:moveTo>
                    <a:lnTo>
                      <a:pt x="15" y="0"/>
                    </a:lnTo>
                    <a:lnTo>
                      <a:pt x="29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107" y="0"/>
                    </a:lnTo>
                    <a:lnTo>
                      <a:pt x="121" y="7"/>
                    </a:lnTo>
                    <a:lnTo>
                      <a:pt x="135" y="7"/>
                    </a:lnTo>
                    <a:lnTo>
                      <a:pt x="149" y="7"/>
                    </a:lnTo>
                    <a:lnTo>
                      <a:pt x="163" y="7"/>
                    </a:lnTo>
                    <a:lnTo>
                      <a:pt x="185" y="7"/>
                    </a:lnTo>
                    <a:lnTo>
                      <a:pt x="199" y="7"/>
                    </a:lnTo>
                    <a:lnTo>
                      <a:pt x="213" y="14"/>
                    </a:lnTo>
                    <a:lnTo>
                      <a:pt x="227" y="14"/>
                    </a:lnTo>
                    <a:lnTo>
                      <a:pt x="241" y="14"/>
                    </a:lnTo>
                    <a:lnTo>
                      <a:pt x="256" y="14"/>
                    </a:lnTo>
                    <a:lnTo>
                      <a:pt x="277" y="21"/>
                    </a:lnTo>
                    <a:lnTo>
                      <a:pt x="291" y="21"/>
                    </a:lnTo>
                    <a:lnTo>
                      <a:pt x="305" y="21"/>
                    </a:lnTo>
                    <a:lnTo>
                      <a:pt x="319" y="28"/>
                    </a:lnTo>
                    <a:lnTo>
                      <a:pt x="334" y="28"/>
                    </a:lnTo>
                    <a:lnTo>
                      <a:pt x="348" y="28"/>
                    </a:lnTo>
                    <a:lnTo>
                      <a:pt x="369" y="35"/>
                    </a:lnTo>
                    <a:lnTo>
                      <a:pt x="383" y="35"/>
                    </a:lnTo>
                    <a:lnTo>
                      <a:pt x="397" y="35"/>
                    </a:lnTo>
                    <a:lnTo>
                      <a:pt x="411" y="42"/>
                    </a:lnTo>
                    <a:lnTo>
                      <a:pt x="426" y="42"/>
                    </a:lnTo>
                    <a:lnTo>
                      <a:pt x="440" y="49"/>
                    </a:lnTo>
                    <a:lnTo>
                      <a:pt x="461" y="49"/>
                    </a:lnTo>
                    <a:lnTo>
                      <a:pt x="475" y="49"/>
                    </a:lnTo>
                    <a:lnTo>
                      <a:pt x="489" y="56"/>
                    </a:lnTo>
                    <a:lnTo>
                      <a:pt x="504" y="56"/>
                    </a:lnTo>
                    <a:lnTo>
                      <a:pt x="518" y="63"/>
                    </a:lnTo>
                    <a:lnTo>
                      <a:pt x="532" y="63"/>
                    </a:lnTo>
                    <a:lnTo>
                      <a:pt x="553" y="71"/>
                    </a:lnTo>
                    <a:lnTo>
                      <a:pt x="567" y="71"/>
                    </a:lnTo>
                    <a:lnTo>
                      <a:pt x="582" y="78"/>
                    </a:lnTo>
                    <a:lnTo>
                      <a:pt x="596" y="78"/>
                    </a:lnTo>
                    <a:lnTo>
                      <a:pt x="610" y="85"/>
                    </a:lnTo>
                    <a:lnTo>
                      <a:pt x="624" y="85"/>
                    </a:lnTo>
                    <a:lnTo>
                      <a:pt x="645" y="92"/>
                    </a:lnTo>
                    <a:lnTo>
                      <a:pt x="660" y="92"/>
                    </a:lnTo>
                    <a:lnTo>
                      <a:pt x="674" y="99"/>
                    </a:lnTo>
                    <a:lnTo>
                      <a:pt x="688" y="99"/>
                    </a:lnTo>
                    <a:lnTo>
                      <a:pt x="702" y="106"/>
                    </a:lnTo>
                    <a:lnTo>
                      <a:pt x="716" y="106"/>
                    </a:lnTo>
                    <a:lnTo>
                      <a:pt x="737" y="113"/>
                    </a:lnTo>
                    <a:lnTo>
                      <a:pt x="752" y="120"/>
                    </a:lnTo>
                    <a:lnTo>
                      <a:pt x="766" y="120"/>
                    </a:lnTo>
                    <a:lnTo>
                      <a:pt x="780" y="127"/>
                    </a:lnTo>
                    <a:lnTo>
                      <a:pt x="794" y="127"/>
                    </a:lnTo>
                    <a:lnTo>
                      <a:pt x="815" y="134"/>
                    </a:lnTo>
                    <a:lnTo>
                      <a:pt x="830" y="134"/>
                    </a:lnTo>
                    <a:lnTo>
                      <a:pt x="844" y="141"/>
                    </a:lnTo>
                    <a:lnTo>
                      <a:pt x="858" y="141"/>
                    </a:lnTo>
                    <a:lnTo>
                      <a:pt x="872" y="148"/>
                    </a:lnTo>
                    <a:lnTo>
                      <a:pt x="886" y="156"/>
                    </a:lnTo>
                    <a:lnTo>
                      <a:pt x="908" y="156"/>
                    </a:lnTo>
                    <a:lnTo>
                      <a:pt x="922" y="163"/>
                    </a:lnTo>
                    <a:lnTo>
                      <a:pt x="936" y="163"/>
                    </a:lnTo>
                    <a:lnTo>
                      <a:pt x="950" y="170"/>
                    </a:lnTo>
                    <a:lnTo>
                      <a:pt x="964" y="170"/>
                    </a:lnTo>
                    <a:lnTo>
                      <a:pt x="978" y="177"/>
                    </a:lnTo>
                    <a:lnTo>
                      <a:pt x="1000" y="177"/>
                    </a:lnTo>
                    <a:lnTo>
                      <a:pt x="1014" y="184"/>
                    </a:lnTo>
                    <a:lnTo>
                      <a:pt x="1028" y="184"/>
                    </a:lnTo>
                    <a:lnTo>
                      <a:pt x="1042" y="191"/>
                    </a:lnTo>
                    <a:lnTo>
                      <a:pt x="1056" y="198"/>
                    </a:lnTo>
                    <a:lnTo>
                      <a:pt x="1071" y="198"/>
                    </a:lnTo>
                    <a:lnTo>
                      <a:pt x="1092" y="205"/>
                    </a:lnTo>
                    <a:lnTo>
                      <a:pt x="1106" y="205"/>
                    </a:lnTo>
                    <a:lnTo>
                      <a:pt x="1120" y="212"/>
                    </a:lnTo>
                    <a:lnTo>
                      <a:pt x="1134" y="212"/>
                    </a:lnTo>
                    <a:lnTo>
                      <a:pt x="1149" y="219"/>
                    </a:lnTo>
                    <a:lnTo>
                      <a:pt x="1163" y="219"/>
                    </a:lnTo>
                    <a:lnTo>
                      <a:pt x="1184" y="226"/>
                    </a:lnTo>
                    <a:lnTo>
                      <a:pt x="1198" y="226"/>
                    </a:lnTo>
                    <a:lnTo>
                      <a:pt x="1212" y="234"/>
                    </a:lnTo>
                    <a:lnTo>
                      <a:pt x="1227" y="234"/>
                    </a:lnTo>
                    <a:lnTo>
                      <a:pt x="1241" y="241"/>
                    </a:lnTo>
                    <a:lnTo>
                      <a:pt x="1255" y="241"/>
                    </a:lnTo>
                    <a:lnTo>
                      <a:pt x="1276" y="248"/>
                    </a:lnTo>
                    <a:lnTo>
                      <a:pt x="1290" y="248"/>
                    </a:lnTo>
                    <a:lnTo>
                      <a:pt x="1304" y="255"/>
                    </a:lnTo>
                    <a:lnTo>
                      <a:pt x="1319" y="255"/>
                    </a:lnTo>
                    <a:lnTo>
                      <a:pt x="1333" y="262"/>
                    </a:lnTo>
                    <a:lnTo>
                      <a:pt x="1347" y="262"/>
                    </a:lnTo>
                    <a:lnTo>
                      <a:pt x="1368" y="269"/>
                    </a:lnTo>
                    <a:lnTo>
                      <a:pt x="1382" y="269"/>
                    </a:lnTo>
                    <a:lnTo>
                      <a:pt x="1397" y="276"/>
                    </a:lnTo>
                    <a:lnTo>
                      <a:pt x="1411" y="276"/>
                    </a:lnTo>
                    <a:lnTo>
                      <a:pt x="1425" y="283"/>
                    </a:lnTo>
                    <a:lnTo>
                      <a:pt x="1439" y="283"/>
                    </a:lnTo>
                    <a:lnTo>
                      <a:pt x="1460" y="290"/>
                    </a:lnTo>
                    <a:lnTo>
                      <a:pt x="1475" y="290"/>
                    </a:lnTo>
                    <a:lnTo>
                      <a:pt x="1489" y="290"/>
                    </a:lnTo>
                    <a:lnTo>
                      <a:pt x="1503" y="297"/>
                    </a:lnTo>
                    <a:lnTo>
                      <a:pt x="1517" y="297"/>
                    </a:lnTo>
                    <a:lnTo>
                      <a:pt x="1538" y="304"/>
                    </a:lnTo>
                    <a:lnTo>
                      <a:pt x="1553" y="304"/>
                    </a:lnTo>
                    <a:lnTo>
                      <a:pt x="1567" y="311"/>
                    </a:lnTo>
                    <a:lnTo>
                      <a:pt x="1581" y="311"/>
                    </a:lnTo>
                    <a:lnTo>
                      <a:pt x="1595" y="311"/>
                    </a:lnTo>
                    <a:lnTo>
                      <a:pt x="1609" y="319"/>
                    </a:lnTo>
                    <a:lnTo>
                      <a:pt x="1631" y="319"/>
                    </a:lnTo>
                    <a:lnTo>
                      <a:pt x="1645" y="326"/>
                    </a:lnTo>
                    <a:lnTo>
                      <a:pt x="1659" y="326"/>
                    </a:lnTo>
                    <a:lnTo>
                      <a:pt x="1673" y="326"/>
                    </a:lnTo>
                    <a:lnTo>
                      <a:pt x="1687" y="333"/>
                    </a:lnTo>
                    <a:lnTo>
                      <a:pt x="1701" y="333"/>
                    </a:lnTo>
                    <a:lnTo>
                      <a:pt x="1723" y="340"/>
                    </a:lnTo>
                    <a:lnTo>
                      <a:pt x="1737" y="340"/>
                    </a:lnTo>
                    <a:lnTo>
                      <a:pt x="1751" y="340"/>
                    </a:lnTo>
                    <a:lnTo>
                      <a:pt x="1765" y="347"/>
                    </a:lnTo>
                    <a:lnTo>
                      <a:pt x="1779" y="347"/>
                    </a:lnTo>
                    <a:lnTo>
                      <a:pt x="1794" y="347"/>
                    </a:lnTo>
                    <a:lnTo>
                      <a:pt x="1815" y="354"/>
                    </a:lnTo>
                    <a:lnTo>
                      <a:pt x="1829" y="354"/>
                    </a:lnTo>
                    <a:lnTo>
                      <a:pt x="1843" y="354"/>
                    </a:lnTo>
                    <a:lnTo>
                      <a:pt x="1857" y="361"/>
                    </a:lnTo>
                    <a:lnTo>
                      <a:pt x="1871" y="361"/>
                    </a:lnTo>
                    <a:lnTo>
                      <a:pt x="1886" y="361"/>
                    </a:lnTo>
                    <a:lnTo>
                      <a:pt x="1907" y="368"/>
                    </a:lnTo>
                    <a:lnTo>
                      <a:pt x="1921" y="368"/>
                    </a:lnTo>
                    <a:lnTo>
                      <a:pt x="1935" y="368"/>
                    </a:lnTo>
                    <a:lnTo>
                      <a:pt x="1949" y="375"/>
                    </a:lnTo>
                  </a:path>
                </a:pathLst>
              </a:cu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8" name="Freeform 115">
                <a:extLst>
                  <a:ext uri="{FF2B5EF4-FFF2-40B4-BE49-F238E27FC236}">
                    <a16:creationId xmlns:a16="http://schemas.microsoft.com/office/drawing/2014/main" id="{1B130141-AAD1-61B4-7229-8149B38E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472"/>
                <a:ext cx="1127" cy="107"/>
              </a:xfrm>
              <a:custGeom>
                <a:avLst/>
                <a:gdLst>
                  <a:gd name="T0" fmla="*/ 15 w 1127"/>
                  <a:gd name="T1" fmla="*/ 0 h 107"/>
                  <a:gd name="T2" fmla="*/ 50 w 1127"/>
                  <a:gd name="T3" fmla="*/ 7 h 107"/>
                  <a:gd name="T4" fmla="*/ 78 w 1127"/>
                  <a:gd name="T5" fmla="*/ 7 h 107"/>
                  <a:gd name="T6" fmla="*/ 107 w 1127"/>
                  <a:gd name="T7" fmla="*/ 14 h 107"/>
                  <a:gd name="T8" fmla="*/ 142 w 1127"/>
                  <a:gd name="T9" fmla="*/ 14 h 107"/>
                  <a:gd name="T10" fmla="*/ 171 w 1127"/>
                  <a:gd name="T11" fmla="*/ 21 h 107"/>
                  <a:gd name="T12" fmla="*/ 199 w 1127"/>
                  <a:gd name="T13" fmla="*/ 29 h 107"/>
                  <a:gd name="T14" fmla="*/ 234 w 1127"/>
                  <a:gd name="T15" fmla="*/ 29 h 107"/>
                  <a:gd name="T16" fmla="*/ 263 w 1127"/>
                  <a:gd name="T17" fmla="*/ 36 h 107"/>
                  <a:gd name="T18" fmla="*/ 291 w 1127"/>
                  <a:gd name="T19" fmla="*/ 36 h 107"/>
                  <a:gd name="T20" fmla="*/ 326 w 1127"/>
                  <a:gd name="T21" fmla="*/ 43 h 107"/>
                  <a:gd name="T22" fmla="*/ 355 w 1127"/>
                  <a:gd name="T23" fmla="*/ 43 h 107"/>
                  <a:gd name="T24" fmla="*/ 383 w 1127"/>
                  <a:gd name="T25" fmla="*/ 50 h 107"/>
                  <a:gd name="T26" fmla="*/ 419 w 1127"/>
                  <a:gd name="T27" fmla="*/ 50 h 107"/>
                  <a:gd name="T28" fmla="*/ 447 w 1127"/>
                  <a:gd name="T29" fmla="*/ 57 h 107"/>
                  <a:gd name="T30" fmla="*/ 475 w 1127"/>
                  <a:gd name="T31" fmla="*/ 57 h 107"/>
                  <a:gd name="T32" fmla="*/ 511 w 1127"/>
                  <a:gd name="T33" fmla="*/ 57 h 107"/>
                  <a:gd name="T34" fmla="*/ 539 w 1127"/>
                  <a:gd name="T35" fmla="*/ 64 h 107"/>
                  <a:gd name="T36" fmla="*/ 567 w 1127"/>
                  <a:gd name="T37" fmla="*/ 64 h 107"/>
                  <a:gd name="T38" fmla="*/ 603 w 1127"/>
                  <a:gd name="T39" fmla="*/ 71 h 107"/>
                  <a:gd name="T40" fmla="*/ 631 w 1127"/>
                  <a:gd name="T41" fmla="*/ 71 h 107"/>
                  <a:gd name="T42" fmla="*/ 660 w 1127"/>
                  <a:gd name="T43" fmla="*/ 78 h 107"/>
                  <a:gd name="T44" fmla="*/ 695 w 1127"/>
                  <a:gd name="T45" fmla="*/ 78 h 107"/>
                  <a:gd name="T46" fmla="*/ 723 w 1127"/>
                  <a:gd name="T47" fmla="*/ 78 h 107"/>
                  <a:gd name="T48" fmla="*/ 752 w 1127"/>
                  <a:gd name="T49" fmla="*/ 85 h 107"/>
                  <a:gd name="T50" fmla="*/ 787 w 1127"/>
                  <a:gd name="T51" fmla="*/ 85 h 107"/>
                  <a:gd name="T52" fmla="*/ 816 w 1127"/>
                  <a:gd name="T53" fmla="*/ 85 h 107"/>
                  <a:gd name="T54" fmla="*/ 844 w 1127"/>
                  <a:gd name="T55" fmla="*/ 92 h 107"/>
                  <a:gd name="T56" fmla="*/ 879 w 1127"/>
                  <a:gd name="T57" fmla="*/ 92 h 107"/>
                  <a:gd name="T58" fmla="*/ 908 w 1127"/>
                  <a:gd name="T59" fmla="*/ 92 h 107"/>
                  <a:gd name="T60" fmla="*/ 936 w 1127"/>
                  <a:gd name="T61" fmla="*/ 99 h 107"/>
                  <a:gd name="T62" fmla="*/ 971 w 1127"/>
                  <a:gd name="T63" fmla="*/ 99 h 107"/>
                  <a:gd name="T64" fmla="*/ 1000 w 1127"/>
                  <a:gd name="T65" fmla="*/ 99 h 107"/>
                  <a:gd name="T66" fmla="*/ 1028 w 1127"/>
                  <a:gd name="T67" fmla="*/ 107 h 107"/>
                  <a:gd name="T68" fmla="*/ 1064 w 1127"/>
                  <a:gd name="T69" fmla="*/ 107 h 107"/>
                  <a:gd name="T70" fmla="*/ 1092 w 1127"/>
                  <a:gd name="T71" fmla="*/ 107 h 107"/>
                  <a:gd name="T72" fmla="*/ 1127 w 1127"/>
                  <a:gd name="T73" fmla="*/ 107 h 10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107">
                    <a:moveTo>
                      <a:pt x="0" y="0"/>
                    </a:moveTo>
                    <a:lnTo>
                      <a:pt x="15" y="0"/>
                    </a:lnTo>
                    <a:lnTo>
                      <a:pt x="29" y="0"/>
                    </a:lnTo>
                    <a:lnTo>
                      <a:pt x="50" y="7"/>
                    </a:lnTo>
                    <a:lnTo>
                      <a:pt x="64" y="7"/>
                    </a:lnTo>
                    <a:lnTo>
                      <a:pt x="78" y="7"/>
                    </a:lnTo>
                    <a:lnTo>
                      <a:pt x="93" y="14"/>
                    </a:lnTo>
                    <a:lnTo>
                      <a:pt x="107" y="14"/>
                    </a:lnTo>
                    <a:lnTo>
                      <a:pt x="121" y="14"/>
                    </a:lnTo>
                    <a:lnTo>
                      <a:pt x="142" y="14"/>
                    </a:lnTo>
                    <a:lnTo>
                      <a:pt x="156" y="21"/>
                    </a:lnTo>
                    <a:lnTo>
                      <a:pt x="171" y="21"/>
                    </a:lnTo>
                    <a:lnTo>
                      <a:pt x="185" y="21"/>
                    </a:lnTo>
                    <a:lnTo>
                      <a:pt x="199" y="29"/>
                    </a:lnTo>
                    <a:lnTo>
                      <a:pt x="213" y="29"/>
                    </a:lnTo>
                    <a:lnTo>
                      <a:pt x="234" y="29"/>
                    </a:lnTo>
                    <a:lnTo>
                      <a:pt x="249" y="29"/>
                    </a:lnTo>
                    <a:lnTo>
                      <a:pt x="263" y="36"/>
                    </a:lnTo>
                    <a:lnTo>
                      <a:pt x="277" y="36"/>
                    </a:lnTo>
                    <a:lnTo>
                      <a:pt x="291" y="36"/>
                    </a:lnTo>
                    <a:lnTo>
                      <a:pt x="305" y="36"/>
                    </a:lnTo>
                    <a:lnTo>
                      <a:pt x="326" y="43"/>
                    </a:lnTo>
                    <a:lnTo>
                      <a:pt x="341" y="43"/>
                    </a:lnTo>
                    <a:lnTo>
                      <a:pt x="355" y="43"/>
                    </a:lnTo>
                    <a:lnTo>
                      <a:pt x="369" y="43"/>
                    </a:lnTo>
                    <a:lnTo>
                      <a:pt x="383" y="50"/>
                    </a:lnTo>
                    <a:lnTo>
                      <a:pt x="404" y="50"/>
                    </a:lnTo>
                    <a:lnTo>
                      <a:pt x="419" y="50"/>
                    </a:lnTo>
                    <a:lnTo>
                      <a:pt x="433" y="50"/>
                    </a:lnTo>
                    <a:lnTo>
                      <a:pt x="447" y="57"/>
                    </a:lnTo>
                    <a:lnTo>
                      <a:pt x="461" y="57"/>
                    </a:lnTo>
                    <a:lnTo>
                      <a:pt x="475" y="57"/>
                    </a:lnTo>
                    <a:lnTo>
                      <a:pt x="497" y="57"/>
                    </a:lnTo>
                    <a:lnTo>
                      <a:pt x="511" y="57"/>
                    </a:lnTo>
                    <a:lnTo>
                      <a:pt x="525" y="64"/>
                    </a:lnTo>
                    <a:lnTo>
                      <a:pt x="539" y="64"/>
                    </a:lnTo>
                    <a:lnTo>
                      <a:pt x="553" y="64"/>
                    </a:lnTo>
                    <a:lnTo>
                      <a:pt x="567" y="64"/>
                    </a:lnTo>
                    <a:lnTo>
                      <a:pt x="589" y="71"/>
                    </a:lnTo>
                    <a:lnTo>
                      <a:pt x="603" y="71"/>
                    </a:lnTo>
                    <a:lnTo>
                      <a:pt x="617" y="71"/>
                    </a:lnTo>
                    <a:lnTo>
                      <a:pt x="631" y="71"/>
                    </a:lnTo>
                    <a:lnTo>
                      <a:pt x="645" y="71"/>
                    </a:lnTo>
                    <a:lnTo>
                      <a:pt x="660" y="78"/>
                    </a:lnTo>
                    <a:lnTo>
                      <a:pt x="681" y="78"/>
                    </a:lnTo>
                    <a:lnTo>
                      <a:pt x="695" y="78"/>
                    </a:lnTo>
                    <a:lnTo>
                      <a:pt x="709" y="78"/>
                    </a:lnTo>
                    <a:lnTo>
                      <a:pt x="723" y="78"/>
                    </a:lnTo>
                    <a:lnTo>
                      <a:pt x="738" y="78"/>
                    </a:lnTo>
                    <a:lnTo>
                      <a:pt x="752" y="85"/>
                    </a:lnTo>
                    <a:lnTo>
                      <a:pt x="773" y="85"/>
                    </a:lnTo>
                    <a:lnTo>
                      <a:pt x="787" y="85"/>
                    </a:lnTo>
                    <a:lnTo>
                      <a:pt x="801" y="85"/>
                    </a:lnTo>
                    <a:lnTo>
                      <a:pt x="816" y="85"/>
                    </a:lnTo>
                    <a:lnTo>
                      <a:pt x="830" y="92"/>
                    </a:lnTo>
                    <a:lnTo>
                      <a:pt x="844" y="92"/>
                    </a:lnTo>
                    <a:lnTo>
                      <a:pt x="865" y="92"/>
                    </a:lnTo>
                    <a:lnTo>
                      <a:pt x="879" y="92"/>
                    </a:lnTo>
                    <a:lnTo>
                      <a:pt x="893" y="92"/>
                    </a:lnTo>
                    <a:lnTo>
                      <a:pt x="908" y="92"/>
                    </a:lnTo>
                    <a:lnTo>
                      <a:pt x="922" y="92"/>
                    </a:lnTo>
                    <a:lnTo>
                      <a:pt x="936" y="99"/>
                    </a:lnTo>
                    <a:lnTo>
                      <a:pt x="957" y="99"/>
                    </a:lnTo>
                    <a:lnTo>
                      <a:pt x="971" y="99"/>
                    </a:lnTo>
                    <a:lnTo>
                      <a:pt x="986" y="99"/>
                    </a:lnTo>
                    <a:lnTo>
                      <a:pt x="1000" y="99"/>
                    </a:lnTo>
                    <a:lnTo>
                      <a:pt x="1014" y="99"/>
                    </a:lnTo>
                    <a:lnTo>
                      <a:pt x="1028" y="107"/>
                    </a:lnTo>
                    <a:lnTo>
                      <a:pt x="1049" y="107"/>
                    </a:lnTo>
                    <a:lnTo>
                      <a:pt x="1064" y="107"/>
                    </a:lnTo>
                    <a:lnTo>
                      <a:pt x="1078" y="107"/>
                    </a:lnTo>
                    <a:lnTo>
                      <a:pt x="1092" y="107"/>
                    </a:lnTo>
                    <a:lnTo>
                      <a:pt x="1106" y="107"/>
                    </a:lnTo>
                    <a:lnTo>
                      <a:pt x="1127" y="107"/>
                    </a:lnTo>
                  </a:path>
                </a:pathLst>
              </a:cu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55" name="Rectangle 116">
              <a:extLst>
                <a:ext uri="{FF2B5EF4-FFF2-40B4-BE49-F238E27FC236}">
                  <a16:creationId xmlns:a16="http://schemas.microsoft.com/office/drawing/2014/main" id="{B6404AC2-CB89-7679-E916-44D7609BA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344"/>
              <a:ext cx="768" cy="16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0.05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0.15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9999"/>
                  </a:solidFill>
                  <a:latin typeface="Times New Roman" panose="02020603050405020304" pitchFamily="18" charset="0"/>
                </a:rPr>
                <a:t>= 0.20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9900CC"/>
                  </a:solidFill>
                  <a:latin typeface="Times New Roman" panose="02020603050405020304" pitchFamily="18" charset="0"/>
                </a:rPr>
                <a:t>= 0.25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808000"/>
                  </a:solidFill>
                  <a:latin typeface="Times New Roman" panose="02020603050405020304" pitchFamily="18" charset="0"/>
                </a:rPr>
                <a:t>= 0.30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0.40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= 0.50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660033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660033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660033"/>
                  </a:solidFill>
                  <a:latin typeface="Times New Roman" panose="02020603050405020304" pitchFamily="18" charset="0"/>
                </a:rPr>
                <a:t>= 0.707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FF"/>
                  </a:solidFill>
                  <a:latin typeface="Times New Roman" panose="02020603050405020304" pitchFamily="18" charset="0"/>
                </a:rPr>
                <a:t>= 1.00</a:t>
              </a:r>
            </a:p>
          </p:txBody>
        </p:sp>
        <p:sp>
          <p:nvSpPr>
            <p:cNvPr id="45156" name="Line 117">
              <a:extLst>
                <a:ext uri="{FF2B5EF4-FFF2-40B4-BE49-F238E27FC236}">
                  <a16:creationId xmlns:a16="http://schemas.microsoft.com/office/drawing/2014/main" id="{89DE167C-1707-F4C1-4DC2-FFA6669079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1488"/>
              <a:ext cx="432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7" name="Line 118">
              <a:extLst>
                <a:ext uri="{FF2B5EF4-FFF2-40B4-BE49-F238E27FC236}">
                  <a16:creationId xmlns:a16="http://schemas.microsoft.com/office/drawing/2014/main" id="{33E703C4-023E-17DC-C0F7-DD8C1F28A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632"/>
              <a:ext cx="528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8" name="Line 119">
              <a:extLst>
                <a:ext uri="{FF2B5EF4-FFF2-40B4-BE49-F238E27FC236}">
                  <a16:creationId xmlns:a16="http://schemas.microsoft.com/office/drawing/2014/main" id="{FF6D86BA-5CA8-0FF0-5F09-BC15FB70A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1812"/>
              <a:ext cx="624" cy="384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9" name="Line 120">
              <a:extLst>
                <a:ext uri="{FF2B5EF4-FFF2-40B4-BE49-F238E27FC236}">
                  <a16:creationId xmlns:a16="http://schemas.microsoft.com/office/drawing/2014/main" id="{58899931-6B83-1CD8-4B32-4C3035842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2034"/>
              <a:ext cx="672" cy="432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0" name="Line 121">
              <a:extLst>
                <a:ext uri="{FF2B5EF4-FFF2-40B4-BE49-F238E27FC236}">
                  <a16:creationId xmlns:a16="http://schemas.microsoft.com/office/drawing/2014/main" id="{10C77618-CBC4-36C8-23F7-9C1E53385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6" y="2190"/>
              <a:ext cx="672" cy="480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1" name="Line 122">
              <a:extLst>
                <a:ext uri="{FF2B5EF4-FFF2-40B4-BE49-F238E27FC236}">
                  <a16:creationId xmlns:a16="http://schemas.microsoft.com/office/drawing/2014/main" id="{5DA1A2AC-1F04-8479-2A2C-DA8F6AF3B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8" y="2340"/>
              <a:ext cx="720" cy="5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2" name="Line 123">
              <a:extLst>
                <a:ext uri="{FF2B5EF4-FFF2-40B4-BE49-F238E27FC236}">
                  <a16:creationId xmlns:a16="http://schemas.microsoft.com/office/drawing/2014/main" id="{912C1977-D108-F37D-9E24-E877EFB00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2550"/>
              <a:ext cx="672" cy="528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3" name="Line 124">
              <a:extLst>
                <a:ext uri="{FF2B5EF4-FFF2-40B4-BE49-F238E27FC236}">
                  <a16:creationId xmlns:a16="http://schemas.microsoft.com/office/drawing/2014/main" id="{8C0437F5-0187-B7F4-BA7F-C801C26B9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6" y="2688"/>
              <a:ext cx="672" cy="576"/>
            </a:xfrm>
            <a:prstGeom prst="line">
              <a:avLst/>
            </a:prstGeom>
            <a:noFill/>
            <a:ln w="19050">
              <a:solidFill>
                <a:srgbClr val="660033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4" name="Line 125">
              <a:extLst>
                <a:ext uri="{FF2B5EF4-FFF2-40B4-BE49-F238E27FC236}">
                  <a16:creationId xmlns:a16="http://schemas.microsoft.com/office/drawing/2014/main" id="{87C7B83F-11EC-4BAD-DDBD-E6C9C2EAF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2868"/>
              <a:ext cx="624" cy="528"/>
            </a:xfrm>
            <a:prstGeom prst="line">
              <a:avLst/>
            </a:prstGeom>
            <a:noFill/>
            <a:ln w="19050">
              <a:solidFill>
                <a:srgbClr val="FF66FF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5" name="Rectangle 126">
              <a:extLst>
                <a:ext uri="{FF2B5EF4-FFF2-40B4-BE49-F238E27FC236}">
                  <a16:creationId xmlns:a16="http://schemas.microsoft.com/office/drawing/2014/main" id="{22DAE69C-70DA-33A5-3A87-416635398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840"/>
              <a:ext cx="5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>
                  <a:solidFill>
                    <a:srgbClr val="000000"/>
                  </a:solidFill>
                  <a:latin typeface="Helvetica" panose="020B0604020202020204" pitchFamily="34" charset="0"/>
                </a:rPr>
                <a:t>n</a:t>
              </a:r>
            </a:p>
          </p:txBody>
        </p:sp>
        <p:sp>
          <p:nvSpPr>
            <p:cNvPr id="45166" name="Rectangle 127">
              <a:extLst>
                <a:ext uri="{FF2B5EF4-FFF2-40B4-BE49-F238E27FC236}">
                  <a16:creationId xmlns:a16="http://schemas.microsoft.com/office/drawing/2014/main" id="{1CF48A54-E42F-0E55-F188-460CD0899A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59" y="2344"/>
              <a:ext cx="4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A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  <a:endParaRPr lang="en-US" altLang="zh-CN" sz="2400" baseline="-18000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</p:grpSp>
      <p:sp>
        <p:nvSpPr>
          <p:cNvPr id="45059" name="Text Box 128">
            <a:extLst>
              <a:ext uri="{FF2B5EF4-FFF2-40B4-BE49-F238E27FC236}">
                <a16:creationId xmlns:a16="http://schemas.microsoft.com/office/drawing/2014/main" id="{F2E7D333-2E3F-6503-423B-BDFF5FAD4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98107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谐振现象</a:t>
            </a:r>
            <a:endParaRPr lang="zh-CN" altLang="en-US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3">
            <a:extLst>
              <a:ext uri="{FF2B5EF4-FFF2-40B4-BE49-F238E27FC236}">
                <a16:creationId xmlns:a16="http://schemas.microsoft.com/office/drawing/2014/main" id="{D0F8B0D4-76E7-46D9-9AA3-904CCA895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1700213"/>
            <a:ext cx="7010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由振荡环节的幅频特性曲线可见，当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较小时，在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宋体" panose="02010600030101010101" pitchFamily="2" charset="-122"/>
              </a:rPr>
              <a:t>附近，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出现峰值，即发生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谐振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谐振峰值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>
                <a:latin typeface="Times New Roman" panose="02020603050405020304" pitchFamily="18" charset="0"/>
              </a:rPr>
              <a:t>对应的频率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solidFill>
                  <a:srgbClr val="FF0000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>
                <a:latin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谐振频率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A5ADBAA-A2C7-1032-4DBA-D84E62C2CDA9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4005263"/>
            <a:ext cx="5715000" cy="1731962"/>
            <a:chOff x="912" y="2640"/>
            <a:chExt cx="3600" cy="1091"/>
          </a:xfrm>
        </p:grpSpPr>
        <p:sp>
          <p:nvSpPr>
            <p:cNvPr id="47108" name="Rectangle 5">
              <a:extLst>
                <a:ext uri="{FF2B5EF4-FFF2-40B4-BE49-F238E27FC236}">
                  <a16:creationId xmlns:a16="http://schemas.microsoft.com/office/drawing/2014/main" id="{F0357BD6-E20D-0E52-86B0-71F50F725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662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由于：</a:t>
              </a:r>
            </a:p>
          </p:txBody>
        </p:sp>
        <p:graphicFrame>
          <p:nvGraphicFramePr>
            <p:cNvPr id="47109" name="Object 6">
              <a:extLst>
                <a:ext uri="{FF2B5EF4-FFF2-40B4-BE49-F238E27FC236}">
                  <a16:creationId xmlns:a16="http://schemas.microsoft.com/office/drawing/2014/main" id="{345062F0-CA01-2CAA-472C-B3E7F08525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2640"/>
            <a:ext cx="2857" cy="1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222500" imgH="863600" progId="Equation.3">
                    <p:embed/>
                  </p:oleObj>
                </mc:Choice>
                <mc:Fallback>
                  <p:oleObj r:id="rId3" imgW="2222500" imgH="863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640"/>
                          <a:ext cx="2857" cy="10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3">
            <a:extLst>
              <a:ext uri="{FF2B5EF4-FFF2-40B4-BE49-F238E27FC236}">
                <a16:creationId xmlns:a16="http://schemas.microsoft.com/office/drawing/2014/main" id="{C50540B9-FDE3-45C0-26C6-D152E47615DB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33375"/>
            <a:ext cx="5638800" cy="1890713"/>
            <a:chOff x="912" y="864"/>
            <a:chExt cx="3552" cy="1191"/>
          </a:xfrm>
        </p:grpSpPr>
        <p:graphicFrame>
          <p:nvGraphicFramePr>
            <p:cNvPr id="49169" name="Object 4">
              <a:extLst>
                <a:ext uri="{FF2B5EF4-FFF2-40B4-BE49-F238E27FC236}">
                  <a16:creationId xmlns:a16="http://schemas.microsoft.com/office/drawing/2014/main" id="{31314849-225B-AF72-8B9B-045676AC4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0" y="1229"/>
            <a:ext cx="3004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336800" imgH="431800" progId="Equation.3">
                    <p:embed/>
                  </p:oleObj>
                </mc:Choice>
                <mc:Fallback>
                  <p:oleObj r:id="rId3" imgW="2336800" imgH="431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0" y="1229"/>
                          <a:ext cx="3004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0" name="Rectangle 5">
              <a:extLst>
                <a:ext uri="{FF2B5EF4-FFF2-40B4-BE49-F238E27FC236}">
                  <a16:creationId xmlns:a16="http://schemas.microsoft.com/office/drawing/2014/main" id="{7364DE46-9D7C-4CFA-5639-C209BA010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864"/>
              <a:ext cx="30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  <a:r>
                <a:rPr lang="zh-CN" altLang="en-US" sz="2800">
                  <a:latin typeface="Times New Roman" panose="02020603050405020304" pitchFamily="18" charset="0"/>
                </a:rPr>
                <a:t>出现峰值相当于其分母：</a:t>
              </a:r>
              <a:endParaRPr lang="zh-CN" altLang="en-US" sz="2800">
                <a:latin typeface="宋体" panose="02010600030101010101" pitchFamily="2" charset="-122"/>
              </a:endParaRPr>
            </a:p>
          </p:txBody>
        </p:sp>
        <p:sp>
          <p:nvSpPr>
            <p:cNvPr id="49171" name="Rectangle 6">
              <a:extLst>
                <a:ext uri="{FF2B5EF4-FFF2-40B4-BE49-F238E27FC236}">
                  <a16:creationId xmlns:a16="http://schemas.microsoft.com/office/drawing/2014/main" id="{0E470077-8A18-8CB6-9982-C32035F38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" y="1728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取得极小值。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F1351013-CB53-6DE7-1825-DF09A41AF5AE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276475"/>
            <a:ext cx="4552950" cy="519113"/>
            <a:chOff x="924" y="2601"/>
            <a:chExt cx="2868" cy="327"/>
          </a:xfrm>
        </p:grpSpPr>
        <p:sp>
          <p:nvSpPr>
            <p:cNvPr id="49167" name="Rectangle 8">
              <a:extLst>
                <a:ext uri="{FF2B5EF4-FFF2-40B4-BE49-F238E27FC236}">
                  <a16:creationId xmlns:a16="http://schemas.microsoft.com/office/drawing/2014/main" id="{0BA75F86-11AD-7107-D76C-EF1919D7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601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令：</a:t>
              </a:r>
            </a:p>
          </p:txBody>
        </p:sp>
        <p:graphicFrame>
          <p:nvGraphicFramePr>
            <p:cNvPr id="49168" name="Object 9">
              <a:extLst>
                <a:ext uri="{FF2B5EF4-FFF2-40B4-BE49-F238E27FC236}">
                  <a16:creationId xmlns:a16="http://schemas.microsoft.com/office/drawing/2014/main" id="{F8AFA7FC-BF95-F495-1A1C-616A365D82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8" y="2623"/>
            <a:ext cx="220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14500" imgH="241300" progId="Equation.3">
                    <p:embed/>
                  </p:oleObj>
                </mc:Choice>
                <mc:Fallback>
                  <p:oleObj r:id="rId5" imgW="17145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2623"/>
                          <a:ext cx="2204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0263C9D-AFB3-1716-490B-C8093AE3A9D7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962275"/>
            <a:ext cx="2952750" cy="560388"/>
            <a:chOff x="924" y="2959"/>
            <a:chExt cx="1860" cy="353"/>
          </a:xfrm>
        </p:grpSpPr>
        <p:sp>
          <p:nvSpPr>
            <p:cNvPr id="49165" name="Rectangle 11">
              <a:extLst>
                <a:ext uri="{FF2B5EF4-FFF2-40B4-BE49-F238E27FC236}">
                  <a16:creationId xmlns:a16="http://schemas.microsoft.com/office/drawing/2014/main" id="{7EE7615D-7205-E5F7-6CFA-61F526D2D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985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解得：</a:t>
              </a:r>
            </a:p>
          </p:txBody>
        </p:sp>
        <p:graphicFrame>
          <p:nvGraphicFramePr>
            <p:cNvPr id="49166" name="Object 12">
              <a:extLst>
                <a:ext uri="{FF2B5EF4-FFF2-40B4-BE49-F238E27FC236}">
                  <a16:creationId xmlns:a16="http://schemas.microsoft.com/office/drawing/2014/main" id="{B6E8033D-32B5-D98C-BA93-7599BD6E63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39" y="2959"/>
            <a:ext cx="1045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12447" imgH="279279" progId="Equation.3">
                    <p:embed/>
                  </p:oleObj>
                </mc:Choice>
                <mc:Fallback>
                  <p:oleObj r:id="rId7" imgW="812447" imgH="27927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9" y="2959"/>
                          <a:ext cx="1045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2BADC979-63DF-E927-694D-5F181F4E52B1}"/>
              </a:ext>
            </a:extLst>
          </p:cNvPr>
          <p:cNvGrpSpPr>
            <a:grpSpLocks/>
          </p:cNvGrpSpPr>
          <p:nvPr/>
        </p:nvGrpSpPr>
        <p:grpSpPr bwMode="auto">
          <a:xfrm>
            <a:off x="4660900" y="2935288"/>
            <a:ext cx="3208338" cy="560387"/>
            <a:chOff x="924" y="3439"/>
            <a:chExt cx="2021" cy="353"/>
          </a:xfrm>
        </p:grpSpPr>
        <p:sp>
          <p:nvSpPr>
            <p:cNvPr id="49163" name="Rectangle 14">
              <a:extLst>
                <a:ext uri="{FF2B5EF4-FFF2-40B4-BE49-F238E27FC236}">
                  <a16:creationId xmlns:a16="http://schemas.microsoft.com/office/drawing/2014/main" id="{92F3EE00-33EA-AFB3-E46A-93C7F7140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3465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  <p:graphicFrame>
          <p:nvGraphicFramePr>
            <p:cNvPr id="49164" name="Object 15">
              <a:extLst>
                <a:ext uri="{FF2B5EF4-FFF2-40B4-BE49-F238E27FC236}">
                  <a16:creationId xmlns:a16="http://schemas.microsoft.com/office/drawing/2014/main" id="{F94B3BEB-B69C-53A9-A149-13C7278FC9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57" y="3439"/>
            <a:ext cx="1388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79500" imgH="279400" progId="Equation.3">
                    <p:embed/>
                  </p:oleObj>
                </mc:Choice>
                <mc:Fallback>
                  <p:oleObj r:id="rId9" imgW="1079500" imgH="2794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7" y="3439"/>
                          <a:ext cx="1388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72" name="Rectangle 16">
            <a:extLst>
              <a:ext uri="{FF2B5EF4-FFF2-40B4-BE49-F238E27FC236}">
                <a16:creationId xmlns:a16="http://schemas.microsoft.com/office/drawing/2014/main" id="{13849AEC-4464-C04A-A509-E7D8CC277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838" y="3571875"/>
            <a:ext cx="7010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显然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r </a:t>
            </a:r>
            <a:r>
              <a:rPr lang="zh-CN" altLang="en-US" sz="2800">
                <a:latin typeface="Times New Roman" panose="02020603050405020304" pitchFamily="18" charset="0"/>
              </a:rPr>
              <a:t>应大于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，由此可得振荡环节出现谐振的条件为：</a:t>
            </a:r>
          </a:p>
        </p:txBody>
      </p:sp>
      <p:graphicFrame>
        <p:nvGraphicFramePr>
          <p:cNvPr id="45073" name="Object 17">
            <a:extLst>
              <a:ext uri="{FF2B5EF4-FFF2-40B4-BE49-F238E27FC236}">
                <a16:creationId xmlns:a16="http://schemas.microsoft.com/office/drawing/2014/main" id="{87C97FEB-5F30-9227-3B57-B104B0FE4A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4365625"/>
          <a:ext cx="2362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04900" imgH="241300" progId="Equation.3">
                  <p:embed/>
                </p:oleObj>
              </mc:Choice>
              <mc:Fallback>
                <p:oleObj r:id="rId11" imgW="1104900" imgH="241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365625"/>
                        <a:ext cx="23622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244D7D41-C2C7-ED18-D911-039B99594E05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5013325"/>
            <a:ext cx="5294313" cy="1128713"/>
            <a:chOff x="-1171" y="1231"/>
            <a:chExt cx="3335" cy="711"/>
          </a:xfrm>
        </p:grpSpPr>
        <p:sp>
          <p:nvSpPr>
            <p:cNvPr id="49161" name="Rectangle 4">
              <a:extLst>
                <a:ext uri="{FF2B5EF4-FFF2-40B4-BE49-F238E27FC236}">
                  <a16:creationId xmlns:a16="http://schemas.microsoft.com/office/drawing/2014/main" id="{16285B65-6682-8987-6E30-74EE8A596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71" y="1231"/>
              <a:ext cx="1236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谐振峰值：</a:t>
              </a:r>
            </a:p>
          </p:txBody>
        </p:sp>
        <p:graphicFrame>
          <p:nvGraphicFramePr>
            <p:cNvPr id="49162" name="Object 5">
              <a:extLst>
                <a:ext uri="{FF2B5EF4-FFF2-40B4-BE49-F238E27FC236}">
                  <a16:creationId xmlns:a16="http://schemas.microsoft.com/office/drawing/2014/main" id="{9FB6EDE2-3120-3DCC-FCB0-7F96EF8252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" y="1321"/>
            <a:ext cx="2155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600200" imgH="469900" progId="Equation.3">
                    <p:embed/>
                  </p:oleObj>
                </mc:Choice>
                <mc:Fallback>
                  <p:oleObj r:id="rId13" imgW="1600200" imgH="469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" y="1321"/>
                          <a:ext cx="2155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BD9FA6-8FC4-61A3-544E-6F6E44574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575" y="1831975"/>
            <a:ext cx="5087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6.</a:t>
            </a:r>
            <a:r>
              <a:rPr lang="zh-CN" altLang="en-US" sz="2800" b="1">
                <a:latin typeface="Times New Roman" panose="02020603050405020304" pitchFamily="18" charset="0"/>
              </a:rPr>
              <a:t>一阶微分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en-US" altLang="zh-CN" sz="2800" b="1">
                <a:latin typeface="Times New Roman" panose="02020603050405020304" pitchFamily="18" charset="0"/>
              </a:rPr>
              <a:t>Nyquist</a:t>
            </a:r>
            <a:r>
              <a:rPr lang="zh-CN" altLang="en-US" sz="2800" b="1">
                <a:latin typeface="Times New Roman" panose="02020603050405020304" pitchFamily="18" charset="0"/>
              </a:rPr>
              <a:t>图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1EF7FA3-54E9-8610-37D3-166FB5FF5512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470150"/>
            <a:ext cx="5867400" cy="519113"/>
            <a:chOff x="1056" y="1335"/>
            <a:chExt cx="3696" cy="327"/>
          </a:xfrm>
        </p:grpSpPr>
        <p:sp>
          <p:nvSpPr>
            <p:cNvPr id="51211" name="Rectangle 4">
              <a:extLst>
                <a:ext uri="{FF2B5EF4-FFF2-40B4-BE49-F238E27FC236}">
                  <a16:creationId xmlns:a16="http://schemas.microsoft.com/office/drawing/2014/main" id="{AC3060CE-3D8D-83B3-DCF6-A6FE0E8DC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3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51212" name="Object 5">
              <a:extLst>
                <a:ext uri="{FF2B5EF4-FFF2-40B4-BE49-F238E27FC236}">
                  <a16:creationId xmlns:a16="http://schemas.microsoft.com/office/drawing/2014/main" id="{6E2611AC-E6B7-E0E0-C93E-DF22B0D5D6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392"/>
            <a:ext cx="99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74364" imgH="203112" progId="Equation.3">
                    <p:embed/>
                  </p:oleObj>
                </mc:Choice>
                <mc:Fallback>
                  <p:oleObj r:id="rId3" imgW="774364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392"/>
                          <a:ext cx="99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F3279FCA-1C3B-0FE5-6977-2A51453EF0F8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3079750"/>
            <a:ext cx="7010400" cy="581025"/>
            <a:chOff x="1056" y="1794"/>
            <a:chExt cx="4416" cy="366"/>
          </a:xfrm>
        </p:grpSpPr>
        <p:sp>
          <p:nvSpPr>
            <p:cNvPr id="51209" name="Rectangle 7">
              <a:extLst>
                <a:ext uri="{FF2B5EF4-FFF2-40B4-BE49-F238E27FC236}">
                  <a16:creationId xmlns:a16="http://schemas.microsoft.com/office/drawing/2014/main" id="{E44659CC-C482-D316-6CE1-DB6B7151F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1210" name="Object 8">
              <a:extLst>
                <a:ext uri="{FF2B5EF4-FFF2-40B4-BE49-F238E27FC236}">
                  <a16:creationId xmlns:a16="http://schemas.microsoft.com/office/drawing/2014/main" id="{59DE24C0-72B7-8F32-2825-66E2868306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794"/>
            <a:ext cx="302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336800" imgH="266700" progId="Equation.3">
                    <p:embed/>
                  </p:oleObj>
                </mc:Choice>
                <mc:Fallback>
                  <p:oleObj r:id="rId5" imgW="2336800" imgH="2667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794"/>
                          <a:ext cx="3024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84809CAC-BC34-7543-19B8-4E301F7209AC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3741738"/>
            <a:ext cx="5257800" cy="604837"/>
            <a:chOff x="1056" y="1940"/>
            <a:chExt cx="3312" cy="381"/>
          </a:xfrm>
        </p:grpSpPr>
        <p:sp>
          <p:nvSpPr>
            <p:cNvPr id="51207" name="Rectangle 10">
              <a:extLst>
                <a:ext uri="{FF2B5EF4-FFF2-40B4-BE49-F238E27FC236}">
                  <a16:creationId xmlns:a16="http://schemas.microsoft.com/office/drawing/2014/main" id="{D9188182-39E4-26F7-F5CA-EC7D542F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91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1208" name="Object 11">
              <a:extLst>
                <a:ext uri="{FF2B5EF4-FFF2-40B4-BE49-F238E27FC236}">
                  <a16:creationId xmlns:a16="http://schemas.microsoft.com/office/drawing/2014/main" id="{A5C25144-C3ED-EFC7-71AD-A1AE0CED90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940"/>
            <a:ext cx="163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143000" imgH="266700" progId="Equation.3">
                    <p:embed/>
                  </p:oleObj>
                </mc:Choice>
                <mc:Fallback>
                  <p:oleObj r:id="rId7" imgW="1143000" imgH="2667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940"/>
                          <a:ext cx="1632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6A562412-FE17-439E-F1ED-6DB69A0C4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4370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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A1A2ADC0-4F62-730B-ACF4-0C2D9FC247C2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514600"/>
            <a:ext cx="4467225" cy="3505200"/>
            <a:chOff x="1488" y="1488"/>
            <a:chExt cx="2239" cy="1968"/>
          </a:xfrm>
        </p:grpSpPr>
        <p:sp>
          <p:nvSpPr>
            <p:cNvPr id="53257" name="Line 4">
              <a:extLst>
                <a:ext uri="{FF2B5EF4-FFF2-40B4-BE49-F238E27FC236}">
                  <a16:creationId xmlns:a16="http://schemas.microsoft.com/office/drawing/2014/main" id="{DA17CF1E-DDB3-85E1-0C7E-D0F58F36AF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584"/>
              <a:ext cx="0" cy="187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5">
              <a:extLst>
                <a:ext uri="{FF2B5EF4-FFF2-40B4-BE49-F238E27FC236}">
                  <a16:creationId xmlns:a16="http://schemas.microsoft.com/office/drawing/2014/main" id="{56705B60-E275-25A0-1E6F-89DAF731D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7" y="3024"/>
              <a:ext cx="215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Text Box 6">
              <a:extLst>
                <a:ext uri="{FF2B5EF4-FFF2-40B4-BE49-F238E27FC236}">
                  <a16:creationId xmlns:a16="http://schemas.microsoft.com/office/drawing/2014/main" id="{3E9F6EAA-5C0D-C61C-C707-8B1A6F71D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2784"/>
              <a:ext cx="16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3260" name="Text Box 7">
              <a:extLst>
                <a:ext uri="{FF2B5EF4-FFF2-40B4-BE49-F238E27FC236}">
                  <a16:creationId xmlns:a16="http://schemas.microsoft.com/office/drawing/2014/main" id="{B851BA12-D5B1-BE1F-16AA-91168641A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2736"/>
              <a:ext cx="253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53261" name="Text Box 8">
              <a:extLst>
                <a:ext uri="{FF2B5EF4-FFF2-40B4-BE49-F238E27FC236}">
                  <a16:creationId xmlns:a16="http://schemas.microsoft.com/office/drawing/2014/main" id="{6152C9C2-218B-3913-5384-6E76F610D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488"/>
              <a:ext cx="254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53262" name="Text Box 9">
              <a:extLst>
                <a:ext uri="{FF2B5EF4-FFF2-40B4-BE49-F238E27FC236}">
                  <a16:creationId xmlns:a16="http://schemas.microsoft.com/office/drawing/2014/main" id="{D1E87BCB-89EE-484B-7CF3-918ECC9B3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" y="2784"/>
              <a:ext cx="39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53263" name="Text Box 10">
              <a:extLst>
                <a:ext uri="{FF2B5EF4-FFF2-40B4-BE49-F238E27FC236}">
                  <a16:creationId xmlns:a16="http://schemas.microsoft.com/office/drawing/2014/main" id="{55E93B4C-0AB6-7D0B-D44E-F1F45BA41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1584"/>
              <a:ext cx="430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3264" name="Line 11">
              <a:extLst>
                <a:ext uri="{FF2B5EF4-FFF2-40B4-BE49-F238E27FC236}">
                  <a16:creationId xmlns:a16="http://schemas.microsoft.com/office/drawing/2014/main" id="{C4EE4F41-21A7-EC65-4B7F-39F702331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728"/>
              <a:ext cx="0" cy="1296"/>
            </a:xfrm>
            <a:prstGeom prst="line">
              <a:avLst/>
            </a:prstGeom>
            <a:noFill/>
            <a:ln w="444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5" name="Line 12">
              <a:extLst>
                <a:ext uri="{FF2B5EF4-FFF2-40B4-BE49-F238E27FC236}">
                  <a16:creationId xmlns:a16="http://schemas.microsoft.com/office/drawing/2014/main" id="{8EA974B9-5527-EEE0-9F62-EC88685613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743077">
              <a:off x="2735" y="1968"/>
              <a:ext cx="1" cy="144"/>
            </a:xfrm>
            <a:prstGeom prst="line">
              <a:avLst/>
            </a:prstGeom>
            <a:noFill/>
            <a:ln w="31750">
              <a:solidFill>
                <a:srgbClr val="CC33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6" name="Line 13">
              <a:extLst>
                <a:ext uri="{FF2B5EF4-FFF2-40B4-BE49-F238E27FC236}">
                  <a16:creationId xmlns:a16="http://schemas.microsoft.com/office/drawing/2014/main" id="{B2F410F1-184D-9B5B-4F42-A78CC10BF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2208"/>
              <a:ext cx="912" cy="81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267" name="Object 14">
              <a:extLst>
                <a:ext uri="{FF2B5EF4-FFF2-40B4-BE49-F238E27FC236}">
                  <a16:creationId xmlns:a16="http://schemas.microsoft.com/office/drawing/2014/main" id="{56DB00D5-9BB1-1F26-589A-5302C9A8C0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1855"/>
            <a:ext cx="86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72808" imgH="253890" progId="Equation.3">
                    <p:embed/>
                  </p:oleObj>
                </mc:Choice>
                <mc:Fallback>
                  <p:oleObj r:id="rId3" imgW="672808" imgH="25389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855"/>
                          <a:ext cx="86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8" name="Line 15">
              <a:extLst>
                <a:ext uri="{FF2B5EF4-FFF2-40B4-BE49-F238E27FC236}">
                  <a16:creationId xmlns:a16="http://schemas.microsoft.com/office/drawing/2014/main" id="{F3EDB6A0-FD9D-2E73-186A-5EE567839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60"/>
              <a:ext cx="192" cy="3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9" name="Arc 16">
              <a:extLst>
                <a:ext uri="{FF2B5EF4-FFF2-40B4-BE49-F238E27FC236}">
                  <a16:creationId xmlns:a16="http://schemas.microsoft.com/office/drawing/2014/main" id="{F32F4D23-F6F3-7638-1F6C-45BE4F9729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54737" flipV="1">
              <a:off x="2112" y="2688"/>
              <a:ext cx="192" cy="357"/>
            </a:xfrm>
            <a:custGeom>
              <a:avLst/>
              <a:gdLst>
                <a:gd name="T0" fmla="*/ 1 w 21600"/>
                <a:gd name="T1" fmla="*/ 0 h 32066"/>
                <a:gd name="T2" fmla="*/ 2 w 21600"/>
                <a:gd name="T3" fmla="*/ 2 h 32066"/>
                <a:gd name="T4" fmla="*/ 1 w 21600"/>
                <a:gd name="T5" fmla="*/ 4 h 32066"/>
                <a:gd name="T6" fmla="*/ 1 w 21600"/>
                <a:gd name="T7" fmla="*/ 0 h 32066"/>
                <a:gd name="T8" fmla="*/ 2 w 21600"/>
                <a:gd name="T9" fmla="*/ 2 h 32066"/>
                <a:gd name="T10" fmla="*/ 1 w 21600"/>
                <a:gd name="T11" fmla="*/ 4 h 32066"/>
                <a:gd name="T12" fmla="*/ 0 w 21600"/>
                <a:gd name="T13" fmla="*/ 2 h 32066"/>
                <a:gd name="T14" fmla="*/ 1 w 21600"/>
                <a:gd name="T15" fmla="*/ 0 h 320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32066" fill="none">
                  <a:moveTo>
                    <a:pt x="14156" y="0"/>
                  </a:moveTo>
                  <a:cubicBezTo>
                    <a:pt x="18884" y="4102"/>
                    <a:pt x="21600" y="10054"/>
                    <a:pt x="21600" y="16314"/>
                  </a:cubicBezTo>
                  <a:cubicBezTo>
                    <a:pt x="21600" y="22281"/>
                    <a:pt x="19131" y="27982"/>
                    <a:pt x="14779" y="32065"/>
                  </a:cubicBezTo>
                </a:path>
                <a:path w="21600" h="32066" stroke="0">
                  <a:moveTo>
                    <a:pt x="14156" y="0"/>
                  </a:moveTo>
                  <a:cubicBezTo>
                    <a:pt x="18884" y="4102"/>
                    <a:pt x="21600" y="10054"/>
                    <a:pt x="21600" y="16314"/>
                  </a:cubicBezTo>
                  <a:cubicBezTo>
                    <a:pt x="21600" y="22281"/>
                    <a:pt x="19131" y="27982"/>
                    <a:pt x="14779" y="32065"/>
                  </a:cubicBezTo>
                  <a:lnTo>
                    <a:pt x="0" y="16314"/>
                  </a:lnTo>
                  <a:lnTo>
                    <a:pt x="14156" y="0"/>
                  </a:lnTo>
                  <a:close/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0" name="Text Box 17">
              <a:extLst>
                <a:ext uri="{FF2B5EF4-FFF2-40B4-BE49-F238E27FC236}">
                  <a16:creationId xmlns:a16="http://schemas.microsoft.com/office/drawing/2014/main" id="{418258AD-2C89-E386-0FA4-DEC8F5C1E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024"/>
              <a:ext cx="56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arctg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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3271" name="Line 18">
              <a:extLst>
                <a:ext uri="{FF2B5EF4-FFF2-40B4-BE49-F238E27FC236}">
                  <a16:creationId xmlns:a16="http://schemas.microsoft.com/office/drawing/2014/main" id="{5DD450EC-A615-9EC4-C788-A7234788E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928"/>
              <a:ext cx="0" cy="9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2" name="Line 19">
              <a:extLst>
                <a:ext uri="{FF2B5EF4-FFF2-40B4-BE49-F238E27FC236}">
                  <a16:creationId xmlns:a16="http://schemas.microsoft.com/office/drawing/2014/main" id="{F0E8426F-AA5D-612D-3C8A-E5932D4BE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928"/>
              <a:ext cx="9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3" name="Text Box 20">
              <a:extLst>
                <a:ext uri="{FF2B5EF4-FFF2-40B4-BE49-F238E27FC236}">
                  <a16:creationId xmlns:a16="http://schemas.microsoft.com/office/drawing/2014/main" id="{331ADD34-4967-1748-2878-D6FDF0DD4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2976"/>
              <a:ext cx="16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0B26E78E-D04B-8E91-2CCF-C943C7E7CE9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605088"/>
            <a:ext cx="5257800" cy="1052512"/>
            <a:chOff x="1056" y="1641"/>
            <a:chExt cx="3312" cy="663"/>
          </a:xfrm>
        </p:grpSpPr>
        <p:sp>
          <p:nvSpPr>
            <p:cNvPr id="53255" name="Rectangle 22">
              <a:extLst>
                <a:ext uri="{FF2B5EF4-FFF2-40B4-BE49-F238E27FC236}">
                  <a16:creationId xmlns:a16="http://schemas.microsoft.com/office/drawing/2014/main" id="{4495D30D-BBCA-2DB7-68AF-B1007D00D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641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实频特性：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3256" name="Object 23">
              <a:extLst>
                <a:ext uri="{FF2B5EF4-FFF2-40B4-BE49-F238E27FC236}">
                  <a16:creationId xmlns:a16="http://schemas.microsoft.com/office/drawing/2014/main" id="{346429BB-7589-5661-C093-08A5E909F2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" y="1999"/>
            <a:ext cx="87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83947" imgH="203112" progId="Equation.3">
                    <p:embed/>
                  </p:oleObj>
                </mc:Choice>
                <mc:Fallback>
                  <p:oleObj r:id="rId5" imgW="583947" imgH="203112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" y="1999"/>
                          <a:ext cx="877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0128C27E-FEF2-7522-3C73-317851E7379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24288"/>
            <a:ext cx="5257800" cy="1128712"/>
            <a:chOff x="1056" y="2409"/>
            <a:chExt cx="3312" cy="711"/>
          </a:xfrm>
        </p:grpSpPr>
        <p:sp>
          <p:nvSpPr>
            <p:cNvPr id="53253" name="Rectangle 25">
              <a:extLst>
                <a:ext uri="{FF2B5EF4-FFF2-40B4-BE49-F238E27FC236}">
                  <a16:creationId xmlns:a16="http://schemas.microsoft.com/office/drawing/2014/main" id="{CBEABC1B-32A3-5D76-EC45-B1662962A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09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虚频特性：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3254" name="Object 26">
              <a:extLst>
                <a:ext uri="{FF2B5EF4-FFF2-40B4-BE49-F238E27FC236}">
                  <a16:creationId xmlns:a16="http://schemas.microsoft.com/office/drawing/2014/main" id="{50A57BBE-0CE6-5635-8D6B-8CF03EC3D1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2829"/>
            <a:ext cx="101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710891" imgH="203112" progId="Equation.3">
                    <p:embed/>
                  </p:oleObj>
                </mc:Choice>
                <mc:Fallback>
                  <p:oleObj r:id="rId7" imgW="710891" imgH="203112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2829"/>
                          <a:ext cx="101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FAE57AE0-DB32-3EF6-A5DF-6F52DAA8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25538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7. </a:t>
            </a:r>
            <a:r>
              <a:rPr lang="zh-CN" altLang="en-US" sz="2800" b="1">
                <a:latin typeface="Times New Roman" panose="02020603050405020304" pitchFamily="18" charset="0"/>
              </a:rPr>
              <a:t>二阶微分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5B24CAE-22C5-16D8-9D9D-0213AAAE6EB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6129338" cy="542925"/>
            <a:chOff x="1056" y="1296"/>
            <a:chExt cx="3861" cy="342"/>
          </a:xfrm>
        </p:grpSpPr>
        <p:sp>
          <p:nvSpPr>
            <p:cNvPr id="55315" name="Rectangle 5">
              <a:extLst>
                <a:ext uri="{FF2B5EF4-FFF2-40B4-BE49-F238E27FC236}">
                  <a16:creationId xmlns:a16="http://schemas.microsoft.com/office/drawing/2014/main" id="{4E14B815-5D2F-62EA-4628-2369AB135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55316" name="Object 6">
              <a:extLst>
                <a:ext uri="{FF2B5EF4-FFF2-40B4-BE49-F238E27FC236}">
                  <a16:creationId xmlns:a16="http://schemas.microsoft.com/office/drawing/2014/main" id="{F556DF68-0636-5960-D98E-486DA5A7BC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8" y="1296"/>
            <a:ext cx="262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044700" imgH="241300" progId="Equation.3">
                    <p:embed/>
                  </p:oleObj>
                </mc:Choice>
                <mc:Fallback>
                  <p:oleObj r:id="rId3" imgW="20447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8" y="1296"/>
                          <a:ext cx="262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858F053B-F262-18D8-01F2-526B63EC076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43200"/>
            <a:ext cx="5638800" cy="519113"/>
            <a:chOff x="1056" y="1728"/>
            <a:chExt cx="3552" cy="327"/>
          </a:xfrm>
        </p:grpSpPr>
        <p:sp>
          <p:nvSpPr>
            <p:cNvPr id="55313" name="Rectangle 8">
              <a:extLst>
                <a:ext uri="{FF2B5EF4-FFF2-40B4-BE49-F238E27FC236}">
                  <a16:creationId xmlns:a16="http://schemas.microsoft.com/office/drawing/2014/main" id="{94F3EE46-691F-64DB-2F94-62364A99E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2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14" name="Object 9">
              <a:extLst>
                <a:ext uri="{FF2B5EF4-FFF2-40B4-BE49-F238E27FC236}">
                  <a16:creationId xmlns:a16="http://schemas.microsoft.com/office/drawing/2014/main" id="{5F77F056-46B5-1406-74A7-1E5939C0B1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0" y="1728"/>
            <a:ext cx="212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51000" imgH="241300" progId="Equation.3">
                    <p:embed/>
                  </p:oleObj>
                </mc:Choice>
                <mc:Fallback>
                  <p:oleObj r:id="rId5" imgW="16510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1728"/>
                          <a:ext cx="212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1016131-8EF6-BAF6-F60F-936FF697172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5967413" cy="561975"/>
            <a:chOff x="1056" y="2160"/>
            <a:chExt cx="3759" cy="354"/>
          </a:xfrm>
        </p:grpSpPr>
        <p:sp>
          <p:nvSpPr>
            <p:cNvPr id="55311" name="Rectangle 11">
              <a:extLst>
                <a:ext uri="{FF2B5EF4-FFF2-40B4-BE49-F238E27FC236}">
                  <a16:creationId xmlns:a16="http://schemas.microsoft.com/office/drawing/2014/main" id="{A808FBF8-E24B-8F29-1DEA-90AB0FE46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8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12" name="Object 12">
              <a:extLst>
                <a:ext uri="{FF2B5EF4-FFF2-40B4-BE49-F238E27FC236}">
                  <a16:creationId xmlns:a16="http://schemas.microsoft.com/office/drawing/2014/main" id="{FB15007D-DA34-2E38-DD3F-D1B2F2EC4F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1" y="2160"/>
            <a:ext cx="2514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955800" imgH="279400" progId="Equation.3">
                    <p:embed/>
                  </p:oleObj>
                </mc:Choice>
                <mc:Fallback>
                  <p:oleObj r:id="rId7" imgW="1955800" imgH="279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" y="2160"/>
                          <a:ext cx="2514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6C2108E5-BDC9-09EB-32B3-74FBD4DB2D2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114800"/>
            <a:ext cx="5638800" cy="790575"/>
            <a:chOff x="1056" y="2592"/>
            <a:chExt cx="3552" cy="498"/>
          </a:xfrm>
        </p:grpSpPr>
        <p:sp>
          <p:nvSpPr>
            <p:cNvPr id="55309" name="Rectangle 14">
              <a:extLst>
                <a:ext uri="{FF2B5EF4-FFF2-40B4-BE49-F238E27FC236}">
                  <a16:creationId xmlns:a16="http://schemas.microsoft.com/office/drawing/2014/main" id="{5DE2F264-DBDD-8235-D5AE-BB060339D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69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10" name="Object 15">
              <a:extLst>
                <a:ext uri="{FF2B5EF4-FFF2-40B4-BE49-F238E27FC236}">
                  <a16:creationId xmlns:a16="http://schemas.microsoft.com/office/drawing/2014/main" id="{51DDF162-1B4E-9A15-41DA-A8F8D71DAB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3" y="2592"/>
            <a:ext cx="1780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84300" imgH="393700" progId="Equation.3">
                    <p:embed/>
                  </p:oleObj>
                </mc:Choice>
                <mc:Fallback>
                  <p:oleObj r:id="rId9" imgW="1384300" imgH="3937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3" y="2592"/>
                          <a:ext cx="1780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6FE3FACF-6BA4-DCA9-BBDD-D60EBBC210D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041900"/>
            <a:ext cx="5638800" cy="520700"/>
            <a:chOff x="1056" y="3176"/>
            <a:chExt cx="3552" cy="328"/>
          </a:xfrm>
        </p:grpSpPr>
        <p:sp>
          <p:nvSpPr>
            <p:cNvPr id="55307" name="Rectangle 17">
              <a:extLst>
                <a:ext uri="{FF2B5EF4-FFF2-40B4-BE49-F238E27FC236}">
                  <a16:creationId xmlns:a16="http://schemas.microsoft.com/office/drawing/2014/main" id="{E3B51B67-235B-5328-EB18-A4336923B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7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实频特性：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5308" name="Object 18">
              <a:extLst>
                <a:ext uri="{FF2B5EF4-FFF2-40B4-BE49-F238E27FC236}">
                  <a16:creationId xmlns:a16="http://schemas.microsoft.com/office/drawing/2014/main" id="{2974299F-1B1C-A185-BB95-16EBB39DE9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7" y="3176"/>
            <a:ext cx="1323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028700" imgH="228600" progId="Equation.3">
                    <p:embed/>
                  </p:oleObj>
                </mc:Choice>
                <mc:Fallback>
                  <p:oleObj r:id="rId11" imgW="102870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7" y="3176"/>
                          <a:ext cx="1323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9">
            <a:extLst>
              <a:ext uri="{FF2B5EF4-FFF2-40B4-BE49-F238E27FC236}">
                <a16:creationId xmlns:a16="http://schemas.microsoft.com/office/drawing/2014/main" id="{2E67E694-23B7-4845-72E5-DA43A6D6D29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653088"/>
            <a:ext cx="5638800" cy="519112"/>
            <a:chOff x="1056" y="3561"/>
            <a:chExt cx="3552" cy="327"/>
          </a:xfrm>
        </p:grpSpPr>
        <p:graphicFrame>
          <p:nvGraphicFramePr>
            <p:cNvPr id="55305" name="Object 20">
              <a:extLst>
                <a:ext uri="{FF2B5EF4-FFF2-40B4-BE49-F238E27FC236}">
                  <a16:creationId xmlns:a16="http://schemas.microsoft.com/office/drawing/2014/main" id="{3A51D48D-5901-295D-84C6-B4DFD05641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12" y="3624"/>
            <a:ext cx="109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850531" imgH="203112" progId="Equation.3">
                    <p:embed/>
                  </p:oleObj>
                </mc:Choice>
                <mc:Fallback>
                  <p:oleObj r:id="rId13" imgW="850531" imgH="203112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2" y="3624"/>
                          <a:ext cx="109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6" name="Rectangle 21">
              <a:extLst>
                <a:ext uri="{FF2B5EF4-FFF2-40B4-BE49-F238E27FC236}">
                  <a16:creationId xmlns:a16="http://schemas.microsoft.com/office/drawing/2014/main" id="{CD5CBDC5-6C57-2085-2AC0-43B82401A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561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虚频特性：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7" name="Object 3">
            <a:extLst>
              <a:ext uri="{FF2B5EF4-FFF2-40B4-BE49-F238E27FC236}">
                <a16:creationId xmlns:a16="http://schemas.microsoft.com/office/drawing/2014/main" id="{36E01592-2DDC-94DC-5B87-C45D5A275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3789363"/>
          <a:ext cx="20462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02865" imgH="203112" progId="Equation.3">
                  <p:embed/>
                </p:oleObj>
              </mc:Choice>
              <mc:Fallback>
                <p:oleObj r:id="rId3" imgW="1002865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89363"/>
                        <a:ext cx="20462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>
            <a:extLst>
              <a:ext uri="{FF2B5EF4-FFF2-40B4-BE49-F238E27FC236}">
                <a16:creationId xmlns:a16="http://schemas.microsoft.com/office/drawing/2014/main" id="{B0F31CC3-8EA9-A8F9-E948-A335981EDA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9363"/>
          <a:ext cx="21764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66337" imgH="203112" progId="Equation.3">
                  <p:embed/>
                </p:oleObj>
              </mc:Choice>
              <mc:Fallback>
                <p:oleObj r:id="rId5" imgW="106633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9363"/>
                        <a:ext cx="21764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>
            <a:extLst>
              <a:ext uri="{FF2B5EF4-FFF2-40B4-BE49-F238E27FC236}">
                <a16:creationId xmlns:a16="http://schemas.microsoft.com/office/drawing/2014/main" id="{FA6101E3-DB62-8892-A5E3-71A5C6044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068638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r>
              <a:rPr lang="zh-CN" altLang="en-US" sz="2800">
                <a:latin typeface="宋体" panose="02010600030101010101" pitchFamily="2" charset="-122"/>
              </a:rPr>
              <a:t>时 </a:t>
            </a:r>
          </a:p>
        </p:txBody>
      </p:sp>
      <p:graphicFrame>
        <p:nvGraphicFramePr>
          <p:cNvPr id="52230" name="Object 6">
            <a:extLst>
              <a:ext uri="{FF2B5EF4-FFF2-40B4-BE49-F238E27FC236}">
                <a16:creationId xmlns:a16="http://schemas.microsoft.com/office/drawing/2014/main" id="{9AE01D91-652C-0974-A833-83865CF6C9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868863"/>
          <a:ext cx="13731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72808" imgH="203112" progId="Equation.3">
                  <p:embed/>
                </p:oleObj>
              </mc:Choice>
              <mc:Fallback>
                <p:oleObj r:id="rId7" imgW="672808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868863"/>
                        <a:ext cx="13731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>
            <a:extLst>
              <a:ext uri="{FF2B5EF4-FFF2-40B4-BE49-F238E27FC236}">
                <a16:creationId xmlns:a16="http://schemas.microsoft.com/office/drawing/2014/main" id="{CE77547F-4F79-CD11-1CDD-4DA75E957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797425"/>
          <a:ext cx="14509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10891" imgH="203112" progId="Equation.3">
                  <p:embed/>
                </p:oleObj>
              </mc:Choice>
              <mc:Fallback>
                <p:oleObj r:id="rId9" imgW="710891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797425"/>
                        <a:ext cx="14509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Text Box 8">
            <a:extLst>
              <a:ext uri="{FF2B5EF4-FFF2-40B4-BE49-F238E27FC236}">
                <a16:creationId xmlns:a16="http://schemas.microsoft.com/office/drawing/2014/main" id="{20FE804F-578E-3BAA-45B2-76E6A950D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221163"/>
            <a:ext cx="7010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1/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zh-CN" altLang="en-US" sz="2800">
                <a:latin typeface="宋体" panose="02010600030101010101" pitchFamily="2" charset="-122"/>
              </a:rPr>
              <a:t>时 </a:t>
            </a:r>
          </a:p>
        </p:txBody>
      </p:sp>
      <p:graphicFrame>
        <p:nvGraphicFramePr>
          <p:cNvPr id="52233" name="Object 9">
            <a:extLst>
              <a:ext uri="{FF2B5EF4-FFF2-40B4-BE49-F238E27FC236}">
                <a16:creationId xmlns:a16="http://schemas.microsoft.com/office/drawing/2014/main" id="{01C986DB-AD3D-498E-F91A-A6F9058E98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805488"/>
          <a:ext cx="126841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22030" imgH="203112" progId="Equation.3">
                  <p:embed/>
                </p:oleObj>
              </mc:Choice>
              <mc:Fallback>
                <p:oleObj r:id="rId11" imgW="622030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805488"/>
                        <a:ext cx="126841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>
            <a:extLst>
              <a:ext uri="{FF2B5EF4-FFF2-40B4-BE49-F238E27FC236}">
                <a16:creationId xmlns:a16="http://schemas.microsoft.com/office/drawing/2014/main" id="{A50228F0-BC10-332C-0D53-127E0DABB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734050"/>
          <a:ext cx="157956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774364" imgH="203112" progId="Equation.3">
                  <p:embed/>
                </p:oleObj>
              </mc:Choice>
              <mc:Fallback>
                <p:oleObj r:id="rId13" imgW="774364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734050"/>
                        <a:ext cx="157956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5" name="Text Box 11">
            <a:extLst>
              <a:ext uri="{FF2B5EF4-FFF2-40B4-BE49-F238E27FC236}">
                <a16:creationId xmlns:a16="http://schemas.microsoft.com/office/drawing/2014/main" id="{ACDB0E74-DD70-1C22-FA76-323FCEF9D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22922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宋体" panose="02010600030101010101" pitchFamily="2" charset="-122"/>
              </a:rPr>
              <a:t>时 </a:t>
            </a:r>
          </a:p>
        </p:txBody>
      </p:sp>
      <p:graphicFrame>
        <p:nvGraphicFramePr>
          <p:cNvPr id="52236" name="Object 12">
            <a:extLst>
              <a:ext uri="{FF2B5EF4-FFF2-40B4-BE49-F238E27FC236}">
                <a16:creationId xmlns:a16="http://schemas.microsoft.com/office/drawing/2014/main" id="{5554342B-4129-5334-4E74-2D8E33071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1617663"/>
          <a:ext cx="3990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955800" imgH="279400" progId="Equation.3">
                  <p:embed/>
                </p:oleObj>
              </mc:Choice>
              <mc:Fallback>
                <p:oleObj r:id="rId15" imgW="1955800" imgH="279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617663"/>
                        <a:ext cx="39909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>
            <a:extLst>
              <a:ext uri="{FF2B5EF4-FFF2-40B4-BE49-F238E27FC236}">
                <a16:creationId xmlns:a16="http://schemas.microsoft.com/office/drawing/2014/main" id="{6E2F6516-EFFA-B6FE-FE14-7C07758F68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2227263"/>
          <a:ext cx="28257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384300" imgH="393700" progId="Equation.3">
                  <p:embed/>
                </p:oleObj>
              </mc:Choice>
              <mc:Fallback>
                <p:oleObj r:id="rId17" imgW="1384300" imgH="393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2227263"/>
                        <a:ext cx="28257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32" grpId="0"/>
      <p:bldP spid="522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2">
            <a:extLst>
              <a:ext uri="{FF2B5EF4-FFF2-40B4-BE49-F238E27FC236}">
                <a16:creationId xmlns:a16="http://schemas.microsoft.com/office/drawing/2014/main" id="{E5ACB305-1C20-86B5-98E0-7341EFF276A4}"/>
              </a:ext>
            </a:extLst>
          </p:cNvPr>
          <p:cNvGrpSpPr>
            <a:grpSpLocks/>
          </p:cNvGrpSpPr>
          <p:nvPr/>
        </p:nvGrpSpPr>
        <p:grpSpPr bwMode="auto">
          <a:xfrm>
            <a:off x="2044700" y="2273300"/>
            <a:ext cx="6019800" cy="3352800"/>
            <a:chOff x="1392" y="1296"/>
            <a:chExt cx="3792" cy="2112"/>
          </a:xfrm>
        </p:grpSpPr>
        <p:sp>
          <p:nvSpPr>
            <p:cNvPr id="59396" name="Freeform 3">
              <a:extLst>
                <a:ext uri="{FF2B5EF4-FFF2-40B4-BE49-F238E27FC236}">
                  <a16:creationId xmlns:a16="http://schemas.microsoft.com/office/drawing/2014/main" id="{D1F101DF-A776-33D9-940A-229D7D55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1637"/>
              <a:ext cx="3122" cy="1195"/>
            </a:xfrm>
            <a:custGeom>
              <a:avLst/>
              <a:gdLst>
                <a:gd name="T0" fmla="*/ 2713 w 3593"/>
                <a:gd name="T1" fmla="*/ 1195 h 1195"/>
                <a:gd name="T2" fmla="*/ 2713 w 3593"/>
                <a:gd name="T3" fmla="*/ 1156 h 1195"/>
                <a:gd name="T4" fmla="*/ 2709 w 3593"/>
                <a:gd name="T5" fmla="*/ 1151 h 1195"/>
                <a:gd name="T6" fmla="*/ 2709 w 3593"/>
                <a:gd name="T7" fmla="*/ 1141 h 1195"/>
                <a:gd name="T8" fmla="*/ 2705 w 3593"/>
                <a:gd name="T9" fmla="*/ 1131 h 1195"/>
                <a:gd name="T10" fmla="*/ 2701 w 3593"/>
                <a:gd name="T11" fmla="*/ 1117 h 1195"/>
                <a:gd name="T12" fmla="*/ 2698 w 3593"/>
                <a:gd name="T13" fmla="*/ 1097 h 1195"/>
                <a:gd name="T14" fmla="*/ 2687 w 3593"/>
                <a:gd name="T15" fmla="*/ 1078 h 1195"/>
                <a:gd name="T16" fmla="*/ 2675 w 3593"/>
                <a:gd name="T17" fmla="*/ 1053 h 1195"/>
                <a:gd name="T18" fmla="*/ 2658 w 3593"/>
                <a:gd name="T19" fmla="*/ 1024 h 1195"/>
                <a:gd name="T20" fmla="*/ 2632 w 3593"/>
                <a:gd name="T21" fmla="*/ 985 h 1195"/>
                <a:gd name="T22" fmla="*/ 2591 w 3593"/>
                <a:gd name="T23" fmla="*/ 941 h 1195"/>
                <a:gd name="T24" fmla="*/ 2532 w 3593"/>
                <a:gd name="T25" fmla="*/ 888 h 1195"/>
                <a:gd name="T26" fmla="*/ 2448 w 3593"/>
                <a:gd name="T27" fmla="*/ 819 h 1195"/>
                <a:gd name="T28" fmla="*/ 2323 w 3593"/>
                <a:gd name="T29" fmla="*/ 741 h 1195"/>
                <a:gd name="T30" fmla="*/ 2135 w 3593"/>
                <a:gd name="T31" fmla="*/ 644 h 1195"/>
                <a:gd name="T32" fmla="*/ 1863 w 3593"/>
                <a:gd name="T33" fmla="*/ 527 h 1195"/>
                <a:gd name="T34" fmla="*/ 1462 w 3593"/>
                <a:gd name="T35" fmla="*/ 386 h 1195"/>
                <a:gd name="T36" fmla="*/ 869 w 3593"/>
                <a:gd name="T37" fmla="*/ 210 h 1195"/>
                <a:gd name="T38" fmla="*/ 0 w 3593"/>
                <a:gd name="T39" fmla="*/ 0 h 119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593" h="1195">
                  <a:moveTo>
                    <a:pt x="3593" y="1195"/>
                  </a:moveTo>
                  <a:lnTo>
                    <a:pt x="3593" y="1156"/>
                  </a:lnTo>
                  <a:lnTo>
                    <a:pt x="3588" y="1151"/>
                  </a:lnTo>
                  <a:lnTo>
                    <a:pt x="3588" y="1141"/>
                  </a:lnTo>
                  <a:lnTo>
                    <a:pt x="3583" y="1131"/>
                  </a:lnTo>
                  <a:lnTo>
                    <a:pt x="3578" y="1117"/>
                  </a:lnTo>
                  <a:lnTo>
                    <a:pt x="3574" y="1097"/>
                  </a:lnTo>
                  <a:lnTo>
                    <a:pt x="3559" y="1078"/>
                  </a:lnTo>
                  <a:lnTo>
                    <a:pt x="3544" y="1053"/>
                  </a:lnTo>
                  <a:lnTo>
                    <a:pt x="3520" y="1024"/>
                  </a:lnTo>
                  <a:lnTo>
                    <a:pt x="3486" y="985"/>
                  </a:lnTo>
                  <a:lnTo>
                    <a:pt x="3432" y="941"/>
                  </a:lnTo>
                  <a:lnTo>
                    <a:pt x="3354" y="888"/>
                  </a:lnTo>
                  <a:lnTo>
                    <a:pt x="3242" y="819"/>
                  </a:lnTo>
                  <a:lnTo>
                    <a:pt x="3076" y="741"/>
                  </a:lnTo>
                  <a:lnTo>
                    <a:pt x="2828" y="644"/>
                  </a:lnTo>
                  <a:lnTo>
                    <a:pt x="2467" y="527"/>
                  </a:lnTo>
                  <a:lnTo>
                    <a:pt x="1936" y="386"/>
                  </a:lnTo>
                  <a:lnTo>
                    <a:pt x="1151" y="21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7" name="Line 4">
              <a:extLst>
                <a:ext uri="{FF2B5EF4-FFF2-40B4-BE49-F238E27FC236}">
                  <a16:creationId xmlns:a16="http://schemas.microsoft.com/office/drawing/2014/main" id="{BCCD7F6A-69D4-109F-5B01-BE64BC620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832"/>
              <a:ext cx="368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8" name="Line 5">
              <a:extLst>
                <a:ext uri="{FF2B5EF4-FFF2-40B4-BE49-F238E27FC236}">
                  <a16:creationId xmlns:a16="http://schemas.microsoft.com/office/drawing/2014/main" id="{3889361F-846E-7A36-678C-621FAE3DA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4" y="1392"/>
              <a:ext cx="0" cy="20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9" name="Line 6">
              <a:extLst>
                <a:ext uri="{FF2B5EF4-FFF2-40B4-BE49-F238E27FC236}">
                  <a16:creationId xmlns:a16="http://schemas.microsoft.com/office/drawing/2014/main" id="{DF5EFBBB-EED6-3110-4FA5-7BA5849153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40" y="1824"/>
              <a:ext cx="1056" cy="100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0" name="Text Box 7">
              <a:extLst>
                <a:ext uri="{FF2B5EF4-FFF2-40B4-BE49-F238E27FC236}">
                  <a16:creationId xmlns:a16="http://schemas.microsoft.com/office/drawing/2014/main" id="{57869E10-B70E-80B4-02A2-C77FA2D1F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2256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G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9401" name="Rectangle 8">
              <a:extLst>
                <a:ext uri="{FF2B5EF4-FFF2-40B4-BE49-F238E27FC236}">
                  <a16:creationId xmlns:a16="http://schemas.microsoft.com/office/drawing/2014/main" id="{68F50847-4F84-3DFA-206D-B9C09F909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2562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59402" name="Text Box 9">
              <a:extLst>
                <a:ext uri="{FF2B5EF4-FFF2-40B4-BE49-F238E27FC236}">
                  <a16:creationId xmlns:a16="http://schemas.microsoft.com/office/drawing/2014/main" id="{C877572E-0F24-E2AC-0B26-CAE25089B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278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403" name="Text Box 10">
              <a:extLst>
                <a:ext uri="{FF2B5EF4-FFF2-40B4-BE49-F238E27FC236}">
                  <a16:creationId xmlns:a16="http://schemas.microsoft.com/office/drawing/2014/main" id="{033BA41E-C559-26EF-1A09-F1B0ACDD7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78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9404" name="Rectangle 11">
              <a:extLst>
                <a:ext uri="{FF2B5EF4-FFF2-40B4-BE49-F238E27FC236}">
                  <a16:creationId xmlns:a16="http://schemas.microsoft.com/office/drawing/2014/main" id="{96993587-C234-C35B-7A96-59D9BCD62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71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9405" name="Line 12">
              <a:extLst>
                <a:ext uri="{FF2B5EF4-FFF2-40B4-BE49-F238E27FC236}">
                  <a16:creationId xmlns:a16="http://schemas.microsoft.com/office/drawing/2014/main" id="{4E52A715-4D7B-B699-FEA2-505186B5F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4" y="1728"/>
              <a:ext cx="816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Rectangle 13">
              <a:extLst>
                <a:ext uri="{FF2B5EF4-FFF2-40B4-BE49-F238E27FC236}">
                  <a16:creationId xmlns:a16="http://schemas.microsoft.com/office/drawing/2014/main" id="{A79CDBB0-ADB4-A8E2-0776-70325FD7E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563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9407" name="Rectangle 14">
              <a:extLst>
                <a:ext uri="{FF2B5EF4-FFF2-40B4-BE49-F238E27FC236}">
                  <a16:creationId xmlns:a16="http://schemas.microsoft.com/office/drawing/2014/main" id="{4169D4AE-AF6C-FFCC-2B60-B5826BCD0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6" y="2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59408" name="Rectangle 15">
              <a:extLst>
                <a:ext uri="{FF2B5EF4-FFF2-40B4-BE49-F238E27FC236}">
                  <a16:creationId xmlns:a16="http://schemas.microsoft.com/office/drawing/2014/main" id="{553A433D-CB3D-E2A5-60CE-571988186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29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59409" name="Rectangle 16">
              <a:extLst>
                <a:ext uri="{FF2B5EF4-FFF2-40B4-BE49-F238E27FC236}">
                  <a16:creationId xmlns:a16="http://schemas.microsoft.com/office/drawing/2014/main" id="{BB0C3E61-59DB-4AD2-77C5-37B204BFB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854"/>
              <a:ext cx="8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= 1/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9410" name="Rectangle 17">
              <a:extLst>
                <a:ext uri="{FF2B5EF4-FFF2-40B4-BE49-F238E27FC236}">
                  <a16:creationId xmlns:a16="http://schemas.microsoft.com/office/drawing/2014/main" id="{BD031CCE-B0DE-3BBE-B7B8-84B365222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1863"/>
              <a:ext cx="4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zh-CN" altLang="en-US" sz="2400">
                  <a:latin typeface="Times New Roman" panose="02020603050405020304" pitchFamily="18" charset="0"/>
                </a:rPr>
                <a:t>，</a:t>
              </a:r>
            </a:p>
          </p:txBody>
        </p:sp>
      </p:grpSp>
      <p:sp>
        <p:nvSpPr>
          <p:cNvPr id="59395" name="Text Box 19">
            <a:extLst>
              <a:ext uri="{FF2B5EF4-FFF2-40B4-BE49-F238E27FC236}">
                <a16:creationId xmlns:a16="http://schemas.microsoft.com/office/drawing/2014/main" id="{E8F3CDCC-A8EB-B3F8-B8AA-179A1A96C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876925"/>
            <a:ext cx="37814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二阶微分环节的</a:t>
            </a:r>
            <a:r>
              <a:rPr lang="en-US" altLang="zh-CN" sz="2400" b="1">
                <a:latin typeface="Times New Roman" panose="02020603050405020304" pitchFamily="18" charset="0"/>
              </a:rPr>
              <a:t>Nyquist</a:t>
            </a:r>
            <a:r>
              <a:rPr lang="zh-CN" altLang="en-US" sz="2400" b="1">
                <a:latin typeface="宋体" panose="02010600030101010101" pitchFamily="2" charset="-122"/>
              </a:rPr>
              <a:t>图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CCA50D0-F23B-3250-62F1-6FD5BA2AB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1752600"/>
            <a:ext cx="352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8. </a:t>
            </a:r>
            <a:r>
              <a:rPr lang="zh-CN" altLang="en-US" sz="2800" b="1">
                <a:latin typeface="Times New Roman" panose="02020603050405020304" pitchFamily="18" charset="0"/>
              </a:rPr>
              <a:t>延迟环节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2094EA4-0375-D057-AFD3-68542E86AE4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481263"/>
            <a:ext cx="5867400" cy="542925"/>
            <a:chOff x="1056" y="1563"/>
            <a:chExt cx="3696" cy="342"/>
          </a:xfrm>
        </p:grpSpPr>
        <p:sp>
          <p:nvSpPr>
            <p:cNvPr id="61453" name="Rectangle 4">
              <a:extLst>
                <a:ext uri="{FF2B5EF4-FFF2-40B4-BE49-F238E27FC236}">
                  <a16:creationId xmlns:a16="http://schemas.microsoft.com/office/drawing/2014/main" id="{CB7A17A9-1CEF-E2B7-C384-7771F4C2F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578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61454" name="Object 5">
              <a:extLst>
                <a:ext uri="{FF2B5EF4-FFF2-40B4-BE49-F238E27FC236}">
                  <a16:creationId xmlns:a16="http://schemas.microsoft.com/office/drawing/2014/main" id="{2901DA18-39F7-4C1B-E0FB-5F5A8CA4F0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0" y="1563"/>
            <a:ext cx="91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10891" imgH="241195" progId="Equation.3">
                    <p:embed/>
                  </p:oleObj>
                </mc:Choice>
                <mc:Fallback>
                  <p:oleObj r:id="rId3" imgW="710891" imgH="2411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1563"/>
                          <a:ext cx="91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A559BDB3-0987-458E-8A35-2BA99FE3797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67063"/>
            <a:ext cx="5638800" cy="519112"/>
            <a:chOff x="1056" y="1995"/>
            <a:chExt cx="3552" cy="327"/>
          </a:xfrm>
        </p:grpSpPr>
        <p:sp>
          <p:nvSpPr>
            <p:cNvPr id="61451" name="Rectangle 7">
              <a:extLst>
                <a:ext uri="{FF2B5EF4-FFF2-40B4-BE49-F238E27FC236}">
                  <a16:creationId xmlns:a16="http://schemas.microsoft.com/office/drawing/2014/main" id="{BD751D73-E6C3-632A-2843-87E0400D5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95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452" name="Object 8">
              <a:extLst>
                <a:ext uri="{FF2B5EF4-FFF2-40B4-BE49-F238E27FC236}">
                  <a16:creationId xmlns:a16="http://schemas.microsoft.com/office/drawing/2014/main" id="{36773263-C857-C762-6C49-C5F803C706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9" y="1995"/>
            <a:ext cx="122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52087" imgH="241195" progId="Equation.3">
                    <p:embed/>
                  </p:oleObj>
                </mc:Choice>
                <mc:Fallback>
                  <p:oleObj r:id="rId5" imgW="952087" imgH="24119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9" y="1995"/>
                          <a:ext cx="122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BDA79850-0813-A182-A526-400981B8B35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52863"/>
            <a:ext cx="5638800" cy="519112"/>
            <a:chOff x="1056" y="2427"/>
            <a:chExt cx="3552" cy="327"/>
          </a:xfrm>
        </p:grpSpPr>
        <p:sp>
          <p:nvSpPr>
            <p:cNvPr id="61449" name="Rectangle 10">
              <a:extLst>
                <a:ext uri="{FF2B5EF4-FFF2-40B4-BE49-F238E27FC236}">
                  <a16:creationId xmlns:a16="http://schemas.microsoft.com/office/drawing/2014/main" id="{40A194B4-39B2-4CAA-60D3-2F45092C8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2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450" name="Object 11">
              <a:extLst>
                <a:ext uri="{FF2B5EF4-FFF2-40B4-BE49-F238E27FC236}">
                  <a16:creationId xmlns:a16="http://schemas.microsoft.com/office/drawing/2014/main" id="{8947510D-3FB6-CCFC-610B-3FD688E3D2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2448"/>
            <a:ext cx="71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58558" imgH="203112" progId="Equation.3">
                    <p:embed/>
                  </p:oleObj>
                </mc:Choice>
                <mc:Fallback>
                  <p:oleObj r:id="rId7" imgW="558558" imgH="20311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48"/>
                          <a:ext cx="718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96CDBB80-F196-7D63-F6FB-BA0BA4E4FC7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510088"/>
            <a:ext cx="5995988" cy="519112"/>
            <a:chOff x="1056" y="2841"/>
            <a:chExt cx="3777" cy="327"/>
          </a:xfrm>
        </p:grpSpPr>
        <p:sp>
          <p:nvSpPr>
            <p:cNvPr id="61447" name="Rectangle 13">
              <a:extLst>
                <a:ext uri="{FF2B5EF4-FFF2-40B4-BE49-F238E27FC236}">
                  <a16:creationId xmlns:a16="http://schemas.microsoft.com/office/drawing/2014/main" id="{273DC855-950D-9255-44B4-E97C04CB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41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448" name="Object 14">
              <a:extLst>
                <a:ext uri="{FF2B5EF4-FFF2-40B4-BE49-F238E27FC236}">
                  <a16:creationId xmlns:a16="http://schemas.microsoft.com/office/drawing/2014/main" id="{73DA97A1-D9D2-B302-8304-EFEEB6F06C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" y="2863"/>
            <a:ext cx="256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993900" imgH="203200" progId="Equation.3">
                    <p:embed/>
                  </p:oleObj>
                </mc:Choice>
                <mc:Fallback>
                  <p:oleObj r:id="rId9" imgW="1993900" imgH="203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" y="2863"/>
                          <a:ext cx="256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3">
            <a:extLst>
              <a:ext uri="{FF2B5EF4-FFF2-40B4-BE49-F238E27FC236}">
                <a16:creationId xmlns:a16="http://schemas.microsoft.com/office/drawing/2014/main" id="{2812F07F-B371-31E1-F718-81B4BEBCBFC8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2133600"/>
            <a:ext cx="3308350" cy="3429000"/>
            <a:chOff x="192" y="1440"/>
            <a:chExt cx="2084" cy="2160"/>
          </a:xfrm>
        </p:grpSpPr>
        <p:grpSp>
          <p:nvGrpSpPr>
            <p:cNvPr id="63491" name="Group 4">
              <a:extLst>
                <a:ext uri="{FF2B5EF4-FFF2-40B4-BE49-F238E27FC236}">
                  <a16:creationId xmlns:a16="http://schemas.microsoft.com/office/drawing/2014/main" id="{F45CD9A3-FA43-F4BA-D7E6-705A50786D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440"/>
              <a:ext cx="2084" cy="1824"/>
              <a:chOff x="768" y="1440"/>
              <a:chExt cx="2084" cy="1824"/>
            </a:xfrm>
          </p:grpSpPr>
          <p:sp>
            <p:nvSpPr>
              <p:cNvPr id="63493" name="Line 5">
                <a:extLst>
                  <a:ext uri="{FF2B5EF4-FFF2-40B4-BE49-F238E27FC236}">
                    <a16:creationId xmlns:a16="http://schemas.microsoft.com/office/drawing/2014/main" id="{D954BBBF-3C2A-17DE-9CA4-B733980A5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448"/>
                <a:ext cx="20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4" name="Line 6">
                <a:extLst>
                  <a:ext uri="{FF2B5EF4-FFF2-40B4-BE49-F238E27FC236}">
                    <a16:creationId xmlns:a16="http://schemas.microsoft.com/office/drawing/2014/main" id="{E84B15DA-0E14-54FA-F3CB-1E04061AE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1536"/>
                <a:ext cx="0" cy="172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5" name="Oval 7">
                <a:extLst>
                  <a:ext uri="{FF2B5EF4-FFF2-40B4-BE49-F238E27FC236}">
                    <a16:creationId xmlns:a16="http://schemas.microsoft.com/office/drawing/2014/main" id="{F7ED02B1-41BA-9D4C-42E5-CD1A8F9CA3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6" y="1824"/>
                <a:ext cx="1248" cy="1248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3496" name="Line 8">
                <a:extLst>
                  <a:ext uri="{FF2B5EF4-FFF2-40B4-BE49-F238E27FC236}">
                    <a16:creationId xmlns:a16="http://schemas.microsoft.com/office/drawing/2014/main" id="{81689A33-5627-49BC-A996-08CCD04E2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1968"/>
                <a:ext cx="384" cy="48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7" name="Text Box 9">
                <a:extLst>
                  <a:ext uri="{FF2B5EF4-FFF2-40B4-BE49-F238E27FC236}">
                    <a16:creationId xmlns:a16="http://schemas.microsoft.com/office/drawing/2014/main" id="{5046895F-9406-98DB-E5AB-880FC5BDE0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8" y="240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3498" name="Text Box 10">
                <a:extLst>
                  <a:ext uri="{FF2B5EF4-FFF2-40B4-BE49-F238E27FC236}">
                    <a16:creationId xmlns:a16="http://schemas.microsoft.com/office/drawing/2014/main" id="{3AE98FD0-0144-4F60-FBAB-DE3E7589FC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96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3499" name="Freeform 11">
                <a:extLst>
                  <a:ext uri="{FF2B5EF4-FFF2-40B4-BE49-F238E27FC236}">
                    <a16:creationId xmlns:a16="http://schemas.microsoft.com/office/drawing/2014/main" id="{84F05378-F3B1-8F66-CEF4-0078D8FCA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784"/>
                <a:ext cx="384" cy="336"/>
              </a:xfrm>
              <a:custGeom>
                <a:avLst/>
                <a:gdLst>
                  <a:gd name="T0" fmla="*/ 384 w 384"/>
                  <a:gd name="T1" fmla="*/ 0 h 336"/>
                  <a:gd name="T2" fmla="*/ 240 w 384"/>
                  <a:gd name="T3" fmla="*/ 192 h 336"/>
                  <a:gd name="T4" fmla="*/ 0 w 384"/>
                  <a:gd name="T5" fmla="*/ 336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336">
                    <a:moveTo>
                      <a:pt x="384" y="0"/>
                    </a:moveTo>
                    <a:cubicBezTo>
                      <a:pt x="344" y="68"/>
                      <a:pt x="304" y="136"/>
                      <a:pt x="240" y="192"/>
                    </a:cubicBezTo>
                    <a:cubicBezTo>
                      <a:pt x="176" y="248"/>
                      <a:pt x="88" y="292"/>
                      <a:pt x="0" y="336"/>
                    </a:cubicBezTo>
                  </a:path>
                </a:pathLst>
              </a:cu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0" name="Rectangle 12">
                <a:extLst>
                  <a:ext uri="{FF2B5EF4-FFF2-40B4-BE49-F238E27FC236}">
                    <a16:creationId xmlns:a16="http://schemas.microsoft.com/office/drawing/2014/main" id="{135C1386-7043-47BB-545B-DB191A7E6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199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 =0</a:t>
                </a:r>
              </a:p>
            </p:txBody>
          </p:sp>
          <p:sp>
            <p:nvSpPr>
              <p:cNvPr id="63501" name="Text Box 13">
                <a:extLst>
                  <a:ext uri="{FF2B5EF4-FFF2-40B4-BE49-F238E27FC236}">
                    <a16:creationId xmlns:a16="http://schemas.microsoft.com/office/drawing/2014/main" id="{2A0C2FD7-1A89-782B-4473-02BB01BC79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4" y="2426"/>
                <a:ext cx="3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Re</a:t>
                </a:r>
              </a:p>
            </p:txBody>
          </p:sp>
          <p:sp>
            <p:nvSpPr>
              <p:cNvPr id="63502" name="Text Box 14">
                <a:extLst>
                  <a:ext uri="{FF2B5EF4-FFF2-40B4-BE49-F238E27FC236}">
                    <a16:creationId xmlns:a16="http://schemas.microsoft.com/office/drawing/2014/main" id="{F8E88719-897C-259E-F365-60C3E3F476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" y="144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Im</a:t>
                </a:r>
              </a:p>
            </p:txBody>
          </p:sp>
          <p:sp>
            <p:nvSpPr>
              <p:cNvPr id="63503" name="Rectangle 15">
                <a:extLst>
                  <a:ext uri="{FF2B5EF4-FFF2-40B4-BE49-F238E27FC236}">
                    <a16:creationId xmlns:a16="http://schemas.microsoft.com/office/drawing/2014/main" id="{DC9B81F2-75DF-13FF-BC00-5890C4C95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880"/>
                <a:ext cx="2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3492" name="Rectangle 16">
              <a:extLst>
                <a:ext uri="{FF2B5EF4-FFF2-40B4-BE49-F238E27FC236}">
                  <a16:creationId xmlns:a16="http://schemas.microsoft.com/office/drawing/2014/main" id="{1277A346-ABA5-32E7-1360-76A56C293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312"/>
              <a:ext cx="14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Nyquist Diagram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7" name="Rectangle 5">
            <a:extLst>
              <a:ext uri="{FF2B5EF4-FFF2-40B4-BE49-F238E27FC236}">
                <a16:creationId xmlns:a16="http://schemas.microsoft.com/office/drawing/2014/main" id="{1F4ACCAD-E138-17A7-68AC-99E19236E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7" y="1681559"/>
            <a:ext cx="70866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</a:rPr>
              <a:t>Bode</a:t>
            </a:r>
            <a:r>
              <a:rPr lang="zh-CN" altLang="en-US" sz="2800" dirty="0">
                <a:latin typeface="宋体" panose="02010600030101010101" pitchFamily="2" charset="-122"/>
              </a:rPr>
              <a:t>图（对数频率特性图）中，由于横坐标采用了对数分度，因此</a:t>
            </a:r>
            <a:r>
              <a:rPr lang="zh-CN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dirty="0">
                <a:latin typeface="Times New Roman" panose="02020603050405020304" pitchFamily="18" charset="0"/>
              </a:rPr>
              <a:t>=0 </a:t>
            </a:r>
            <a:r>
              <a:rPr lang="zh-CN" altLang="en-US" sz="2800" dirty="0">
                <a:latin typeface="宋体" panose="02010600030101010101" pitchFamily="2" charset="-122"/>
              </a:rPr>
              <a:t>不可能在横坐标上表示出来，横坐标上表示的最低频率由所感兴趣的频率范围确定；</a:t>
            </a:r>
            <a:r>
              <a:rPr lang="zh-CN" altLang="en-US" sz="2800" dirty="0">
                <a:latin typeface="Times New Roman" panose="02020603050405020304" pitchFamily="18" charset="0"/>
              </a:rPr>
              <a:t> 此外，横坐标一般只标注</a:t>
            </a:r>
            <a:r>
              <a:rPr lang="zh-CN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dirty="0">
                <a:latin typeface="Times New Roman" panose="02020603050405020304" pitchFamily="18" charset="0"/>
              </a:rPr>
              <a:t>的自然数值；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83DDA07-53F8-C08F-0547-BB542ABFB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81075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Times New Roman" panose="02020603050405020304" pitchFamily="18" charset="0"/>
              </a:rPr>
              <a:t>图及其坐标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8BF67239-A693-4EC0-1EC2-3CAF9F0F1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" t="5478" r="2759" b="1369"/>
          <a:stretch>
            <a:fillRect/>
          </a:stretch>
        </p:blipFill>
        <p:spPr bwMode="auto">
          <a:xfrm>
            <a:off x="1979712" y="4071136"/>
            <a:ext cx="4968552" cy="278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C8F29A0-62F1-7D6C-1030-040B41FA52C3}"/>
              </a:ext>
            </a:extLst>
          </p:cNvPr>
          <p:cNvCxnSpPr/>
          <p:nvPr/>
        </p:nvCxnSpPr>
        <p:spPr>
          <a:xfrm flipH="1">
            <a:off x="5940152" y="5013176"/>
            <a:ext cx="216024" cy="28803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6F7D9D1-5F19-BAF9-763E-AED14269D75A}"/>
              </a:ext>
            </a:extLst>
          </p:cNvPr>
          <p:cNvSpPr txBox="1"/>
          <p:nvPr/>
        </p:nvSpPr>
        <p:spPr>
          <a:xfrm>
            <a:off x="5613097" y="4725144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-40 dB/dec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7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>
            <a:extLst>
              <a:ext uri="{FF2B5EF4-FFF2-40B4-BE49-F238E27FC236}">
                <a16:creationId xmlns:a16="http://schemas.microsoft.com/office/drawing/2014/main" id="{7F5B2607-E8F8-9685-9538-5BDEC54CD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981075"/>
            <a:ext cx="7086600" cy="352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在对数频率特性图中，角频率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变化的倍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数往往比其变化的数值更有意义。为此通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常采用频率比的概念：频率变化十倍的区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间称为一个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十倍频程</a:t>
            </a:r>
            <a:r>
              <a:rPr lang="zh-CN" altLang="en-US" sz="2800">
                <a:latin typeface="宋体" panose="02010600030101010101" pitchFamily="2" charset="-122"/>
              </a:rPr>
              <a:t>，记为</a:t>
            </a:r>
            <a:r>
              <a:rPr lang="en-US" altLang="zh-CN" sz="2800" i="1">
                <a:latin typeface="Times New Roman" panose="02020603050405020304" pitchFamily="18" charset="0"/>
              </a:rPr>
              <a:t>decade</a:t>
            </a:r>
            <a:r>
              <a:rPr lang="zh-CN" altLang="en-US" sz="2800">
                <a:latin typeface="宋体" panose="02010600030101010101" pitchFamily="2" charset="-122"/>
              </a:rPr>
              <a:t>或简写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为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dec</a:t>
            </a:r>
            <a:r>
              <a:rPr lang="zh-CN" altLang="en-US" sz="2800">
                <a:latin typeface="宋体" panose="02010600030101010101" pitchFamily="2" charset="-122"/>
              </a:rPr>
              <a:t>；频率变化两倍的区间称为一个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二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  倍频程</a:t>
            </a:r>
            <a:r>
              <a:rPr lang="zh-CN" altLang="en-US" sz="2800">
                <a:latin typeface="宋体" panose="02010600030101010101" pitchFamily="2" charset="-122"/>
              </a:rPr>
              <a:t>，记为</a:t>
            </a:r>
            <a:r>
              <a:rPr lang="en-US" altLang="zh-CN" sz="2800" i="1">
                <a:latin typeface="Times New Roman" panose="02020603050405020304" pitchFamily="18" charset="0"/>
              </a:rPr>
              <a:t>octave</a:t>
            </a:r>
            <a:r>
              <a:rPr lang="zh-CN" altLang="en-US" sz="2800">
                <a:latin typeface="宋体" panose="02010600030101010101" pitchFamily="2" charset="-122"/>
              </a:rPr>
              <a:t>或简写为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oct</a:t>
            </a:r>
            <a:r>
              <a:rPr lang="zh-CN" altLang="en-US" sz="2800">
                <a:latin typeface="宋体" panose="02010600030101010101" pitchFamily="2" charset="-122"/>
              </a:rPr>
              <a:t>。它们也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用作频率变化的单位。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130DB948-F63A-DAA1-6355-BDDE7F7B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797425"/>
            <a:ext cx="6629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可以注意到，频率变化</a:t>
            </a:r>
            <a:r>
              <a:rPr lang="en-US" altLang="zh-CN" sz="2800">
                <a:latin typeface="宋体" panose="02010600030101010101" pitchFamily="2" charset="-122"/>
              </a:rPr>
              <a:t>10</a:t>
            </a:r>
            <a:r>
              <a:rPr lang="zh-CN" altLang="en-US" sz="2800">
                <a:latin typeface="宋体" panose="02010600030101010101" pitchFamily="2" charset="-122"/>
              </a:rPr>
              <a:t>倍，在对数坐标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上是等距的，等于一个单位。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extLst>
              <a:ext uri="{FF2B5EF4-FFF2-40B4-BE49-F238E27FC236}">
                <a16:creationId xmlns:a16="http://schemas.microsoft.com/office/drawing/2014/main" id="{05249CC7-E621-8B83-B2B7-C071E2A1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33375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通常用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简记对数幅频特性，也称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为增益；用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简记对数相频特性。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EF689676-7893-310E-69A8-A0F426861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628775"/>
            <a:ext cx="7162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对数坐标的优点 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B1736E46-3272-270E-7542-8344CB6D3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133600"/>
            <a:ext cx="6629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幅值相乘变为相加，简化作图；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327592C-6690-F455-AA6F-6DC6682C6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2638425"/>
            <a:ext cx="734536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对数坐标拓宽了图形所能表示的频率范围 </a:t>
            </a:r>
          </a:p>
        </p:txBody>
      </p:sp>
      <p:pic>
        <p:nvPicPr>
          <p:cNvPr id="25608" name="Picture 8">
            <a:extLst>
              <a:ext uri="{FF2B5EF4-FFF2-40B4-BE49-F238E27FC236}">
                <a16:creationId xmlns:a16="http://schemas.microsoft.com/office/drawing/2014/main" id="{2F5CF9D5-0F9B-C1DC-6E41-6A1E761E0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789363"/>
            <a:ext cx="6024563" cy="1030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9" name="Text Box 9">
            <a:extLst>
              <a:ext uri="{FF2B5EF4-FFF2-40B4-BE49-F238E27FC236}">
                <a16:creationId xmlns:a16="http://schemas.microsoft.com/office/drawing/2014/main" id="{25110B7F-8794-0996-897D-C388BCE84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141663"/>
            <a:ext cx="67167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/>
              <a:t>(</a:t>
            </a:r>
            <a:r>
              <a:rPr lang="zh-CN" altLang="en-US" sz="1800"/>
              <a:t>假设我们对</a:t>
            </a:r>
            <a:r>
              <a:rPr lang="en-US" altLang="zh-CN" sz="1800" b="1">
                <a:latin typeface="Times New Roman" panose="02020603050405020304" pitchFamily="18" charset="0"/>
              </a:rPr>
              <a:t>0.005, 0.01, 0.07, 10, 100</a:t>
            </a:r>
            <a:r>
              <a:rPr lang="en-US" altLang="zh-CN" sz="1800" b="1">
                <a:latin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sz="1800" b="1">
                <a:latin typeface="Times New Roman" panose="02020603050405020304" pitchFamily="18" charset="0"/>
                <a:sym typeface="Symbol" panose="05050102010706020507" pitchFamily="18" charset="2"/>
              </a:rPr>
              <a:t>等频率感兴趣，如何在有限的线段内表达呢？）</a:t>
            </a:r>
          </a:p>
        </p:txBody>
      </p:sp>
      <p:pic>
        <p:nvPicPr>
          <p:cNvPr id="25610" name="Picture 10">
            <a:extLst>
              <a:ext uri="{FF2B5EF4-FFF2-40B4-BE49-F238E27FC236}">
                <a16:creationId xmlns:a16="http://schemas.microsoft.com/office/drawing/2014/main" id="{9A42C9AF-1C55-1EA8-1B02-966E823E3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724400"/>
            <a:ext cx="75247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5" grpId="0"/>
      <p:bldP spid="25606" grpId="0"/>
      <p:bldP spid="2560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>
            <a:extLst>
              <a:ext uri="{FF2B5EF4-FFF2-40B4-BE49-F238E27FC236}">
                <a16:creationId xmlns:a16="http://schemas.microsoft.com/office/drawing/2014/main" id="{5FFB688E-FEC1-3632-C9FC-AD85A2BAC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141663"/>
            <a:ext cx="66294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将实验获得的频率特性数据绘制成对数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频率特性曲线，可以方便地确定系统的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传递函数；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A44D18A6-F638-0AF8-22CC-32B788A59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484313"/>
            <a:ext cx="6934200" cy="1563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222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两个系统或环节的频率特性互为倒数时，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其对数幅频特性曲线关于零分贝线对称，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相频特性曲线关于零度线对称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3">
            <a:extLst>
              <a:ext uri="{FF2B5EF4-FFF2-40B4-BE49-F238E27FC236}">
                <a16:creationId xmlns:a16="http://schemas.microsoft.com/office/drawing/2014/main" id="{59D07F08-F37D-B194-C1B6-550C8F0B4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628775"/>
            <a:ext cx="482441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比例环节（</a:t>
            </a:r>
            <a:r>
              <a:rPr lang="en-US" altLang="zh-CN" sz="2800">
                <a:latin typeface="Times New Roman" panose="02020603050405020304" pitchFamily="18" charset="0"/>
              </a:rPr>
              <a:t>G(s)=K</a:t>
            </a:r>
            <a:r>
              <a:rPr lang="zh-CN" altLang="en-US" sz="2800">
                <a:latin typeface="Times New Roman" panose="02020603050405020304" pitchFamily="18" charset="0"/>
              </a:rPr>
              <a:t>）：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70CAC67-1365-BED4-4464-50E19CC0D527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1844675"/>
            <a:ext cx="5654675" cy="4784725"/>
            <a:chOff x="2063" y="1210"/>
            <a:chExt cx="3562" cy="3014"/>
          </a:xfrm>
        </p:grpSpPr>
        <p:sp>
          <p:nvSpPr>
            <p:cNvPr id="73735" name="Rectangle 5">
              <a:extLst>
                <a:ext uri="{FF2B5EF4-FFF2-40B4-BE49-F238E27FC236}">
                  <a16:creationId xmlns:a16="http://schemas.microsoft.com/office/drawing/2014/main" id="{946F4FEC-854E-A035-2949-6D83E220C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210"/>
              <a:ext cx="122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36" name="Rectangle 6">
              <a:extLst>
                <a:ext uri="{FF2B5EF4-FFF2-40B4-BE49-F238E27FC236}">
                  <a16:creationId xmlns:a16="http://schemas.microsoft.com/office/drawing/2014/main" id="{FDA29381-A74C-E5F5-E725-C7C4B79F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3994"/>
              <a:ext cx="9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73737" name="Rectangle 7">
              <a:extLst>
                <a:ext uri="{FF2B5EF4-FFF2-40B4-BE49-F238E27FC236}">
                  <a16:creationId xmlns:a16="http://schemas.microsoft.com/office/drawing/2014/main" id="{A1646670-8DF0-3494-372A-F2C24A5D4F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936" y="3097"/>
              <a:ext cx="47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73738" name="Rectangle 8">
              <a:extLst>
                <a:ext uri="{FF2B5EF4-FFF2-40B4-BE49-F238E27FC236}">
                  <a16:creationId xmlns:a16="http://schemas.microsoft.com/office/drawing/2014/main" id="{90B1FD2E-0031-3647-2B39-0A51C88BF6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24" y="1867"/>
              <a:ext cx="91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739" name="Rectangle 9">
              <a:extLst>
                <a:ext uri="{FF2B5EF4-FFF2-40B4-BE49-F238E27FC236}">
                  <a16:creationId xmlns:a16="http://schemas.microsoft.com/office/drawing/2014/main" id="{677B9857-3AED-D9B8-9605-08231C449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472"/>
              <a:ext cx="2874" cy="1085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73740" name="Freeform 10">
              <a:extLst>
                <a:ext uri="{FF2B5EF4-FFF2-40B4-BE49-F238E27FC236}">
                  <a16:creationId xmlns:a16="http://schemas.microsoft.com/office/drawing/2014/main" id="{A3CE5A07-6049-4FB1-F445-F712A8B4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472"/>
              <a:ext cx="0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1" name="Freeform 11">
              <a:extLst>
                <a:ext uri="{FF2B5EF4-FFF2-40B4-BE49-F238E27FC236}">
                  <a16:creationId xmlns:a16="http://schemas.microsoft.com/office/drawing/2014/main" id="{0B184A2D-B5A4-C49B-4142-A0FD22880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Freeform 12">
              <a:extLst>
                <a:ext uri="{FF2B5EF4-FFF2-40B4-BE49-F238E27FC236}">
                  <a16:creationId xmlns:a16="http://schemas.microsoft.com/office/drawing/2014/main" id="{E5735348-1DF9-E6D9-25E8-1692D2197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Freeform 13">
              <a:extLst>
                <a:ext uri="{FF2B5EF4-FFF2-40B4-BE49-F238E27FC236}">
                  <a16:creationId xmlns:a16="http://schemas.microsoft.com/office/drawing/2014/main" id="{1102134F-53E8-2AA3-5ADC-E7B55F3A5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Freeform 14">
              <a:extLst>
                <a:ext uri="{FF2B5EF4-FFF2-40B4-BE49-F238E27FC236}">
                  <a16:creationId xmlns:a16="http://schemas.microsoft.com/office/drawing/2014/main" id="{9412228D-56CE-F5C2-ED00-4B629E52F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557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Freeform 15">
              <a:extLst>
                <a:ext uri="{FF2B5EF4-FFF2-40B4-BE49-F238E27FC236}">
                  <a16:creationId xmlns:a16="http://schemas.microsoft.com/office/drawing/2014/main" id="{8B54A9BC-A7D3-62BC-E099-3F182342F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280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28575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Freeform 16">
              <a:extLst>
                <a:ext uri="{FF2B5EF4-FFF2-40B4-BE49-F238E27FC236}">
                  <a16:creationId xmlns:a16="http://schemas.microsoft.com/office/drawing/2014/main" id="{16A0B799-8288-C56F-84E6-DD85560A3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011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7" name="Freeform 17">
              <a:extLst>
                <a:ext uri="{FF2B5EF4-FFF2-40B4-BE49-F238E27FC236}">
                  <a16:creationId xmlns:a16="http://schemas.microsoft.com/office/drawing/2014/main" id="{7ABAC778-0542-E64B-F950-286808E11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742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8" name="Freeform 18">
              <a:extLst>
                <a:ext uri="{FF2B5EF4-FFF2-40B4-BE49-F238E27FC236}">
                  <a16:creationId xmlns:a16="http://schemas.microsoft.com/office/drawing/2014/main" id="{00091A82-18B1-7CA8-F986-E8525D859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472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Line 19">
              <a:extLst>
                <a:ext uri="{FF2B5EF4-FFF2-40B4-BE49-F238E27FC236}">
                  <a16:creationId xmlns:a16="http://schemas.microsoft.com/office/drawing/2014/main" id="{D099A2E0-B8CF-83C8-A5C6-020DA59FC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472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Freeform 20">
              <a:extLst>
                <a:ext uri="{FF2B5EF4-FFF2-40B4-BE49-F238E27FC236}">
                  <a16:creationId xmlns:a16="http://schemas.microsoft.com/office/drawing/2014/main" id="{935E73ED-C06C-98F4-FC8F-C6325E972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472"/>
              <a:ext cx="2874" cy="1085"/>
            </a:xfrm>
            <a:custGeom>
              <a:avLst/>
              <a:gdLst>
                <a:gd name="T0" fmla="*/ 0 w 422"/>
                <a:gd name="T1" fmla="*/ 7694 h 153"/>
                <a:gd name="T2" fmla="*/ 19573 w 422"/>
                <a:gd name="T3" fmla="*/ 7694 h 153"/>
                <a:gd name="T4" fmla="*/ 19573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1" name="Line 21">
              <a:extLst>
                <a:ext uri="{FF2B5EF4-FFF2-40B4-BE49-F238E27FC236}">
                  <a16:creationId xmlns:a16="http://schemas.microsoft.com/office/drawing/2014/main" id="{21B09B76-616C-56BE-A6C1-04E2F47251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1472"/>
              <a:ext cx="0" cy="108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Line 22">
              <a:extLst>
                <a:ext uri="{FF2B5EF4-FFF2-40B4-BE49-F238E27FC236}">
                  <a16:creationId xmlns:a16="http://schemas.microsoft.com/office/drawing/2014/main" id="{EC4C18EE-226D-968A-4970-1AF23D7AC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557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3" name="Line 23">
              <a:extLst>
                <a:ext uri="{FF2B5EF4-FFF2-40B4-BE49-F238E27FC236}">
                  <a16:creationId xmlns:a16="http://schemas.microsoft.com/office/drawing/2014/main" id="{D81BC28C-FB79-0A4B-B0BC-BC9402ED1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1472"/>
              <a:ext cx="0" cy="108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4" name="Line 24">
              <a:extLst>
                <a:ext uri="{FF2B5EF4-FFF2-40B4-BE49-F238E27FC236}">
                  <a16:creationId xmlns:a16="http://schemas.microsoft.com/office/drawing/2014/main" id="{32686080-FA2E-72FC-A346-FF5504BCE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2535"/>
              <a:ext cx="0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5" name="Line 25">
              <a:extLst>
                <a:ext uri="{FF2B5EF4-FFF2-40B4-BE49-F238E27FC236}">
                  <a16:creationId xmlns:a16="http://schemas.microsoft.com/office/drawing/2014/main" id="{7BE99C57-7660-3FC5-2831-9A464409A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472"/>
              <a:ext cx="0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6" name="Freeform 26">
              <a:extLst>
                <a:ext uri="{FF2B5EF4-FFF2-40B4-BE49-F238E27FC236}">
                  <a16:creationId xmlns:a16="http://schemas.microsoft.com/office/drawing/2014/main" id="{A026D04E-2B0C-D6C6-EABC-E50EBCF12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472"/>
              <a:ext cx="0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7" name="Line 27">
              <a:extLst>
                <a:ext uri="{FF2B5EF4-FFF2-40B4-BE49-F238E27FC236}">
                  <a16:creationId xmlns:a16="http://schemas.microsoft.com/office/drawing/2014/main" id="{DA941355-626D-A7AD-6B68-00F3169A8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2521"/>
              <a:ext cx="0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8" name="Line 28">
              <a:extLst>
                <a:ext uri="{FF2B5EF4-FFF2-40B4-BE49-F238E27FC236}">
                  <a16:creationId xmlns:a16="http://schemas.microsoft.com/office/drawing/2014/main" id="{940EAD43-92C0-107E-3B96-1433EEBC7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472"/>
              <a:ext cx="0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9" name="Line 29">
              <a:extLst>
                <a:ext uri="{FF2B5EF4-FFF2-40B4-BE49-F238E27FC236}">
                  <a16:creationId xmlns:a16="http://schemas.microsoft.com/office/drawing/2014/main" id="{ACD3FDAD-B835-D5EC-4960-D9FF5CFE2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0" name="Line 30">
              <a:extLst>
                <a:ext uri="{FF2B5EF4-FFF2-40B4-BE49-F238E27FC236}">
                  <a16:creationId xmlns:a16="http://schemas.microsoft.com/office/drawing/2014/main" id="{C67487B8-BB91-8B59-4667-29B74A8A7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1" name="Freeform 31">
              <a:extLst>
                <a:ext uri="{FF2B5EF4-FFF2-40B4-BE49-F238E27FC236}">
                  <a16:creationId xmlns:a16="http://schemas.microsoft.com/office/drawing/2014/main" id="{AE57E1A7-8EE1-1E88-E9A8-41F4F0916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2" name="Line 32">
              <a:extLst>
                <a:ext uri="{FF2B5EF4-FFF2-40B4-BE49-F238E27FC236}">
                  <a16:creationId xmlns:a16="http://schemas.microsoft.com/office/drawing/2014/main" id="{0AE7CE62-DD6B-3D6E-83DA-8B41F0B3E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3" name="Line 33">
              <a:extLst>
                <a:ext uri="{FF2B5EF4-FFF2-40B4-BE49-F238E27FC236}">
                  <a16:creationId xmlns:a16="http://schemas.microsoft.com/office/drawing/2014/main" id="{2E984721-35AD-C5C6-422F-16D616750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4" name="Freeform 34">
              <a:extLst>
                <a:ext uri="{FF2B5EF4-FFF2-40B4-BE49-F238E27FC236}">
                  <a16:creationId xmlns:a16="http://schemas.microsoft.com/office/drawing/2014/main" id="{03A6DDDB-A958-D2AC-F0EE-2E9D6EE90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5" name="Line 35">
              <a:extLst>
                <a:ext uri="{FF2B5EF4-FFF2-40B4-BE49-F238E27FC236}">
                  <a16:creationId xmlns:a16="http://schemas.microsoft.com/office/drawing/2014/main" id="{3269AD12-7308-8501-E500-A1EDE4E87E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6" name="Line 36">
              <a:extLst>
                <a:ext uri="{FF2B5EF4-FFF2-40B4-BE49-F238E27FC236}">
                  <a16:creationId xmlns:a16="http://schemas.microsoft.com/office/drawing/2014/main" id="{77BE9C07-1AFF-4947-8FBD-996EA7965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7" name="Freeform 37">
              <a:extLst>
                <a:ext uri="{FF2B5EF4-FFF2-40B4-BE49-F238E27FC236}">
                  <a16:creationId xmlns:a16="http://schemas.microsoft.com/office/drawing/2014/main" id="{7B178935-CED9-7E3D-01EC-2ACFF127E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8" name="Line 38">
              <a:extLst>
                <a:ext uri="{FF2B5EF4-FFF2-40B4-BE49-F238E27FC236}">
                  <a16:creationId xmlns:a16="http://schemas.microsoft.com/office/drawing/2014/main" id="{C90F58CF-DFB8-6C6A-A9D1-4CB578856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0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9" name="Line 39">
              <a:extLst>
                <a:ext uri="{FF2B5EF4-FFF2-40B4-BE49-F238E27FC236}">
                  <a16:creationId xmlns:a16="http://schemas.microsoft.com/office/drawing/2014/main" id="{94FD8B79-DD2C-7A5F-6926-528EE749C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0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0" name="Freeform 40">
              <a:extLst>
                <a:ext uri="{FF2B5EF4-FFF2-40B4-BE49-F238E27FC236}">
                  <a16:creationId xmlns:a16="http://schemas.microsoft.com/office/drawing/2014/main" id="{00EAB37F-0E78-6BF5-99CB-F431E0FE5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1" name="Line 41">
              <a:extLst>
                <a:ext uri="{FF2B5EF4-FFF2-40B4-BE49-F238E27FC236}">
                  <a16:creationId xmlns:a16="http://schemas.microsoft.com/office/drawing/2014/main" id="{798DAA64-CB48-5084-0520-34FD0797BA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2" name="Line 42">
              <a:extLst>
                <a:ext uri="{FF2B5EF4-FFF2-40B4-BE49-F238E27FC236}">
                  <a16:creationId xmlns:a16="http://schemas.microsoft.com/office/drawing/2014/main" id="{14C86BEF-1DF1-853D-F609-831931FE2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3" name="Freeform 43">
              <a:extLst>
                <a:ext uri="{FF2B5EF4-FFF2-40B4-BE49-F238E27FC236}">
                  <a16:creationId xmlns:a16="http://schemas.microsoft.com/office/drawing/2014/main" id="{17C116C0-FC39-1694-46DA-22505BA89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4" name="Line 44">
              <a:extLst>
                <a:ext uri="{FF2B5EF4-FFF2-40B4-BE49-F238E27FC236}">
                  <a16:creationId xmlns:a16="http://schemas.microsoft.com/office/drawing/2014/main" id="{5B3DD88B-BFDE-E556-272D-C8B8E1A24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5" name="Line 45">
              <a:extLst>
                <a:ext uri="{FF2B5EF4-FFF2-40B4-BE49-F238E27FC236}">
                  <a16:creationId xmlns:a16="http://schemas.microsoft.com/office/drawing/2014/main" id="{15141013-A739-D7F9-06D1-1C1849B8B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6" name="Freeform 46">
              <a:extLst>
                <a:ext uri="{FF2B5EF4-FFF2-40B4-BE49-F238E27FC236}">
                  <a16:creationId xmlns:a16="http://schemas.microsoft.com/office/drawing/2014/main" id="{087FF307-D66C-DEB2-396F-29BFE8757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7" name="Line 47">
              <a:extLst>
                <a:ext uri="{FF2B5EF4-FFF2-40B4-BE49-F238E27FC236}">
                  <a16:creationId xmlns:a16="http://schemas.microsoft.com/office/drawing/2014/main" id="{D63F9B31-60B0-B1A4-D032-CECF467A63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8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8" name="Line 48">
              <a:extLst>
                <a:ext uri="{FF2B5EF4-FFF2-40B4-BE49-F238E27FC236}">
                  <a16:creationId xmlns:a16="http://schemas.microsoft.com/office/drawing/2014/main" id="{6D4B6B0A-B8C4-3C07-351A-A0B8A857F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8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9" name="Freeform 49">
              <a:extLst>
                <a:ext uri="{FF2B5EF4-FFF2-40B4-BE49-F238E27FC236}">
                  <a16:creationId xmlns:a16="http://schemas.microsoft.com/office/drawing/2014/main" id="{9EA88DF0-7B01-739C-C3AE-E4C0295F4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0" name="Line 50">
              <a:extLst>
                <a:ext uri="{FF2B5EF4-FFF2-40B4-BE49-F238E27FC236}">
                  <a16:creationId xmlns:a16="http://schemas.microsoft.com/office/drawing/2014/main" id="{C918E8CD-DA48-040B-ED28-D4507253A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6" y="2535"/>
              <a:ext cx="0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1" name="Line 51">
              <a:extLst>
                <a:ext uri="{FF2B5EF4-FFF2-40B4-BE49-F238E27FC236}">
                  <a16:creationId xmlns:a16="http://schemas.microsoft.com/office/drawing/2014/main" id="{906B9760-8764-5EFA-CE0F-A67F21A94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1472"/>
              <a:ext cx="0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2" name="Freeform 52">
              <a:extLst>
                <a:ext uri="{FF2B5EF4-FFF2-40B4-BE49-F238E27FC236}">
                  <a16:creationId xmlns:a16="http://schemas.microsoft.com/office/drawing/2014/main" id="{47A55B62-EDD8-025B-79E3-374829A67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1472"/>
              <a:ext cx="0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3" name="Line 53">
              <a:extLst>
                <a:ext uri="{FF2B5EF4-FFF2-40B4-BE49-F238E27FC236}">
                  <a16:creationId xmlns:a16="http://schemas.microsoft.com/office/drawing/2014/main" id="{1E484846-E463-05E6-7ED6-01F726AA61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4" name="Line 54">
              <a:extLst>
                <a:ext uri="{FF2B5EF4-FFF2-40B4-BE49-F238E27FC236}">
                  <a16:creationId xmlns:a16="http://schemas.microsoft.com/office/drawing/2014/main" id="{B879581D-21C7-A568-DF10-675D858F4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5" name="Freeform 55">
              <a:extLst>
                <a:ext uri="{FF2B5EF4-FFF2-40B4-BE49-F238E27FC236}">
                  <a16:creationId xmlns:a16="http://schemas.microsoft.com/office/drawing/2014/main" id="{062F09A4-74A1-43DF-4EED-AAB491094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6" name="Line 56">
              <a:extLst>
                <a:ext uri="{FF2B5EF4-FFF2-40B4-BE49-F238E27FC236}">
                  <a16:creationId xmlns:a16="http://schemas.microsoft.com/office/drawing/2014/main" id="{CB573A5B-28AB-C11D-216C-143DD1DCA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2521"/>
              <a:ext cx="1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7" name="Line 57">
              <a:extLst>
                <a:ext uri="{FF2B5EF4-FFF2-40B4-BE49-F238E27FC236}">
                  <a16:creationId xmlns:a16="http://schemas.microsoft.com/office/drawing/2014/main" id="{6A26F3AD-19E1-04F8-2537-D4A38A3F4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7" y="1472"/>
              <a:ext cx="1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8" name="Line 58">
              <a:extLst>
                <a:ext uri="{FF2B5EF4-FFF2-40B4-BE49-F238E27FC236}">
                  <a16:creationId xmlns:a16="http://schemas.microsoft.com/office/drawing/2014/main" id="{1C058521-74B5-E7F1-A1DC-C3FF1DFAB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9" name="Line 59">
              <a:extLst>
                <a:ext uri="{FF2B5EF4-FFF2-40B4-BE49-F238E27FC236}">
                  <a16:creationId xmlns:a16="http://schemas.microsoft.com/office/drawing/2014/main" id="{B49E0005-6DEB-4966-3FC9-C25DFCF4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0" name="Freeform 60">
              <a:extLst>
                <a:ext uri="{FF2B5EF4-FFF2-40B4-BE49-F238E27FC236}">
                  <a16:creationId xmlns:a16="http://schemas.microsoft.com/office/drawing/2014/main" id="{F6A12649-6D81-DE8F-DC45-BA5665894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1" name="Line 61">
              <a:extLst>
                <a:ext uri="{FF2B5EF4-FFF2-40B4-BE49-F238E27FC236}">
                  <a16:creationId xmlns:a16="http://schemas.microsoft.com/office/drawing/2014/main" id="{5DB7EE3D-CBF8-79C4-9587-CA16BBB13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3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2" name="Line 62">
              <a:extLst>
                <a:ext uri="{FF2B5EF4-FFF2-40B4-BE49-F238E27FC236}">
                  <a16:creationId xmlns:a16="http://schemas.microsoft.com/office/drawing/2014/main" id="{66B9B087-C123-BE35-7209-060A19038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3" name="Freeform 63">
              <a:extLst>
                <a:ext uri="{FF2B5EF4-FFF2-40B4-BE49-F238E27FC236}">
                  <a16:creationId xmlns:a16="http://schemas.microsoft.com/office/drawing/2014/main" id="{E0F43668-F995-241E-D9C0-2864FC67D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3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4" name="Line 64">
              <a:extLst>
                <a:ext uri="{FF2B5EF4-FFF2-40B4-BE49-F238E27FC236}">
                  <a16:creationId xmlns:a16="http://schemas.microsoft.com/office/drawing/2014/main" id="{5A995A42-5D63-08BF-72E5-E17BA3F95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5" name="Line 65">
              <a:extLst>
                <a:ext uri="{FF2B5EF4-FFF2-40B4-BE49-F238E27FC236}">
                  <a16:creationId xmlns:a16="http://schemas.microsoft.com/office/drawing/2014/main" id="{1B2BE9EE-6D65-E629-97AA-38947F8B4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6" name="Freeform 66">
              <a:extLst>
                <a:ext uri="{FF2B5EF4-FFF2-40B4-BE49-F238E27FC236}">
                  <a16:creationId xmlns:a16="http://schemas.microsoft.com/office/drawing/2014/main" id="{0E1D8E1C-4608-DC12-B487-4A07CAA0F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7" name="Line 67">
              <a:extLst>
                <a:ext uri="{FF2B5EF4-FFF2-40B4-BE49-F238E27FC236}">
                  <a16:creationId xmlns:a16="http://schemas.microsoft.com/office/drawing/2014/main" id="{80233F20-C867-6559-EA63-95C6618D6B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4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8" name="Line 68">
              <a:extLst>
                <a:ext uri="{FF2B5EF4-FFF2-40B4-BE49-F238E27FC236}">
                  <a16:creationId xmlns:a16="http://schemas.microsoft.com/office/drawing/2014/main" id="{A1671A50-3F7C-01DE-2383-5C160DC64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9" name="Freeform 69">
              <a:extLst>
                <a:ext uri="{FF2B5EF4-FFF2-40B4-BE49-F238E27FC236}">
                  <a16:creationId xmlns:a16="http://schemas.microsoft.com/office/drawing/2014/main" id="{BA0A3DEB-F200-55BF-F457-56B779A97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0" name="Line 70">
              <a:extLst>
                <a:ext uri="{FF2B5EF4-FFF2-40B4-BE49-F238E27FC236}">
                  <a16:creationId xmlns:a16="http://schemas.microsoft.com/office/drawing/2014/main" id="{9CCC2B09-25D2-038F-A3FA-194C0FFD8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1" name="Line 71">
              <a:extLst>
                <a:ext uri="{FF2B5EF4-FFF2-40B4-BE49-F238E27FC236}">
                  <a16:creationId xmlns:a16="http://schemas.microsoft.com/office/drawing/2014/main" id="{812FB0F9-A768-70D0-7CEB-BE091FACA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2" name="Freeform 72">
              <a:extLst>
                <a:ext uri="{FF2B5EF4-FFF2-40B4-BE49-F238E27FC236}">
                  <a16:creationId xmlns:a16="http://schemas.microsoft.com/office/drawing/2014/main" id="{A8DAC5D6-ACA4-B963-A528-08421FB9B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3" name="Line 73">
              <a:extLst>
                <a:ext uri="{FF2B5EF4-FFF2-40B4-BE49-F238E27FC236}">
                  <a16:creationId xmlns:a16="http://schemas.microsoft.com/office/drawing/2014/main" id="{6ECDD9DC-C069-7BB8-4D12-B18C161EA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4" name="Line 74">
              <a:extLst>
                <a:ext uri="{FF2B5EF4-FFF2-40B4-BE49-F238E27FC236}">
                  <a16:creationId xmlns:a16="http://schemas.microsoft.com/office/drawing/2014/main" id="{87400396-5781-EFA6-3730-774841E8C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5" name="Freeform 75">
              <a:extLst>
                <a:ext uri="{FF2B5EF4-FFF2-40B4-BE49-F238E27FC236}">
                  <a16:creationId xmlns:a16="http://schemas.microsoft.com/office/drawing/2014/main" id="{02E741E9-A619-3A80-3F6D-D2BABCC75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6" name="Line 76">
              <a:extLst>
                <a:ext uri="{FF2B5EF4-FFF2-40B4-BE49-F238E27FC236}">
                  <a16:creationId xmlns:a16="http://schemas.microsoft.com/office/drawing/2014/main" id="{8BE6F768-0B74-49DF-F0DB-3EB2375293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7" name="Line 77">
              <a:extLst>
                <a:ext uri="{FF2B5EF4-FFF2-40B4-BE49-F238E27FC236}">
                  <a16:creationId xmlns:a16="http://schemas.microsoft.com/office/drawing/2014/main" id="{366E065F-5563-95A3-E5B0-8F5AD4135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8" name="Freeform 78">
              <a:extLst>
                <a:ext uri="{FF2B5EF4-FFF2-40B4-BE49-F238E27FC236}">
                  <a16:creationId xmlns:a16="http://schemas.microsoft.com/office/drawing/2014/main" id="{F6C58808-7163-045F-56FF-0748B7966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9" name="Line 79">
              <a:extLst>
                <a:ext uri="{FF2B5EF4-FFF2-40B4-BE49-F238E27FC236}">
                  <a16:creationId xmlns:a16="http://schemas.microsoft.com/office/drawing/2014/main" id="{35CADC2E-4023-DD1F-03A9-A892F24F4D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9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0" name="Line 80">
              <a:extLst>
                <a:ext uri="{FF2B5EF4-FFF2-40B4-BE49-F238E27FC236}">
                  <a16:creationId xmlns:a16="http://schemas.microsoft.com/office/drawing/2014/main" id="{22710F22-E7C2-A60E-B327-E2D217120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9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1" name="Freeform 81">
              <a:extLst>
                <a:ext uri="{FF2B5EF4-FFF2-40B4-BE49-F238E27FC236}">
                  <a16:creationId xmlns:a16="http://schemas.microsoft.com/office/drawing/2014/main" id="{010F27A3-0519-3C59-2606-1DAD844DF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2" name="Line 82">
              <a:extLst>
                <a:ext uri="{FF2B5EF4-FFF2-40B4-BE49-F238E27FC236}">
                  <a16:creationId xmlns:a16="http://schemas.microsoft.com/office/drawing/2014/main" id="{229A296C-0669-6D53-C3A5-77DEA6D42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3" name="Line 83">
              <a:extLst>
                <a:ext uri="{FF2B5EF4-FFF2-40B4-BE49-F238E27FC236}">
                  <a16:creationId xmlns:a16="http://schemas.microsoft.com/office/drawing/2014/main" id="{7B5A5D57-6911-71F5-DD31-729844328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4" name="Freeform 84">
              <a:extLst>
                <a:ext uri="{FF2B5EF4-FFF2-40B4-BE49-F238E27FC236}">
                  <a16:creationId xmlns:a16="http://schemas.microsoft.com/office/drawing/2014/main" id="{38FB4C77-808B-B479-29D5-B27C1222E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5" name="Line 85">
              <a:extLst>
                <a:ext uri="{FF2B5EF4-FFF2-40B4-BE49-F238E27FC236}">
                  <a16:creationId xmlns:a16="http://schemas.microsoft.com/office/drawing/2014/main" id="{C9901B0F-C05F-32DF-FC39-43189E1E1F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7" y="2521"/>
              <a:ext cx="1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6" name="Line 86">
              <a:extLst>
                <a:ext uri="{FF2B5EF4-FFF2-40B4-BE49-F238E27FC236}">
                  <a16:creationId xmlns:a16="http://schemas.microsoft.com/office/drawing/2014/main" id="{A6160927-2060-C24C-8379-FDAE61050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7" y="1472"/>
              <a:ext cx="1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7" name="Line 87">
              <a:extLst>
                <a:ext uri="{FF2B5EF4-FFF2-40B4-BE49-F238E27FC236}">
                  <a16:creationId xmlns:a16="http://schemas.microsoft.com/office/drawing/2014/main" id="{D4A737DF-462A-A34C-3264-F96EE1E16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3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8" name="Line 88">
              <a:extLst>
                <a:ext uri="{FF2B5EF4-FFF2-40B4-BE49-F238E27FC236}">
                  <a16:creationId xmlns:a16="http://schemas.microsoft.com/office/drawing/2014/main" id="{BD87C113-9027-20E4-468F-6E0264762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9" name="Freeform 89">
              <a:extLst>
                <a:ext uri="{FF2B5EF4-FFF2-40B4-BE49-F238E27FC236}">
                  <a16:creationId xmlns:a16="http://schemas.microsoft.com/office/drawing/2014/main" id="{8687BE01-8199-1D99-9D55-178AAC38E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0" name="Line 90">
              <a:extLst>
                <a:ext uri="{FF2B5EF4-FFF2-40B4-BE49-F238E27FC236}">
                  <a16:creationId xmlns:a16="http://schemas.microsoft.com/office/drawing/2014/main" id="{FCAEC043-F39C-C6E4-4EE7-5CE98FCA7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3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1" name="Line 91">
              <a:extLst>
                <a:ext uri="{FF2B5EF4-FFF2-40B4-BE49-F238E27FC236}">
                  <a16:creationId xmlns:a16="http://schemas.microsoft.com/office/drawing/2014/main" id="{4DF670EF-16C3-85E9-89F2-8612DDC3D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3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2" name="Freeform 92">
              <a:extLst>
                <a:ext uri="{FF2B5EF4-FFF2-40B4-BE49-F238E27FC236}">
                  <a16:creationId xmlns:a16="http://schemas.microsoft.com/office/drawing/2014/main" id="{FEE34BA5-8683-48FC-36F9-52FAE1496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3" name="Line 93">
              <a:extLst>
                <a:ext uri="{FF2B5EF4-FFF2-40B4-BE49-F238E27FC236}">
                  <a16:creationId xmlns:a16="http://schemas.microsoft.com/office/drawing/2014/main" id="{0C91198D-0ED8-E5F8-A9BF-23A76AB85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4" name="Line 94">
              <a:extLst>
                <a:ext uri="{FF2B5EF4-FFF2-40B4-BE49-F238E27FC236}">
                  <a16:creationId xmlns:a16="http://schemas.microsoft.com/office/drawing/2014/main" id="{F91060BF-BFA8-AE05-CF8F-AD6553067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5" name="Freeform 95">
              <a:extLst>
                <a:ext uri="{FF2B5EF4-FFF2-40B4-BE49-F238E27FC236}">
                  <a16:creationId xmlns:a16="http://schemas.microsoft.com/office/drawing/2014/main" id="{4B050D58-8C58-C4CB-2EBA-7D8C39659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5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6" name="Line 96">
              <a:extLst>
                <a:ext uri="{FF2B5EF4-FFF2-40B4-BE49-F238E27FC236}">
                  <a16:creationId xmlns:a16="http://schemas.microsoft.com/office/drawing/2014/main" id="{248594C3-878E-6056-187B-1471704A4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5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7" name="Line 97">
              <a:extLst>
                <a:ext uri="{FF2B5EF4-FFF2-40B4-BE49-F238E27FC236}">
                  <a16:creationId xmlns:a16="http://schemas.microsoft.com/office/drawing/2014/main" id="{3F785A9B-BDA4-D8DB-5C2A-613534D14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8" name="Freeform 98">
              <a:extLst>
                <a:ext uri="{FF2B5EF4-FFF2-40B4-BE49-F238E27FC236}">
                  <a16:creationId xmlns:a16="http://schemas.microsoft.com/office/drawing/2014/main" id="{748B982D-6B5F-4D0A-10A9-CA378F4E9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5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29" name="Line 99">
              <a:extLst>
                <a:ext uri="{FF2B5EF4-FFF2-40B4-BE49-F238E27FC236}">
                  <a16:creationId xmlns:a16="http://schemas.microsoft.com/office/drawing/2014/main" id="{93643685-CF63-57B9-B599-D1AD95385A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00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0" name="Line 100">
              <a:extLst>
                <a:ext uri="{FF2B5EF4-FFF2-40B4-BE49-F238E27FC236}">
                  <a16:creationId xmlns:a16="http://schemas.microsoft.com/office/drawing/2014/main" id="{D91B80B7-77F2-752A-AB44-488A59285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0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1" name="Freeform 101">
              <a:extLst>
                <a:ext uri="{FF2B5EF4-FFF2-40B4-BE49-F238E27FC236}">
                  <a16:creationId xmlns:a16="http://schemas.microsoft.com/office/drawing/2014/main" id="{5EED03BD-8933-D2D0-9BE7-5B1924D86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2" name="Line 102">
              <a:extLst>
                <a:ext uri="{FF2B5EF4-FFF2-40B4-BE49-F238E27FC236}">
                  <a16:creationId xmlns:a16="http://schemas.microsoft.com/office/drawing/2014/main" id="{199F6D2F-4CE2-5DD0-048D-194C76776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3" name="Line 103">
              <a:extLst>
                <a:ext uri="{FF2B5EF4-FFF2-40B4-BE49-F238E27FC236}">
                  <a16:creationId xmlns:a16="http://schemas.microsoft.com/office/drawing/2014/main" id="{4FBB01C1-B7E4-2066-1108-08D527B14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4" name="Freeform 104">
              <a:extLst>
                <a:ext uri="{FF2B5EF4-FFF2-40B4-BE49-F238E27FC236}">
                  <a16:creationId xmlns:a16="http://schemas.microsoft.com/office/drawing/2014/main" id="{7A46BCEC-52CC-A4F3-1C02-20333A4A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5" name="Line 105">
              <a:extLst>
                <a:ext uri="{FF2B5EF4-FFF2-40B4-BE49-F238E27FC236}">
                  <a16:creationId xmlns:a16="http://schemas.microsoft.com/office/drawing/2014/main" id="{237E6596-BC14-880F-C321-504D9D232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2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6" name="Line 106">
              <a:extLst>
                <a:ext uri="{FF2B5EF4-FFF2-40B4-BE49-F238E27FC236}">
                  <a16:creationId xmlns:a16="http://schemas.microsoft.com/office/drawing/2014/main" id="{8E0A2A84-6696-AE63-B795-322E21BEF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2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7" name="Freeform 107">
              <a:extLst>
                <a:ext uri="{FF2B5EF4-FFF2-40B4-BE49-F238E27FC236}">
                  <a16:creationId xmlns:a16="http://schemas.microsoft.com/office/drawing/2014/main" id="{B08E8047-1F8C-D4AB-DA6C-35666F3F4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8" name="Line 108">
              <a:extLst>
                <a:ext uri="{FF2B5EF4-FFF2-40B4-BE49-F238E27FC236}">
                  <a16:creationId xmlns:a16="http://schemas.microsoft.com/office/drawing/2014/main" id="{5F63B01B-3B3F-A623-EAA6-5908A0D3B6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0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39" name="Line 109">
              <a:extLst>
                <a:ext uri="{FF2B5EF4-FFF2-40B4-BE49-F238E27FC236}">
                  <a16:creationId xmlns:a16="http://schemas.microsoft.com/office/drawing/2014/main" id="{58E0D2C0-1C17-A1D1-4814-E6FC550AB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0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0" name="Freeform 110">
              <a:extLst>
                <a:ext uri="{FF2B5EF4-FFF2-40B4-BE49-F238E27FC236}">
                  <a16:creationId xmlns:a16="http://schemas.microsoft.com/office/drawing/2014/main" id="{699BAE79-9C41-B390-986A-55BCD4CD7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0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1" name="Line 111">
              <a:extLst>
                <a:ext uri="{FF2B5EF4-FFF2-40B4-BE49-F238E27FC236}">
                  <a16:creationId xmlns:a16="http://schemas.microsoft.com/office/drawing/2014/main" id="{FF1A0D84-01C2-3F9A-BF40-B360894BCD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7" y="2535"/>
              <a:ext cx="1" cy="22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2" name="Line 112">
              <a:extLst>
                <a:ext uri="{FF2B5EF4-FFF2-40B4-BE49-F238E27FC236}">
                  <a16:creationId xmlns:a16="http://schemas.microsoft.com/office/drawing/2014/main" id="{FCC52343-E455-D876-3D30-3FC176054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7" y="1472"/>
              <a:ext cx="1" cy="1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3" name="Freeform 113">
              <a:extLst>
                <a:ext uri="{FF2B5EF4-FFF2-40B4-BE49-F238E27FC236}">
                  <a16:creationId xmlns:a16="http://schemas.microsoft.com/office/drawing/2014/main" id="{A51CA526-B7A0-12AC-DF6A-F04DE3B39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1472"/>
              <a:ext cx="1" cy="1085"/>
            </a:xfrm>
            <a:custGeom>
              <a:avLst/>
              <a:gdLst>
                <a:gd name="T0" fmla="*/ 0 w 1"/>
                <a:gd name="T1" fmla="*/ 7694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4" name="Line 114">
              <a:extLst>
                <a:ext uri="{FF2B5EF4-FFF2-40B4-BE49-F238E27FC236}">
                  <a16:creationId xmlns:a16="http://schemas.microsoft.com/office/drawing/2014/main" id="{A26E2828-6950-A7EA-BD1C-8BAC7B3084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7" y="2521"/>
              <a:ext cx="1" cy="3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5" name="Line 115">
              <a:extLst>
                <a:ext uri="{FF2B5EF4-FFF2-40B4-BE49-F238E27FC236}">
                  <a16:creationId xmlns:a16="http://schemas.microsoft.com/office/drawing/2014/main" id="{C0CB2F28-D107-A73F-CD2D-6EED790FB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7" y="1472"/>
              <a:ext cx="1" cy="29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6" name="Line 116">
              <a:extLst>
                <a:ext uri="{FF2B5EF4-FFF2-40B4-BE49-F238E27FC236}">
                  <a16:creationId xmlns:a16="http://schemas.microsoft.com/office/drawing/2014/main" id="{79273AB4-FAD0-C923-B071-9312AF0BF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557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7" name="Line 117">
              <a:extLst>
                <a:ext uri="{FF2B5EF4-FFF2-40B4-BE49-F238E27FC236}">
                  <a16:creationId xmlns:a16="http://schemas.microsoft.com/office/drawing/2014/main" id="{4E303163-A96E-FCBC-7B0D-127036476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2557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48" name="Rectangle 118">
              <a:extLst>
                <a:ext uri="{FF2B5EF4-FFF2-40B4-BE49-F238E27FC236}">
                  <a16:creationId xmlns:a16="http://schemas.microsoft.com/office/drawing/2014/main" id="{A928B5F9-6078-7A32-6F45-92036066D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2448"/>
              <a:ext cx="23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49" name="Line 119">
              <a:extLst>
                <a:ext uri="{FF2B5EF4-FFF2-40B4-BE49-F238E27FC236}">
                  <a16:creationId xmlns:a16="http://schemas.microsoft.com/office/drawing/2014/main" id="{585B5A43-5EE5-69CB-3DF6-21CA0D9CC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280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0" name="Line 120">
              <a:extLst>
                <a:ext uri="{FF2B5EF4-FFF2-40B4-BE49-F238E27FC236}">
                  <a16:creationId xmlns:a16="http://schemas.microsoft.com/office/drawing/2014/main" id="{CA737DF9-AA1B-170E-789F-5C850FC80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2280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1" name="Rectangle 121">
              <a:extLst>
                <a:ext uri="{FF2B5EF4-FFF2-40B4-BE49-F238E27FC236}">
                  <a16:creationId xmlns:a16="http://schemas.microsoft.com/office/drawing/2014/main" id="{32A7AD7E-B002-8942-72B9-43C47379C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" y="217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52" name="Line 122">
              <a:extLst>
                <a:ext uri="{FF2B5EF4-FFF2-40B4-BE49-F238E27FC236}">
                  <a16:creationId xmlns:a16="http://schemas.microsoft.com/office/drawing/2014/main" id="{19EBCC26-AFB2-453E-EE12-A1E88FFB3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011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3" name="Line 123">
              <a:extLst>
                <a:ext uri="{FF2B5EF4-FFF2-40B4-BE49-F238E27FC236}">
                  <a16:creationId xmlns:a16="http://schemas.microsoft.com/office/drawing/2014/main" id="{1E35DEF5-CED0-BD92-26E1-B145940AB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2011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4" name="Rectangle 124">
              <a:extLst>
                <a:ext uri="{FF2B5EF4-FFF2-40B4-BE49-F238E27FC236}">
                  <a16:creationId xmlns:a16="http://schemas.microsoft.com/office/drawing/2014/main" id="{CC498E70-8F42-7AB8-AFFA-13424C2E9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190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55" name="Line 125">
              <a:extLst>
                <a:ext uri="{FF2B5EF4-FFF2-40B4-BE49-F238E27FC236}">
                  <a16:creationId xmlns:a16="http://schemas.microsoft.com/office/drawing/2014/main" id="{C1EC74CE-2FDC-E8BB-219B-F62B1D0B6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742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6" name="Line 126">
              <a:extLst>
                <a:ext uri="{FF2B5EF4-FFF2-40B4-BE49-F238E27FC236}">
                  <a16:creationId xmlns:a16="http://schemas.microsoft.com/office/drawing/2014/main" id="{FA360FE8-2126-817C-D540-45B3F6E8A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1742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7" name="Rectangle 127">
              <a:extLst>
                <a:ext uri="{FF2B5EF4-FFF2-40B4-BE49-F238E27FC236}">
                  <a16:creationId xmlns:a16="http://schemas.microsoft.com/office/drawing/2014/main" id="{D341B36C-1D93-48B1-13B7-385F618F5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163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58" name="Line 128">
              <a:extLst>
                <a:ext uri="{FF2B5EF4-FFF2-40B4-BE49-F238E27FC236}">
                  <a16:creationId xmlns:a16="http://schemas.microsoft.com/office/drawing/2014/main" id="{8C41FBBF-19BB-FE88-05E9-F87A2B4E2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472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59" name="Line 129">
              <a:extLst>
                <a:ext uri="{FF2B5EF4-FFF2-40B4-BE49-F238E27FC236}">
                  <a16:creationId xmlns:a16="http://schemas.microsoft.com/office/drawing/2014/main" id="{E32DFBBB-81F8-A654-DF7A-C8C75F88C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1472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0" name="Rectangle 130">
              <a:extLst>
                <a:ext uri="{FF2B5EF4-FFF2-40B4-BE49-F238E27FC236}">
                  <a16:creationId xmlns:a16="http://schemas.microsoft.com/office/drawing/2014/main" id="{570D2E36-A64B-F4A4-1C77-8F34A450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136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60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61" name="Line 131">
              <a:extLst>
                <a:ext uri="{FF2B5EF4-FFF2-40B4-BE49-F238E27FC236}">
                  <a16:creationId xmlns:a16="http://schemas.microsoft.com/office/drawing/2014/main" id="{345D33AD-E1D2-1523-4D11-B48138CD4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472"/>
              <a:ext cx="287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2" name="Freeform 132">
              <a:extLst>
                <a:ext uri="{FF2B5EF4-FFF2-40B4-BE49-F238E27FC236}">
                  <a16:creationId xmlns:a16="http://schemas.microsoft.com/office/drawing/2014/main" id="{0CA4138A-8C49-6522-0A54-CFD0E59E7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472"/>
              <a:ext cx="2874" cy="1085"/>
            </a:xfrm>
            <a:custGeom>
              <a:avLst/>
              <a:gdLst>
                <a:gd name="T0" fmla="*/ 0 w 422"/>
                <a:gd name="T1" fmla="*/ 7694 h 153"/>
                <a:gd name="T2" fmla="*/ 19573 w 422"/>
                <a:gd name="T3" fmla="*/ 7694 h 153"/>
                <a:gd name="T4" fmla="*/ 19573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3" name="Line 133">
              <a:extLst>
                <a:ext uri="{FF2B5EF4-FFF2-40B4-BE49-F238E27FC236}">
                  <a16:creationId xmlns:a16="http://schemas.microsoft.com/office/drawing/2014/main" id="{A0196024-BB97-F71B-EDE5-6F6D9C43DF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1472"/>
              <a:ext cx="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4" name="Freeform 134">
              <a:extLst>
                <a:ext uri="{FF2B5EF4-FFF2-40B4-BE49-F238E27FC236}">
                  <a16:creationId xmlns:a16="http://schemas.microsoft.com/office/drawing/2014/main" id="{90891D35-9079-37DC-4602-1B83A5FE3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872"/>
              <a:ext cx="2874" cy="1"/>
            </a:xfrm>
            <a:custGeom>
              <a:avLst/>
              <a:gdLst>
                <a:gd name="T0" fmla="*/ 0 w 2991"/>
                <a:gd name="T1" fmla="*/ 0 h 1"/>
                <a:gd name="T2" fmla="*/ 65 w 2991"/>
                <a:gd name="T3" fmla="*/ 0 h 1"/>
                <a:gd name="T4" fmla="*/ 131 w 2991"/>
                <a:gd name="T5" fmla="*/ 0 h 1"/>
                <a:gd name="T6" fmla="*/ 197 w 2991"/>
                <a:gd name="T7" fmla="*/ 0 h 1"/>
                <a:gd name="T8" fmla="*/ 269 w 2991"/>
                <a:gd name="T9" fmla="*/ 0 h 1"/>
                <a:gd name="T10" fmla="*/ 334 w 2991"/>
                <a:gd name="T11" fmla="*/ 0 h 1"/>
                <a:gd name="T12" fmla="*/ 400 w 2991"/>
                <a:gd name="T13" fmla="*/ 0 h 1"/>
                <a:gd name="T14" fmla="*/ 472 w 2991"/>
                <a:gd name="T15" fmla="*/ 0 h 1"/>
                <a:gd name="T16" fmla="*/ 537 w 2991"/>
                <a:gd name="T17" fmla="*/ 0 h 1"/>
                <a:gd name="T18" fmla="*/ 602 w 2991"/>
                <a:gd name="T19" fmla="*/ 0 h 1"/>
                <a:gd name="T20" fmla="*/ 668 w 2991"/>
                <a:gd name="T21" fmla="*/ 0 h 1"/>
                <a:gd name="T22" fmla="*/ 740 w 2991"/>
                <a:gd name="T23" fmla="*/ 0 h 1"/>
                <a:gd name="T24" fmla="*/ 805 w 2991"/>
                <a:gd name="T25" fmla="*/ 0 h 1"/>
                <a:gd name="T26" fmla="*/ 871 w 2991"/>
                <a:gd name="T27" fmla="*/ 0 h 1"/>
                <a:gd name="T28" fmla="*/ 943 w 2991"/>
                <a:gd name="T29" fmla="*/ 0 h 1"/>
                <a:gd name="T30" fmla="*/ 1008 w 2991"/>
                <a:gd name="T31" fmla="*/ 0 h 1"/>
                <a:gd name="T32" fmla="*/ 1074 w 2991"/>
                <a:gd name="T33" fmla="*/ 0 h 1"/>
                <a:gd name="T34" fmla="*/ 1140 w 2991"/>
                <a:gd name="T35" fmla="*/ 0 h 1"/>
                <a:gd name="T36" fmla="*/ 1212 w 2991"/>
                <a:gd name="T37" fmla="*/ 0 h 1"/>
                <a:gd name="T38" fmla="*/ 1277 w 2991"/>
                <a:gd name="T39" fmla="*/ 0 h 1"/>
                <a:gd name="T40" fmla="*/ 1341 w 2991"/>
                <a:gd name="T41" fmla="*/ 0 h 1"/>
                <a:gd name="T42" fmla="*/ 1413 w 2991"/>
                <a:gd name="T43" fmla="*/ 0 h 1"/>
                <a:gd name="T44" fmla="*/ 1479 w 2991"/>
                <a:gd name="T45" fmla="*/ 0 h 1"/>
                <a:gd name="T46" fmla="*/ 1545 w 2991"/>
                <a:gd name="T47" fmla="*/ 0 h 1"/>
                <a:gd name="T48" fmla="*/ 1617 w 2991"/>
                <a:gd name="T49" fmla="*/ 0 h 1"/>
                <a:gd name="T50" fmla="*/ 1683 w 2991"/>
                <a:gd name="T51" fmla="*/ 0 h 1"/>
                <a:gd name="T52" fmla="*/ 1748 w 2991"/>
                <a:gd name="T53" fmla="*/ 0 h 1"/>
                <a:gd name="T54" fmla="*/ 1813 w 2991"/>
                <a:gd name="T55" fmla="*/ 0 h 1"/>
                <a:gd name="T56" fmla="*/ 1885 w 2991"/>
                <a:gd name="T57" fmla="*/ 0 h 1"/>
                <a:gd name="T58" fmla="*/ 1951 w 2991"/>
                <a:gd name="T59" fmla="*/ 0 h 1"/>
                <a:gd name="T60" fmla="*/ 2016 w 2991"/>
                <a:gd name="T61" fmla="*/ 0 h 1"/>
                <a:gd name="T62" fmla="*/ 2088 w 2991"/>
                <a:gd name="T63" fmla="*/ 0 h 1"/>
                <a:gd name="T64" fmla="*/ 2153 w 2991"/>
                <a:gd name="T65" fmla="*/ 0 h 1"/>
                <a:gd name="T66" fmla="*/ 2219 w 2991"/>
                <a:gd name="T67" fmla="*/ 0 h 1"/>
                <a:gd name="T68" fmla="*/ 2284 w 2991"/>
                <a:gd name="T69" fmla="*/ 0 h 1"/>
                <a:gd name="T70" fmla="*/ 2356 w 2991"/>
                <a:gd name="T71" fmla="*/ 0 h 1"/>
                <a:gd name="T72" fmla="*/ 2421 w 2991"/>
                <a:gd name="T73" fmla="*/ 0 h 1"/>
                <a:gd name="T74" fmla="*/ 2488 w 2991"/>
                <a:gd name="T75" fmla="*/ 0 h 1"/>
                <a:gd name="T76" fmla="*/ 2560 w 2991"/>
                <a:gd name="T77" fmla="*/ 0 h 1"/>
                <a:gd name="T78" fmla="*/ 2625 w 2991"/>
                <a:gd name="T79" fmla="*/ 0 h 1"/>
                <a:gd name="T80" fmla="*/ 2690 w 2991"/>
                <a:gd name="T81" fmla="*/ 0 h 1"/>
                <a:gd name="T82" fmla="*/ 2762 w 2991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991" h="1">
                  <a:moveTo>
                    <a:pt x="0" y="0"/>
                  </a:moveTo>
                  <a:lnTo>
                    <a:pt x="71" y="0"/>
                  </a:lnTo>
                  <a:lnTo>
                    <a:pt x="142" y="0"/>
                  </a:lnTo>
                  <a:lnTo>
                    <a:pt x="213" y="0"/>
                  </a:lnTo>
                  <a:lnTo>
                    <a:pt x="291" y="0"/>
                  </a:lnTo>
                  <a:lnTo>
                    <a:pt x="362" y="0"/>
                  </a:lnTo>
                  <a:lnTo>
                    <a:pt x="433" y="0"/>
                  </a:lnTo>
                  <a:lnTo>
                    <a:pt x="511" y="0"/>
                  </a:lnTo>
                  <a:lnTo>
                    <a:pt x="582" y="0"/>
                  </a:lnTo>
                  <a:lnTo>
                    <a:pt x="652" y="0"/>
                  </a:lnTo>
                  <a:lnTo>
                    <a:pt x="723" y="0"/>
                  </a:lnTo>
                  <a:lnTo>
                    <a:pt x="801" y="0"/>
                  </a:lnTo>
                  <a:lnTo>
                    <a:pt x="872" y="0"/>
                  </a:lnTo>
                  <a:lnTo>
                    <a:pt x="943" y="0"/>
                  </a:lnTo>
                  <a:lnTo>
                    <a:pt x="1021" y="0"/>
                  </a:lnTo>
                  <a:lnTo>
                    <a:pt x="1092" y="0"/>
                  </a:lnTo>
                  <a:lnTo>
                    <a:pt x="1163" y="0"/>
                  </a:lnTo>
                  <a:lnTo>
                    <a:pt x="1234" y="0"/>
                  </a:lnTo>
                  <a:lnTo>
                    <a:pt x="1312" y="0"/>
                  </a:lnTo>
                  <a:lnTo>
                    <a:pt x="1383" y="0"/>
                  </a:lnTo>
                  <a:lnTo>
                    <a:pt x="1453" y="0"/>
                  </a:lnTo>
                  <a:lnTo>
                    <a:pt x="1531" y="0"/>
                  </a:lnTo>
                  <a:lnTo>
                    <a:pt x="1602" y="0"/>
                  </a:lnTo>
                  <a:lnTo>
                    <a:pt x="1673" y="0"/>
                  </a:lnTo>
                  <a:lnTo>
                    <a:pt x="1751" y="0"/>
                  </a:lnTo>
                  <a:lnTo>
                    <a:pt x="1822" y="0"/>
                  </a:lnTo>
                  <a:lnTo>
                    <a:pt x="1893" y="0"/>
                  </a:lnTo>
                  <a:lnTo>
                    <a:pt x="1964" y="0"/>
                  </a:lnTo>
                  <a:lnTo>
                    <a:pt x="2042" y="0"/>
                  </a:lnTo>
                  <a:lnTo>
                    <a:pt x="2113" y="0"/>
                  </a:lnTo>
                  <a:lnTo>
                    <a:pt x="2183" y="0"/>
                  </a:lnTo>
                  <a:lnTo>
                    <a:pt x="2261" y="0"/>
                  </a:lnTo>
                  <a:lnTo>
                    <a:pt x="2332" y="0"/>
                  </a:lnTo>
                  <a:lnTo>
                    <a:pt x="2403" y="0"/>
                  </a:lnTo>
                  <a:lnTo>
                    <a:pt x="2474" y="0"/>
                  </a:lnTo>
                  <a:lnTo>
                    <a:pt x="2552" y="0"/>
                  </a:lnTo>
                  <a:lnTo>
                    <a:pt x="2623" y="0"/>
                  </a:lnTo>
                  <a:lnTo>
                    <a:pt x="2694" y="0"/>
                  </a:lnTo>
                  <a:lnTo>
                    <a:pt x="2772" y="0"/>
                  </a:lnTo>
                  <a:lnTo>
                    <a:pt x="2843" y="0"/>
                  </a:lnTo>
                  <a:lnTo>
                    <a:pt x="2913" y="0"/>
                  </a:lnTo>
                  <a:lnTo>
                    <a:pt x="2991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5" name="Rectangle 135">
              <a:extLst>
                <a:ext uri="{FF2B5EF4-FFF2-40B4-BE49-F238E27FC236}">
                  <a16:creationId xmlns:a16="http://schemas.microsoft.com/office/drawing/2014/main" id="{07483FC1-CAF0-6081-9EE9-1FC00DD2C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726"/>
              <a:ext cx="2874" cy="1084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73866" name="Freeform 136">
              <a:extLst>
                <a:ext uri="{FF2B5EF4-FFF2-40B4-BE49-F238E27FC236}">
                  <a16:creationId xmlns:a16="http://schemas.microsoft.com/office/drawing/2014/main" id="{AB60CE0A-DEDC-2848-0DDA-D4B1224DB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726"/>
              <a:ext cx="0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7" name="Freeform 137">
              <a:extLst>
                <a:ext uri="{FF2B5EF4-FFF2-40B4-BE49-F238E27FC236}">
                  <a16:creationId xmlns:a16="http://schemas.microsoft.com/office/drawing/2014/main" id="{9D069C9F-B4C8-3B38-B189-891383ED8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8" name="Freeform 138">
              <a:extLst>
                <a:ext uri="{FF2B5EF4-FFF2-40B4-BE49-F238E27FC236}">
                  <a16:creationId xmlns:a16="http://schemas.microsoft.com/office/drawing/2014/main" id="{CE5FED46-BBF0-CB87-6CEC-A684CE27F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69" name="Freeform 139">
              <a:extLst>
                <a:ext uri="{FF2B5EF4-FFF2-40B4-BE49-F238E27FC236}">
                  <a16:creationId xmlns:a16="http://schemas.microsoft.com/office/drawing/2014/main" id="{689FB4FC-5BF3-0051-7876-A4E5F8BA9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0" name="Freeform 140">
              <a:extLst>
                <a:ext uri="{FF2B5EF4-FFF2-40B4-BE49-F238E27FC236}">
                  <a16:creationId xmlns:a16="http://schemas.microsoft.com/office/drawing/2014/main" id="{C55CC246-6760-65F9-04A4-C973A68EE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3810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1" name="Freeform 141">
              <a:extLst>
                <a:ext uri="{FF2B5EF4-FFF2-40B4-BE49-F238E27FC236}">
                  <a16:creationId xmlns:a16="http://schemas.microsoft.com/office/drawing/2014/main" id="{67F1D0A3-6A3B-BE19-78EB-2F9BF79DA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3534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2" name="Freeform 142">
              <a:extLst>
                <a:ext uri="{FF2B5EF4-FFF2-40B4-BE49-F238E27FC236}">
                  <a16:creationId xmlns:a16="http://schemas.microsoft.com/office/drawing/2014/main" id="{5EC0C668-A685-9CFF-40C2-870F0A554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3264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3" name="Freeform 143">
              <a:extLst>
                <a:ext uri="{FF2B5EF4-FFF2-40B4-BE49-F238E27FC236}">
                  <a16:creationId xmlns:a16="http://schemas.microsoft.com/office/drawing/2014/main" id="{EB8280DC-C25E-959B-A7EE-5E13376C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995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4" name="Freeform 144">
              <a:extLst>
                <a:ext uri="{FF2B5EF4-FFF2-40B4-BE49-F238E27FC236}">
                  <a16:creationId xmlns:a16="http://schemas.microsoft.com/office/drawing/2014/main" id="{BA119683-3EA9-05F3-76F1-6340EDF7F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726"/>
              <a:ext cx="2874" cy="1"/>
            </a:xfrm>
            <a:custGeom>
              <a:avLst/>
              <a:gdLst>
                <a:gd name="T0" fmla="*/ 0 w 422"/>
                <a:gd name="T1" fmla="*/ 0 h 1"/>
                <a:gd name="T2" fmla="*/ 19573 w 42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1">
                  <a:moveTo>
                    <a:pt x="0" y="0"/>
                  </a:move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5" name="Line 145">
              <a:extLst>
                <a:ext uri="{FF2B5EF4-FFF2-40B4-BE49-F238E27FC236}">
                  <a16:creationId xmlns:a16="http://schemas.microsoft.com/office/drawing/2014/main" id="{626DDB2D-3D68-F06B-977B-292C7C145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726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6" name="Freeform 146">
              <a:extLst>
                <a:ext uri="{FF2B5EF4-FFF2-40B4-BE49-F238E27FC236}">
                  <a16:creationId xmlns:a16="http://schemas.microsoft.com/office/drawing/2014/main" id="{FFA9E7A1-AC57-78D5-77D7-073379387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726"/>
              <a:ext cx="2874" cy="1084"/>
            </a:xfrm>
            <a:custGeom>
              <a:avLst/>
              <a:gdLst>
                <a:gd name="T0" fmla="*/ 0 w 422"/>
                <a:gd name="T1" fmla="*/ 7680 h 153"/>
                <a:gd name="T2" fmla="*/ 19573 w 422"/>
                <a:gd name="T3" fmla="*/ 7680 h 153"/>
                <a:gd name="T4" fmla="*/ 19573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7" name="Line 147">
              <a:extLst>
                <a:ext uri="{FF2B5EF4-FFF2-40B4-BE49-F238E27FC236}">
                  <a16:creationId xmlns:a16="http://schemas.microsoft.com/office/drawing/2014/main" id="{371FF7D1-0043-2DD4-4117-E18CC38FA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2726"/>
              <a:ext cx="0" cy="108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8" name="Line 148">
              <a:extLst>
                <a:ext uri="{FF2B5EF4-FFF2-40B4-BE49-F238E27FC236}">
                  <a16:creationId xmlns:a16="http://schemas.microsoft.com/office/drawing/2014/main" id="{F802985C-BA55-A73B-4610-10694FFB1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3810"/>
              <a:ext cx="287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79" name="Line 149">
              <a:extLst>
                <a:ext uri="{FF2B5EF4-FFF2-40B4-BE49-F238E27FC236}">
                  <a16:creationId xmlns:a16="http://schemas.microsoft.com/office/drawing/2014/main" id="{B785CB4B-AF20-5306-B79C-BD04BB8A5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2726"/>
              <a:ext cx="0" cy="108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0" name="Line 150">
              <a:extLst>
                <a:ext uri="{FF2B5EF4-FFF2-40B4-BE49-F238E27FC236}">
                  <a16:creationId xmlns:a16="http://schemas.microsoft.com/office/drawing/2014/main" id="{FFA783A3-1FDD-95CA-D1B1-9901E953A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3789"/>
              <a:ext cx="0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1" name="Line 151">
              <a:extLst>
                <a:ext uri="{FF2B5EF4-FFF2-40B4-BE49-F238E27FC236}">
                  <a16:creationId xmlns:a16="http://schemas.microsoft.com/office/drawing/2014/main" id="{B27F5D0D-7827-FB3E-02DF-86CAEA823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726"/>
              <a:ext cx="0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2" name="Freeform 152">
              <a:extLst>
                <a:ext uri="{FF2B5EF4-FFF2-40B4-BE49-F238E27FC236}">
                  <a16:creationId xmlns:a16="http://schemas.microsoft.com/office/drawing/2014/main" id="{5B07AED4-A344-478C-34AC-82CD579BC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726"/>
              <a:ext cx="0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3" name="Line 153">
              <a:extLst>
                <a:ext uri="{FF2B5EF4-FFF2-40B4-BE49-F238E27FC236}">
                  <a16:creationId xmlns:a16="http://schemas.microsoft.com/office/drawing/2014/main" id="{785E4664-358F-00F3-3CC6-EDFE6E0E8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3775"/>
              <a:ext cx="0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4" name="Line 154">
              <a:extLst>
                <a:ext uri="{FF2B5EF4-FFF2-40B4-BE49-F238E27FC236}">
                  <a16:creationId xmlns:a16="http://schemas.microsoft.com/office/drawing/2014/main" id="{FBEB04DE-B528-391F-9497-2673DBE18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726"/>
              <a:ext cx="0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5" name="Rectangle 155">
              <a:extLst>
                <a:ext uri="{FF2B5EF4-FFF2-40B4-BE49-F238E27FC236}">
                  <a16:creationId xmlns:a16="http://schemas.microsoft.com/office/drawing/2014/main" id="{3108C526-8C7F-1BCF-50D5-D7AA856AD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385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86" name="Rectangle 156">
              <a:extLst>
                <a:ext uri="{FF2B5EF4-FFF2-40B4-BE49-F238E27FC236}">
                  <a16:creationId xmlns:a16="http://schemas.microsoft.com/office/drawing/2014/main" id="{C4BA229E-EDF0-C1D8-D2EB-81C9552A4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3800"/>
              <a:ext cx="1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887" name="Line 157">
              <a:extLst>
                <a:ext uri="{FF2B5EF4-FFF2-40B4-BE49-F238E27FC236}">
                  <a16:creationId xmlns:a16="http://schemas.microsoft.com/office/drawing/2014/main" id="{B5B9A3AA-DC12-8545-4D33-2584C10003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8" name="Line 158">
              <a:extLst>
                <a:ext uri="{FF2B5EF4-FFF2-40B4-BE49-F238E27FC236}">
                  <a16:creationId xmlns:a16="http://schemas.microsoft.com/office/drawing/2014/main" id="{739958C0-8C37-8DC5-7F48-4134B9502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89" name="Freeform 159">
              <a:extLst>
                <a:ext uri="{FF2B5EF4-FFF2-40B4-BE49-F238E27FC236}">
                  <a16:creationId xmlns:a16="http://schemas.microsoft.com/office/drawing/2014/main" id="{93B89170-8C7D-7F9D-2B54-F0537930F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0" name="Line 160">
              <a:extLst>
                <a:ext uri="{FF2B5EF4-FFF2-40B4-BE49-F238E27FC236}">
                  <a16:creationId xmlns:a16="http://schemas.microsoft.com/office/drawing/2014/main" id="{9B7FAC08-F264-8795-E125-EA3F27589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1" name="Line 161">
              <a:extLst>
                <a:ext uri="{FF2B5EF4-FFF2-40B4-BE49-F238E27FC236}">
                  <a16:creationId xmlns:a16="http://schemas.microsoft.com/office/drawing/2014/main" id="{39DA79CC-3AFD-C0A3-35E9-C404CC591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2" name="Freeform 162">
              <a:extLst>
                <a:ext uri="{FF2B5EF4-FFF2-40B4-BE49-F238E27FC236}">
                  <a16:creationId xmlns:a16="http://schemas.microsoft.com/office/drawing/2014/main" id="{75CB7E00-70E3-3FF2-5DD1-F44207447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3" name="Line 163">
              <a:extLst>
                <a:ext uri="{FF2B5EF4-FFF2-40B4-BE49-F238E27FC236}">
                  <a16:creationId xmlns:a16="http://schemas.microsoft.com/office/drawing/2014/main" id="{C3AFF423-9592-849A-C7B6-869FA25B7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4" name="Line 164">
              <a:extLst>
                <a:ext uri="{FF2B5EF4-FFF2-40B4-BE49-F238E27FC236}">
                  <a16:creationId xmlns:a16="http://schemas.microsoft.com/office/drawing/2014/main" id="{4A06DA44-94E8-8356-1A1C-CB08BE9E5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5" name="Freeform 165">
              <a:extLst>
                <a:ext uri="{FF2B5EF4-FFF2-40B4-BE49-F238E27FC236}">
                  <a16:creationId xmlns:a16="http://schemas.microsoft.com/office/drawing/2014/main" id="{44E453C2-1D6B-F173-13BF-534D8E624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6" name="Line 166">
              <a:extLst>
                <a:ext uri="{FF2B5EF4-FFF2-40B4-BE49-F238E27FC236}">
                  <a16:creationId xmlns:a16="http://schemas.microsoft.com/office/drawing/2014/main" id="{B1B58A12-14F7-EBAA-42E3-59B368B7A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0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7" name="Line 167">
              <a:extLst>
                <a:ext uri="{FF2B5EF4-FFF2-40B4-BE49-F238E27FC236}">
                  <a16:creationId xmlns:a16="http://schemas.microsoft.com/office/drawing/2014/main" id="{3E0163F0-07B2-9418-E9C8-010A2FB1B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0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8" name="Freeform 168">
              <a:extLst>
                <a:ext uri="{FF2B5EF4-FFF2-40B4-BE49-F238E27FC236}">
                  <a16:creationId xmlns:a16="http://schemas.microsoft.com/office/drawing/2014/main" id="{B79CC12E-1E85-CFCF-5333-23145321B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99" name="Line 169">
              <a:extLst>
                <a:ext uri="{FF2B5EF4-FFF2-40B4-BE49-F238E27FC236}">
                  <a16:creationId xmlns:a16="http://schemas.microsoft.com/office/drawing/2014/main" id="{BE825B0E-9877-0C62-CC6C-489791321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0" name="Line 170">
              <a:extLst>
                <a:ext uri="{FF2B5EF4-FFF2-40B4-BE49-F238E27FC236}">
                  <a16:creationId xmlns:a16="http://schemas.microsoft.com/office/drawing/2014/main" id="{9B037417-AED6-DEF9-0F5C-52B5C73F6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1" name="Freeform 171">
              <a:extLst>
                <a:ext uri="{FF2B5EF4-FFF2-40B4-BE49-F238E27FC236}">
                  <a16:creationId xmlns:a16="http://schemas.microsoft.com/office/drawing/2014/main" id="{17C4A8F0-10B3-3C55-660A-E52DE2F0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2" name="Line 172">
              <a:extLst>
                <a:ext uri="{FF2B5EF4-FFF2-40B4-BE49-F238E27FC236}">
                  <a16:creationId xmlns:a16="http://schemas.microsoft.com/office/drawing/2014/main" id="{FAA71B1E-243E-8362-BABA-DD620D29F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3" name="Line 173">
              <a:extLst>
                <a:ext uri="{FF2B5EF4-FFF2-40B4-BE49-F238E27FC236}">
                  <a16:creationId xmlns:a16="http://schemas.microsoft.com/office/drawing/2014/main" id="{E844E0BA-F834-BBC4-6E1C-9F0696E16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4" name="Freeform 174">
              <a:extLst>
                <a:ext uri="{FF2B5EF4-FFF2-40B4-BE49-F238E27FC236}">
                  <a16:creationId xmlns:a16="http://schemas.microsoft.com/office/drawing/2014/main" id="{DF51F396-1CF3-A3D7-AD4D-E0E6277E0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5" name="Line 175">
              <a:extLst>
                <a:ext uri="{FF2B5EF4-FFF2-40B4-BE49-F238E27FC236}">
                  <a16:creationId xmlns:a16="http://schemas.microsoft.com/office/drawing/2014/main" id="{A599FABC-A232-4C59-6D15-164D45EFD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8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6" name="Line 176">
              <a:extLst>
                <a:ext uri="{FF2B5EF4-FFF2-40B4-BE49-F238E27FC236}">
                  <a16:creationId xmlns:a16="http://schemas.microsoft.com/office/drawing/2014/main" id="{BA58ED01-C756-066D-7EA3-76ACD2BE7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8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7" name="Freeform 177">
              <a:extLst>
                <a:ext uri="{FF2B5EF4-FFF2-40B4-BE49-F238E27FC236}">
                  <a16:creationId xmlns:a16="http://schemas.microsoft.com/office/drawing/2014/main" id="{30BD3C84-3C8D-C396-4EBF-A968B1E3B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8" name="Line 178">
              <a:extLst>
                <a:ext uri="{FF2B5EF4-FFF2-40B4-BE49-F238E27FC236}">
                  <a16:creationId xmlns:a16="http://schemas.microsoft.com/office/drawing/2014/main" id="{84785D8C-0B90-6A27-9FC3-5DF20A6FD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6" y="3789"/>
              <a:ext cx="0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09" name="Line 179">
              <a:extLst>
                <a:ext uri="{FF2B5EF4-FFF2-40B4-BE49-F238E27FC236}">
                  <a16:creationId xmlns:a16="http://schemas.microsoft.com/office/drawing/2014/main" id="{5D18B421-CD2E-4EA6-9982-37174D9C4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2726"/>
              <a:ext cx="0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0" name="Freeform 180">
              <a:extLst>
                <a:ext uri="{FF2B5EF4-FFF2-40B4-BE49-F238E27FC236}">
                  <a16:creationId xmlns:a16="http://schemas.microsoft.com/office/drawing/2014/main" id="{2FD27CC1-6303-5EFB-9700-FFA84C293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726"/>
              <a:ext cx="0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1" name="Line 181">
              <a:extLst>
                <a:ext uri="{FF2B5EF4-FFF2-40B4-BE49-F238E27FC236}">
                  <a16:creationId xmlns:a16="http://schemas.microsoft.com/office/drawing/2014/main" id="{6808D4BD-197E-0903-2993-ED063D191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2" name="Line 182">
              <a:extLst>
                <a:ext uri="{FF2B5EF4-FFF2-40B4-BE49-F238E27FC236}">
                  <a16:creationId xmlns:a16="http://schemas.microsoft.com/office/drawing/2014/main" id="{05C77E35-DE60-3CD4-6106-5C3B485AF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3" name="Freeform 183">
              <a:extLst>
                <a:ext uri="{FF2B5EF4-FFF2-40B4-BE49-F238E27FC236}">
                  <a16:creationId xmlns:a16="http://schemas.microsoft.com/office/drawing/2014/main" id="{C138C266-7963-57DE-62FA-0B6CCE8DB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4" name="Line 184">
              <a:extLst>
                <a:ext uri="{FF2B5EF4-FFF2-40B4-BE49-F238E27FC236}">
                  <a16:creationId xmlns:a16="http://schemas.microsoft.com/office/drawing/2014/main" id="{8895B4EA-953B-8339-8BC1-24197E857A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3775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5" name="Line 185">
              <a:extLst>
                <a:ext uri="{FF2B5EF4-FFF2-40B4-BE49-F238E27FC236}">
                  <a16:creationId xmlns:a16="http://schemas.microsoft.com/office/drawing/2014/main" id="{A520953B-8548-73D6-5B4C-DAC97500F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7" y="2726"/>
              <a:ext cx="1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6" name="Rectangle 186">
              <a:extLst>
                <a:ext uri="{FF2B5EF4-FFF2-40B4-BE49-F238E27FC236}">
                  <a16:creationId xmlns:a16="http://schemas.microsoft.com/office/drawing/2014/main" id="{82DD4F40-D64A-1F46-391B-F26EA3890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" y="385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917" name="Rectangle 187">
              <a:extLst>
                <a:ext uri="{FF2B5EF4-FFF2-40B4-BE49-F238E27FC236}">
                  <a16:creationId xmlns:a16="http://schemas.microsoft.com/office/drawing/2014/main" id="{9060B978-D6FD-0774-26D9-08F46A960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6" y="379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918" name="Line 188">
              <a:extLst>
                <a:ext uri="{FF2B5EF4-FFF2-40B4-BE49-F238E27FC236}">
                  <a16:creationId xmlns:a16="http://schemas.microsoft.com/office/drawing/2014/main" id="{E1F58CFE-3158-703E-7474-5E5018B68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19" name="Line 189">
              <a:extLst>
                <a:ext uri="{FF2B5EF4-FFF2-40B4-BE49-F238E27FC236}">
                  <a16:creationId xmlns:a16="http://schemas.microsoft.com/office/drawing/2014/main" id="{F476DAFB-9803-1324-CD2D-5CE4CAFC1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0" name="Freeform 190">
              <a:extLst>
                <a:ext uri="{FF2B5EF4-FFF2-40B4-BE49-F238E27FC236}">
                  <a16:creationId xmlns:a16="http://schemas.microsoft.com/office/drawing/2014/main" id="{57B08B6D-953B-FCDB-1596-55FCF0368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1" name="Line 191">
              <a:extLst>
                <a:ext uri="{FF2B5EF4-FFF2-40B4-BE49-F238E27FC236}">
                  <a16:creationId xmlns:a16="http://schemas.microsoft.com/office/drawing/2014/main" id="{44358E54-8611-DB9B-51B2-24ABF544A6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3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2" name="Line 192">
              <a:extLst>
                <a:ext uri="{FF2B5EF4-FFF2-40B4-BE49-F238E27FC236}">
                  <a16:creationId xmlns:a16="http://schemas.microsoft.com/office/drawing/2014/main" id="{E6992FA6-1A33-4263-B5DE-0CAF82F5A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3" name="Freeform 193">
              <a:extLst>
                <a:ext uri="{FF2B5EF4-FFF2-40B4-BE49-F238E27FC236}">
                  <a16:creationId xmlns:a16="http://schemas.microsoft.com/office/drawing/2014/main" id="{5C75948E-74A5-4AEB-AB17-3720E91A7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3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4" name="Line 194">
              <a:extLst>
                <a:ext uri="{FF2B5EF4-FFF2-40B4-BE49-F238E27FC236}">
                  <a16:creationId xmlns:a16="http://schemas.microsoft.com/office/drawing/2014/main" id="{DE0AB838-7DE4-E0EA-999E-FD7EE3AF24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5" name="Line 195">
              <a:extLst>
                <a:ext uri="{FF2B5EF4-FFF2-40B4-BE49-F238E27FC236}">
                  <a16:creationId xmlns:a16="http://schemas.microsoft.com/office/drawing/2014/main" id="{D7FE7D70-BE5D-D59D-F5E4-A496D7D86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6" name="Freeform 196">
              <a:extLst>
                <a:ext uri="{FF2B5EF4-FFF2-40B4-BE49-F238E27FC236}">
                  <a16:creationId xmlns:a16="http://schemas.microsoft.com/office/drawing/2014/main" id="{65EAF213-CE22-F095-0847-0B68F8B43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7" name="Line 197">
              <a:extLst>
                <a:ext uri="{FF2B5EF4-FFF2-40B4-BE49-F238E27FC236}">
                  <a16:creationId xmlns:a16="http://schemas.microsoft.com/office/drawing/2014/main" id="{D762535E-8025-5491-C3DC-E60703AB78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4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8" name="Line 198">
              <a:extLst>
                <a:ext uri="{FF2B5EF4-FFF2-40B4-BE49-F238E27FC236}">
                  <a16:creationId xmlns:a16="http://schemas.microsoft.com/office/drawing/2014/main" id="{0CFAF343-F3CA-FD81-E763-EAF430D98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29" name="Freeform 199">
              <a:extLst>
                <a:ext uri="{FF2B5EF4-FFF2-40B4-BE49-F238E27FC236}">
                  <a16:creationId xmlns:a16="http://schemas.microsoft.com/office/drawing/2014/main" id="{EB1F5187-E962-66DF-69BE-E5F6D3453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0" name="Line 200">
              <a:extLst>
                <a:ext uri="{FF2B5EF4-FFF2-40B4-BE49-F238E27FC236}">
                  <a16:creationId xmlns:a16="http://schemas.microsoft.com/office/drawing/2014/main" id="{D0700F53-6ADA-7ADC-B0BB-8BCAE85DD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1" name="Line 201">
              <a:extLst>
                <a:ext uri="{FF2B5EF4-FFF2-40B4-BE49-F238E27FC236}">
                  <a16:creationId xmlns:a16="http://schemas.microsoft.com/office/drawing/2014/main" id="{7A702EF0-5BA6-C1BE-F717-A0161C3A0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2" name="Freeform 202">
              <a:extLst>
                <a:ext uri="{FF2B5EF4-FFF2-40B4-BE49-F238E27FC236}">
                  <a16:creationId xmlns:a16="http://schemas.microsoft.com/office/drawing/2014/main" id="{6773019F-6738-0535-C826-487A9DD9C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3" name="Line 203">
              <a:extLst>
                <a:ext uri="{FF2B5EF4-FFF2-40B4-BE49-F238E27FC236}">
                  <a16:creationId xmlns:a16="http://schemas.microsoft.com/office/drawing/2014/main" id="{7EB8BB83-091E-732B-1FE1-51A0E4D899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4" name="Line 204">
              <a:extLst>
                <a:ext uri="{FF2B5EF4-FFF2-40B4-BE49-F238E27FC236}">
                  <a16:creationId xmlns:a16="http://schemas.microsoft.com/office/drawing/2014/main" id="{EE0F0BEC-314A-0563-46C4-6523C057B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5" name="Freeform 205">
              <a:extLst>
                <a:ext uri="{FF2B5EF4-FFF2-40B4-BE49-F238E27FC236}">
                  <a16:creationId xmlns:a16="http://schemas.microsoft.com/office/drawing/2014/main" id="{C44A9645-6F08-FCDC-85D3-E3A874838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6" name="Line 206">
              <a:extLst>
                <a:ext uri="{FF2B5EF4-FFF2-40B4-BE49-F238E27FC236}">
                  <a16:creationId xmlns:a16="http://schemas.microsoft.com/office/drawing/2014/main" id="{16BE0493-DC38-8F6B-64A8-5AAFD939D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7" name="Line 207">
              <a:extLst>
                <a:ext uri="{FF2B5EF4-FFF2-40B4-BE49-F238E27FC236}">
                  <a16:creationId xmlns:a16="http://schemas.microsoft.com/office/drawing/2014/main" id="{E897A2A9-8F53-CDD7-FBAA-8E3FE8500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8" name="Freeform 208">
              <a:extLst>
                <a:ext uri="{FF2B5EF4-FFF2-40B4-BE49-F238E27FC236}">
                  <a16:creationId xmlns:a16="http://schemas.microsoft.com/office/drawing/2014/main" id="{B3D7B653-96B5-AB0B-805A-CEF9032A3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39" name="Line 209">
              <a:extLst>
                <a:ext uri="{FF2B5EF4-FFF2-40B4-BE49-F238E27FC236}">
                  <a16:creationId xmlns:a16="http://schemas.microsoft.com/office/drawing/2014/main" id="{13669B3B-A4A2-6526-BF3D-5490216ABE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9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0" name="Line 210">
              <a:extLst>
                <a:ext uri="{FF2B5EF4-FFF2-40B4-BE49-F238E27FC236}">
                  <a16:creationId xmlns:a16="http://schemas.microsoft.com/office/drawing/2014/main" id="{D6D3DB50-3CC1-F64A-A1B3-4393A8A9C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9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1" name="Freeform 211">
              <a:extLst>
                <a:ext uri="{FF2B5EF4-FFF2-40B4-BE49-F238E27FC236}">
                  <a16:creationId xmlns:a16="http://schemas.microsoft.com/office/drawing/2014/main" id="{0B9118A1-691F-18D4-D738-D7AC1B320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2" name="Line 212">
              <a:extLst>
                <a:ext uri="{FF2B5EF4-FFF2-40B4-BE49-F238E27FC236}">
                  <a16:creationId xmlns:a16="http://schemas.microsoft.com/office/drawing/2014/main" id="{1E7881AB-7D4B-A7CE-78EB-ADC417E79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3" name="Line 213">
              <a:extLst>
                <a:ext uri="{FF2B5EF4-FFF2-40B4-BE49-F238E27FC236}">
                  <a16:creationId xmlns:a16="http://schemas.microsoft.com/office/drawing/2014/main" id="{EA069FB9-3AA1-4D9B-6CAC-80EA06DC9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4" name="Freeform 214">
              <a:extLst>
                <a:ext uri="{FF2B5EF4-FFF2-40B4-BE49-F238E27FC236}">
                  <a16:creationId xmlns:a16="http://schemas.microsoft.com/office/drawing/2014/main" id="{F01F2007-B3CF-0344-E5D9-59ADC1902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5" name="Line 215">
              <a:extLst>
                <a:ext uri="{FF2B5EF4-FFF2-40B4-BE49-F238E27FC236}">
                  <a16:creationId xmlns:a16="http://schemas.microsoft.com/office/drawing/2014/main" id="{874BA7DF-B8AB-8FFC-DB9C-F4B2FDA3B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7" y="3775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6" name="Line 216">
              <a:extLst>
                <a:ext uri="{FF2B5EF4-FFF2-40B4-BE49-F238E27FC236}">
                  <a16:creationId xmlns:a16="http://schemas.microsoft.com/office/drawing/2014/main" id="{B087617D-5E84-CD6B-3357-D5C7EC2AD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7" y="2726"/>
              <a:ext cx="1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947" name="Group 217">
              <a:extLst>
                <a:ext uri="{FF2B5EF4-FFF2-40B4-BE49-F238E27FC236}">
                  <a16:creationId xmlns:a16="http://schemas.microsoft.com/office/drawing/2014/main" id="{9D6FBD20-50A1-C439-E594-AAECF4439A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3" y="3800"/>
              <a:ext cx="249" cy="259"/>
              <a:chOff x="3936" y="3704"/>
              <a:chExt cx="259" cy="259"/>
            </a:xfrm>
          </p:grpSpPr>
          <p:sp>
            <p:nvSpPr>
              <p:cNvPr id="74001" name="Rectangle 218">
                <a:extLst>
                  <a:ext uri="{FF2B5EF4-FFF2-40B4-BE49-F238E27FC236}">
                    <a16:creationId xmlns:a16="http://schemas.microsoft.com/office/drawing/2014/main" id="{A79C0BEE-7380-1D6A-F3B3-ECAE52525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771"/>
                <a:ext cx="1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002" name="Rectangle 219">
                <a:extLst>
                  <a:ext uri="{FF2B5EF4-FFF2-40B4-BE49-F238E27FC236}">
                    <a16:creationId xmlns:a16="http://schemas.microsoft.com/office/drawing/2014/main" id="{741F231B-EDF9-6B62-7B4B-6245DC150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" y="3704"/>
                <a:ext cx="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3948" name="Line 220">
              <a:extLst>
                <a:ext uri="{FF2B5EF4-FFF2-40B4-BE49-F238E27FC236}">
                  <a16:creationId xmlns:a16="http://schemas.microsoft.com/office/drawing/2014/main" id="{59EAFEDB-52C5-934D-6FB7-720E0ECB3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3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49" name="Line 221">
              <a:extLst>
                <a:ext uri="{FF2B5EF4-FFF2-40B4-BE49-F238E27FC236}">
                  <a16:creationId xmlns:a16="http://schemas.microsoft.com/office/drawing/2014/main" id="{249DD6FE-9E7F-8DA3-D581-B6034BE78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0" name="Freeform 222">
              <a:extLst>
                <a:ext uri="{FF2B5EF4-FFF2-40B4-BE49-F238E27FC236}">
                  <a16:creationId xmlns:a16="http://schemas.microsoft.com/office/drawing/2014/main" id="{1BD2A9DD-5054-962C-B0BA-4127F384C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1" name="Line 223">
              <a:extLst>
                <a:ext uri="{FF2B5EF4-FFF2-40B4-BE49-F238E27FC236}">
                  <a16:creationId xmlns:a16="http://schemas.microsoft.com/office/drawing/2014/main" id="{6E530B61-A363-6110-D52A-B95B3A960D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3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2" name="Line 224">
              <a:extLst>
                <a:ext uri="{FF2B5EF4-FFF2-40B4-BE49-F238E27FC236}">
                  <a16:creationId xmlns:a16="http://schemas.microsoft.com/office/drawing/2014/main" id="{D68214AA-C38C-6BC2-CC10-418083EFE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3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3" name="Freeform 225">
              <a:extLst>
                <a:ext uri="{FF2B5EF4-FFF2-40B4-BE49-F238E27FC236}">
                  <a16:creationId xmlns:a16="http://schemas.microsoft.com/office/drawing/2014/main" id="{ED42735F-A2F0-22B7-DB61-0CDD8BB2E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4" name="Line 226">
              <a:extLst>
                <a:ext uri="{FF2B5EF4-FFF2-40B4-BE49-F238E27FC236}">
                  <a16:creationId xmlns:a16="http://schemas.microsoft.com/office/drawing/2014/main" id="{63C6EA4F-3F25-E7E5-EA63-091586C16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5" name="Line 227">
              <a:extLst>
                <a:ext uri="{FF2B5EF4-FFF2-40B4-BE49-F238E27FC236}">
                  <a16:creationId xmlns:a16="http://schemas.microsoft.com/office/drawing/2014/main" id="{C3F58F95-EB54-D51A-7F7D-50F6AF7AB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6" name="Freeform 228">
              <a:extLst>
                <a:ext uri="{FF2B5EF4-FFF2-40B4-BE49-F238E27FC236}">
                  <a16:creationId xmlns:a16="http://schemas.microsoft.com/office/drawing/2014/main" id="{67FA288B-4FE0-8FE2-2B4D-E9500E3B8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5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7" name="Line 229">
              <a:extLst>
                <a:ext uri="{FF2B5EF4-FFF2-40B4-BE49-F238E27FC236}">
                  <a16:creationId xmlns:a16="http://schemas.microsoft.com/office/drawing/2014/main" id="{66D27DC8-A4A9-6B5F-652B-61F64F4C8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5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8" name="Line 230">
              <a:extLst>
                <a:ext uri="{FF2B5EF4-FFF2-40B4-BE49-F238E27FC236}">
                  <a16:creationId xmlns:a16="http://schemas.microsoft.com/office/drawing/2014/main" id="{DEFF82ED-B082-62D7-B39C-44B81EF6E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59" name="Freeform 231">
              <a:extLst>
                <a:ext uri="{FF2B5EF4-FFF2-40B4-BE49-F238E27FC236}">
                  <a16:creationId xmlns:a16="http://schemas.microsoft.com/office/drawing/2014/main" id="{C4E6C7CD-B187-83D1-823F-34BE3D1EC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5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0" name="Line 232">
              <a:extLst>
                <a:ext uri="{FF2B5EF4-FFF2-40B4-BE49-F238E27FC236}">
                  <a16:creationId xmlns:a16="http://schemas.microsoft.com/office/drawing/2014/main" id="{2B545FA1-864F-F231-6733-B2C34C27B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00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1" name="Line 233">
              <a:extLst>
                <a:ext uri="{FF2B5EF4-FFF2-40B4-BE49-F238E27FC236}">
                  <a16:creationId xmlns:a16="http://schemas.microsoft.com/office/drawing/2014/main" id="{C005FAA5-F919-EB61-41F9-0530BC8B4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0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2" name="Freeform 234">
              <a:extLst>
                <a:ext uri="{FF2B5EF4-FFF2-40B4-BE49-F238E27FC236}">
                  <a16:creationId xmlns:a16="http://schemas.microsoft.com/office/drawing/2014/main" id="{5E2B64EF-E1F1-66B1-CEBD-B77F2C363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3" name="Line 235">
              <a:extLst>
                <a:ext uri="{FF2B5EF4-FFF2-40B4-BE49-F238E27FC236}">
                  <a16:creationId xmlns:a16="http://schemas.microsoft.com/office/drawing/2014/main" id="{3A9EBA25-1000-AEB2-C2A4-1BDC145E1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4" name="Line 236">
              <a:extLst>
                <a:ext uri="{FF2B5EF4-FFF2-40B4-BE49-F238E27FC236}">
                  <a16:creationId xmlns:a16="http://schemas.microsoft.com/office/drawing/2014/main" id="{44EF922A-36D4-6E5F-D0BB-20B80AED6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5" name="Freeform 237">
              <a:extLst>
                <a:ext uri="{FF2B5EF4-FFF2-40B4-BE49-F238E27FC236}">
                  <a16:creationId xmlns:a16="http://schemas.microsoft.com/office/drawing/2014/main" id="{A998A3E2-6562-B31F-0EF5-549CAFF2C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6" name="Line 238">
              <a:extLst>
                <a:ext uri="{FF2B5EF4-FFF2-40B4-BE49-F238E27FC236}">
                  <a16:creationId xmlns:a16="http://schemas.microsoft.com/office/drawing/2014/main" id="{2D44AA0B-4CD8-8436-C5E7-1B44B624E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2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7" name="Line 239">
              <a:extLst>
                <a:ext uri="{FF2B5EF4-FFF2-40B4-BE49-F238E27FC236}">
                  <a16:creationId xmlns:a16="http://schemas.microsoft.com/office/drawing/2014/main" id="{B5485D90-C50A-D4A7-D5F6-79FB5EB58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2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8" name="Freeform 240">
              <a:extLst>
                <a:ext uri="{FF2B5EF4-FFF2-40B4-BE49-F238E27FC236}">
                  <a16:creationId xmlns:a16="http://schemas.microsoft.com/office/drawing/2014/main" id="{80D42EAF-FFBA-1B4E-B5DE-CE423D678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69" name="Line 241">
              <a:extLst>
                <a:ext uri="{FF2B5EF4-FFF2-40B4-BE49-F238E27FC236}">
                  <a16:creationId xmlns:a16="http://schemas.microsoft.com/office/drawing/2014/main" id="{67BED934-DAF7-A438-289D-32E89608F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0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0" name="Line 242">
              <a:extLst>
                <a:ext uri="{FF2B5EF4-FFF2-40B4-BE49-F238E27FC236}">
                  <a16:creationId xmlns:a16="http://schemas.microsoft.com/office/drawing/2014/main" id="{3DA45771-6D94-D12B-83A0-4847F8760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0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1" name="Freeform 243">
              <a:extLst>
                <a:ext uri="{FF2B5EF4-FFF2-40B4-BE49-F238E27FC236}">
                  <a16:creationId xmlns:a16="http://schemas.microsoft.com/office/drawing/2014/main" id="{C85BFD77-E1E2-BC9A-FB34-E23848F13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0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2" name="Line 244">
              <a:extLst>
                <a:ext uri="{FF2B5EF4-FFF2-40B4-BE49-F238E27FC236}">
                  <a16:creationId xmlns:a16="http://schemas.microsoft.com/office/drawing/2014/main" id="{502BC3BD-FB25-99A7-9586-9DC812941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7" y="3789"/>
              <a:ext cx="1" cy="2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3" name="Line 245">
              <a:extLst>
                <a:ext uri="{FF2B5EF4-FFF2-40B4-BE49-F238E27FC236}">
                  <a16:creationId xmlns:a16="http://schemas.microsoft.com/office/drawing/2014/main" id="{4E2EF03A-A373-322A-9DAA-A6838CB51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7" y="272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4" name="Freeform 246">
              <a:extLst>
                <a:ext uri="{FF2B5EF4-FFF2-40B4-BE49-F238E27FC236}">
                  <a16:creationId xmlns:a16="http://schemas.microsoft.com/office/drawing/2014/main" id="{5ABDAA30-1745-D098-55E3-E95EBA8AF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726"/>
              <a:ext cx="1" cy="1084"/>
            </a:xfrm>
            <a:custGeom>
              <a:avLst/>
              <a:gdLst>
                <a:gd name="T0" fmla="*/ 0 w 1"/>
                <a:gd name="T1" fmla="*/ 7680 h 153"/>
                <a:gd name="T2" fmla="*/ 0 w 1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3">
                  <a:moveTo>
                    <a:pt x="0" y="153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5" name="Line 247">
              <a:extLst>
                <a:ext uri="{FF2B5EF4-FFF2-40B4-BE49-F238E27FC236}">
                  <a16:creationId xmlns:a16="http://schemas.microsoft.com/office/drawing/2014/main" id="{F60DFA4E-E64C-AB97-B6CC-B38591D3F7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7" y="3775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6" name="Line 248">
              <a:extLst>
                <a:ext uri="{FF2B5EF4-FFF2-40B4-BE49-F238E27FC236}">
                  <a16:creationId xmlns:a16="http://schemas.microsoft.com/office/drawing/2014/main" id="{EB6DFAA6-76DB-A647-FAFD-2CC1B97E1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7" y="2726"/>
              <a:ext cx="1" cy="28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977" name="Group 249">
              <a:extLst>
                <a:ext uri="{FF2B5EF4-FFF2-40B4-BE49-F238E27FC236}">
                  <a16:creationId xmlns:a16="http://schemas.microsoft.com/office/drawing/2014/main" id="{0FD069BC-6B75-520C-0333-EE9C36BD7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5" y="3791"/>
              <a:ext cx="240" cy="259"/>
              <a:chOff x="4977" y="3704"/>
              <a:chExt cx="249" cy="259"/>
            </a:xfrm>
          </p:grpSpPr>
          <p:sp>
            <p:nvSpPr>
              <p:cNvPr id="73999" name="Rectangle 250">
                <a:extLst>
                  <a:ext uri="{FF2B5EF4-FFF2-40B4-BE49-F238E27FC236}">
                    <a16:creationId xmlns:a16="http://schemas.microsoft.com/office/drawing/2014/main" id="{139D1F3B-A72F-4774-DC04-DF5A7CA9C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7" y="3771"/>
                <a:ext cx="1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000" name="Rectangle 251">
                <a:extLst>
                  <a:ext uri="{FF2B5EF4-FFF2-40B4-BE49-F238E27FC236}">
                    <a16:creationId xmlns:a16="http://schemas.microsoft.com/office/drawing/2014/main" id="{DC8C472A-66FB-5B7C-C42E-8E1F31AFF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4" y="3704"/>
                <a:ext cx="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Helvetica" panose="020B0604020202020204" pitchFamily="34" charset="0"/>
                  </a:rPr>
                  <a:t>2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3978" name="Line 252">
              <a:extLst>
                <a:ext uri="{FF2B5EF4-FFF2-40B4-BE49-F238E27FC236}">
                  <a16:creationId xmlns:a16="http://schemas.microsoft.com/office/drawing/2014/main" id="{4DA5156D-065E-5CCD-6629-3EB6E3CB5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3810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79" name="Line 253">
              <a:extLst>
                <a:ext uri="{FF2B5EF4-FFF2-40B4-BE49-F238E27FC236}">
                  <a16:creationId xmlns:a16="http://schemas.microsoft.com/office/drawing/2014/main" id="{07C0809D-6110-42BC-898E-DF2DCBA28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3810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0" name="Rectangle 254">
              <a:extLst>
                <a:ext uri="{FF2B5EF4-FFF2-40B4-BE49-F238E27FC236}">
                  <a16:creationId xmlns:a16="http://schemas.microsoft.com/office/drawing/2014/main" id="{2A3D42FC-C52A-7EA2-3698-099E31994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370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-180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73981" name="Line 255">
              <a:extLst>
                <a:ext uri="{FF2B5EF4-FFF2-40B4-BE49-F238E27FC236}">
                  <a16:creationId xmlns:a16="http://schemas.microsoft.com/office/drawing/2014/main" id="{44D62E79-F11D-C4EA-5B62-96E2463B6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3534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2" name="Line 256">
              <a:extLst>
                <a:ext uri="{FF2B5EF4-FFF2-40B4-BE49-F238E27FC236}">
                  <a16:creationId xmlns:a16="http://schemas.microsoft.com/office/drawing/2014/main" id="{A327829B-F82C-6491-4048-ADD289A14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3534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3" name="Rectangle 257">
              <a:extLst>
                <a:ext uri="{FF2B5EF4-FFF2-40B4-BE49-F238E27FC236}">
                  <a16:creationId xmlns:a16="http://schemas.microsoft.com/office/drawing/2014/main" id="{7E833E13-3221-C778-362E-7AD363464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428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-90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73984" name="Line 258">
              <a:extLst>
                <a:ext uri="{FF2B5EF4-FFF2-40B4-BE49-F238E27FC236}">
                  <a16:creationId xmlns:a16="http://schemas.microsoft.com/office/drawing/2014/main" id="{711A8F3E-DDE6-24CB-3D19-67E8E4E5C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3264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5" name="Line 259">
              <a:extLst>
                <a:ext uri="{FF2B5EF4-FFF2-40B4-BE49-F238E27FC236}">
                  <a16:creationId xmlns:a16="http://schemas.microsoft.com/office/drawing/2014/main" id="{33906C31-A35C-51F4-7542-8B71D8711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3264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6" name="Rectangle 260">
              <a:extLst>
                <a:ext uri="{FF2B5EF4-FFF2-40B4-BE49-F238E27FC236}">
                  <a16:creationId xmlns:a16="http://schemas.microsoft.com/office/drawing/2014/main" id="{1BC11BCD-AF11-466C-DF34-F69A0C863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3159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r>
                <a:rPr lang="en-US" altLang="zh-CN" sz="2000">
                  <a:latin typeface="Helvetica" panose="020B0604020202020204" pitchFamily="34" charset="0"/>
                </a:rPr>
                <a:t> </a:t>
              </a:r>
            </a:p>
          </p:txBody>
        </p:sp>
        <p:sp>
          <p:nvSpPr>
            <p:cNvPr id="73987" name="Line 261">
              <a:extLst>
                <a:ext uri="{FF2B5EF4-FFF2-40B4-BE49-F238E27FC236}">
                  <a16:creationId xmlns:a16="http://schemas.microsoft.com/office/drawing/2014/main" id="{830DC8A0-BD9C-8D76-BF3C-5601EBC9B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995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8" name="Line 262">
              <a:extLst>
                <a:ext uri="{FF2B5EF4-FFF2-40B4-BE49-F238E27FC236}">
                  <a16:creationId xmlns:a16="http://schemas.microsoft.com/office/drawing/2014/main" id="{1A624DD1-56B8-119D-95D0-F49F094886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2995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89" name="Rectangle 263">
              <a:extLst>
                <a:ext uri="{FF2B5EF4-FFF2-40B4-BE49-F238E27FC236}">
                  <a16:creationId xmlns:a16="http://schemas.microsoft.com/office/drawing/2014/main" id="{5E584483-073E-0873-C953-FE8BE758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9" y="2910"/>
              <a:ext cx="2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90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r>
                <a:rPr lang="en-US" altLang="zh-CN" sz="2000">
                  <a:latin typeface="Helvetica" panose="020B0604020202020204" pitchFamily="34" charset="0"/>
                </a:rPr>
                <a:t> </a:t>
              </a:r>
            </a:p>
          </p:txBody>
        </p:sp>
        <p:sp>
          <p:nvSpPr>
            <p:cNvPr id="73990" name="Line 264">
              <a:extLst>
                <a:ext uri="{FF2B5EF4-FFF2-40B4-BE49-F238E27FC236}">
                  <a16:creationId xmlns:a16="http://schemas.microsoft.com/office/drawing/2014/main" id="{14DD31CC-8933-38D3-D9ED-E253AB965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726"/>
              <a:ext cx="27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91" name="Line 265">
              <a:extLst>
                <a:ext uri="{FF2B5EF4-FFF2-40B4-BE49-F238E27FC236}">
                  <a16:creationId xmlns:a16="http://schemas.microsoft.com/office/drawing/2014/main" id="{2B7768F4-9DB3-1608-2571-AB6077578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3" y="2726"/>
              <a:ext cx="34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92" name="Rectangle 266">
              <a:extLst>
                <a:ext uri="{FF2B5EF4-FFF2-40B4-BE49-F238E27FC236}">
                  <a16:creationId xmlns:a16="http://schemas.microsoft.com/office/drawing/2014/main" id="{7204D77D-A27A-7BA1-99D1-09010101A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" y="2640"/>
              <a:ext cx="3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180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  <a:r>
                <a:rPr lang="en-US" altLang="zh-CN" sz="2000">
                  <a:latin typeface="Helvetica" panose="020B0604020202020204" pitchFamily="34" charset="0"/>
                </a:rPr>
                <a:t>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3993" name="Line 267">
              <a:extLst>
                <a:ext uri="{FF2B5EF4-FFF2-40B4-BE49-F238E27FC236}">
                  <a16:creationId xmlns:a16="http://schemas.microsoft.com/office/drawing/2014/main" id="{59F97B7E-E4EE-0CA4-1A15-FC19A135C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726"/>
              <a:ext cx="287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94" name="Freeform 268">
              <a:extLst>
                <a:ext uri="{FF2B5EF4-FFF2-40B4-BE49-F238E27FC236}">
                  <a16:creationId xmlns:a16="http://schemas.microsoft.com/office/drawing/2014/main" id="{8B665213-05B9-B6B6-EFAC-D45191C0B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2726"/>
              <a:ext cx="2874" cy="1084"/>
            </a:xfrm>
            <a:custGeom>
              <a:avLst/>
              <a:gdLst>
                <a:gd name="T0" fmla="*/ 0 w 422"/>
                <a:gd name="T1" fmla="*/ 7680 h 153"/>
                <a:gd name="T2" fmla="*/ 19573 w 422"/>
                <a:gd name="T3" fmla="*/ 7680 h 153"/>
                <a:gd name="T4" fmla="*/ 19573 w 422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" h="153">
                  <a:moveTo>
                    <a:pt x="0" y="153"/>
                  </a:moveTo>
                  <a:lnTo>
                    <a:pt x="422" y="153"/>
                  </a:lnTo>
                  <a:lnTo>
                    <a:pt x="42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95" name="Line 269">
              <a:extLst>
                <a:ext uri="{FF2B5EF4-FFF2-40B4-BE49-F238E27FC236}">
                  <a16:creationId xmlns:a16="http://schemas.microsoft.com/office/drawing/2014/main" id="{F1E89399-3CB7-10B6-6EE0-DFCACAC52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3" y="2726"/>
              <a:ext cx="0" cy="10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96" name="Freeform 270">
              <a:extLst>
                <a:ext uri="{FF2B5EF4-FFF2-40B4-BE49-F238E27FC236}">
                  <a16:creationId xmlns:a16="http://schemas.microsoft.com/office/drawing/2014/main" id="{FD0C6B8F-74F5-2A86-117C-61236818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3264"/>
              <a:ext cx="2874" cy="1"/>
            </a:xfrm>
            <a:custGeom>
              <a:avLst/>
              <a:gdLst>
                <a:gd name="T0" fmla="*/ 0 w 2991"/>
                <a:gd name="T1" fmla="*/ 0 h 1"/>
                <a:gd name="T2" fmla="*/ 65 w 2991"/>
                <a:gd name="T3" fmla="*/ 0 h 1"/>
                <a:gd name="T4" fmla="*/ 131 w 2991"/>
                <a:gd name="T5" fmla="*/ 0 h 1"/>
                <a:gd name="T6" fmla="*/ 197 w 2991"/>
                <a:gd name="T7" fmla="*/ 0 h 1"/>
                <a:gd name="T8" fmla="*/ 269 w 2991"/>
                <a:gd name="T9" fmla="*/ 0 h 1"/>
                <a:gd name="T10" fmla="*/ 334 w 2991"/>
                <a:gd name="T11" fmla="*/ 0 h 1"/>
                <a:gd name="T12" fmla="*/ 400 w 2991"/>
                <a:gd name="T13" fmla="*/ 0 h 1"/>
                <a:gd name="T14" fmla="*/ 472 w 2991"/>
                <a:gd name="T15" fmla="*/ 0 h 1"/>
                <a:gd name="T16" fmla="*/ 537 w 2991"/>
                <a:gd name="T17" fmla="*/ 0 h 1"/>
                <a:gd name="T18" fmla="*/ 602 w 2991"/>
                <a:gd name="T19" fmla="*/ 0 h 1"/>
                <a:gd name="T20" fmla="*/ 668 w 2991"/>
                <a:gd name="T21" fmla="*/ 0 h 1"/>
                <a:gd name="T22" fmla="*/ 740 w 2991"/>
                <a:gd name="T23" fmla="*/ 0 h 1"/>
                <a:gd name="T24" fmla="*/ 805 w 2991"/>
                <a:gd name="T25" fmla="*/ 0 h 1"/>
                <a:gd name="T26" fmla="*/ 871 w 2991"/>
                <a:gd name="T27" fmla="*/ 0 h 1"/>
                <a:gd name="T28" fmla="*/ 943 w 2991"/>
                <a:gd name="T29" fmla="*/ 0 h 1"/>
                <a:gd name="T30" fmla="*/ 1008 w 2991"/>
                <a:gd name="T31" fmla="*/ 0 h 1"/>
                <a:gd name="T32" fmla="*/ 1074 w 2991"/>
                <a:gd name="T33" fmla="*/ 0 h 1"/>
                <a:gd name="T34" fmla="*/ 1140 w 2991"/>
                <a:gd name="T35" fmla="*/ 0 h 1"/>
                <a:gd name="T36" fmla="*/ 1212 w 2991"/>
                <a:gd name="T37" fmla="*/ 0 h 1"/>
                <a:gd name="T38" fmla="*/ 1277 w 2991"/>
                <a:gd name="T39" fmla="*/ 0 h 1"/>
                <a:gd name="T40" fmla="*/ 1341 w 2991"/>
                <a:gd name="T41" fmla="*/ 0 h 1"/>
                <a:gd name="T42" fmla="*/ 1413 w 2991"/>
                <a:gd name="T43" fmla="*/ 0 h 1"/>
                <a:gd name="T44" fmla="*/ 1479 w 2991"/>
                <a:gd name="T45" fmla="*/ 0 h 1"/>
                <a:gd name="T46" fmla="*/ 1545 w 2991"/>
                <a:gd name="T47" fmla="*/ 0 h 1"/>
                <a:gd name="T48" fmla="*/ 1617 w 2991"/>
                <a:gd name="T49" fmla="*/ 0 h 1"/>
                <a:gd name="T50" fmla="*/ 1683 w 2991"/>
                <a:gd name="T51" fmla="*/ 0 h 1"/>
                <a:gd name="T52" fmla="*/ 1748 w 2991"/>
                <a:gd name="T53" fmla="*/ 0 h 1"/>
                <a:gd name="T54" fmla="*/ 1813 w 2991"/>
                <a:gd name="T55" fmla="*/ 0 h 1"/>
                <a:gd name="T56" fmla="*/ 1885 w 2991"/>
                <a:gd name="T57" fmla="*/ 0 h 1"/>
                <a:gd name="T58" fmla="*/ 1951 w 2991"/>
                <a:gd name="T59" fmla="*/ 0 h 1"/>
                <a:gd name="T60" fmla="*/ 2016 w 2991"/>
                <a:gd name="T61" fmla="*/ 0 h 1"/>
                <a:gd name="T62" fmla="*/ 2088 w 2991"/>
                <a:gd name="T63" fmla="*/ 0 h 1"/>
                <a:gd name="T64" fmla="*/ 2153 w 2991"/>
                <a:gd name="T65" fmla="*/ 0 h 1"/>
                <a:gd name="T66" fmla="*/ 2219 w 2991"/>
                <a:gd name="T67" fmla="*/ 0 h 1"/>
                <a:gd name="T68" fmla="*/ 2284 w 2991"/>
                <a:gd name="T69" fmla="*/ 0 h 1"/>
                <a:gd name="T70" fmla="*/ 2356 w 2991"/>
                <a:gd name="T71" fmla="*/ 0 h 1"/>
                <a:gd name="T72" fmla="*/ 2421 w 2991"/>
                <a:gd name="T73" fmla="*/ 0 h 1"/>
                <a:gd name="T74" fmla="*/ 2488 w 2991"/>
                <a:gd name="T75" fmla="*/ 0 h 1"/>
                <a:gd name="T76" fmla="*/ 2560 w 2991"/>
                <a:gd name="T77" fmla="*/ 0 h 1"/>
                <a:gd name="T78" fmla="*/ 2625 w 2991"/>
                <a:gd name="T79" fmla="*/ 0 h 1"/>
                <a:gd name="T80" fmla="*/ 2690 w 2991"/>
                <a:gd name="T81" fmla="*/ 0 h 1"/>
                <a:gd name="T82" fmla="*/ 2762 w 2991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991" h="1">
                  <a:moveTo>
                    <a:pt x="0" y="0"/>
                  </a:moveTo>
                  <a:lnTo>
                    <a:pt x="71" y="0"/>
                  </a:lnTo>
                  <a:lnTo>
                    <a:pt x="142" y="0"/>
                  </a:lnTo>
                  <a:lnTo>
                    <a:pt x="213" y="0"/>
                  </a:lnTo>
                  <a:lnTo>
                    <a:pt x="291" y="0"/>
                  </a:lnTo>
                  <a:lnTo>
                    <a:pt x="362" y="0"/>
                  </a:lnTo>
                  <a:lnTo>
                    <a:pt x="433" y="0"/>
                  </a:lnTo>
                  <a:lnTo>
                    <a:pt x="511" y="0"/>
                  </a:lnTo>
                  <a:lnTo>
                    <a:pt x="582" y="0"/>
                  </a:lnTo>
                  <a:lnTo>
                    <a:pt x="652" y="0"/>
                  </a:lnTo>
                  <a:lnTo>
                    <a:pt x="723" y="0"/>
                  </a:lnTo>
                  <a:lnTo>
                    <a:pt x="801" y="0"/>
                  </a:lnTo>
                  <a:lnTo>
                    <a:pt x="872" y="0"/>
                  </a:lnTo>
                  <a:lnTo>
                    <a:pt x="943" y="0"/>
                  </a:lnTo>
                  <a:lnTo>
                    <a:pt x="1021" y="0"/>
                  </a:lnTo>
                  <a:lnTo>
                    <a:pt x="1092" y="0"/>
                  </a:lnTo>
                  <a:lnTo>
                    <a:pt x="1163" y="0"/>
                  </a:lnTo>
                  <a:lnTo>
                    <a:pt x="1234" y="0"/>
                  </a:lnTo>
                  <a:lnTo>
                    <a:pt x="1312" y="0"/>
                  </a:lnTo>
                  <a:lnTo>
                    <a:pt x="1383" y="0"/>
                  </a:lnTo>
                  <a:lnTo>
                    <a:pt x="1453" y="0"/>
                  </a:lnTo>
                  <a:lnTo>
                    <a:pt x="1531" y="0"/>
                  </a:lnTo>
                  <a:lnTo>
                    <a:pt x="1602" y="0"/>
                  </a:lnTo>
                  <a:lnTo>
                    <a:pt x="1673" y="0"/>
                  </a:lnTo>
                  <a:lnTo>
                    <a:pt x="1751" y="0"/>
                  </a:lnTo>
                  <a:lnTo>
                    <a:pt x="1822" y="0"/>
                  </a:lnTo>
                  <a:lnTo>
                    <a:pt x="1893" y="0"/>
                  </a:lnTo>
                  <a:lnTo>
                    <a:pt x="1964" y="0"/>
                  </a:lnTo>
                  <a:lnTo>
                    <a:pt x="2042" y="0"/>
                  </a:lnTo>
                  <a:lnTo>
                    <a:pt x="2113" y="0"/>
                  </a:lnTo>
                  <a:lnTo>
                    <a:pt x="2183" y="0"/>
                  </a:lnTo>
                  <a:lnTo>
                    <a:pt x="2261" y="0"/>
                  </a:lnTo>
                  <a:lnTo>
                    <a:pt x="2332" y="0"/>
                  </a:lnTo>
                  <a:lnTo>
                    <a:pt x="2403" y="0"/>
                  </a:lnTo>
                  <a:lnTo>
                    <a:pt x="2474" y="0"/>
                  </a:lnTo>
                  <a:lnTo>
                    <a:pt x="2552" y="0"/>
                  </a:lnTo>
                  <a:lnTo>
                    <a:pt x="2623" y="0"/>
                  </a:lnTo>
                  <a:lnTo>
                    <a:pt x="2694" y="0"/>
                  </a:lnTo>
                  <a:lnTo>
                    <a:pt x="2772" y="0"/>
                  </a:lnTo>
                  <a:lnTo>
                    <a:pt x="2843" y="0"/>
                  </a:lnTo>
                  <a:lnTo>
                    <a:pt x="2913" y="0"/>
                  </a:lnTo>
                  <a:lnTo>
                    <a:pt x="2991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73997" name="Text Box 271">
              <a:extLst>
                <a:ext uri="{FF2B5EF4-FFF2-40B4-BE49-F238E27FC236}">
                  <a16:creationId xmlns:a16="http://schemas.microsoft.com/office/drawing/2014/main" id="{97124F30-5548-2D9C-9B66-93618DB29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920"/>
              <a:ext cx="585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20lg</a:t>
              </a:r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3998" name="Line 272">
              <a:extLst>
                <a:ext uri="{FF2B5EF4-FFF2-40B4-BE49-F238E27FC236}">
                  <a16:creationId xmlns:a16="http://schemas.microsoft.com/office/drawing/2014/main" id="{52660FB8-2850-DBD0-B558-66CF47EA7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9" y="1872"/>
              <a:ext cx="0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32" name="Rectangle 273">
            <a:extLst>
              <a:ext uri="{FF2B5EF4-FFF2-40B4-BE49-F238E27FC236}">
                <a16:creationId xmlns:a16="http://schemas.microsoft.com/office/drawing/2014/main" id="{CE71AC05-577A-9AFF-316A-8017435E5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08050"/>
            <a:ext cx="5562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 典型环节的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4AE92139-83C2-25A9-F88F-76602B6EA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30175"/>
            <a:ext cx="5562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F91AF7-9109-5CD5-5CB8-D172D9365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695325"/>
            <a:ext cx="1979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关于坐标轴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nimBg="1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>
            <a:extLst>
              <a:ext uri="{FF2B5EF4-FFF2-40B4-BE49-F238E27FC236}">
                <a16:creationId xmlns:a16="http://schemas.microsoft.com/office/drawing/2014/main" id="{0FBD38FF-6A6D-8091-D912-9E82F2CFC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25538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惯性环节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22D4946-5F14-A714-E846-188FE6AC323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5867400" cy="788988"/>
            <a:chOff x="1056" y="1248"/>
            <a:chExt cx="3696" cy="497"/>
          </a:xfrm>
        </p:grpSpPr>
        <p:sp>
          <p:nvSpPr>
            <p:cNvPr id="75787" name="Rectangle 5">
              <a:extLst>
                <a:ext uri="{FF2B5EF4-FFF2-40B4-BE49-F238E27FC236}">
                  <a16:creationId xmlns:a16="http://schemas.microsoft.com/office/drawing/2014/main" id="{C0D33255-4D40-B9B3-9A5B-5D594C107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3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75788" name="Object 6">
              <a:extLst>
                <a:ext uri="{FF2B5EF4-FFF2-40B4-BE49-F238E27FC236}">
                  <a16:creationId xmlns:a16="http://schemas.microsoft.com/office/drawing/2014/main" id="{E2AFB221-E7DD-EBDD-2116-432F65DCF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6" y="1248"/>
            <a:ext cx="1076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37836" imgH="393529" progId="Equation.3">
                    <p:embed/>
                  </p:oleObj>
                </mc:Choice>
                <mc:Fallback>
                  <p:oleObj r:id="rId3" imgW="837836" imgH="39352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" y="1248"/>
                          <a:ext cx="1076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5BBCC235-D507-9DE4-F730-1434D214B89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971800"/>
            <a:ext cx="7162800" cy="866775"/>
            <a:chOff x="1056" y="1776"/>
            <a:chExt cx="4512" cy="546"/>
          </a:xfrm>
        </p:grpSpPr>
        <p:sp>
          <p:nvSpPr>
            <p:cNvPr id="75785" name="Rectangle 8">
              <a:extLst>
                <a:ext uri="{FF2B5EF4-FFF2-40B4-BE49-F238E27FC236}">
                  <a16:creationId xmlns:a16="http://schemas.microsoft.com/office/drawing/2014/main" id="{E3FF9AB8-13F7-8B04-B22A-70B4A99FE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5786" name="Object 9">
              <a:extLst>
                <a:ext uri="{FF2B5EF4-FFF2-40B4-BE49-F238E27FC236}">
                  <a16:creationId xmlns:a16="http://schemas.microsoft.com/office/drawing/2014/main" id="{A14A1F74-ED08-84F8-3515-FD38319B57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776"/>
            <a:ext cx="312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527300" imgH="444500" progId="Equation.3">
                    <p:embed/>
                  </p:oleObj>
                </mc:Choice>
                <mc:Fallback>
                  <p:oleObj r:id="rId5" imgW="2527300" imgH="444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776"/>
                          <a:ext cx="312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866" name="Rectangle 10">
            <a:extLst>
              <a:ext uri="{FF2B5EF4-FFF2-40B4-BE49-F238E27FC236}">
                <a16:creationId xmlns:a16="http://schemas.microsoft.com/office/drawing/2014/main" id="{6BB1DDBF-2033-3CB0-214E-60A7EA623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119688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DED23EF3-367F-0DFB-728E-4389D255A815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008438"/>
            <a:ext cx="5257800" cy="868362"/>
            <a:chOff x="1056" y="2365"/>
            <a:chExt cx="3312" cy="547"/>
          </a:xfrm>
        </p:grpSpPr>
        <p:sp>
          <p:nvSpPr>
            <p:cNvPr id="75783" name="Rectangle 12">
              <a:extLst>
                <a:ext uri="{FF2B5EF4-FFF2-40B4-BE49-F238E27FC236}">
                  <a16:creationId xmlns:a16="http://schemas.microsoft.com/office/drawing/2014/main" id="{AB3D1103-3236-0D06-415B-2197AF699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53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75784" name="Object 13">
              <a:extLst>
                <a:ext uri="{FF2B5EF4-FFF2-40B4-BE49-F238E27FC236}">
                  <a16:creationId xmlns:a16="http://schemas.microsoft.com/office/drawing/2014/main" id="{7EF521A9-6471-B6EA-0A8E-55B9B99F9E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0" y="2365"/>
            <a:ext cx="1458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180588" imgH="444307" progId="Equation.3">
                    <p:embed/>
                  </p:oleObj>
                </mc:Choice>
                <mc:Fallback>
                  <p:oleObj r:id="rId7" imgW="1180588" imgH="444307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0" y="2365"/>
                          <a:ext cx="1458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E78974F0-35D5-A7D4-C027-1868E2EAC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3876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77827" name="Text Box 4">
            <a:extLst>
              <a:ext uri="{FF2B5EF4-FFF2-40B4-BE49-F238E27FC236}">
                <a16:creationId xmlns:a16="http://schemas.microsoft.com/office/drawing/2014/main" id="{5B0CA889-ECB2-003E-A57F-BB5394E8B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05251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惯性环节的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sp>
        <p:nvSpPr>
          <p:cNvPr id="120837" name="Text Box 5">
            <a:extLst>
              <a:ext uri="{FF2B5EF4-FFF2-40B4-BE49-F238E27FC236}">
                <a16:creationId xmlns:a16="http://schemas.microsoft.com/office/drawing/2014/main" id="{EEAE3B5A-F0E3-29C7-BF40-B850AC6FF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221038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低频段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&lt;&lt; </a:t>
            </a:r>
            <a:r>
              <a:rPr lang="en-US" altLang="zh-CN" sz="2800">
                <a:latin typeface="宋体" panose="02010600030101010101" pitchFamily="2" charset="-122"/>
              </a:rPr>
              <a:t>1/</a:t>
            </a:r>
            <a:r>
              <a:rPr lang="en-US" altLang="zh-CN" sz="2800">
                <a:latin typeface="Times New Roman" panose="02020603050405020304" pitchFamily="18" charset="0"/>
              </a:rPr>
              <a:t>T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120838" name="Object 6">
            <a:extLst>
              <a:ext uri="{FF2B5EF4-FFF2-40B4-BE49-F238E27FC236}">
                <a16:creationId xmlns:a16="http://schemas.microsoft.com/office/drawing/2014/main" id="{909C1006-07D6-5B99-40DA-67EDD035ED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3983038"/>
          <a:ext cx="38862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64534" imgH="266584" progId="Equation.3">
                  <p:embed/>
                </p:oleObj>
              </mc:Choice>
              <mc:Fallback>
                <p:oleObj r:id="rId3" imgW="1764534" imgH="26658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3983038"/>
                        <a:ext cx="38862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9" name="Text Box 7">
            <a:extLst>
              <a:ext uri="{FF2B5EF4-FFF2-40B4-BE49-F238E27FC236}">
                <a16:creationId xmlns:a16="http://schemas.microsoft.com/office/drawing/2014/main" id="{6D4CC507-2CC4-F094-19B3-7676D649D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550" y="4738688"/>
            <a:ext cx="6705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即低频段可近似为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</a:t>
            </a:r>
            <a:r>
              <a:rPr lang="zh-CN" altLang="en-US" sz="2800">
                <a:latin typeface="宋体" panose="02010600030101010101" pitchFamily="2" charset="-122"/>
              </a:rPr>
              <a:t>的水平线，称为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低频渐近线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20840" name="Rectangle 8">
            <a:extLst>
              <a:ext uri="{FF2B5EF4-FFF2-40B4-BE49-F238E27FC236}">
                <a16:creationId xmlns:a16="http://schemas.microsoft.com/office/drawing/2014/main" id="{80C8B652-6E0C-CF4F-8378-1CC8BEF21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4952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D4C605E9-F675-4021-4AA7-50E23F5E1302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844675"/>
            <a:ext cx="6019800" cy="538163"/>
            <a:chOff x="1056" y="2537"/>
            <a:chExt cx="3696" cy="339"/>
          </a:xfrm>
        </p:grpSpPr>
        <p:sp>
          <p:nvSpPr>
            <p:cNvPr id="77833" name="Rectangle 10">
              <a:extLst>
                <a:ext uri="{FF2B5EF4-FFF2-40B4-BE49-F238E27FC236}">
                  <a16:creationId xmlns:a16="http://schemas.microsoft.com/office/drawing/2014/main" id="{2722AB0C-6AA0-53A8-FC86-E951FD962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37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77834" name="Object 11">
              <a:extLst>
                <a:ext uri="{FF2B5EF4-FFF2-40B4-BE49-F238E27FC236}">
                  <a16:creationId xmlns:a16="http://schemas.microsoft.com/office/drawing/2014/main" id="{596D7E46-032D-717E-8EBF-9483B3D7A1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6" y="2544"/>
            <a:ext cx="202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24895" imgH="266584" progId="Equation.3">
                    <p:embed/>
                  </p:oleObj>
                </mc:Choice>
                <mc:Fallback>
                  <p:oleObj r:id="rId5" imgW="1624895" imgH="26658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6" y="2544"/>
                          <a:ext cx="202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/>
      <p:bldP spid="120839" grpId="0"/>
      <p:bldP spid="1208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3">
            <a:extLst>
              <a:ext uri="{FF2B5EF4-FFF2-40B4-BE49-F238E27FC236}">
                <a16:creationId xmlns:a16="http://schemas.microsoft.com/office/drawing/2014/main" id="{9AD38781-320B-C24C-86BF-7BED9CBF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05000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高频段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&gt;&gt; </a:t>
            </a:r>
            <a:r>
              <a:rPr lang="en-US" altLang="zh-CN" sz="2800">
                <a:latin typeface="宋体" panose="02010600030101010101" pitchFamily="2" charset="-122"/>
              </a:rPr>
              <a:t>1/</a:t>
            </a:r>
            <a:r>
              <a:rPr lang="en-US" altLang="zh-CN" sz="2800">
                <a:latin typeface="Times New Roman" panose="02020603050405020304" pitchFamily="18" charset="0"/>
              </a:rPr>
              <a:t>T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119812" name="Object 4">
            <a:extLst>
              <a:ext uri="{FF2B5EF4-FFF2-40B4-BE49-F238E27FC236}">
                <a16:creationId xmlns:a16="http://schemas.microsoft.com/office/drawing/2014/main" id="{4F78E867-FE97-BAEB-E6F7-8E346BB525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503613"/>
          <a:ext cx="27257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06500" imgH="203200" progId="Equation.3">
                  <p:embed/>
                </p:oleObj>
              </mc:Choice>
              <mc:Fallback>
                <p:oleObj r:id="rId3" imgW="12065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03613"/>
                        <a:ext cx="272573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Text Box 5">
            <a:extLst>
              <a:ext uri="{FF2B5EF4-FFF2-40B4-BE49-F238E27FC236}">
                <a16:creationId xmlns:a16="http://schemas.microsoft.com/office/drawing/2014/main" id="{2553BAC3-CAE4-879F-9B8B-1AEBA18DE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6629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即高频段可近似为斜率为</a:t>
            </a:r>
            <a:r>
              <a:rPr lang="en-US" altLang="zh-CN" sz="2800">
                <a:latin typeface="宋体" panose="02010600030101010101" pitchFamily="2" charset="-122"/>
              </a:rPr>
              <a:t>-</a:t>
            </a:r>
            <a:r>
              <a:rPr lang="en-US" altLang="zh-CN" sz="2800">
                <a:latin typeface="Times New Roman" panose="02020603050405020304" pitchFamily="18" charset="0"/>
              </a:rPr>
              <a:t>20</a:t>
            </a:r>
            <a:r>
              <a:rPr lang="en-US" altLang="zh-CN" sz="2800" i="1">
                <a:latin typeface="Times New Roman" panose="02020603050405020304" pitchFamily="18" charset="0"/>
              </a:rPr>
              <a:t>dB/dec </a:t>
            </a:r>
            <a:r>
              <a:rPr lang="zh-CN" altLang="en-US" sz="2800">
                <a:latin typeface="宋体" panose="02010600030101010101" pitchFamily="2" charset="-122"/>
              </a:rPr>
              <a:t>的直线，称为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高频渐近线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19814" name="Object 6">
            <a:extLst>
              <a:ext uri="{FF2B5EF4-FFF2-40B4-BE49-F238E27FC236}">
                <a16:creationId xmlns:a16="http://schemas.microsoft.com/office/drawing/2014/main" id="{345F36E9-0305-73BB-7E12-820A1DCEDB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8025" y="2667000"/>
          <a:ext cx="50323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266700" progId="Equation.3">
                  <p:embed/>
                </p:oleObj>
              </mc:Choice>
              <mc:Fallback>
                <p:oleObj r:id="rId5" imgW="2286000" imgH="266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2667000"/>
                        <a:ext cx="503237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289AFBC0-8E90-AF8C-1971-EAB29F0F89AB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789363"/>
            <a:ext cx="1628775" cy="457200"/>
            <a:chOff x="3438" y="2352"/>
            <a:chExt cx="1026" cy="288"/>
          </a:xfrm>
        </p:grpSpPr>
        <p:sp useBgFill="1">
          <p:nvSpPr>
            <p:cNvPr id="82166" name="Text Box 4">
              <a:extLst>
                <a:ext uri="{FF2B5EF4-FFF2-40B4-BE49-F238E27FC236}">
                  <a16:creationId xmlns:a16="http://schemas.microsoft.com/office/drawing/2014/main" id="{6EF9D56F-47E5-576A-6DBD-CD62BE3A5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" y="2352"/>
              <a:ext cx="884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</a:rPr>
                <a:t>转折频率</a:t>
              </a:r>
            </a:p>
          </p:txBody>
        </p:sp>
        <p:sp>
          <p:nvSpPr>
            <p:cNvPr id="82167" name="Line 5">
              <a:extLst>
                <a:ext uri="{FF2B5EF4-FFF2-40B4-BE49-F238E27FC236}">
                  <a16:creationId xmlns:a16="http://schemas.microsoft.com/office/drawing/2014/main" id="{E8AA184C-7B50-6ADA-37BE-025FE4D3A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38" y="2391"/>
              <a:ext cx="162" cy="105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23" name="Rectangle 7">
            <a:extLst>
              <a:ext uri="{FF2B5EF4-FFF2-40B4-BE49-F238E27FC236}">
                <a16:creationId xmlns:a16="http://schemas.microsoft.com/office/drawing/2014/main" id="{D7D67B27-7BC1-963D-5F76-4BB6DBDCD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165350"/>
            <a:ext cx="5821363" cy="1662113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1924" name="Freeform 8">
            <a:extLst>
              <a:ext uri="{FF2B5EF4-FFF2-40B4-BE49-F238E27FC236}">
                <a16:creationId xmlns:a16="http://schemas.microsoft.com/office/drawing/2014/main" id="{15484BA5-5672-A3E4-28CA-EC5C181D6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5" name="Freeform 9">
            <a:extLst>
              <a:ext uri="{FF2B5EF4-FFF2-40B4-BE49-F238E27FC236}">
                <a16:creationId xmlns:a16="http://schemas.microsoft.com/office/drawing/2014/main" id="{F3FD1796-B8B6-78AE-0D2D-B7B4B5C65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6" name="Freeform 10">
            <a:extLst>
              <a:ext uri="{FF2B5EF4-FFF2-40B4-BE49-F238E27FC236}">
                <a16:creationId xmlns:a16="http://schemas.microsoft.com/office/drawing/2014/main" id="{7E5C9DDC-6DE8-A2C7-9625-8A6BB57C4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Freeform 11">
            <a:extLst>
              <a:ext uri="{FF2B5EF4-FFF2-40B4-BE49-F238E27FC236}">
                <a16:creationId xmlns:a16="http://schemas.microsoft.com/office/drawing/2014/main" id="{8DCBF50C-5DE5-7CA6-9824-F605A9776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8" name="Freeform 12">
            <a:extLst>
              <a:ext uri="{FF2B5EF4-FFF2-40B4-BE49-F238E27FC236}">
                <a16:creationId xmlns:a16="http://schemas.microsoft.com/office/drawing/2014/main" id="{9215882E-D919-3EEA-53B6-87C84D2DF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3827463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9" name="Freeform 13">
            <a:extLst>
              <a:ext uri="{FF2B5EF4-FFF2-40B4-BE49-F238E27FC236}">
                <a16:creationId xmlns:a16="http://schemas.microsoft.com/office/drawing/2014/main" id="{E2AF4515-DB2E-3AF3-4CB2-558FE626D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3411538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0" name="Freeform 14">
            <a:extLst>
              <a:ext uri="{FF2B5EF4-FFF2-40B4-BE49-F238E27FC236}">
                <a16:creationId xmlns:a16="http://schemas.microsoft.com/office/drawing/2014/main" id="{1620E42C-0B5A-DEEF-0F06-A11392098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995613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1" name="Freeform 15">
            <a:extLst>
              <a:ext uri="{FF2B5EF4-FFF2-40B4-BE49-F238E27FC236}">
                <a16:creationId xmlns:a16="http://schemas.microsoft.com/office/drawing/2014/main" id="{0521AA33-CB37-FD05-4B91-4B92E5A10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581275"/>
            <a:ext cx="5830888" cy="1588"/>
          </a:xfrm>
          <a:custGeom>
            <a:avLst/>
            <a:gdLst>
              <a:gd name="T0" fmla="*/ 0 w 794"/>
              <a:gd name="T1" fmla="*/ 0 h 1588"/>
              <a:gd name="T2" fmla="*/ 2147483646 w 794"/>
              <a:gd name="T3" fmla="*/ 0 h 158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8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Freeform 16">
            <a:extLst>
              <a:ext uri="{FF2B5EF4-FFF2-40B4-BE49-F238E27FC236}">
                <a16:creationId xmlns:a16="http://schemas.microsoft.com/office/drawing/2014/main" id="{A98E1AF5-37A0-CF3D-40F6-71096AA7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173288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3" name="Freeform 17">
            <a:extLst>
              <a:ext uri="{FF2B5EF4-FFF2-40B4-BE49-F238E27FC236}">
                <a16:creationId xmlns:a16="http://schemas.microsoft.com/office/drawing/2014/main" id="{84D33552-DFB9-6D7D-4156-673C3100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165350"/>
            <a:ext cx="5821363" cy="1662113"/>
          </a:xfrm>
          <a:custGeom>
            <a:avLst/>
            <a:gdLst>
              <a:gd name="T0" fmla="*/ 0 w 793"/>
              <a:gd name="T1" fmla="*/ 2147483646 h 228"/>
              <a:gd name="T2" fmla="*/ 2147483646 w 793"/>
              <a:gd name="T3" fmla="*/ 2147483646 h 228"/>
              <a:gd name="T4" fmla="*/ 2147483646 w 793"/>
              <a:gd name="T5" fmla="*/ 0 h 2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93" h="228">
                <a:moveTo>
                  <a:pt x="0" y="228"/>
                </a:moveTo>
                <a:lnTo>
                  <a:pt x="793" y="228"/>
                </a:lnTo>
                <a:lnTo>
                  <a:pt x="793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4" name="Line 18">
            <a:extLst>
              <a:ext uri="{FF2B5EF4-FFF2-40B4-BE49-F238E27FC236}">
                <a16:creationId xmlns:a16="http://schemas.microsoft.com/office/drawing/2014/main" id="{B5B3136B-61F2-7A8A-1E4A-5515C0D161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2165350"/>
            <a:ext cx="1588" cy="1662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5" name="Line 19">
            <a:extLst>
              <a:ext uri="{FF2B5EF4-FFF2-40B4-BE49-F238E27FC236}">
                <a16:creationId xmlns:a16="http://schemas.microsoft.com/office/drawing/2014/main" id="{F691986D-314C-4486-E0BE-02CB51036B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2165350"/>
            <a:ext cx="1588" cy="1662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6" name="Freeform 20">
            <a:extLst>
              <a:ext uri="{FF2B5EF4-FFF2-40B4-BE49-F238E27FC236}">
                <a16:creationId xmlns:a16="http://schemas.microsoft.com/office/drawing/2014/main" id="{69FCC8B2-C147-6284-B0CC-3E5823CA6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7" name="Line 21">
            <a:extLst>
              <a:ext uri="{FF2B5EF4-FFF2-40B4-BE49-F238E27FC236}">
                <a16:creationId xmlns:a16="http://schemas.microsoft.com/office/drawing/2014/main" id="{56D5C8E4-F932-DF31-43E2-7D02B2B6EF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701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8" name="Line 22">
            <a:extLst>
              <a:ext uri="{FF2B5EF4-FFF2-40B4-BE49-F238E27FC236}">
                <a16:creationId xmlns:a16="http://schemas.microsoft.com/office/drawing/2014/main" id="{EEAC5E29-BEB6-94BC-9E3C-5BECD9AC7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01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9" name="Freeform 23">
            <a:extLst>
              <a:ext uri="{FF2B5EF4-FFF2-40B4-BE49-F238E27FC236}">
                <a16:creationId xmlns:a16="http://schemas.microsoft.com/office/drawing/2014/main" id="{D4A3F04A-E780-ED82-4FBB-FC8A31211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1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0" name="Line 24">
            <a:extLst>
              <a:ext uri="{FF2B5EF4-FFF2-40B4-BE49-F238E27FC236}">
                <a16:creationId xmlns:a16="http://schemas.microsoft.com/office/drawing/2014/main" id="{3742F117-9FE8-C313-B75F-9C4AEBB3EE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4625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1" name="Line 25">
            <a:extLst>
              <a:ext uri="{FF2B5EF4-FFF2-40B4-BE49-F238E27FC236}">
                <a16:creationId xmlns:a16="http://schemas.microsoft.com/office/drawing/2014/main" id="{70F88B3D-AAAA-283C-E5AF-4C6470216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4625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2" name="Freeform 26">
            <a:extLst>
              <a:ext uri="{FF2B5EF4-FFF2-40B4-BE49-F238E27FC236}">
                <a16:creationId xmlns:a16="http://schemas.microsoft.com/office/drawing/2014/main" id="{9E0A8B04-D2D3-67A8-EDBB-33D9D2D5C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3" name="Line 27">
            <a:extLst>
              <a:ext uri="{FF2B5EF4-FFF2-40B4-BE49-F238E27FC236}">
                <a16:creationId xmlns:a16="http://schemas.microsoft.com/office/drawing/2014/main" id="{B5B665A0-BEAF-E6B0-CADC-B0DDAEA8D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910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4" name="Line 28">
            <a:extLst>
              <a:ext uri="{FF2B5EF4-FFF2-40B4-BE49-F238E27FC236}">
                <a16:creationId xmlns:a16="http://schemas.microsoft.com/office/drawing/2014/main" id="{7527D869-E4C0-E4D2-742B-D2484EC8F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5" name="Freeform 29">
            <a:extLst>
              <a:ext uri="{FF2B5EF4-FFF2-40B4-BE49-F238E27FC236}">
                <a16:creationId xmlns:a16="http://schemas.microsoft.com/office/drawing/2014/main" id="{4B67FBDC-8657-F4AB-255F-B8CC1B45F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6" name="Line 30">
            <a:extLst>
              <a:ext uri="{FF2B5EF4-FFF2-40B4-BE49-F238E27FC236}">
                <a16:creationId xmlns:a16="http://schemas.microsoft.com/office/drawing/2014/main" id="{4AD742F3-32E3-C4AD-0839-7E6CD8441A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325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7" name="Line 31">
            <a:extLst>
              <a:ext uri="{FF2B5EF4-FFF2-40B4-BE49-F238E27FC236}">
                <a16:creationId xmlns:a16="http://schemas.microsoft.com/office/drawing/2014/main" id="{D1841CE5-CBAE-E54A-B97B-FA44C9298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8" name="Freeform 32">
            <a:extLst>
              <a:ext uri="{FF2B5EF4-FFF2-40B4-BE49-F238E27FC236}">
                <a16:creationId xmlns:a16="http://schemas.microsoft.com/office/drawing/2014/main" id="{CCA1612E-F6BC-5A83-020E-38579FF55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9" name="Line 33">
            <a:extLst>
              <a:ext uri="{FF2B5EF4-FFF2-40B4-BE49-F238E27FC236}">
                <a16:creationId xmlns:a16="http://schemas.microsoft.com/office/drawing/2014/main" id="{455F768C-D9E5-434D-E926-387A014A3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565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0" name="Line 34">
            <a:extLst>
              <a:ext uri="{FF2B5EF4-FFF2-40B4-BE49-F238E27FC236}">
                <a16:creationId xmlns:a16="http://schemas.microsoft.com/office/drawing/2014/main" id="{067694A2-5CF1-0BBC-8678-F04998F81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1" name="Freeform 35">
            <a:extLst>
              <a:ext uri="{FF2B5EF4-FFF2-40B4-BE49-F238E27FC236}">
                <a16:creationId xmlns:a16="http://schemas.microsoft.com/office/drawing/2014/main" id="{008BE5C0-8E9B-D022-A241-0D016DD28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2" name="Line 36">
            <a:extLst>
              <a:ext uri="{FF2B5EF4-FFF2-40B4-BE49-F238E27FC236}">
                <a16:creationId xmlns:a16="http://schemas.microsoft.com/office/drawing/2014/main" id="{CAB155E4-88BA-5E9F-D46C-795006F6B2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3" name="Line 37">
            <a:extLst>
              <a:ext uri="{FF2B5EF4-FFF2-40B4-BE49-F238E27FC236}">
                <a16:creationId xmlns:a16="http://schemas.microsoft.com/office/drawing/2014/main" id="{8A501AFB-EC26-2626-1F80-6BB536389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4" name="Freeform 38">
            <a:extLst>
              <a:ext uri="{FF2B5EF4-FFF2-40B4-BE49-F238E27FC236}">
                <a16:creationId xmlns:a16="http://schemas.microsoft.com/office/drawing/2014/main" id="{6EC0D98D-D772-57C3-888D-42167672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5" name="Line 39">
            <a:extLst>
              <a:ext uri="{FF2B5EF4-FFF2-40B4-BE49-F238E27FC236}">
                <a16:creationId xmlns:a16="http://schemas.microsoft.com/office/drawing/2014/main" id="{8E80AACA-FF55-7E78-492D-06FB50A1CF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48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6" name="Line 40">
            <a:extLst>
              <a:ext uri="{FF2B5EF4-FFF2-40B4-BE49-F238E27FC236}">
                <a16:creationId xmlns:a16="http://schemas.microsoft.com/office/drawing/2014/main" id="{8EA613C5-2E73-141F-91EC-F31523673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48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7" name="Freeform 41">
            <a:extLst>
              <a:ext uri="{FF2B5EF4-FFF2-40B4-BE49-F238E27FC236}">
                <a16:creationId xmlns:a16="http://schemas.microsoft.com/office/drawing/2014/main" id="{3E0E3F41-3ABF-A22B-F64C-B503EB679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8" name="Line 42">
            <a:extLst>
              <a:ext uri="{FF2B5EF4-FFF2-40B4-BE49-F238E27FC236}">
                <a16:creationId xmlns:a16="http://schemas.microsoft.com/office/drawing/2014/main" id="{82BBD88A-4CA7-1DA1-358A-1DF65D88D7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01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9" name="Line 43">
            <a:extLst>
              <a:ext uri="{FF2B5EF4-FFF2-40B4-BE49-F238E27FC236}">
                <a16:creationId xmlns:a16="http://schemas.microsoft.com/office/drawing/2014/main" id="{AB60B6E5-376D-2D1B-D43F-928D0962D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01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0" name="Freeform 44">
            <a:extLst>
              <a:ext uri="{FF2B5EF4-FFF2-40B4-BE49-F238E27FC236}">
                <a16:creationId xmlns:a16="http://schemas.microsoft.com/office/drawing/2014/main" id="{182990F3-F692-06DF-F4FE-2795FE20A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1" name="Line 45">
            <a:extLst>
              <a:ext uri="{FF2B5EF4-FFF2-40B4-BE49-F238E27FC236}">
                <a16:creationId xmlns:a16="http://schemas.microsoft.com/office/drawing/2014/main" id="{AAEA34F2-3BC4-3608-9778-60E9F883FC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2" name="Line 46">
            <a:extLst>
              <a:ext uri="{FF2B5EF4-FFF2-40B4-BE49-F238E27FC236}">
                <a16:creationId xmlns:a16="http://schemas.microsoft.com/office/drawing/2014/main" id="{DF4D5759-776A-1DBD-80AE-19F7C6AC4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0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3" name="Freeform 47">
            <a:extLst>
              <a:ext uri="{FF2B5EF4-FFF2-40B4-BE49-F238E27FC236}">
                <a16:creationId xmlns:a16="http://schemas.microsoft.com/office/drawing/2014/main" id="{55157511-A572-0113-1860-2AF8CFC9A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4" name="Line 48">
            <a:extLst>
              <a:ext uri="{FF2B5EF4-FFF2-40B4-BE49-F238E27FC236}">
                <a16:creationId xmlns:a16="http://schemas.microsoft.com/office/drawing/2014/main" id="{F7E9CD8A-604B-FF77-4AEC-5A731D869C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8" y="3768725"/>
            <a:ext cx="1587" cy="58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5" name="Line 49">
            <a:extLst>
              <a:ext uri="{FF2B5EF4-FFF2-40B4-BE49-F238E27FC236}">
                <a16:creationId xmlns:a16="http://schemas.microsoft.com/office/drawing/2014/main" id="{688FC5BD-93DA-7830-5CB4-995E461B0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038" y="2173288"/>
            <a:ext cx="1587" cy="508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6" name="Line 50">
            <a:extLst>
              <a:ext uri="{FF2B5EF4-FFF2-40B4-BE49-F238E27FC236}">
                <a16:creationId xmlns:a16="http://schemas.microsoft.com/office/drawing/2014/main" id="{6FC86751-FD7F-30AD-3B9B-0699038025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7" name="Line 51">
            <a:extLst>
              <a:ext uri="{FF2B5EF4-FFF2-40B4-BE49-F238E27FC236}">
                <a16:creationId xmlns:a16="http://schemas.microsoft.com/office/drawing/2014/main" id="{21912AA1-BFCA-525B-8FF0-84D492B0D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8" name="Freeform 52">
            <a:extLst>
              <a:ext uri="{FF2B5EF4-FFF2-40B4-BE49-F238E27FC236}">
                <a16:creationId xmlns:a16="http://schemas.microsoft.com/office/drawing/2014/main" id="{97945CC1-261E-B0AF-174E-190D8C06A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9" name="Line 53">
            <a:extLst>
              <a:ext uri="{FF2B5EF4-FFF2-40B4-BE49-F238E27FC236}">
                <a16:creationId xmlns:a16="http://schemas.microsoft.com/office/drawing/2014/main" id="{0B732A89-6132-9C52-AEC9-8A4002408C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296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0" name="Line 54">
            <a:extLst>
              <a:ext uri="{FF2B5EF4-FFF2-40B4-BE49-F238E27FC236}">
                <a16:creationId xmlns:a16="http://schemas.microsoft.com/office/drawing/2014/main" id="{7B35B8E5-FC35-DBCA-C8CD-D9A03F7AC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296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1" name="Freeform 55">
            <a:extLst>
              <a:ext uri="{FF2B5EF4-FFF2-40B4-BE49-F238E27FC236}">
                <a16:creationId xmlns:a16="http://schemas.microsoft.com/office/drawing/2014/main" id="{67AC763C-2E84-D7CE-A329-541D5AD6F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2" name="Line 56">
            <a:extLst>
              <a:ext uri="{FF2B5EF4-FFF2-40B4-BE49-F238E27FC236}">
                <a16:creationId xmlns:a16="http://schemas.microsoft.com/office/drawing/2014/main" id="{87112578-7309-329D-F2F8-FC302C793E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37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3" name="Line 57">
            <a:extLst>
              <a:ext uri="{FF2B5EF4-FFF2-40B4-BE49-F238E27FC236}">
                <a16:creationId xmlns:a16="http://schemas.microsoft.com/office/drawing/2014/main" id="{2ED54C27-0542-D2E2-F3BB-9C9CB3D75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4" name="Freeform 58">
            <a:extLst>
              <a:ext uri="{FF2B5EF4-FFF2-40B4-BE49-F238E27FC236}">
                <a16:creationId xmlns:a16="http://schemas.microsoft.com/office/drawing/2014/main" id="{E7788D31-6219-8169-1DDC-74CCA6CD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5" name="Line 59">
            <a:extLst>
              <a:ext uri="{FF2B5EF4-FFF2-40B4-BE49-F238E27FC236}">
                <a16:creationId xmlns:a16="http://schemas.microsoft.com/office/drawing/2014/main" id="{DE67BEE2-2524-A763-5D42-0E332A5B19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79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6" name="Line 60">
            <a:extLst>
              <a:ext uri="{FF2B5EF4-FFF2-40B4-BE49-F238E27FC236}">
                <a16:creationId xmlns:a16="http://schemas.microsoft.com/office/drawing/2014/main" id="{F1C8DC19-9ADF-8319-983B-68CE8098F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7" name="Freeform 61">
            <a:extLst>
              <a:ext uri="{FF2B5EF4-FFF2-40B4-BE49-F238E27FC236}">
                <a16:creationId xmlns:a16="http://schemas.microsoft.com/office/drawing/2014/main" id="{5BBCD328-02DB-A354-174E-A5E339559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8" name="Line 62">
            <a:extLst>
              <a:ext uri="{FF2B5EF4-FFF2-40B4-BE49-F238E27FC236}">
                <a16:creationId xmlns:a16="http://schemas.microsoft.com/office/drawing/2014/main" id="{CB30603C-5078-85E5-9584-9581E62DA7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19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9" name="Line 63">
            <a:extLst>
              <a:ext uri="{FF2B5EF4-FFF2-40B4-BE49-F238E27FC236}">
                <a16:creationId xmlns:a16="http://schemas.microsoft.com/office/drawing/2014/main" id="{5C54A432-156B-CC27-D33A-F3E4E767E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9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0" name="Freeform 64">
            <a:extLst>
              <a:ext uri="{FF2B5EF4-FFF2-40B4-BE49-F238E27FC236}">
                <a16:creationId xmlns:a16="http://schemas.microsoft.com/office/drawing/2014/main" id="{BBDC9848-0828-D7DC-7F67-326064B21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9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1" name="Line 65">
            <a:extLst>
              <a:ext uri="{FF2B5EF4-FFF2-40B4-BE49-F238E27FC236}">
                <a16:creationId xmlns:a16="http://schemas.microsoft.com/office/drawing/2014/main" id="{42F0108A-EB8E-EA5C-98A6-04AE679BD3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36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2" name="Line 66">
            <a:extLst>
              <a:ext uri="{FF2B5EF4-FFF2-40B4-BE49-F238E27FC236}">
                <a16:creationId xmlns:a16="http://schemas.microsoft.com/office/drawing/2014/main" id="{091C3961-E977-F575-AAAA-4D193FC20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36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3" name="Freeform 67">
            <a:extLst>
              <a:ext uri="{FF2B5EF4-FFF2-40B4-BE49-F238E27FC236}">
                <a16:creationId xmlns:a16="http://schemas.microsoft.com/office/drawing/2014/main" id="{B1AC8C73-37E3-D0FE-9C05-1B1F8A72B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4" name="Line 68">
            <a:extLst>
              <a:ext uri="{FF2B5EF4-FFF2-40B4-BE49-F238E27FC236}">
                <a16:creationId xmlns:a16="http://schemas.microsoft.com/office/drawing/2014/main" id="{AC81325F-9348-7634-EC7C-BB907159BE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32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5" name="Line 69">
            <a:extLst>
              <a:ext uri="{FF2B5EF4-FFF2-40B4-BE49-F238E27FC236}">
                <a16:creationId xmlns:a16="http://schemas.microsoft.com/office/drawing/2014/main" id="{EF30B2CD-50D1-84DB-1379-777542902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32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6" name="Freeform 70">
            <a:extLst>
              <a:ext uri="{FF2B5EF4-FFF2-40B4-BE49-F238E27FC236}">
                <a16:creationId xmlns:a16="http://schemas.microsoft.com/office/drawing/2014/main" id="{8446F5FC-F1B5-9ADF-4B71-92453EF22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7" name="Line 71">
            <a:extLst>
              <a:ext uri="{FF2B5EF4-FFF2-40B4-BE49-F238E27FC236}">
                <a16:creationId xmlns:a16="http://schemas.microsoft.com/office/drawing/2014/main" id="{C6BBC447-C6CD-0748-249D-D8AB0A36A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641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8" name="Line 72">
            <a:extLst>
              <a:ext uri="{FF2B5EF4-FFF2-40B4-BE49-F238E27FC236}">
                <a16:creationId xmlns:a16="http://schemas.microsoft.com/office/drawing/2014/main" id="{490B9138-F902-70B7-4C98-16F8112FC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641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9" name="Freeform 73">
            <a:extLst>
              <a:ext uri="{FF2B5EF4-FFF2-40B4-BE49-F238E27FC236}">
                <a16:creationId xmlns:a16="http://schemas.microsoft.com/office/drawing/2014/main" id="{07C4BE47-AC11-6374-3254-CB7663203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0" name="Line 74">
            <a:extLst>
              <a:ext uri="{FF2B5EF4-FFF2-40B4-BE49-F238E27FC236}">
                <a16:creationId xmlns:a16="http://schemas.microsoft.com/office/drawing/2014/main" id="{7A5C0482-B491-B100-03E3-61D4993577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37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1" name="Line 75">
            <a:extLst>
              <a:ext uri="{FF2B5EF4-FFF2-40B4-BE49-F238E27FC236}">
                <a16:creationId xmlns:a16="http://schemas.microsoft.com/office/drawing/2014/main" id="{61821D18-F145-95BD-26AB-37E43159E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2" name="Freeform 76">
            <a:extLst>
              <a:ext uri="{FF2B5EF4-FFF2-40B4-BE49-F238E27FC236}">
                <a16:creationId xmlns:a16="http://schemas.microsoft.com/office/drawing/2014/main" id="{ED20B72A-8B94-0E42-CDBB-C0F465BBB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3" name="Line 77">
            <a:extLst>
              <a:ext uri="{FF2B5EF4-FFF2-40B4-BE49-F238E27FC236}">
                <a16:creationId xmlns:a16="http://schemas.microsoft.com/office/drawing/2014/main" id="{A8043F34-6A17-F17D-F5BA-4FE98F1E4F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3725" y="3768725"/>
            <a:ext cx="1588" cy="587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4" name="Line 78">
            <a:extLst>
              <a:ext uri="{FF2B5EF4-FFF2-40B4-BE49-F238E27FC236}">
                <a16:creationId xmlns:a16="http://schemas.microsoft.com/office/drawing/2014/main" id="{442D23FA-3D68-7082-30A7-271B6FB83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2173288"/>
            <a:ext cx="1588" cy="508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5" name="Line 79">
            <a:extLst>
              <a:ext uri="{FF2B5EF4-FFF2-40B4-BE49-F238E27FC236}">
                <a16:creationId xmlns:a16="http://schemas.microsoft.com/office/drawing/2014/main" id="{CAA1A761-D38D-BD5A-BFC8-FF07E2F71F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268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6" name="Line 80">
            <a:extLst>
              <a:ext uri="{FF2B5EF4-FFF2-40B4-BE49-F238E27FC236}">
                <a16:creationId xmlns:a16="http://schemas.microsoft.com/office/drawing/2014/main" id="{2DA6583F-EE93-3A31-F35F-2508E886A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268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7" name="Freeform 81">
            <a:extLst>
              <a:ext uri="{FF2B5EF4-FFF2-40B4-BE49-F238E27FC236}">
                <a16:creationId xmlns:a16="http://schemas.microsoft.com/office/drawing/2014/main" id="{1303F3ED-7C43-B43A-02B0-50FBE8A6A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8" name="Line 82">
            <a:extLst>
              <a:ext uri="{FF2B5EF4-FFF2-40B4-BE49-F238E27FC236}">
                <a16:creationId xmlns:a16="http://schemas.microsoft.com/office/drawing/2014/main" id="{B5FB1B1A-8B04-BFA0-2D75-01A50A80AF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9238" y="3798888"/>
            <a:ext cx="1587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9" name="Line 83">
            <a:extLst>
              <a:ext uri="{FF2B5EF4-FFF2-40B4-BE49-F238E27FC236}">
                <a16:creationId xmlns:a16="http://schemas.microsoft.com/office/drawing/2014/main" id="{A6703789-127A-9EEF-1CA6-1156536F2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2173288"/>
            <a:ext cx="1587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0" name="Freeform 84">
            <a:extLst>
              <a:ext uri="{FF2B5EF4-FFF2-40B4-BE49-F238E27FC236}">
                <a16:creationId xmlns:a16="http://schemas.microsoft.com/office/drawing/2014/main" id="{EE34622F-396A-7860-F758-8DD72F6B7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23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1" name="Line 85">
            <a:extLst>
              <a:ext uri="{FF2B5EF4-FFF2-40B4-BE49-F238E27FC236}">
                <a16:creationId xmlns:a16="http://schemas.microsoft.com/office/drawing/2014/main" id="{20887AA9-0773-195A-0E82-4419790EE5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21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2" name="Line 86">
            <a:extLst>
              <a:ext uri="{FF2B5EF4-FFF2-40B4-BE49-F238E27FC236}">
                <a16:creationId xmlns:a16="http://schemas.microsoft.com/office/drawing/2014/main" id="{DFBC8922-DFF5-81B3-2BE7-4CB96388E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3" name="Freeform 87">
            <a:extLst>
              <a:ext uri="{FF2B5EF4-FFF2-40B4-BE49-F238E27FC236}">
                <a16:creationId xmlns:a16="http://schemas.microsoft.com/office/drawing/2014/main" id="{DF649384-0206-8145-7A62-87780CCC3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4" name="Line 88">
            <a:extLst>
              <a:ext uri="{FF2B5EF4-FFF2-40B4-BE49-F238E27FC236}">
                <a16:creationId xmlns:a16="http://schemas.microsoft.com/office/drawing/2014/main" id="{35328588-A8FE-1441-1DFC-A926C1831A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262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5" name="Line 89">
            <a:extLst>
              <a:ext uri="{FF2B5EF4-FFF2-40B4-BE49-F238E27FC236}">
                <a16:creationId xmlns:a16="http://schemas.microsoft.com/office/drawing/2014/main" id="{6B2D92D9-E435-6A93-3F9E-6BFD7DA8A4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6" name="Freeform 90">
            <a:extLst>
              <a:ext uri="{FF2B5EF4-FFF2-40B4-BE49-F238E27FC236}">
                <a16:creationId xmlns:a16="http://schemas.microsoft.com/office/drawing/2014/main" id="{0276DCCE-50AC-08CB-5B8C-74B0D824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7" name="Line 91">
            <a:extLst>
              <a:ext uri="{FF2B5EF4-FFF2-40B4-BE49-F238E27FC236}">
                <a16:creationId xmlns:a16="http://schemas.microsoft.com/office/drawing/2014/main" id="{B79B3CF1-77C4-6E76-5149-7FA66B65FB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661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8" name="Line 92">
            <a:extLst>
              <a:ext uri="{FF2B5EF4-FFF2-40B4-BE49-F238E27FC236}">
                <a16:creationId xmlns:a16="http://schemas.microsoft.com/office/drawing/2014/main" id="{A61B10BB-BFA6-CA98-EE75-9E6ABE33D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661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9" name="Freeform 93">
            <a:extLst>
              <a:ext uri="{FF2B5EF4-FFF2-40B4-BE49-F238E27FC236}">
                <a16:creationId xmlns:a16="http://schemas.microsoft.com/office/drawing/2014/main" id="{255530C6-2691-36E3-1D14-3BD267A43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0" name="Line 94">
            <a:extLst>
              <a:ext uri="{FF2B5EF4-FFF2-40B4-BE49-F238E27FC236}">
                <a16:creationId xmlns:a16="http://schemas.microsoft.com/office/drawing/2014/main" id="{60C7DE0F-8584-3CC3-E6B1-B47C6389B5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8375" y="3798888"/>
            <a:ext cx="1588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1" name="Line 95">
            <a:extLst>
              <a:ext uri="{FF2B5EF4-FFF2-40B4-BE49-F238E27FC236}">
                <a16:creationId xmlns:a16="http://schemas.microsoft.com/office/drawing/2014/main" id="{98A5C45B-9B89-FAC8-68A2-FC2C4B073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8375" y="2173288"/>
            <a:ext cx="1588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2" name="Freeform 96">
            <a:extLst>
              <a:ext uri="{FF2B5EF4-FFF2-40B4-BE49-F238E27FC236}">
                <a16:creationId xmlns:a16="http://schemas.microsoft.com/office/drawing/2014/main" id="{4BD17041-36D1-8E87-A1F5-7145783BE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173288"/>
            <a:ext cx="1588" cy="1654175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3" name="Line 97">
            <a:extLst>
              <a:ext uri="{FF2B5EF4-FFF2-40B4-BE49-F238E27FC236}">
                <a16:creationId xmlns:a16="http://schemas.microsoft.com/office/drawing/2014/main" id="{4407B550-C1D7-8B6B-B73D-D3D97A6E10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791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4" name="Line 98">
            <a:extLst>
              <a:ext uri="{FF2B5EF4-FFF2-40B4-BE49-F238E27FC236}">
                <a16:creationId xmlns:a16="http://schemas.microsoft.com/office/drawing/2014/main" id="{0B35AF5B-5552-B0DE-21C1-2751C81F4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791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5" name="Freeform 99">
            <a:extLst>
              <a:ext uri="{FF2B5EF4-FFF2-40B4-BE49-F238E27FC236}">
                <a16:creationId xmlns:a16="http://schemas.microsoft.com/office/drawing/2014/main" id="{B44CED2B-BA08-59DF-CE42-30E8705B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6" name="Line 100">
            <a:extLst>
              <a:ext uri="{FF2B5EF4-FFF2-40B4-BE49-F238E27FC236}">
                <a16:creationId xmlns:a16="http://schemas.microsoft.com/office/drawing/2014/main" id="{8DE08D46-856A-43C9-40F8-31B0A48025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163" y="3798888"/>
            <a:ext cx="3175" cy="285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7" name="Line 101">
            <a:extLst>
              <a:ext uri="{FF2B5EF4-FFF2-40B4-BE49-F238E27FC236}">
                <a16:creationId xmlns:a16="http://schemas.microsoft.com/office/drawing/2014/main" id="{0CA6B687-C63B-CB36-85C8-BB1A8488E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3163" y="2173288"/>
            <a:ext cx="3175" cy="206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8" name="Freeform 102">
            <a:extLst>
              <a:ext uri="{FF2B5EF4-FFF2-40B4-BE49-F238E27FC236}">
                <a16:creationId xmlns:a16="http://schemas.microsoft.com/office/drawing/2014/main" id="{BD1B3A9A-D84B-080E-16CB-5FD44EFC6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2173288"/>
            <a:ext cx="3175" cy="1654175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9" name="Freeform 103">
            <a:extLst>
              <a:ext uri="{FF2B5EF4-FFF2-40B4-BE49-F238E27FC236}">
                <a16:creationId xmlns:a16="http://schemas.microsoft.com/office/drawing/2014/main" id="{6F49DEB5-4FFE-B3DA-813A-B0A85C74D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2173288"/>
            <a:ext cx="1587" cy="1654175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0" name="Rectangle 104">
            <a:extLst>
              <a:ext uri="{FF2B5EF4-FFF2-40B4-BE49-F238E27FC236}">
                <a16:creationId xmlns:a16="http://schemas.microsoft.com/office/drawing/2014/main" id="{99ACB9A7-3519-2ED6-FB8E-CBE533746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3641725"/>
            <a:ext cx="366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-30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82021" name="Line 105">
            <a:extLst>
              <a:ext uri="{FF2B5EF4-FFF2-40B4-BE49-F238E27FC236}">
                <a16:creationId xmlns:a16="http://schemas.microsoft.com/office/drawing/2014/main" id="{87F63528-58E6-BBD2-717A-44D893DAB1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1263" y="3411538"/>
            <a:ext cx="603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2" name="Rectangle 106">
            <a:extLst>
              <a:ext uri="{FF2B5EF4-FFF2-40B4-BE49-F238E27FC236}">
                <a16:creationId xmlns:a16="http://schemas.microsoft.com/office/drawing/2014/main" id="{75496C0C-3225-0E91-F3D3-1879F334B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3224213"/>
            <a:ext cx="366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-20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82023" name="Line 107">
            <a:extLst>
              <a:ext uri="{FF2B5EF4-FFF2-40B4-BE49-F238E27FC236}">
                <a16:creationId xmlns:a16="http://schemas.microsoft.com/office/drawing/2014/main" id="{1B934350-F149-EE40-8614-117EA5A19A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1263" y="2995613"/>
            <a:ext cx="603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4" name="Rectangle 108">
            <a:extLst>
              <a:ext uri="{FF2B5EF4-FFF2-40B4-BE49-F238E27FC236}">
                <a16:creationId xmlns:a16="http://schemas.microsoft.com/office/drawing/2014/main" id="{365C2EEC-DDA7-B95A-E509-FB2674C4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2808288"/>
            <a:ext cx="366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-10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82025" name="Line 109">
            <a:extLst>
              <a:ext uri="{FF2B5EF4-FFF2-40B4-BE49-F238E27FC236}">
                <a16:creationId xmlns:a16="http://schemas.microsoft.com/office/drawing/2014/main" id="{366F5E2F-619B-5274-E201-0213E57721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1263" y="2581275"/>
            <a:ext cx="603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6" name="Rectangle 110">
            <a:extLst>
              <a:ext uri="{FF2B5EF4-FFF2-40B4-BE49-F238E27FC236}">
                <a16:creationId xmlns:a16="http://schemas.microsoft.com/office/drawing/2014/main" id="{85415A5C-7442-2D0A-7B94-41EDE4DD8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2395538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82027" name="Rectangle 111">
            <a:extLst>
              <a:ext uri="{FF2B5EF4-FFF2-40B4-BE49-F238E27FC236}">
                <a16:creationId xmlns:a16="http://schemas.microsoft.com/office/drawing/2014/main" id="{86BBD30C-8820-22B1-75F2-CE3B04A72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9875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10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82028" name="Rectangle 112">
            <a:extLst>
              <a:ext uri="{FF2B5EF4-FFF2-40B4-BE49-F238E27FC236}">
                <a16:creationId xmlns:a16="http://schemas.microsoft.com/office/drawing/2014/main" id="{E09E18DD-86A6-B0C8-69B7-6EA173269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176713"/>
            <a:ext cx="5821363" cy="1655762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029" name="Freeform 113">
            <a:extLst>
              <a:ext uri="{FF2B5EF4-FFF2-40B4-BE49-F238E27FC236}">
                <a16:creationId xmlns:a16="http://schemas.microsoft.com/office/drawing/2014/main" id="{B4F25D94-93B3-B48D-1D57-81B3BB29A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0" name="Freeform 114">
            <a:extLst>
              <a:ext uri="{FF2B5EF4-FFF2-40B4-BE49-F238E27FC236}">
                <a16:creationId xmlns:a16="http://schemas.microsoft.com/office/drawing/2014/main" id="{80E684C2-530E-920E-F24D-757441992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1" name="Freeform 115">
            <a:extLst>
              <a:ext uri="{FF2B5EF4-FFF2-40B4-BE49-F238E27FC236}">
                <a16:creationId xmlns:a16="http://schemas.microsoft.com/office/drawing/2014/main" id="{557D741E-9E0F-1FE7-F383-5B98C4829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2" name="Freeform 116">
            <a:extLst>
              <a:ext uri="{FF2B5EF4-FFF2-40B4-BE49-F238E27FC236}">
                <a16:creationId xmlns:a16="http://schemas.microsoft.com/office/drawing/2014/main" id="{B13D7059-26CE-9C20-E054-A6243A1AE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3" name="Freeform 117">
            <a:extLst>
              <a:ext uri="{FF2B5EF4-FFF2-40B4-BE49-F238E27FC236}">
                <a16:creationId xmlns:a16="http://schemas.microsoft.com/office/drawing/2014/main" id="{3EBF5D04-5174-C1F5-17E1-85EC08A0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832475"/>
            <a:ext cx="5830888" cy="1588"/>
          </a:xfrm>
          <a:custGeom>
            <a:avLst/>
            <a:gdLst>
              <a:gd name="T0" fmla="*/ 0 w 794"/>
              <a:gd name="T1" fmla="*/ 0 h 1588"/>
              <a:gd name="T2" fmla="*/ 2147483646 w 794"/>
              <a:gd name="T3" fmla="*/ 0 h 158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8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4" name="Freeform 118">
            <a:extLst>
              <a:ext uri="{FF2B5EF4-FFF2-40B4-BE49-F238E27FC236}">
                <a16:creationId xmlns:a16="http://schemas.microsoft.com/office/drawing/2014/main" id="{5FF1CCCC-FEEB-1192-CCA8-16C2F60E8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999038"/>
            <a:ext cx="5830888" cy="3175"/>
          </a:xfrm>
          <a:custGeom>
            <a:avLst/>
            <a:gdLst>
              <a:gd name="T0" fmla="*/ 0 w 794"/>
              <a:gd name="T1" fmla="*/ 0 h 3175"/>
              <a:gd name="T2" fmla="*/ 2147483646 w 794"/>
              <a:gd name="T3" fmla="*/ 0 h 31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3175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5" name="Freeform 119">
            <a:extLst>
              <a:ext uri="{FF2B5EF4-FFF2-40B4-BE49-F238E27FC236}">
                <a16:creationId xmlns:a16="http://schemas.microsoft.com/office/drawing/2014/main" id="{9D5404E8-8FAE-A0F8-E041-3D50EF5CB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176713"/>
            <a:ext cx="5830888" cy="1587"/>
          </a:xfrm>
          <a:custGeom>
            <a:avLst/>
            <a:gdLst>
              <a:gd name="T0" fmla="*/ 0 w 794"/>
              <a:gd name="T1" fmla="*/ 0 h 1587"/>
              <a:gd name="T2" fmla="*/ 2147483646 w 794"/>
              <a:gd name="T3" fmla="*/ 0 h 158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94" h="1587">
                <a:moveTo>
                  <a:pt x="0" y="0"/>
                </a:moveTo>
                <a:lnTo>
                  <a:pt x="794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6" name="Line 120">
            <a:extLst>
              <a:ext uri="{FF2B5EF4-FFF2-40B4-BE49-F238E27FC236}">
                <a16:creationId xmlns:a16="http://schemas.microsoft.com/office/drawing/2014/main" id="{4B5E79FF-C5C5-C82E-4F24-9EFF65BF5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4176713"/>
            <a:ext cx="582136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7" name="Freeform 121">
            <a:extLst>
              <a:ext uri="{FF2B5EF4-FFF2-40B4-BE49-F238E27FC236}">
                <a16:creationId xmlns:a16="http://schemas.microsoft.com/office/drawing/2014/main" id="{A5B73733-CB86-87BF-7A37-CBA9A175F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176713"/>
            <a:ext cx="5821363" cy="1655762"/>
          </a:xfrm>
          <a:custGeom>
            <a:avLst/>
            <a:gdLst>
              <a:gd name="T0" fmla="*/ 0 w 793"/>
              <a:gd name="T1" fmla="*/ 2147483646 h 227"/>
              <a:gd name="T2" fmla="*/ 2147483646 w 793"/>
              <a:gd name="T3" fmla="*/ 2147483646 h 227"/>
              <a:gd name="T4" fmla="*/ 2147483646 w 793"/>
              <a:gd name="T5" fmla="*/ 0 h 2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93" h="227">
                <a:moveTo>
                  <a:pt x="0" y="227"/>
                </a:moveTo>
                <a:lnTo>
                  <a:pt x="793" y="227"/>
                </a:lnTo>
                <a:lnTo>
                  <a:pt x="793" y="0"/>
                </a:ln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8" name="Line 122">
            <a:extLst>
              <a:ext uri="{FF2B5EF4-FFF2-40B4-BE49-F238E27FC236}">
                <a16:creationId xmlns:a16="http://schemas.microsoft.com/office/drawing/2014/main" id="{3A341C92-1609-BABE-C6A5-54667853BA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4176713"/>
            <a:ext cx="1588" cy="16557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9" name="Line 123">
            <a:extLst>
              <a:ext uri="{FF2B5EF4-FFF2-40B4-BE49-F238E27FC236}">
                <a16:creationId xmlns:a16="http://schemas.microsoft.com/office/drawing/2014/main" id="{BAF066C9-CC67-F467-5B40-17945C94F6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5832475"/>
            <a:ext cx="582136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0" name="Line 124">
            <a:extLst>
              <a:ext uri="{FF2B5EF4-FFF2-40B4-BE49-F238E27FC236}">
                <a16:creationId xmlns:a16="http://schemas.microsoft.com/office/drawing/2014/main" id="{F46E2AC7-1960-9D49-F942-F2C73C2C42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4176713"/>
            <a:ext cx="1588" cy="16557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1" name="Line 125">
            <a:extLst>
              <a:ext uri="{FF2B5EF4-FFF2-40B4-BE49-F238E27FC236}">
                <a16:creationId xmlns:a16="http://schemas.microsoft.com/office/drawing/2014/main" id="{1BB7FE53-F990-562E-FAE8-9061CA9A9C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2" name="Line 126">
            <a:extLst>
              <a:ext uri="{FF2B5EF4-FFF2-40B4-BE49-F238E27FC236}">
                <a16:creationId xmlns:a16="http://schemas.microsoft.com/office/drawing/2014/main" id="{6F8EC03F-7F84-61FC-4BC9-C018EE890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3" name="Freeform 127">
            <a:extLst>
              <a:ext uri="{FF2B5EF4-FFF2-40B4-BE49-F238E27FC236}">
                <a16:creationId xmlns:a16="http://schemas.microsoft.com/office/drawing/2014/main" id="{C3B191AE-0181-AFE2-9723-1829CC4AC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4" name="Line 128">
            <a:extLst>
              <a:ext uri="{FF2B5EF4-FFF2-40B4-BE49-F238E27FC236}">
                <a16:creationId xmlns:a16="http://schemas.microsoft.com/office/drawing/2014/main" id="{5625533A-24F1-8634-DB0D-CE4BB534C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5772150"/>
            <a:ext cx="1588" cy="60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5" name="Line 129">
            <a:extLst>
              <a:ext uri="{FF2B5EF4-FFF2-40B4-BE49-F238E27FC236}">
                <a16:creationId xmlns:a16="http://schemas.microsoft.com/office/drawing/2014/main" id="{5CB66073-BD23-9989-7ADF-63ACC69F7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4176713"/>
            <a:ext cx="1588" cy="52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6" name="Line 130">
            <a:extLst>
              <a:ext uri="{FF2B5EF4-FFF2-40B4-BE49-F238E27FC236}">
                <a16:creationId xmlns:a16="http://schemas.microsoft.com/office/drawing/2014/main" id="{3B6B87B1-A83C-2C90-6CDA-FD76C4B806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701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7" name="Line 131">
            <a:extLst>
              <a:ext uri="{FF2B5EF4-FFF2-40B4-BE49-F238E27FC236}">
                <a16:creationId xmlns:a16="http://schemas.microsoft.com/office/drawing/2014/main" id="{C53B3C6B-C3DA-07AA-A24B-8FF6491A0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01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8" name="Freeform 132">
            <a:extLst>
              <a:ext uri="{FF2B5EF4-FFF2-40B4-BE49-F238E27FC236}">
                <a16:creationId xmlns:a16="http://schemas.microsoft.com/office/drawing/2014/main" id="{0D70D3C0-88FB-9F9D-CA82-3276A09CA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1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9" name="Line 133">
            <a:extLst>
              <a:ext uri="{FF2B5EF4-FFF2-40B4-BE49-F238E27FC236}">
                <a16:creationId xmlns:a16="http://schemas.microsoft.com/office/drawing/2014/main" id="{A508758F-AB23-77B7-02CF-E713A2E960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4625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0" name="Line 134">
            <a:extLst>
              <a:ext uri="{FF2B5EF4-FFF2-40B4-BE49-F238E27FC236}">
                <a16:creationId xmlns:a16="http://schemas.microsoft.com/office/drawing/2014/main" id="{89BD81BF-B385-7F99-AD28-B0671C7F2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4625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1" name="Freeform 135">
            <a:extLst>
              <a:ext uri="{FF2B5EF4-FFF2-40B4-BE49-F238E27FC236}">
                <a16:creationId xmlns:a16="http://schemas.microsoft.com/office/drawing/2014/main" id="{789C8884-3BCC-CA6C-B36D-116859A75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2" name="Line 136">
            <a:extLst>
              <a:ext uri="{FF2B5EF4-FFF2-40B4-BE49-F238E27FC236}">
                <a16:creationId xmlns:a16="http://schemas.microsoft.com/office/drawing/2014/main" id="{BFBD4A1D-121C-11B7-6E32-B86F344BF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91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3" name="Line 137">
            <a:extLst>
              <a:ext uri="{FF2B5EF4-FFF2-40B4-BE49-F238E27FC236}">
                <a16:creationId xmlns:a16="http://schemas.microsoft.com/office/drawing/2014/main" id="{0D1CB436-9D0F-53A7-2B2F-1006C90A5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4" name="Freeform 138">
            <a:extLst>
              <a:ext uri="{FF2B5EF4-FFF2-40B4-BE49-F238E27FC236}">
                <a16:creationId xmlns:a16="http://schemas.microsoft.com/office/drawing/2014/main" id="{6AEEFD95-2DEE-04C5-014C-8CA016066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5" name="Line 139">
            <a:extLst>
              <a:ext uri="{FF2B5EF4-FFF2-40B4-BE49-F238E27FC236}">
                <a16:creationId xmlns:a16="http://schemas.microsoft.com/office/drawing/2014/main" id="{53E56D1B-CF25-3381-7FF6-F63B21E3F3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325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6" name="Line 140">
            <a:extLst>
              <a:ext uri="{FF2B5EF4-FFF2-40B4-BE49-F238E27FC236}">
                <a16:creationId xmlns:a16="http://schemas.microsoft.com/office/drawing/2014/main" id="{CB2E0557-C54D-E04C-AD0E-DB22D1042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7" name="Freeform 141">
            <a:extLst>
              <a:ext uri="{FF2B5EF4-FFF2-40B4-BE49-F238E27FC236}">
                <a16:creationId xmlns:a16="http://schemas.microsoft.com/office/drawing/2014/main" id="{967BDEEF-4AE5-3A4F-77D7-FD61D670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8" name="Line 142">
            <a:extLst>
              <a:ext uri="{FF2B5EF4-FFF2-40B4-BE49-F238E27FC236}">
                <a16:creationId xmlns:a16="http://schemas.microsoft.com/office/drawing/2014/main" id="{3930FE13-A491-31E4-90AA-E9FC442D88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565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9" name="Line 143">
            <a:extLst>
              <a:ext uri="{FF2B5EF4-FFF2-40B4-BE49-F238E27FC236}">
                <a16:creationId xmlns:a16="http://schemas.microsoft.com/office/drawing/2014/main" id="{72C00C62-B1BA-DF82-5679-CE47007E4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0" name="Freeform 144">
            <a:extLst>
              <a:ext uri="{FF2B5EF4-FFF2-40B4-BE49-F238E27FC236}">
                <a16:creationId xmlns:a16="http://schemas.microsoft.com/office/drawing/2014/main" id="{E637E609-9DC6-C4E2-4845-01BD37BD1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1" name="Line 145">
            <a:extLst>
              <a:ext uri="{FF2B5EF4-FFF2-40B4-BE49-F238E27FC236}">
                <a16:creationId xmlns:a16="http://schemas.microsoft.com/office/drawing/2014/main" id="{27A3AC2C-4080-969D-AA91-A164DC6D94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2" name="Line 146">
            <a:extLst>
              <a:ext uri="{FF2B5EF4-FFF2-40B4-BE49-F238E27FC236}">
                <a16:creationId xmlns:a16="http://schemas.microsoft.com/office/drawing/2014/main" id="{1104CDFF-AFB5-590E-7609-F3BF4E4C5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3" name="Freeform 147">
            <a:extLst>
              <a:ext uri="{FF2B5EF4-FFF2-40B4-BE49-F238E27FC236}">
                <a16:creationId xmlns:a16="http://schemas.microsoft.com/office/drawing/2014/main" id="{E23039ED-6079-285C-AED4-585CF10BD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4" name="Line 148">
            <a:extLst>
              <a:ext uri="{FF2B5EF4-FFF2-40B4-BE49-F238E27FC236}">
                <a16:creationId xmlns:a16="http://schemas.microsoft.com/office/drawing/2014/main" id="{970237F0-4E53-ABF2-D60E-203ECE245E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48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5" name="Line 149">
            <a:extLst>
              <a:ext uri="{FF2B5EF4-FFF2-40B4-BE49-F238E27FC236}">
                <a16:creationId xmlns:a16="http://schemas.microsoft.com/office/drawing/2014/main" id="{A258809B-53EF-B68B-9D2D-C02FE45A0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48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6" name="Freeform 150">
            <a:extLst>
              <a:ext uri="{FF2B5EF4-FFF2-40B4-BE49-F238E27FC236}">
                <a16:creationId xmlns:a16="http://schemas.microsoft.com/office/drawing/2014/main" id="{A03B2A72-21C1-C876-2D65-C8E0C867E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7" name="Line 151">
            <a:extLst>
              <a:ext uri="{FF2B5EF4-FFF2-40B4-BE49-F238E27FC236}">
                <a16:creationId xmlns:a16="http://schemas.microsoft.com/office/drawing/2014/main" id="{D8F78E21-1D70-FDF8-AAAA-719F9F2DD4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01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8" name="Line 152">
            <a:extLst>
              <a:ext uri="{FF2B5EF4-FFF2-40B4-BE49-F238E27FC236}">
                <a16:creationId xmlns:a16="http://schemas.microsoft.com/office/drawing/2014/main" id="{2CD6F2B6-46F2-D539-6D6C-D93CF1A97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01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9" name="Freeform 153">
            <a:extLst>
              <a:ext uri="{FF2B5EF4-FFF2-40B4-BE49-F238E27FC236}">
                <a16:creationId xmlns:a16="http://schemas.microsoft.com/office/drawing/2014/main" id="{04A226B1-6B7C-7C13-518F-1B91162D8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0" name="Line 154">
            <a:extLst>
              <a:ext uri="{FF2B5EF4-FFF2-40B4-BE49-F238E27FC236}">
                <a16:creationId xmlns:a16="http://schemas.microsoft.com/office/drawing/2014/main" id="{99488325-11A3-2832-B29D-85D41F3B9E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1" name="Line 155">
            <a:extLst>
              <a:ext uri="{FF2B5EF4-FFF2-40B4-BE49-F238E27FC236}">
                <a16:creationId xmlns:a16="http://schemas.microsoft.com/office/drawing/2014/main" id="{0D378827-BC7B-B520-9DA2-B712DC794B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0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2" name="Freeform 156">
            <a:extLst>
              <a:ext uri="{FF2B5EF4-FFF2-40B4-BE49-F238E27FC236}">
                <a16:creationId xmlns:a16="http://schemas.microsoft.com/office/drawing/2014/main" id="{AD9F14D6-AD7A-5838-40CD-36D64375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3" name="Line 157">
            <a:extLst>
              <a:ext uri="{FF2B5EF4-FFF2-40B4-BE49-F238E27FC236}">
                <a16:creationId xmlns:a16="http://schemas.microsoft.com/office/drawing/2014/main" id="{BB627A14-CA4D-AFD8-7FC4-051044241B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8" y="5772150"/>
            <a:ext cx="1587" cy="60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4" name="Line 158">
            <a:extLst>
              <a:ext uri="{FF2B5EF4-FFF2-40B4-BE49-F238E27FC236}">
                <a16:creationId xmlns:a16="http://schemas.microsoft.com/office/drawing/2014/main" id="{11EF0798-8BFA-B8A6-781B-0D3CD8D82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038" y="4176713"/>
            <a:ext cx="1587" cy="52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5" name="Line 159">
            <a:extLst>
              <a:ext uri="{FF2B5EF4-FFF2-40B4-BE49-F238E27FC236}">
                <a16:creationId xmlns:a16="http://schemas.microsoft.com/office/drawing/2014/main" id="{5BF00D06-59A5-5A9A-2939-DBD1B113ED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6" name="Line 160">
            <a:extLst>
              <a:ext uri="{FF2B5EF4-FFF2-40B4-BE49-F238E27FC236}">
                <a16:creationId xmlns:a16="http://schemas.microsoft.com/office/drawing/2014/main" id="{26FA1949-53BD-8ECC-05A2-6E6AFE283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7" name="Freeform 161">
            <a:extLst>
              <a:ext uri="{FF2B5EF4-FFF2-40B4-BE49-F238E27FC236}">
                <a16:creationId xmlns:a16="http://schemas.microsoft.com/office/drawing/2014/main" id="{ADE179D7-4433-7678-0B68-ED67847C4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8" name="Line 162">
            <a:extLst>
              <a:ext uri="{FF2B5EF4-FFF2-40B4-BE49-F238E27FC236}">
                <a16:creationId xmlns:a16="http://schemas.microsoft.com/office/drawing/2014/main" id="{936C507F-5E02-9903-72A9-3F257C0C55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296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9" name="Line 163">
            <a:extLst>
              <a:ext uri="{FF2B5EF4-FFF2-40B4-BE49-F238E27FC236}">
                <a16:creationId xmlns:a16="http://schemas.microsoft.com/office/drawing/2014/main" id="{52E7CF1C-FF4F-E416-F9C7-E9AF1ECD2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296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0" name="Freeform 164">
            <a:extLst>
              <a:ext uri="{FF2B5EF4-FFF2-40B4-BE49-F238E27FC236}">
                <a16:creationId xmlns:a16="http://schemas.microsoft.com/office/drawing/2014/main" id="{E9E6B21C-DC05-5D36-2F47-592E73A3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1" name="Line 165">
            <a:extLst>
              <a:ext uri="{FF2B5EF4-FFF2-40B4-BE49-F238E27FC236}">
                <a16:creationId xmlns:a16="http://schemas.microsoft.com/office/drawing/2014/main" id="{5E5C4239-AD37-F8B9-13E1-92BAD7046F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37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2" name="Line 166">
            <a:extLst>
              <a:ext uri="{FF2B5EF4-FFF2-40B4-BE49-F238E27FC236}">
                <a16:creationId xmlns:a16="http://schemas.microsoft.com/office/drawing/2014/main" id="{6C914500-600C-B4AF-F302-16B798D31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3" name="Freeform 167">
            <a:extLst>
              <a:ext uri="{FF2B5EF4-FFF2-40B4-BE49-F238E27FC236}">
                <a16:creationId xmlns:a16="http://schemas.microsoft.com/office/drawing/2014/main" id="{52BC8216-7C0A-E994-EAAF-43F32E77C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4" name="Line 168">
            <a:extLst>
              <a:ext uri="{FF2B5EF4-FFF2-40B4-BE49-F238E27FC236}">
                <a16:creationId xmlns:a16="http://schemas.microsoft.com/office/drawing/2014/main" id="{AF4996A9-FC07-F0CD-F065-EA7F364A4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79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5" name="Line 169">
            <a:extLst>
              <a:ext uri="{FF2B5EF4-FFF2-40B4-BE49-F238E27FC236}">
                <a16:creationId xmlns:a16="http://schemas.microsoft.com/office/drawing/2014/main" id="{71E48B4E-4E83-6A85-20CD-4254AF62B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6" name="Freeform 170">
            <a:extLst>
              <a:ext uri="{FF2B5EF4-FFF2-40B4-BE49-F238E27FC236}">
                <a16:creationId xmlns:a16="http://schemas.microsoft.com/office/drawing/2014/main" id="{FAFAC3FB-420E-AB9D-3810-3A41A939C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7" name="Line 171">
            <a:extLst>
              <a:ext uri="{FF2B5EF4-FFF2-40B4-BE49-F238E27FC236}">
                <a16:creationId xmlns:a16="http://schemas.microsoft.com/office/drawing/2014/main" id="{07445240-E9FF-3F6F-AB71-E687CB3988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19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8" name="Line 172">
            <a:extLst>
              <a:ext uri="{FF2B5EF4-FFF2-40B4-BE49-F238E27FC236}">
                <a16:creationId xmlns:a16="http://schemas.microsoft.com/office/drawing/2014/main" id="{CC7C0DD4-6768-C9EC-5294-9CD2D1FFB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9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9" name="Freeform 173">
            <a:extLst>
              <a:ext uri="{FF2B5EF4-FFF2-40B4-BE49-F238E27FC236}">
                <a16:creationId xmlns:a16="http://schemas.microsoft.com/office/drawing/2014/main" id="{20EB8BB9-FA1F-6A90-5C76-24A30B7A2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9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0" name="Line 174">
            <a:extLst>
              <a:ext uri="{FF2B5EF4-FFF2-40B4-BE49-F238E27FC236}">
                <a16:creationId xmlns:a16="http://schemas.microsoft.com/office/drawing/2014/main" id="{3F83C34F-40FF-3067-0899-191D2967E9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36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1" name="Line 175">
            <a:extLst>
              <a:ext uri="{FF2B5EF4-FFF2-40B4-BE49-F238E27FC236}">
                <a16:creationId xmlns:a16="http://schemas.microsoft.com/office/drawing/2014/main" id="{5BDB32B4-FF64-15AD-06BB-836F8BF96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36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2" name="Freeform 176">
            <a:extLst>
              <a:ext uri="{FF2B5EF4-FFF2-40B4-BE49-F238E27FC236}">
                <a16:creationId xmlns:a16="http://schemas.microsoft.com/office/drawing/2014/main" id="{46344C12-CBDA-3AA1-2A90-30364BCF9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3" name="Line 177">
            <a:extLst>
              <a:ext uri="{FF2B5EF4-FFF2-40B4-BE49-F238E27FC236}">
                <a16:creationId xmlns:a16="http://schemas.microsoft.com/office/drawing/2014/main" id="{8B1D5EB4-20D7-4C32-A1D4-E237E7C248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32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4" name="Line 178">
            <a:extLst>
              <a:ext uri="{FF2B5EF4-FFF2-40B4-BE49-F238E27FC236}">
                <a16:creationId xmlns:a16="http://schemas.microsoft.com/office/drawing/2014/main" id="{6C0E54B2-2A88-9B92-D791-E898F8D5D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32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5" name="Freeform 179">
            <a:extLst>
              <a:ext uri="{FF2B5EF4-FFF2-40B4-BE49-F238E27FC236}">
                <a16:creationId xmlns:a16="http://schemas.microsoft.com/office/drawing/2014/main" id="{71AEDAB2-DDF1-2B40-B556-B5477BC4D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6" name="Line 180">
            <a:extLst>
              <a:ext uri="{FF2B5EF4-FFF2-40B4-BE49-F238E27FC236}">
                <a16:creationId xmlns:a16="http://schemas.microsoft.com/office/drawing/2014/main" id="{BCB505CF-B470-C693-7794-33BCAB0157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641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7" name="Line 181">
            <a:extLst>
              <a:ext uri="{FF2B5EF4-FFF2-40B4-BE49-F238E27FC236}">
                <a16:creationId xmlns:a16="http://schemas.microsoft.com/office/drawing/2014/main" id="{2A003549-B4C4-1659-3B20-4F6A33C37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641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8" name="Freeform 182">
            <a:extLst>
              <a:ext uri="{FF2B5EF4-FFF2-40B4-BE49-F238E27FC236}">
                <a16:creationId xmlns:a16="http://schemas.microsoft.com/office/drawing/2014/main" id="{5AA7859B-602A-F65B-2683-3AE75036C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9" name="Line 183">
            <a:extLst>
              <a:ext uri="{FF2B5EF4-FFF2-40B4-BE49-F238E27FC236}">
                <a16:creationId xmlns:a16="http://schemas.microsoft.com/office/drawing/2014/main" id="{5FD6D7F0-7450-EF8D-6871-DC6EF0317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37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0" name="Line 184">
            <a:extLst>
              <a:ext uri="{FF2B5EF4-FFF2-40B4-BE49-F238E27FC236}">
                <a16:creationId xmlns:a16="http://schemas.microsoft.com/office/drawing/2014/main" id="{D425EABD-E4C2-7932-A3D7-FBEBF11DC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1" name="Freeform 185">
            <a:extLst>
              <a:ext uri="{FF2B5EF4-FFF2-40B4-BE49-F238E27FC236}">
                <a16:creationId xmlns:a16="http://schemas.microsoft.com/office/drawing/2014/main" id="{C09E6413-70CA-93A2-45A8-0B54B076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2" name="Line 186">
            <a:extLst>
              <a:ext uri="{FF2B5EF4-FFF2-40B4-BE49-F238E27FC236}">
                <a16:creationId xmlns:a16="http://schemas.microsoft.com/office/drawing/2014/main" id="{92A50CFA-D1C1-A507-D662-18EB9B579A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3725" y="5772150"/>
            <a:ext cx="1588" cy="60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3" name="Line 187">
            <a:extLst>
              <a:ext uri="{FF2B5EF4-FFF2-40B4-BE49-F238E27FC236}">
                <a16:creationId xmlns:a16="http://schemas.microsoft.com/office/drawing/2014/main" id="{9220BC4F-E1E1-116F-335B-E54A75FA0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4176713"/>
            <a:ext cx="1588" cy="52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4" name="Line 188">
            <a:extLst>
              <a:ext uri="{FF2B5EF4-FFF2-40B4-BE49-F238E27FC236}">
                <a16:creationId xmlns:a16="http://schemas.microsoft.com/office/drawing/2014/main" id="{7BEB5BD6-BE45-6E67-4269-E5B28C0306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268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5" name="Line 189">
            <a:extLst>
              <a:ext uri="{FF2B5EF4-FFF2-40B4-BE49-F238E27FC236}">
                <a16:creationId xmlns:a16="http://schemas.microsoft.com/office/drawing/2014/main" id="{1F71E5F7-F0FC-A141-D548-F6016BDA7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268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6" name="Freeform 190">
            <a:extLst>
              <a:ext uri="{FF2B5EF4-FFF2-40B4-BE49-F238E27FC236}">
                <a16:creationId xmlns:a16="http://schemas.microsoft.com/office/drawing/2014/main" id="{BB1CD0DE-8368-C89F-ECFD-74D37357B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7" name="Line 191">
            <a:extLst>
              <a:ext uri="{FF2B5EF4-FFF2-40B4-BE49-F238E27FC236}">
                <a16:creationId xmlns:a16="http://schemas.microsoft.com/office/drawing/2014/main" id="{E98BAFB2-EC35-DBF4-7CF4-CAF05ACDFA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9238" y="5802313"/>
            <a:ext cx="1587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8" name="Line 192">
            <a:extLst>
              <a:ext uri="{FF2B5EF4-FFF2-40B4-BE49-F238E27FC236}">
                <a16:creationId xmlns:a16="http://schemas.microsoft.com/office/drawing/2014/main" id="{B07B6EC4-6332-BF6E-504B-B46F42E6E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4176713"/>
            <a:ext cx="1587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9" name="Freeform 193">
            <a:extLst>
              <a:ext uri="{FF2B5EF4-FFF2-40B4-BE49-F238E27FC236}">
                <a16:creationId xmlns:a16="http://schemas.microsoft.com/office/drawing/2014/main" id="{E84F2C82-C257-0BBB-7C81-F20278D1A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23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0" name="Line 194">
            <a:extLst>
              <a:ext uri="{FF2B5EF4-FFF2-40B4-BE49-F238E27FC236}">
                <a16:creationId xmlns:a16="http://schemas.microsoft.com/office/drawing/2014/main" id="{D898577B-576A-0928-0FF4-1A7FE4EDAC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21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1" name="Line 195">
            <a:extLst>
              <a:ext uri="{FF2B5EF4-FFF2-40B4-BE49-F238E27FC236}">
                <a16:creationId xmlns:a16="http://schemas.microsoft.com/office/drawing/2014/main" id="{A1E5AEE8-7E87-7619-C285-125A4D792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2" name="Freeform 196">
            <a:extLst>
              <a:ext uri="{FF2B5EF4-FFF2-40B4-BE49-F238E27FC236}">
                <a16:creationId xmlns:a16="http://schemas.microsoft.com/office/drawing/2014/main" id="{00DD9849-0AD5-3342-0F9C-CAACCCF6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3" name="Line 197">
            <a:extLst>
              <a:ext uri="{FF2B5EF4-FFF2-40B4-BE49-F238E27FC236}">
                <a16:creationId xmlns:a16="http://schemas.microsoft.com/office/drawing/2014/main" id="{13F8D4A0-08F5-9486-F87B-A9092FE3D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262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4" name="Line 198">
            <a:extLst>
              <a:ext uri="{FF2B5EF4-FFF2-40B4-BE49-F238E27FC236}">
                <a16:creationId xmlns:a16="http://schemas.microsoft.com/office/drawing/2014/main" id="{7FCCE0E8-0040-F53B-994B-663A5EBAE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5" name="Freeform 199">
            <a:extLst>
              <a:ext uri="{FF2B5EF4-FFF2-40B4-BE49-F238E27FC236}">
                <a16:creationId xmlns:a16="http://schemas.microsoft.com/office/drawing/2014/main" id="{02795A69-395E-830E-4F85-3E08FD8E0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6" name="Line 200">
            <a:extLst>
              <a:ext uri="{FF2B5EF4-FFF2-40B4-BE49-F238E27FC236}">
                <a16:creationId xmlns:a16="http://schemas.microsoft.com/office/drawing/2014/main" id="{04C03CBE-7C8E-30EB-3621-8224F5D94E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661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7" name="Line 201">
            <a:extLst>
              <a:ext uri="{FF2B5EF4-FFF2-40B4-BE49-F238E27FC236}">
                <a16:creationId xmlns:a16="http://schemas.microsoft.com/office/drawing/2014/main" id="{2E4342BE-2497-0122-19A5-94CC6E7D0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661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8" name="Freeform 202">
            <a:extLst>
              <a:ext uri="{FF2B5EF4-FFF2-40B4-BE49-F238E27FC236}">
                <a16:creationId xmlns:a16="http://schemas.microsoft.com/office/drawing/2014/main" id="{E15F0F48-9F1B-E6AD-1FC9-6628C42C9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9" name="Line 203">
            <a:extLst>
              <a:ext uri="{FF2B5EF4-FFF2-40B4-BE49-F238E27FC236}">
                <a16:creationId xmlns:a16="http://schemas.microsoft.com/office/drawing/2014/main" id="{14EFBCF7-3881-F6F9-E0A2-0888711208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8375" y="5802313"/>
            <a:ext cx="1588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0" name="Line 204">
            <a:extLst>
              <a:ext uri="{FF2B5EF4-FFF2-40B4-BE49-F238E27FC236}">
                <a16:creationId xmlns:a16="http://schemas.microsoft.com/office/drawing/2014/main" id="{FB06C9E3-E0C3-0322-842D-6DC3B27B5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8375" y="4176713"/>
            <a:ext cx="1588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1" name="Freeform 205">
            <a:extLst>
              <a:ext uri="{FF2B5EF4-FFF2-40B4-BE49-F238E27FC236}">
                <a16:creationId xmlns:a16="http://schemas.microsoft.com/office/drawing/2014/main" id="{CF410F3C-FC16-086D-625E-779545B6B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4176713"/>
            <a:ext cx="1588" cy="1655762"/>
          </a:xfrm>
          <a:custGeom>
            <a:avLst/>
            <a:gdLst>
              <a:gd name="T0" fmla="*/ 0 w 1588"/>
              <a:gd name="T1" fmla="*/ 2147483646 h 227"/>
              <a:gd name="T2" fmla="*/ 0 w 1588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8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2" name="Line 206">
            <a:extLst>
              <a:ext uri="{FF2B5EF4-FFF2-40B4-BE49-F238E27FC236}">
                <a16:creationId xmlns:a16="http://schemas.microsoft.com/office/drawing/2014/main" id="{A0831598-671B-AA42-4D20-920D56F32A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791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3" name="Line 207">
            <a:extLst>
              <a:ext uri="{FF2B5EF4-FFF2-40B4-BE49-F238E27FC236}">
                <a16:creationId xmlns:a16="http://schemas.microsoft.com/office/drawing/2014/main" id="{5CED02FD-911D-06A9-412A-E1D7FDA4F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791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4" name="Freeform 208">
            <a:extLst>
              <a:ext uri="{FF2B5EF4-FFF2-40B4-BE49-F238E27FC236}">
                <a16:creationId xmlns:a16="http://schemas.microsoft.com/office/drawing/2014/main" id="{78F753B2-8451-D43C-17E5-5A94AEC3B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5" name="Line 209">
            <a:extLst>
              <a:ext uri="{FF2B5EF4-FFF2-40B4-BE49-F238E27FC236}">
                <a16:creationId xmlns:a16="http://schemas.microsoft.com/office/drawing/2014/main" id="{39D2CA13-6301-D0ED-5835-9FE1296496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163" y="5802313"/>
            <a:ext cx="3175" cy="301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6" name="Line 210">
            <a:extLst>
              <a:ext uri="{FF2B5EF4-FFF2-40B4-BE49-F238E27FC236}">
                <a16:creationId xmlns:a16="http://schemas.microsoft.com/office/drawing/2014/main" id="{D38C856B-0E4C-E642-32A0-BB20835CB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3163" y="4176713"/>
            <a:ext cx="3175" cy="222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7" name="Freeform 211">
            <a:extLst>
              <a:ext uri="{FF2B5EF4-FFF2-40B4-BE49-F238E27FC236}">
                <a16:creationId xmlns:a16="http://schemas.microsoft.com/office/drawing/2014/main" id="{FB6D4B3C-8739-1DB3-910B-AA3FE17FE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4176713"/>
            <a:ext cx="3175" cy="1655762"/>
          </a:xfrm>
          <a:custGeom>
            <a:avLst/>
            <a:gdLst>
              <a:gd name="T0" fmla="*/ 0 w 3175"/>
              <a:gd name="T1" fmla="*/ 2147483646 h 227"/>
              <a:gd name="T2" fmla="*/ 0 w 3175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175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8" name="Freeform 212">
            <a:extLst>
              <a:ext uri="{FF2B5EF4-FFF2-40B4-BE49-F238E27FC236}">
                <a16:creationId xmlns:a16="http://schemas.microsoft.com/office/drawing/2014/main" id="{0EF2EE0F-CE77-070A-5BF0-D2412A896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4176713"/>
            <a:ext cx="1587" cy="1655762"/>
          </a:xfrm>
          <a:custGeom>
            <a:avLst/>
            <a:gdLst>
              <a:gd name="T0" fmla="*/ 0 w 1587"/>
              <a:gd name="T1" fmla="*/ 2147483646 h 227"/>
              <a:gd name="T2" fmla="*/ 0 w 1587"/>
              <a:gd name="T3" fmla="*/ 0 h 2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7" h="227">
                <a:moveTo>
                  <a:pt x="0" y="227"/>
                </a:moveTo>
                <a:lnTo>
                  <a:pt x="0" y="0"/>
                </a:lnTo>
              </a:path>
            </a:pathLst>
          </a:cu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9" name="Line 213">
            <a:extLst>
              <a:ext uri="{FF2B5EF4-FFF2-40B4-BE49-F238E27FC236}">
                <a16:creationId xmlns:a16="http://schemas.microsoft.com/office/drawing/2014/main" id="{EE1D8B3F-6747-2FFC-DE94-44CA93735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5832475"/>
            <a:ext cx="523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0" name="Line 214">
            <a:extLst>
              <a:ext uri="{FF2B5EF4-FFF2-40B4-BE49-F238E27FC236}">
                <a16:creationId xmlns:a16="http://schemas.microsoft.com/office/drawing/2014/main" id="{30A6DFE0-A44D-0EDC-1BB6-26C79C5F52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1263" y="5832475"/>
            <a:ext cx="603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1" name="Rectangle 215">
            <a:extLst>
              <a:ext uri="{FF2B5EF4-FFF2-40B4-BE49-F238E27FC236}">
                <a16:creationId xmlns:a16="http://schemas.microsoft.com/office/drawing/2014/main" id="{E2F307B2-56A9-D864-B3F9-A40C5C40A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5664200"/>
            <a:ext cx="609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-90</a:t>
            </a:r>
            <a:r>
              <a:rPr lang="en-US" altLang="zh-CN" sz="2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rPr>
              <a:t>°</a:t>
            </a:r>
          </a:p>
        </p:txBody>
      </p:sp>
      <p:sp>
        <p:nvSpPr>
          <p:cNvPr id="82132" name="Line 216">
            <a:extLst>
              <a:ext uri="{FF2B5EF4-FFF2-40B4-BE49-F238E27FC236}">
                <a16:creationId xmlns:a16="http://schemas.microsoft.com/office/drawing/2014/main" id="{2147D239-5A42-D08E-85C2-D22CD00A1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4999038"/>
            <a:ext cx="52388" cy="31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3" name="Line 217">
            <a:extLst>
              <a:ext uri="{FF2B5EF4-FFF2-40B4-BE49-F238E27FC236}">
                <a16:creationId xmlns:a16="http://schemas.microsoft.com/office/drawing/2014/main" id="{DB1F49DC-B715-484E-BA0C-6C1579A373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1263" y="4999038"/>
            <a:ext cx="60325" cy="31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4" name="Rectangle 218">
            <a:extLst>
              <a:ext uri="{FF2B5EF4-FFF2-40B4-BE49-F238E27FC236}">
                <a16:creationId xmlns:a16="http://schemas.microsoft.com/office/drawing/2014/main" id="{FF8FC6B4-F89C-02B8-8FF0-5F181A25B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4833938"/>
            <a:ext cx="71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-45</a:t>
            </a:r>
            <a:r>
              <a:rPr lang="en-US" altLang="zh-CN" sz="2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rPr>
              <a:t>°</a:t>
            </a:r>
          </a:p>
        </p:txBody>
      </p:sp>
      <p:sp>
        <p:nvSpPr>
          <p:cNvPr id="82135" name="Line 219">
            <a:extLst>
              <a:ext uri="{FF2B5EF4-FFF2-40B4-BE49-F238E27FC236}">
                <a16:creationId xmlns:a16="http://schemas.microsoft.com/office/drawing/2014/main" id="{BDD4AA40-5692-F903-4999-0D9F67E0C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4176713"/>
            <a:ext cx="523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6" name="Line 220">
            <a:extLst>
              <a:ext uri="{FF2B5EF4-FFF2-40B4-BE49-F238E27FC236}">
                <a16:creationId xmlns:a16="http://schemas.microsoft.com/office/drawing/2014/main" id="{EC7070FE-A89D-B68E-D5E3-FD49447F4F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1263" y="4176713"/>
            <a:ext cx="603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7" name="Rectangle 221">
            <a:extLst>
              <a:ext uri="{FF2B5EF4-FFF2-40B4-BE49-F238E27FC236}">
                <a16:creationId xmlns:a16="http://schemas.microsoft.com/office/drawing/2014/main" id="{B5F8916E-445A-A55E-F1DB-7AA5893A5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4048125"/>
            <a:ext cx="4270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Helvetica" panose="020B0604020202020204" pitchFamily="34" charset="0"/>
              </a:rPr>
              <a:t>0</a:t>
            </a:r>
            <a:r>
              <a:rPr lang="en-US" altLang="zh-CN" sz="2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rPr>
              <a:t>°</a:t>
            </a:r>
          </a:p>
        </p:txBody>
      </p:sp>
      <p:sp>
        <p:nvSpPr>
          <p:cNvPr id="82138" name="Line 222">
            <a:extLst>
              <a:ext uri="{FF2B5EF4-FFF2-40B4-BE49-F238E27FC236}">
                <a16:creationId xmlns:a16="http://schemas.microsoft.com/office/drawing/2014/main" id="{1532065A-BBC9-F9A8-1428-79B5F75D8E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4176713"/>
            <a:ext cx="5821363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9" name="Freeform 223">
            <a:extLst>
              <a:ext uri="{FF2B5EF4-FFF2-40B4-BE49-F238E27FC236}">
                <a16:creationId xmlns:a16="http://schemas.microsoft.com/office/drawing/2014/main" id="{586107FC-2D24-32D5-06D2-001EE6ABD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176713"/>
            <a:ext cx="5821363" cy="1655762"/>
          </a:xfrm>
          <a:custGeom>
            <a:avLst/>
            <a:gdLst>
              <a:gd name="T0" fmla="*/ 0 w 793"/>
              <a:gd name="T1" fmla="*/ 2147483646 h 227"/>
              <a:gd name="T2" fmla="*/ 2147483646 w 793"/>
              <a:gd name="T3" fmla="*/ 2147483646 h 227"/>
              <a:gd name="T4" fmla="*/ 2147483646 w 793"/>
              <a:gd name="T5" fmla="*/ 0 h 2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93" h="227">
                <a:moveTo>
                  <a:pt x="0" y="227"/>
                </a:moveTo>
                <a:lnTo>
                  <a:pt x="793" y="227"/>
                </a:lnTo>
                <a:lnTo>
                  <a:pt x="793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40" name="Line 224">
            <a:extLst>
              <a:ext uri="{FF2B5EF4-FFF2-40B4-BE49-F238E27FC236}">
                <a16:creationId xmlns:a16="http://schemas.microsoft.com/office/drawing/2014/main" id="{59078FB9-9401-B60F-E7B3-2443E11989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4176713"/>
            <a:ext cx="1588" cy="16557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141" name="Group 225">
            <a:extLst>
              <a:ext uri="{FF2B5EF4-FFF2-40B4-BE49-F238E27FC236}">
                <a16:creationId xmlns:a16="http://schemas.microsoft.com/office/drawing/2014/main" id="{6FCEE9C2-0844-5261-68B8-B03AF9292C4D}"/>
              </a:ext>
            </a:extLst>
          </p:cNvPr>
          <p:cNvGrpSpPr>
            <a:grpSpLocks/>
          </p:cNvGrpSpPr>
          <p:nvPr/>
        </p:nvGrpSpPr>
        <p:grpSpPr bwMode="auto">
          <a:xfrm>
            <a:off x="1790700" y="4191000"/>
            <a:ext cx="5821363" cy="1581150"/>
            <a:chOff x="2492" y="2742"/>
            <a:chExt cx="2751" cy="845"/>
          </a:xfrm>
        </p:grpSpPr>
        <p:sp>
          <p:nvSpPr>
            <p:cNvPr id="82161" name="Freeform 226">
              <a:extLst>
                <a:ext uri="{FF2B5EF4-FFF2-40B4-BE49-F238E27FC236}">
                  <a16:creationId xmlns:a16="http://schemas.microsoft.com/office/drawing/2014/main" id="{3F47E328-3429-2BD7-8257-8E7DC5C73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2742"/>
              <a:ext cx="1048" cy="144"/>
            </a:xfrm>
            <a:custGeom>
              <a:avLst/>
              <a:gdLst>
                <a:gd name="T0" fmla="*/ 70 w 1048"/>
                <a:gd name="T1" fmla="*/ 4 h 144"/>
                <a:gd name="T2" fmla="*/ 160 w 1048"/>
                <a:gd name="T3" fmla="*/ 8 h 144"/>
                <a:gd name="T4" fmla="*/ 233 w 1048"/>
                <a:gd name="T5" fmla="*/ 12 h 144"/>
                <a:gd name="T6" fmla="*/ 295 w 1048"/>
                <a:gd name="T7" fmla="*/ 16 h 144"/>
                <a:gd name="T8" fmla="*/ 347 w 1048"/>
                <a:gd name="T9" fmla="*/ 16 h 144"/>
                <a:gd name="T10" fmla="*/ 396 w 1048"/>
                <a:gd name="T11" fmla="*/ 20 h 144"/>
                <a:gd name="T12" fmla="*/ 437 w 1048"/>
                <a:gd name="T13" fmla="*/ 23 h 144"/>
                <a:gd name="T14" fmla="*/ 476 w 1048"/>
                <a:gd name="T15" fmla="*/ 27 h 144"/>
                <a:gd name="T16" fmla="*/ 510 w 1048"/>
                <a:gd name="T17" fmla="*/ 31 h 144"/>
                <a:gd name="T18" fmla="*/ 541 w 1048"/>
                <a:gd name="T19" fmla="*/ 35 h 144"/>
                <a:gd name="T20" fmla="*/ 569 w 1048"/>
                <a:gd name="T21" fmla="*/ 39 h 144"/>
                <a:gd name="T22" fmla="*/ 597 w 1048"/>
                <a:gd name="T23" fmla="*/ 39 h 144"/>
                <a:gd name="T24" fmla="*/ 625 w 1048"/>
                <a:gd name="T25" fmla="*/ 43 h 144"/>
                <a:gd name="T26" fmla="*/ 649 w 1048"/>
                <a:gd name="T27" fmla="*/ 47 h 144"/>
                <a:gd name="T28" fmla="*/ 670 w 1048"/>
                <a:gd name="T29" fmla="*/ 51 h 144"/>
                <a:gd name="T30" fmla="*/ 694 w 1048"/>
                <a:gd name="T31" fmla="*/ 55 h 144"/>
                <a:gd name="T32" fmla="*/ 711 w 1048"/>
                <a:gd name="T33" fmla="*/ 58 h 144"/>
                <a:gd name="T34" fmla="*/ 732 w 1048"/>
                <a:gd name="T35" fmla="*/ 62 h 144"/>
                <a:gd name="T36" fmla="*/ 750 w 1048"/>
                <a:gd name="T37" fmla="*/ 62 h 144"/>
                <a:gd name="T38" fmla="*/ 770 w 1048"/>
                <a:gd name="T39" fmla="*/ 66 h 144"/>
                <a:gd name="T40" fmla="*/ 784 w 1048"/>
                <a:gd name="T41" fmla="*/ 70 h 144"/>
                <a:gd name="T42" fmla="*/ 802 w 1048"/>
                <a:gd name="T43" fmla="*/ 74 h 144"/>
                <a:gd name="T44" fmla="*/ 819 w 1048"/>
                <a:gd name="T45" fmla="*/ 78 h 144"/>
                <a:gd name="T46" fmla="*/ 833 w 1048"/>
                <a:gd name="T47" fmla="*/ 82 h 144"/>
                <a:gd name="T48" fmla="*/ 847 w 1048"/>
                <a:gd name="T49" fmla="*/ 86 h 144"/>
                <a:gd name="T50" fmla="*/ 861 w 1048"/>
                <a:gd name="T51" fmla="*/ 86 h 144"/>
                <a:gd name="T52" fmla="*/ 874 w 1048"/>
                <a:gd name="T53" fmla="*/ 90 h 144"/>
                <a:gd name="T54" fmla="*/ 888 w 1048"/>
                <a:gd name="T55" fmla="*/ 94 h 144"/>
                <a:gd name="T56" fmla="*/ 899 w 1048"/>
                <a:gd name="T57" fmla="*/ 97 h 144"/>
                <a:gd name="T58" fmla="*/ 913 w 1048"/>
                <a:gd name="T59" fmla="*/ 101 h 144"/>
                <a:gd name="T60" fmla="*/ 923 w 1048"/>
                <a:gd name="T61" fmla="*/ 105 h 144"/>
                <a:gd name="T62" fmla="*/ 937 w 1048"/>
                <a:gd name="T63" fmla="*/ 105 h 144"/>
                <a:gd name="T64" fmla="*/ 947 w 1048"/>
                <a:gd name="T65" fmla="*/ 109 h 144"/>
                <a:gd name="T66" fmla="*/ 958 w 1048"/>
                <a:gd name="T67" fmla="*/ 113 h 144"/>
                <a:gd name="T68" fmla="*/ 968 w 1048"/>
                <a:gd name="T69" fmla="*/ 117 h 144"/>
                <a:gd name="T70" fmla="*/ 979 w 1048"/>
                <a:gd name="T71" fmla="*/ 121 h 144"/>
                <a:gd name="T72" fmla="*/ 989 w 1048"/>
                <a:gd name="T73" fmla="*/ 125 h 144"/>
                <a:gd name="T74" fmla="*/ 999 w 1048"/>
                <a:gd name="T75" fmla="*/ 125 h 144"/>
                <a:gd name="T76" fmla="*/ 1010 w 1048"/>
                <a:gd name="T77" fmla="*/ 129 h 144"/>
                <a:gd name="T78" fmla="*/ 1020 w 1048"/>
                <a:gd name="T79" fmla="*/ 133 h 144"/>
                <a:gd name="T80" fmla="*/ 1031 w 1048"/>
                <a:gd name="T81" fmla="*/ 136 h 144"/>
                <a:gd name="T82" fmla="*/ 1041 w 1048"/>
                <a:gd name="T83" fmla="*/ 140 h 14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48" h="144">
                  <a:moveTo>
                    <a:pt x="0" y="0"/>
                  </a:moveTo>
                  <a:lnTo>
                    <a:pt x="35" y="4"/>
                  </a:lnTo>
                  <a:lnTo>
                    <a:pt x="70" y="4"/>
                  </a:lnTo>
                  <a:lnTo>
                    <a:pt x="104" y="4"/>
                  </a:lnTo>
                  <a:lnTo>
                    <a:pt x="132" y="8"/>
                  </a:lnTo>
                  <a:lnTo>
                    <a:pt x="160" y="8"/>
                  </a:lnTo>
                  <a:lnTo>
                    <a:pt x="188" y="8"/>
                  </a:lnTo>
                  <a:lnTo>
                    <a:pt x="208" y="8"/>
                  </a:lnTo>
                  <a:lnTo>
                    <a:pt x="233" y="12"/>
                  </a:lnTo>
                  <a:lnTo>
                    <a:pt x="254" y="12"/>
                  </a:lnTo>
                  <a:lnTo>
                    <a:pt x="274" y="12"/>
                  </a:lnTo>
                  <a:lnTo>
                    <a:pt x="295" y="16"/>
                  </a:lnTo>
                  <a:lnTo>
                    <a:pt x="313" y="16"/>
                  </a:lnTo>
                  <a:lnTo>
                    <a:pt x="330" y="16"/>
                  </a:lnTo>
                  <a:lnTo>
                    <a:pt x="347" y="16"/>
                  </a:lnTo>
                  <a:lnTo>
                    <a:pt x="365" y="20"/>
                  </a:lnTo>
                  <a:lnTo>
                    <a:pt x="378" y="20"/>
                  </a:lnTo>
                  <a:lnTo>
                    <a:pt x="396" y="20"/>
                  </a:lnTo>
                  <a:lnTo>
                    <a:pt x="410" y="23"/>
                  </a:lnTo>
                  <a:lnTo>
                    <a:pt x="424" y="23"/>
                  </a:lnTo>
                  <a:lnTo>
                    <a:pt x="437" y="23"/>
                  </a:lnTo>
                  <a:lnTo>
                    <a:pt x="451" y="23"/>
                  </a:lnTo>
                  <a:lnTo>
                    <a:pt x="462" y="27"/>
                  </a:lnTo>
                  <a:lnTo>
                    <a:pt x="476" y="27"/>
                  </a:lnTo>
                  <a:lnTo>
                    <a:pt x="486" y="27"/>
                  </a:lnTo>
                  <a:lnTo>
                    <a:pt x="496" y="31"/>
                  </a:lnTo>
                  <a:lnTo>
                    <a:pt x="510" y="31"/>
                  </a:lnTo>
                  <a:lnTo>
                    <a:pt x="521" y="31"/>
                  </a:lnTo>
                  <a:lnTo>
                    <a:pt x="531" y="31"/>
                  </a:lnTo>
                  <a:lnTo>
                    <a:pt x="541" y="35"/>
                  </a:lnTo>
                  <a:lnTo>
                    <a:pt x="552" y="35"/>
                  </a:lnTo>
                  <a:lnTo>
                    <a:pt x="562" y="35"/>
                  </a:lnTo>
                  <a:lnTo>
                    <a:pt x="569" y="39"/>
                  </a:lnTo>
                  <a:lnTo>
                    <a:pt x="580" y="39"/>
                  </a:lnTo>
                  <a:lnTo>
                    <a:pt x="590" y="39"/>
                  </a:lnTo>
                  <a:lnTo>
                    <a:pt x="597" y="39"/>
                  </a:lnTo>
                  <a:lnTo>
                    <a:pt x="607" y="43"/>
                  </a:lnTo>
                  <a:lnTo>
                    <a:pt x="614" y="43"/>
                  </a:lnTo>
                  <a:lnTo>
                    <a:pt x="625" y="43"/>
                  </a:lnTo>
                  <a:lnTo>
                    <a:pt x="632" y="47"/>
                  </a:lnTo>
                  <a:lnTo>
                    <a:pt x="639" y="47"/>
                  </a:lnTo>
                  <a:lnTo>
                    <a:pt x="649" y="47"/>
                  </a:lnTo>
                  <a:lnTo>
                    <a:pt x="656" y="47"/>
                  </a:lnTo>
                  <a:lnTo>
                    <a:pt x="663" y="51"/>
                  </a:lnTo>
                  <a:lnTo>
                    <a:pt x="670" y="51"/>
                  </a:lnTo>
                  <a:lnTo>
                    <a:pt x="677" y="51"/>
                  </a:lnTo>
                  <a:lnTo>
                    <a:pt x="687" y="55"/>
                  </a:lnTo>
                  <a:lnTo>
                    <a:pt x="694" y="55"/>
                  </a:lnTo>
                  <a:lnTo>
                    <a:pt x="701" y="55"/>
                  </a:lnTo>
                  <a:lnTo>
                    <a:pt x="708" y="55"/>
                  </a:lnTo>
                  <a:lnTo>
                    <a:pt x="711" y="58"/>
                  </a:lnTo>
                  <a:lnTo>
                    <a:pt x="718" y="58"/>
                  </a:lnTo>
                  <a:lnTo>
                    <a:pt x="725" y="58"/>
                  </a:lnTo>
                  <a:lnTo>
                    <a:pt x="732" y="62"/>
                  </a:lnTo>
                  <a:lnTo>
                    <a:pt x="739" y="62"/>
                  </a:lnTo>
                  <a:lnTo>
                    <a:pt x="746" y="62"/>
                  </a:lnTo>
                  <a:lnTo>
                    <a:pt x="750" y="62"/>
                  </a:lnTo>
                  <a:lnTo>
                    <a:pt x="757" y="66"/>
                  </a:lnTo>
                  <a:lnTo>
                    <a:pt x="763" y="66"/>
                  </a:lnTo>
                  <a:lnTo>
                    <a:pt x="770" y="66"/>
                  </a:lnTo>
                  <a:lnTo>
                    <a:pt x="774" y="70"/>
                  </a:lnTo>
                  <a:lnTo>
                    <a:pt x="781" y="70"/>
                  </a:lnTo>
                  <a:lnTo>
                    <a:pt x="784" y="70"/>
                  </a:lnTo>
                  <a:lnTo>
                    <a:pt x="791" y="70"/>
                  </a:lnTo>
                  <a:lnTo>
                    <a:pt x="798" y="74"/>
                  </a:lnTo>
                  <a:lnTo>
                    <a:pt x="802" y="74"/>
                  </a:lnTo>
                  <a:lnTo>
                    <a:pt x="809" y="74"/>
                  </a:lnTo>
                  <a:lnTo>
                    <a:pt x="812" y="78"/>
                  </a:lnTo>
                  <a:lnTo>
                    <a:pt x="819" y="78"/>
                  </a:lnTo>
                  <a:lnTo>
                    <a:pt x="822" y="78"/>
                  </a:lnTo>
                  <a:lnTo>
                    <a:pt x="829" y="78"/>
                  </a:lnTo>
                  <a:lnTo>
                    <a:pt x="833" y="82"/>
                  </a:lnTo>
                  <a:lnTo>
                    <a:pt x="836" y="82"/>
                  </a:lnTo>
                  <a:lnTo>
                    <a:pt x="843" y="82"/>
                  </a:lnTo>
                  <a:lnTo>
                    <a:pt x="847" y="86"/>
                  </a:lnTo>
                  <a:lnTo>
                    <a:pt x="850" y="86"/>
                  </a:lnTo>
                  <a:lnTo>
                    <a:pt x="857" y="86"/>
                  </a:lnTo>
                  <a:lnTo>
                    <a:pt x="861" y="86"/>
                  </a:lnTo>
                  <a:lnTo>
                    <a:pt x="864" y="90"/>
                  </a:lnTo>
                  <a:lnTo>
                    <a:pt x="871" y="90"/>
                  </a:lnTo>
                  <a:lnTo>
                    <a:pt x="874" y="90"/>
                  </a:lnTo>
                  <a:lnTo>
                    <a:pt x="878" y="94"/>
                  </a:lnTo>
                  <a:lnTo>
                    <a:pt x="885" y="94"/>
                  </a:lnTo>
                  <a:lnTo>
                    <a:pt x="888" y="94"/>
                  </a:lnTo>
                  <a:lnTo>
                    <a:pt x="892" y="94"/>
                  </a:lnTo>
                  <a:lnTo>
                    <a:pt x="895" y="97"/>
                  </a:lnTo>
                  <a:lnTo>
                    <a:pt x="899" y="97"/>
                  </a:lnTo>
                  <a:lnTo>
                    <a:pt x="906" y="97"/>
                  </a:lnTo>
                  <a:lnTo>
                    <a:pt x="909" y="97"/>
                  </a:lnTo>
                  <a:lnTo>
                    <a:pt x="913" y="101"/>
                  </a:lnTo>
                  <a:lnTo>
                    <a:pt x="916" y="101"/>
                  </a:lnTo>
                  <a:lnTo>
                    <a:pt x="920" y="101"/>
                  </a:lnTo>
                  <a:lnTo>
                    <a:pt x="923" y="105"/>
                  </a:lnTo>
                  <a:lnTo>
                    <a:pt x="930" y="105"/>
                  </a:lnTo>
                  <a:lnTo>
                    <a:pt x="933" y="105"/>
                  </a:lnTo>
                  <a:lnTo>
                    <a:pt x="937" y="105"/>
                  </a:lnTo>
                  <a:lnTo>
                    <a:pt x="940" y="109"/>
                  </a:lnTo>
                  <a:lnTo>
                    <a:pt x="944" y="109"/>
                  </a:lnTo>
                  <a:lnTo>
                    <a:pt x="947" y="109"/>
                  </a:lnTo>
                  <a:lnTo>
                    <a:pt x="951" y="113"/>
                  </a:lnTo>
                  <a:lnTo>
                    <a:pt x="954" y="113"/>
                  </a:lnTo>
                  <a:lnTo>
                    <a:pt x="958" y="113"/>
                  </a:lnTo>
                  <a:lnTo>
                    <a:pt x="961" y="113"/>
                  </a:lnTo>
                  <a:lnTo>
                    <a:pt x="965" y="117"/>
                  </a:lnTo>
                  <a:lnTo>
                    <a:pt x="968" y="117"/>
                  </a:lnTo>
                  <a:lnTo>
                    <a:pt x="972" y="117"/>
                  </a:lnTo>
                  <a:lnTo>
                    <a:pt x="975" y="117"/>
                  </a:lnTo>
                  <a:lnTo>
                    <a:pt x="979" y="121"/>
                  </a:lnTo>
                  <a:lnTo>
                    <a:pt x="982" y="121"/>
                  </a:lnTo>
                  <a:lnTo>
                    <a:pt x="985" y="121"/>
                  </a:lnTo>
                  <a:lnTo>
                    <a:pt x="989" y="125"/>
                  </a:lnTo>
                  <a:lnTo>
                    <a:pt x="992" y="125"/>
                  </a:lnTo>
                  <a:lnTo>
                    <a:pt x="996" y="125"/>
                  </a:lnTo>
                  <a:lnTo>
                    <a:pt x="999" y="125"/>
                  </a:lnTo>
                  <a:lnTo>
                    <a:pt x="1003" y="129"/>
                  </a:lnTo>
                  <a:lnTo>
                    <a:pt x="1006" y="129"/>
                  </a:lnTo>
                  <a:lnTo>
                    <a:pt x="1010" y="129"/>
                  </a:lnTo>
                  <a:lnTo>
                    <a:pt x="1013" y="129"/>
                  </a:lnTo>
                  <a:lnTo>
                    <a:pt x="1017" y="133"/>
                  </a:lnTo>
                  <a:lnTo>
                    <a:pt x="1020" y="133"/>
                  </a:lnTo>
                  <a:lnTo>
                    <a:pt x="1024" y="136"/>
                  </a:lnTo>
                  <a:lnTo>
                    <a:pt x="1027" y="136"/>
                  </a:lnTo>
                  <a:lnTo>
                    <a:pt x="1031" y="136"/>
                  </a:lnTo>
                  <a:lnTo>
                    <a:pt x="1034" y="136"/>
                  </a:lnTo>
                  <a:lnTo>
                    <a:pt x="1038" y="140"/>
                  </a:lnTo>
                  <a:lnTo>
                    <a:pt x="1041" y="140"/>
                  </a:lnTo>
                  <a:lnTo>
                    <a:pt x="1044" y="140"/>
                  </a:lnTo>
                  <a:lnTo>
                    <a:pt x="1048" y="144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2" name="Freeform 227">
              <a:extLst>
                <a:ext uri="{FF2B5EF4-FFF2-40B4-BE49-F238E27FC236}">
                  <a16:creationId xmlns:a16="http://schemas.microsoft.com/office/drawing/2014/main" id="{ABC26F8C-AE43-DCC6-41A3-7B9D61928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2886"/>
              <a:ext cx="440" cy="242"/>
            </a:xfrm>
            <a:custGeom>
              <a:avLst/>
              <a:gdLst>
                <a:gd name="T0" fmla="*/ 7 w 440"/>
                <a:gd name="T1" fmla="*/ 0 h 242"/>
                <a:gd name="T2" fmla="*/ 17 w 440"/>
                <a:gd name="T3" fmla="*/ 4 h 242"/>
                <a:gd name="T4" fmla="*/ 28 w 440"/>
                <a:gd name="T5" fmla="*/ 8 h 242"/>
                <a:gd name="T6" fmla="*/ 38 w 440"/>
                <a:gd name="T7" fmla="*/ 12 h 242"/>
                <a:gd name="T8" fmla="*/ 48 w 440"/>
                <a:gd name="T9" fmla="*/ 16 h 242"/>
                <a:gd name="T10" fmla="*/ 59 w 440"/>
                <a:gd name="T11" fmla="*/ 24 h 242"/>
                <a:gd name="T12" fmla="*/ 69 w 440"/>
                <a:gd name="T13" fmla="*/ 27 h 242"/>
                <a:gd name="T14" fmla="*/ 80 w 440"/>
                <a:gd name="T15" fmla="*/ 31 h 242"/>
                <a:gd name="T16" fmla="*/ 90 w 440"/>
                <a:gd name="T17" fmla="*/ 35 h 242"/>
                <a:gd name="T18" fmla="*/ 101 w 440"/>
                <a:gd name="T19" fmla="*/ 39 h 242"/>
                <a:gd name="T20" fmla="*/ 111 w 440"/>
                <a:gd name="T21" fmla="*/ 43 h 242"/>
                <a:gd name="T22" fmla="*/ 121 w 440"/>
                <a:gd name="T23" fmla="*/ 51 h 242"/>
                <a:gd name="T24" fmla="*/ 132 w 440"/>
                <a:gd name="T25" fmla="*/ 55 h 242"/>
                <a:gd name="T26" fmla="*/ 142 w 440"/>
                <a:gd name="T27" fmla="*/ 59 h 242"/>
                <a:gd name="T28" fmla="*/ 153 w 440"/>
                <a:gd name="T29" fmla="*/ 63 h 242"/>
                <a:gd name="T30" fmla="*/ 163 w 440"/>
                <a:gd name="T31" fmla="*/ 70 h 242"/>
                <a:gd name="T32" fmla="*/ 173 w 440"/>
                <a:gd name="T33" fmla="*/ 74 h 242"/>
                <a:gd name="T34" fmla="*/ 184 w 440"/>
                <a:gd name="T35" fmla="*/ 82 h 242"/>
                <a:gd name="T36" fmla="*/ 194 w 440"/>
                <a:gd name="T37" fmla="*/ 86 h 242"/>
                <a:gd name="T38" fmla="*/ 205 w 440"/>
                <a:gd name="T39" fmla="*/ 94 h 242"/>
                <a:gd name="T40" fmla="*/ 215 w 440"/>
                <a:gd name="T41" fmla="*/ 98 h 242"/>
                <a:gd name="T42" fmla="*/ 225 w 440"/>
                <a:gd name="T43" fmla="*/ 101 h 242"/>
                <a:gd name="T44" fmla="*/ 236 w 440"/>
                <a:gd name="T45" fmla="*/ 109 h 242"/>
                <a:gd name="T46" fmla="*/ 246 w 440"/>
                <a:gd name="T47" fmla="*/ 113 h 242"/>
                <a:gd name="T48" fmla="*/ 257 w 440"/>
                <a:gd name="T49" fmla="*/ 121 h 242"/>
                <a:gd name="T50" fmla="*/ 267 w 440"/>
                <a:gd name="T51" fmla="*/ 125 h 242"/>
                <a:gd name="T52" fmla="*/ 277 w 440"/>
                <a:gd name="T53" fmla="*/ 133 h 242"/>
                <a:gd name="T54" fmla="*/ 288 w 440"/>
                <a:gd name="T55" fmla="*/ 140 h 242"/>
                <a:gd name="T56" fmla="*/ 298 w 440"/>
                <a:gd name="T57" fmla="*/ 144 h 242"/>
                <a:gd name="T58" fmla="*/ 309 w 440"/>
                <a:gd name="T59" fmla="*/ 152 h 242"/>
                <a:gd name="T60" fmla="*/ 319 w 440"/>
                <a:gd name="T61" fmla="*/ 160 h 242"/>
                <a:gd name="T62" fmla="*/ 329 w 440"/>
                <a:gd name="T63" fmla="*/ 164 h 242"/>
                <a:gd name="T64" fmla="*/ 340 w 440"/>
                <a:gd name="T65" fmla="*/ 172 h 242"/>
                <a:gd name="T66" fmla="*/ 350 w 440"/>
                <a:gd name="T67" fmla="*/ 179 h 242"/>
                <a:gd name="T68" fmla="*/ 361 w 440"/>
                <a:gd name="T69" fmla="*/ 187 h 242"/>
                <a:gd name="T70" fmla="*/ 371 w 440"/>
                <a:gd name="T71" fmla="*/ 195 h 242"/>
                <a:gd name="T72" fmla="*/ 381 w 440"/>
                <a:gd name="T73" fmla="*/ 199 h 242"/>
                <a:gd name="T74" fmla="*/ 392 w 440"/>
                <a:gd name="T75" fmla="*/ 207 h 242"/>
                <a:gd name="T76" fmla="*/ 402 w 440"/>
                <a:gd name="T77" fmla="*/ 214 h 242"/>
                <a:gd name="T78" fmla="*/ 413 w 440"/>
                <a:gd name="T79" fmla="*/ 222 h 242"/>
                <a:gd name="T80" fmla="*/ 423 w 440"/>
                <a:gd name="T81" fmla="*/ 230 h 242"/>
                <a:gd name="T82" fmla="*/ 434 w 440"/>
                <a:gd name="T83" fmla="*/ 234 h 2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40" h="242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4" y="4"/>
                  </a:lnTo>
                  <a:lnTo>
                    <a:pt x="17" y="4"/>
                  </a:lnTo>
                  <a:lnTo>
                    <a:pt x="21" y="8"/>
                  </a:lnTo>
                  <a:lnTo>
                    <a:pt x="24" y="8"/>
                  </a:lnTo>
                  <a:lnTo>
                    <a:pt x="28" y="8"/>
                  </a:lnTo>
                  <a:lnTo>
                    <a:pt x="31" y="12"/>
                  </a:lnTo>
                  <a:lnTo>
                    <a:pt x="35" y="12"/>
                  </a:lnTo>
                  <a:lnTo>
                    <a:pt x="38" y="12"/>
                  </a:lnTo>
                  <a:lnTo>
                    <a:pt x="42" y="16"/>
                  </a:lnTo>
                  <a:lnTo>
                    <a:pt x="45" y="16"/>
                  </a:lnTo>
                  <a:lnTo>
                    <a:pt x="48" y="16"/>
                  </a:lnTo>
                  <a:lnTo>
                    <a:pt x="52" y="20"/>
                  </a:lnTo>
                  <a:lnTo>
                    <a:pt x="55" y="20"/>
                  </a:lnTo>
                  <a:lnTo>
                    <a:pt x="59" y="24"/>
                  </a:lnTo>
                  <a:lnTo>
                    <a:pt x="62" y="24"/>
                  </a:lnTo>
                  <a:lnTo>
                    <a:pt x="66" y="24"/>
                  </a:lnTo>
                  <a:lnTo>
                    <a:pt x="69" y="27"/>
                  </a:lnTo>
                  <a:lnTo>
                    <a:pt x="73" y="27"/>
                  </a:lnTo>
                  <a:lnTo>
                    <a:pt x="76" y="31"/>
                  </a:lnTo>
                  <a:lnTo>
                    <a:pt x="80" y="31"/>
                  </a:lnTo>
                  <a:lnTo>
                    <a:pt x="83" y="31"/>
                  </a:lnTo>
                  <a:lnTo>
                    <a:pt x="87" y="35"/>
                  </a:lnTo>
                  <a:lnTo>
                    <a:pt x="90" y="35"/>
                  </a:lnTo>
                  <a:lnTo>
                    <a:pt x="94" y="35"/>
                  </a:lnTo>
                  <a:lnTo>
                    <a:pt x="97" y="39"/>
                  </a:lnTo>
                  <a:lnTo>
                    <a:pt x="101" y="39"/>
                  </a:lnTo>
                  <a:lnTo>
                    <a:pt x="104" y="43"/>
                  </a:lnTo>
                  <a:lnTo>
                    <a:pt x="107" y="43"/>
                  </a:lnTo>
                  <a:lnTo>
                    <a:pt x="111" y="43"/>
                  </a:lnTo>
                  <a:lnTo>
                    <a:pt x="114" y="47"/>
                  </a:lnTo>
                  <a:lnTo>
                    <a:pt x="118" y="47"/>
                  </a:lnTo>
                  <a:lnTo>
                    <a:pt x="121" y="51"/>
                  </a:lnTo>
                  <a:lnTo>
                    <a:pt x="125" y="51"/>
                  </a:lnTo>
                  <a:lnTo>
                    <a:pt x="128" y="51"/>
                  </a:lnTo>
                  <a:lnTo>
                    <a:pt x="132" y="55"/>
                  </a:lnTo>
                  <a:lnTo>
                    <a:pt x="135" y="55"/>
                  </a:lnTo>
                  <a:lnTo>
                    <a:pt x="139" y="59"/>
                  </a:lnTo>
                  <a:lnTo>
                    <a:pt x="142" y="59"/>
                  </a:lnTo>
                  <a:lnTo>
                    <a:pt x="146" y="63"/>
                  </a:lnTo>
                  <a:lnTo>
                    <a:pt x="149" y="63"/>
                  </a:lnTo>
                  <a:lnTo>
                    <a:pt x="153" y="63"/>
                  </a:lnTo>
                  <a:lnTo>
                    <a:pt x="156" y="66"/>
                  </a:lnTo>
                  <a:lnTo>
                    <a:pt x="159" y="66"/>
                  </a:lnTo>
                  <a:lnTo>
                    <a:pt x="163" y="70"/>
                  </a:lnTo>
                  <a:lnTo>
                    <a:pt x="166" y="70"/>
                  </a:lnTo>
                  <a:lnTo>
                    <a:pt x="170" y="74"/>
                  </a:lnTo>
                  <a:lnTo>
                    <a:pt x="173" y="74"/>
                  </a:lnTo>
                  <a:lnTo>
                    <a:pt x="177" y="78"/>
                  </a:lnTo>
                  <a:lnTo>
                    <a:pt x="180" y="78"/>
                  </a:lnTo>
                  <a:lnTo>
                    <a:pt x="184" y="82"/>
                  </a:lnTo>
                  <a:lnTo>
                    <a:pt x="187" y="82"/>
                  </a:lnTo>
                  <a:lnTo>
                    <a:pt x="191" y="86"/>
                  </a:lnTo>
                  <a:lnTo>
                    <a:pt x="194" y="86"/>
                  </a:lnTo>
                  <a:lnTo>
                    <a:pt x="198" y="90"/>
                  </a:lnTo>
                  <a:lnTo>
                    <a:pt x="201" y="90"/>
                  </a:lnTo>
                  <a:lnTo>
                    <a:pt x="205" y="94"/>
                  </a:lnTo>
                  <a:lnTo>
                    <a:pt x="208" y="94"/>
                  </a:lnTo>
                  <a:lnTo>
                    <a:pt x="212" y="94"/>
                  </a:lnTo>
                  <a:lnTo>
                    <a:pt x="215" y="98"/>
                  </a:lnTo>
                  <a:lnTo>
                    <a:pt x="218" y="98"/>
                  </a:lnTo>
                  <a:lnTo>
                    <a:pt x="222" y="101"/>
                  </a:lnTo>
                  <a:lnTo>
                    <a:pt x="225" y="101"/>
                  </a:lnTo>
                  <a:lnTo>
                    <a:pt x="229" y="105"/>
                  </a:lnTo>
                  <a:lnTo>
                    <a:pt x="232" y="109"/>
                  </a:lnTo>
                  <a:lnTo>
                    <a:pt x="236" y="109"/>
                  </a:lnTo>
                  <a:lnTo>
                    <a:pt x="239" y="109"/>
                  </a:lnTo>
                  <a:lnTo>
                    <a:pt x="243" y="113"/>
                  </a:lnTo>
                  <a:lnTo>
                    <a:pt x="246" y="113"/>
                  </a:lnTo>
                  <a:lnTo>
                    <a:pt x="250" y="117"/>
                  </a:lnTo>
                  <a:lnTo>
                    <a:pt x="253" y="117"/>
                  </a:lnTo>
                  <a:lnTo>
                    <a:pt x="257" y="121"/>
                  </a:lnTo>
                  <a:lnTo>
                    <a:pt x="260" y="125"/>
                  </a:lnTo>
                  <a:lnTo>
                    <a:pt x="264" y="125"/>
                  </a:lnTo>
                  <a:lnTo>
                    <a:pt x="267" y="125"/>
                  </a:lnTo>
                  <a:lnTo>
                    <a:pt x="270" y="129"/>
                  </a:lnTo>
                  <a:lnTo>
                    <a:pt x="274" y="133"/>
                  </a:lnTo>
                  <a:lnTo>
                    <a:pt x="277" y="133"/>
                  </a:lnTo>
                  <a:lnTo>
                    <a:pt x="281" y="137"/>
                  </a:lnTo>
                  <a:lnTo>
                    <a:pt x="284" y="137"/>
                  </a:lnTo>
                  <a:lnTo>
                    <a:pt x="288" y="140"/>
                  </a:lnTo>
                  <a:lnTo>
                    <a:pt x="291" y="140"/>
                  </a:lnTo>
                  <a:lnTo>
                    <a:pt x="295" y="144"/>
                  </a:lnTo>
                  <a:lnTo>
                    <a:pt x="298" y="144"/>
                  </a:lnTo>
                  <a:lnTo>
                    <a:pt x="302" y="148"/>
                  </a:lnTo>
                  <a:lnTo>
                    <a:pt x="305" y="152"/>
                  </a:lnTo>
                  <a:lnTo>
                    <a:pt x="309" y="152"/>
                  </a:lnTo>
                  <a:lnTo>
                    <a:pt x="312" y="156"/>
                  </a:lnTo>
                  <a:lnTo>
                    <a:pt x="316" y="156"/>
                  </a:lnTo>
                  <a:lnTo>
                    <a:pt x="319" y="160"/>
                  </a:lnTo>
                  <a:lnTo>
                    <a:pt x="323" y="160"/>
                  </a:lnTo>
                  <a:lnTo>
                    <a:pt x="326" y="164"/>
                  </a:lnTo>
                  <a:lnTo>
                    <a:pt x="329" y="164"/>
                  </a:lnTo>
                  <a:lnTo>
                    <a:pt x="333" y="168"/>
                  </a:lnTo>
                  <a:lnTo>
                    <a:pt x="336" y="172"/>
                  </a:lnTo>
                  <a:lnTo>
                    <a:pt x="340" y="172"/>
                  </a:lnTo>
                  <a:lnTo>
                    <a:pt x="343" y="176"/>
                  </a:lnTo>
                  <a:lnTo>
                    <a:pt x="347" y="176"/>
                  </a:lnTo>
                  <a:lnTo>
                    <a:pt x="350" y="179"/>
                  </a:lnTo>
                  <a:lnTo>
                    <a:pt x="354" y="183"/>
                  </a:lnTo>
                  <a:lnTo>
                    <a:pt x="357" y="183"/>
                  </a:lnTo>
                  <a:lnTo>
                    <a:pt x="361" y="187"/>
                  </a:lnTo>
                  <a:lnTo>
                    <a:pt x="364" y="187"/>
                  </a:lnTo>
                  <a:lnTo>
                    <a:pt x="368" y="191"/>
                  </a:lnTo>
                  <a:lnTo>
                    <a:pt x="371" y="195"/>
                  </a:lnTo>
                  <a:lnTo>
                    <a:pt x="375" y="195"/>
                  </a:lnTo>
                  <a:lnTo>
                    <a:pt x="378" y="199"/>
                  </a:lnTo>
                  <a:lnTo>
                    <a:pt x="381" y="199"/>
                  </a:lnTo>
                  <a:lnTo>
                    <a:pt x="385" y="203"/>
                  </a:lnTo>
                  <a:lnTo>
                    <a:pt x="388" y="203"/>
                  </a:lnTo>
                  <a:lnTo>
                    <a:pt x="392" y="207"/>
                  </a:lnTo>
                  <a:lnTo>
                    <a:pt x="395" y="211"/>
                  </a:lnTo>
                  <a:lnTo>
                    <a:pt x="399" y="211"/>
                  </a:lnTo>
                  <a:lnTo>
                    <a:pt x="402" y="214"/>
                  </a:lnTo>
                  <a:lnTo>
                    <a:pt x="406" y="218"/>
                  </a:lnTo>
                  <a:lnTo>
                    <a:pt x="409" y="218"/>
                  </a:lnTo>
                  <a:lnTo>
                    <a:pt x="413" y="222"/>
                  </a:lnTo>
                  <a:lnTo>
                    <a:pt x="416" y="222"/>
                  </a:lnTo>
                  <a:lnTo>
                    <a:pt x="420" y="226"/>
                  </a:lnTo>
                  <a:lnTo>
                    <a:pt x="423" y="230"/>
                  </a:lnTo>
                  <a:lnTo>
                    <a:pt x="427" y="230"/>
                  </a:lnTo>
                  <a:lnTo>
                    <a:pt x="430" y="234"/>
                  </a:lnTo>
                  <a:lnTo>
                    <a:pt x="434" y="234"/>
                  </a:lnTo>
                  <a:lnTo>
                    <a:pt x="437" y="238"/>
                  </a:lnTo>
                  <a:lnTo>
                    <a:pt x="440" y="242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3" name="Freeform 228">
              <a:extLst>
                <a:ext uri="{FF2B5EF4-FFF2-40B4-BE49-F238E27FC236}">
                  <a16:creationId xmlns:a16="http://schemas.microsoft.com/office/drawing/2014/main" id="{9698FCF5-D9C3-D6F8-EF71-4B329B941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" y="3128"/>
              <a:ext cx="441" cy="276"/>
            </a:xfrm>
            <a:custGeom>
              <a:avLst/>
              <a:gdLst>
                <a:gd name="T0" fmla="*/ 7 w 441"/>
                <a:gd name="T1" fmla="*/ 4 h 276"/>
                <a:gd name="T2" fmla="*/ 18 w 441"/>
                <a:gd name="T3" fmla="*/ 11 h 276"/>
                <a:gd name="T4" fmla="*/ 28 w 441"/>
                <a:gd name="T5" fmla="*/ 19 h 276"/>
                <a:gd name="T6" fmla="*/ 39 w 441"/>
                <a:gd name="T7" fmla="*/ 23 h 276"/>
                <a:gd name="T8" fmla="*/ 49 w 441"/>
                <a:gd name="T9" fmla="*/ 31 h 276"/>
                <a:gd name="T10" fmla="*/ 59 w 441"/>
                <a:gd name="T11" fmla="*/ 39 h 276"/>
                <a:gd name="T12" fmla="*/ 70 w 441"/>
                <a:gd name="T13" fmla="*/ 46 h 276"/>
                <a:gd name="T14" fmla="*/ 80 w 441"/>
                <a:gd name="T15" fmla="*/ 54 h 276"/>
                <a:gd name="T16" fmla="*/ 91 w 441"/>
                <a:gd name="T17" fmla="*/ 62 h 276"/>
                <a:gd name="T18" fmla="*/ 101 w 441"/>
                <a:gd name="T19" fmla="*/ 70 h 276"/>
                <a:gd name="T20" fmla="*/ 111 w 441"/>
                <a:gd name="T21" fmla="*/ 78 h 276"/>
                <a:gd name="T22" fmla="*/ 122 w 441"/>
                <a:gd name="T23" fmla="*/ 85 h 276"/>
                <a:gd name="T24" fmla="*/ 132 w 441"/>
                <a:gd name="T25" fmla="*/ 89 h 276"/>
                <a:gd name="T26" fmla="*/ 143 w 441"/>
                <a:gd name="T27" fmla="*/ 97 h 276"/>
                <a:gd name="T28" fmla="*/ 153 w 441"/>
                <a:gd name="T29" fmla="*/ 105 h 276"/>
                <a:gd name="T30" fmla="*/ 163 w 441"/>
                <a:gd name="T31" fmla="*/ 113 h 276"/>
                <a:gd name="T32" fmla="*/ 174 w 441"/>
                <a:gd name="T33" fmla="*/ 121 h 276"/>
                <a:gd name="T34" fmla="*/ 184 w 441"/>
                <a:gd name="T35" fmla="*/ 128 h 276"/>
                <a:gd name="T36" fmla="*/ 195 w 441"/>
                <a:gd name="T37" fmla="*/ 132 h 276"/>
                <a:gd name="T38" fmla="*/ 205 w 441"/>
                <a:gd name="T39" fmla="*/ 140 h 276"/>
                <a:gd name="T40" fmla="*/ 216 w 441"/>
                <a:gd name="T41" fmla="*/ 148 h 276"/>
                <a:gd name="T42" fmla="*/ 226 w 441"/>
                <a:gd name="T43" fmla="*/ 156 h 276"/>
                <a:gd name="T44" fmla="*/ 236 w 441"/>
                <a:gd name="T45" fmla="*/ 159 h 276"/>
                <a:gd name="T46" fmla="*/ 247 w 441"/>
                <a:gd name="T47" fmla="*/ 167 h 276"/>
                <a:gd name="T48" fmla="*/ 257 w 441"/>
                <a:gd name="T49" fmla="*/ 175 h 276"/>
                <a:gd name="T50" fmla="*/ 268 w 441"/>
                <a:gd name="T51" fmla="*/ 183 h 276"/>
                <a:gd name="T52" fmla="*/ 278 w 441"/>
                <a:gd name="T53" fmla="*/ 187 h 276"/>
                <a:gd name="T54" fmla="*/ 288 w 441"/>
                <a:gd name="T55" fmla="*/ 195 h 276"/>
                <a:gd name="T56" fmla="*/ 299 w 441"/>
                <a:gd name="T57" fmla="*/ 202 h 276"/>
                <a:gd name="T58" fmla="*/ 309 w 441"/>
                <a:gd name="T59" fmla="*/ 206 h 276"/>
                <a:gd name="T60" fmla="*/ 320 w 441"/>
                <a:gd name="T61" fmla="*/ 214 h 276"/>
                <a:gd name="T62" fmla="*/ 330 w 441"/>
                <a:gd name="T63" fmla="*/ 218 h 276"/>
                <a:gd name="T64" fmla="*/ 340 w 441"/>
                <a:gd name="T65" fmla="*/ 226 h 276"/>
                <a:gd name="T66" fmla="*/ 351 w 441"/>
                <a:gd name="T67" fmla="*/ 230 h 276"/>
                <a:gd name="T68" fmla="*/ 361 w 441"/>
                <a:gd name="T69" fmla="*/ 237 h 276"/>
                <a:gd name="T70" fmla="*/ 372 w 441"/>
                <a:gd name="T71" fmla="*/ 241 h 276"/>
                <a:gd name="T72" fmla="*/ 382 w 441"/>
                <a:gd name="T73" fmla="*/ 249 h 276"/>
                <a:gd name="T74" fmla="*/ 392 w 441"/>
                <a:gd name="T75" fmla="*/ 253 h 276"/>
                <a:gd name="T76" fmla="*/ 403 w 441"/>
                <a:gd name="T77" fmla="*/ 261 h 276"/>
                <a:gd name="T78" fmla="*/ 413 w 441"/>
                <a:gd name="T79" fmla="*/ 265 h 276"/>
                <a:gd name="T80" fmla="*/ 424 w 441"/>
                <a:gd name="T81" fmla="*/ 269 h 276"/>
                <a:gd name="T82" fmla="*/ 434 w 441"/>
                <a:gd name="T83" fmla="*/ 276 h 27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41" h="276">
                  <a:moveTo>
                    <a:pt x="0" y="0"/>
                  </a:moveTo>
                  <a:lnTo>
                    <a:pt x="4" y="0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4" y="8"/>
                  </a:lnTo>
                  <a:lnTo>
                    <a:pt x="18" y="11"/>
                  </a:lnTo>
                  <a:lnTo>
                    <a:pt x="21" y="11"/>
                  </a:lnTo>
                  <a:lnTo>
                    <a:pt x="25" y="15"/>
                  </a:lnTo>
                  <a:lnTo>
                    <a:pt x="28" y="19"/>
                  </a:lnTo>
                  <a:lnTo>
                    <a:pt x="32" y="19"/>
                  </a:lnTo>
                  <a:lnTo>
                    <a:pt x="35" y="23"/>
                  </a:lnTo>
                  <a:lnTo>
                    <a:pt x="39" y="23"/>
                  </a:lnTo>
                  <a:lnTo>
                    <a:pt x="42" y="27"/>
                  </a:lnTo>
                  <a:lnTo>
                    <a:pt x="46" y="31"/>
                  </a:lnTo>
                  <a:lnTo>
                    <a:pt x="49" y="31"/>
                  </a:lnTo>
                  <a:lnTo>
                    <a:pt x="52" y="35"/>
                  </a:lnTo>
                  <a:lnTo>
                    <a:pt x="56" y="39"/>
                  </a:lnTo>
                  <a:lnTo>
                    <a:pt x="59" y="39"/>
                  </a:lnTo>
                  <a:lnTo>
                    <a:pt x="63" y="43"/>
                  </a:lnTo>
                  <a:lnTo>
                    <a:pt x="66" y="46"/>
                  </a:lnTo>
                  <a:lnTo>
                    <a:pt x="70" y="46"/>
                  </a:lnTo>
                  <a:lnTo>
                    <a:pt x="73" y="50"/>
                  </a:lnTo>
                  <a:lnTo>
                    <a:pt x="77" y="50"/>
                  </a:lnTo>
                  <a:lnTo>
                    <a:pt x="80" y="54"/>
                  </a:lnTo>
                  <a:lnTo>
                    <a:pt x="84" y="58"/>
                  </a:lnTo>
                  <a:lnTo>
                    <a:pt x="87" y="58"/>
                  </a:lnTo>
                  <a:lnTo>
                    <a:pt x="91" y="62"/>
                  </a:lnTo>
                  <a:lnTo>
                    <a:pt x="94" y="62"/>
                  </a:lnTo>
                  <a:lnTo>
                    <a:pt x="98" y="66"/>
                  </a:lnTo>
                  <a:lnTo>
                    <a:pt x="101" y="70"/>
                  </a:lnTo>
                  <a:lnTo>
                    <a:pt x="105" y="70"/>
                  </a:lnTo>
                  <a:lnTo>
                    <a:pt x="108" y="74"/>
                  </a:lnTo>
                  <a:lnTo>
                    <a:pt x="111" y="78"/>
                  </a:lnTo>
                  <a:lnTo>
                    <a:pt x="115" y="78"/>
                  </a:lnTo>
                  <a:lnTo>
                    <a:pt x="118" y="82"/>
                  </a:lnTo>
                  <a:lnTo>
                    <a:pt x="122" y="85"/>
                  </a:lnTo>
                  <a:lnTo>
                    <a:pt x="125" y="85"/>
                  </a:lnTo>
                  <a:lnTo>
                    <a:pt x="129" y="89"/>
                  </a:lnTo>
                  <a:lnTo>
                    <a:pt x="132" y="89"/>
                  </a:lnTo>
                  <a:lnTo>
                    <a:pt x="136" y="93"/>
                  </a:lnTo>
                  <a:lnTo>
                    <a:pt x="139" y="97"/>
                  </a:lnTo>
                  <a:lnTo>
                    <a:pt x="143" y="97"/>
                  </a:lnTo>
                  <a:lnTo>
                    <a:pt x="146" y="101"/>
                  </a:lnTo>
                  <a:lnTo>
                    <a:pt x="150" y="105"/>
                  </a:lnTo>
                  <a:lnTo>
                    <a:pt x="153" y="105"/>
                  </a:lnTo>
                  <a:lnTo>
                    <a:pt x="157" y="109"/>
                  </a:lnTo>
                  <a:lnTo>
                    <a:pt x="160" y="109"/>
                  </a:lnTo>
                  <a:lnTo>
                    <a:pt x="163" y="113"/>
                  </a:lnTo>
                  <a:lnTo>
                    <a:pt x="167" y="117"/>
                  </a:lnTo>
                  <a:lnTo>
                    <a:pt x="170" y="117"/>
                  </a:lnTo>
                  <a:lnTo>
                    <a:pt x="174" y="121"/>
                  </a:lnTo>
                  <a:lnTo>
                    <a:pt x="177" y="121"/>
                  </a:lnTo>
                  <a:lnTo>
                    <a:pt x="181" y="124"/>
                  </a:lnTo>
                  <a:lnTo>
                    <a:pt x="184" y="128"/>
                  </a:lnTo>
                  <a:lnTo>
                    <a:pt x="188" y="128"/>
                  </a:lnTo>
                  <a:lnTo>
                    <a:pt x="191" y="132"/>
                  </a:lnTo>
                  <a:lnTo>
                    <a:pt x="195" y="132"/>
                  </a:lnTo>
                  <a:lnTo>
                    <a:pt x="198" y="136"/>
                  </a:lnTo>
                  <a:lnTo>
                    <a:pt x="202" y="140"/>
                  </a:lnTo>
                  <a:lnTo>
                    <a:pt x="205" y="140"/>
                  </a:lnTo>
                  <a:lnTo>
                    <a:pt x="209" y="144"/>
                  </a:lnTo>
                  <a:lnTo>
                    <a:pt x="212" y="144"/>
                  </a:lnTo>
                  <a:lnTo>
                    <a:pt x="216" y="148"/>
                  </a:lnTo>
                  <a:lnTo>
                    <a:pt x="219" y="152"/>
                  </a:lnTo>
                  <a:lnTo>
                    <a:pt x="222" y="152"/>
                  </a:lnTo>
                  <a:lnTo>
                    <a:pt x="226" y="156"/>
                  </a:lnTo>
                  <a:lnTo>
                    <a:pt x="229" y="156"/>
                  </a:lnTo>
                  <a:lnTo>
                    <a:pt x="233" y="159"/>
                  </a:lnTo>
                  <a:lnTo>
                    <a:pt x="236" y="159"/>
                  </a:lnTo>
                  <a:lnTo>
                    <a:pt x="240" y="163"/>
                  </a:lnTo>
                  <a:lnTo>
                    <a:pt x="243" y="167"/>
                  </a:lnTo>
                  <a:lnTo>
                    <a:pt x="247" y="167"/>
                  </a:lnTo>
                  <a:lnTo>
                    <a:pt x="250" y="171"/>
                  </a:lnTo>
                  <a:lnTo>
                    <a:pt x="254" y="171"/>
                  </a:lnTo>
                  <a:lnTo>
                    <a:pt x="257" y="175"/>
                  </a:lnTo>
                  <a:lnTo>
                    <a:pt x="261" y="179"/>
                  </a:lnTo>
                  <a:lnTo>
                    <a:pt x="264" y="179"/>
                  </a:lnTo>
                  <a:lnTo>
                    <a:pt x="268" y="183"/>
                  </a:lnTo>
                  <a:lnTo>
                    <a:pt x="271" y="183"/>
                  </a:lnTo>
                  <a:lnTo>
                    <a:pt x="274" y="187"/>
                  </a:lnTo>
                  <a:lnTo>
                    <a:pt x="278" y="187"/>
                  </a:lnTo>
                  <a:lnTo>
                    <a:pt x="281" y="191"/>
                  </a:lnTo>
                  <a:lnTo>
                    <a:pt x="285" y="191"/>
                  </a:lnTo>
                  <a:lnTo>
                    <a:pt x="288" y="195"/>
                  </a:lnTo>
                  <a:lnTo>
                    <a:pt x="292" y="195"/>
                  </a:lnTo>
                  <a:lnTo>
                    <a:pt x="295" y="198"/>
                  </a:lnTo>
                  <a:lnTo>
                    <a:pt x="299" y="202"/>
                  </a:lnTo>
                  <a:lnTo>
                    <a:pt x="302" y="202"/>
                  </a:lnTo>
                  <a:lnTo>
                    <a:pt x="306" y="206"/>
                  </a:lnTo>
                  <a:lnTo>
                    <a:pt x="309" y="206"/>
                  </a:lnTo>
                  <a:lnTo>
                    <a:pt x="313" y="210"/>
                  </a:lnTo>
                  <a:lnTo>
                    <a:pt x="316" y="210"/>
                  </a:lnTo>
                  <a:lnTo>
                    <a:pt x="320" y="214"/>
                  </a:lnTo>
                  <a:lnTo>
                    <a:pt x="323" y="214"/>
                  </a:lnTo>
                  <a:lnTo>
                    <a:pt x="327" y="218"/>
                  </a:lnTo>
                  <a:lnTo>
                    <a:pt x="330" y="218"/>
                  </a:lnTo>
                  <a:lnTo>
                    <a:pt x="333" y="222"/>
                  </a:lnTo>
                  <a:lnTo>
                    <a:pt x="337" y="222"/>
                  </a:lnTo>
                  <a:lnTo>
                    <a:pt x="340" y="226"/>
                  </a:lnTo>
                  <a:lnTo>
                    <a:pt x="344" y="226"/>
                  </a:lnTo>
                  <a:lnTo>
                    <a:pt x="347" y="230"/>
                  </a:lnTo>
                  <a:lnTo>
                    <a:pt x="351" y="230"/>
                  </a:lnTo>
                  <a:lnTo>
                    <a:pt x="354" y="233"/>
                  </a:lnTo>
                  <a:lnTo>
                    <a:pt x="358" y="233"/>
                  </a:lnTo>
                  <a:lnTo>
                    <a:pt x="361" y="237"/>
                  </a:lnTo>
                  <a:lnTo>
                    <a:pt x="365" y="237"/>
                  </a:lnTo>
                  <a:lnTo>
                    <a:pt x="368" y="241"/>
                  </a:lnTo>
                  <a:lnTo>
                    <a:pt x="372" y="241"/>
                  </a:lnTo>
                  <a:lnTo>
                    <a:pt x="375" y="245"/>
                  </a:lnTo>
                  <a:lnTo>
                    <a:pt x="379" y="245"/>
                  </a:lnTo>
                  <a:lnTo>
                    <a:pt x="382" y="249"/>
                  </a:lnTo>
                  <a:lnTo>
                    <a:pt x="385" y="249"/>
                  </a:lnTo>
                  <a:lnTo>
                    <a:pt x="389" y="253"/>
                  </a:lnTo>
                  <a:lnTo>
                    <a:pt x="392" y="253"/>
                  </a:lnTo>
                  <a:lnTo>
                    <a:pt x="396" y="257"/>
                  </a:lnTo>
                  <a:lnTo>
                    <a:pt x="399" y="257"/>
                  </a:lnTo>
                  <a:lnTo>
                    <a:pt x="403" y="261"/>
                  </a:lnTo>
                  <a:lnTo>
                    <a:pt x="406" y="261"/>
                  </a:lnTo>
                  <a:lnTo>
                    <a:pt x="410" y="261"/>
                  </a:lnTo>
                  <a:lnTo>
                    <a:pt x="413" y="265"/>
                  </a:lnTo>
                  <a:lnTo>
                    <a:pt x="417" y="265"/>
                  </a:lnTo>
                  <a:lnTo>
                    <a:pt x="420" y="269"/>
                  </a:lnTo>
                  <a:lnTo>
                    <a:pt x="424" y="269"/>
                  </a:lnTo>
                  <a:lnTo>
                    <a:pt x="427" y="272"/>
                  </a:lnTo>
                  <a:lnTo>
                    <a:pt x="431" y="272"/>
                  </a:lnTo>
                  <a:lnTo>
                    <a:pt x="434" y="276"/>
                  </a:lnTo>
                  <a:lnTo>
                    <a:pt x="438" y="276"/>
                  </a:lnTo>
                  <a:lnTo>
                    <a:pt x="441" y="276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4" name="Freeform 229">
              <a:extLst>
                <a:ext uri="{FF2B5EF4-FFF2-40B4-BE49-F238E27FC236}">
                  <a16:creationId xmlns:a16="http://schemas.microsoft.com/office/drawing/2014/main" id="{204EB8BD-9DAB-9C12-4B2B-A54AB62E4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1" y="3404"/>
              <a:ext cx="441" cy="141"/>
            </a:xfrm>
            <a:custGeom>
              <a:avLst/>
              <a:gdLst>
                <a:gd name="T0" fmla="*/ 7 w 441"/>
                <a:gd name="T1" fmla="*/ 4 h 141"/>
                <a:gd name="T2" fmla="*/ 17 w 441"/>
                <a:gd name="T3" fmla="*/ 8 h 141"/>
                <a:gd name="T4" fmla="*/ 28 w 441"/>
                <a:gd name="T5" fmla="*/ 16 h 141"/>
                <a:gd name="T6" fmla="*/ 38 w 441"/>
                <a:gd name="T7" fmla="*/ 20 h 141"/>
                <a:gd name="T8" fmla="*/ 49 w 441"/>
                <a:gd name="T9" fmla="*/ 24 h 141"/>
                <a:gd name="T10" fmla="*/ 59 w 441"/>
                <a:gd name="T11" fmla="*/ 28 h 141"/>
                <a:gd name="T12" fmla="*/ 69 w 441"/>
                <a:gd name="T13" fmla="*/ 32 h 141"/>
                <a:gd name="T14" fmla="*/ 80 w 441"/>
                <a:gd name="T15" fmla="*/ 35 h 141"/>
                <a:gd name="T16" fmla="*/ 90 w 441"/>
                <a:gd name="T17" fmla="*/ 43 h 141"/>
                <a:gd name="T18" fmla="*/ 101 w 441"/>
                <a:gd name="T19" fmla="*/ 47 h 141"/>
                <a:gd name="T20" fmla="*/ 111 w 441"/>
                <a:gd name="T21" fmla="*/ 51 h 141"/>
                <a:gd name="T22" fmla="*/ 121 w 441"/>
                <a:gd name="T23" fmla="*/ 55 h 141"/>
                <a:gd name="T24" fmla="*/ 132 w 441"/>
                <a:gd name="T25" fmla="*/ 59 h 141"/>
                <a:gd name="T26" fmla="*/ 142 w 441"/>
                <a:gd name="T27" fmla="*/ 63 h 141"/>
                <a:gd name="T28" fmla="*/ 153 w 441"/>
                <a:gd name="T29" fmla="*/ 67 h 141"/>
                <a:gd name="T30" fmla="*/ 163 w 441"/>
                <a:gd name="T31" fmla="*/ 70 h 141"/>
                <a:gd name="T32" fmla="*/ 173 w 441"/>
                <a:gd name="T33" fmla="*/ 70 h 141"/>
                <a:gd name="T34" fmla="*/ 184 w 441"/>
                <a:gd name="T35" fmla="*/ 74 h 141"/>
                <a:gd name="T36" fmla="*/ 194 w 441"/>
                <a:gd name="T37" fmla="*/ 78 h 141"/>
                <a:gd name="T38" fmla="*/ 205 w 441"/>
                <a:gd name="T39" fmla="*/ 82 h 141"/>
                <a:gd name="T40" fmla="*/ 215 w 441"/>
                <a:gd name="T41" fmla="*/ 86 h 141"/>
                <a:gd name="T42" fmla="*/ 225 w 441"/>
                <a:gd name="T43" fmla="*/ 90 h 141"/>
                <a:gd name="T44" fmla="*/ 236 w 441"/>
                <a:gd name="T45" fmla="*/ 94 h 141"/>
                <a:gd name="T46" fmla="*/ 246 w 441"/>
                <a:gd name="T47" fmla="*/ 94 h 141"/>
                <a:gd name="T48" fmla="*/ 257 w 441"/>
                <a:gd name="T49" fmla="*/ 98 h 141"/>
                <a:gd name="T50" fmla="*/ 267 w 441"/>
                <a:gd name="T51" fmla="*/ 102 h 141"/>
                <a:gd name="T52" fmla="*/ 277 w 441"/>
                <a:gd name="T53" fmla="*/ 106 h 141"/>
                <a:gd name="T54" fmla="*/ 288 w 441"/>
                <a:gd name="T55" fmla="*/ 106 h 141"/>
                <a:gd name="T56" fmla="*/ 298 w 441"/>
                <a:gd name="T57" fmla="*/ 109 h 141"/>
                <a:gd name="T58" fmla="*/ 309 w 441"/>
                <a:gd name="T59" fmla="*/ 113 h 141"/>
                <a:gd name="T60" fmla="*/ 319 w 441"/>
                <a:gd name="T61" fmla="*/ 113 h 141"/>
                <a:gd name="T62" fmla="*/ 330 w 441"/>
                <a:gd name="T63" fmla="*/ 117 h 141"/>
                <a:gd name="T64" fmla="*/ 340 w 441"/>
                <a:gd name="T65" fmla="*/ 121 h 141"/>
                <a:gd name="T66" fmla="*/ 350 w 441"/>
                <a:gd name="T67" fmla="*/ 121 h 141"/>
                <a:gd name="T68" fmla="*/ 361 w 441"/>
                <a:gd name="T69" fmla="*/ 125 h 141"/>
                <a:gd name="T70" fmla="*/ 371 w 441"/>
                <a:gd name="T71" fmla="*/ 125 h 141"/>
                <a:gd name="T72" fmla="*/ 382 w 441"/>
                <a:gd name="T73" fmla="*/ 129 h 141"/>
                <a:gd name="T74" fmla="*/ 392 w 441"/>
                <a:gd name="T75" fmla="*/ 129 h 141"/>
                <a:gd name="T76" fmla="*/ 402 w 441"/>
                <a:gd name="T77" fmla="*/ 133 h 141"/>
                <a:gd name="T78" fmla="*/ 413 w 441"/>
                <a:gd name="T79" fmla="*/ 133 h 141"/>
                <a:gd name="T80" fmla="*/ 423 w 441"/>
                <a:gd name="T81" fmla="*/ 137 h 141"/>
                <a:gd name="T82" fmla="*/ 434 w 441"/>
                <a:gd name="T83" fmla="*/ 137 h 1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41" h="141">
                  <a:moveTo>
                    <a:pt x="0" y="0"/>
                  </a:moveTo>
                  <a:lnTo>
                    <a:pt x="3" y="4"/>
                  </a:lnTo>
                  <a:lnTo>
                    <a:pt x="7" y="4"/>
                  </a:lnTo>
                  <a:lnTo>
                    <a:pt x="10" y="8"/>
                  </a:lnTo>
                  <a:lnTo>
                    <a:pt x="14" y="8"/>
                  </a:lnTo>
                  <a:lnTo>
                    <a:pt x="17" y="8"/>
                  </a:lnTo>
                  <a:lnTo>
                    <a:pt x="21" y="12"/>
                  </a:lnTo>
                  <a:lnTo>
                    <a:pt x="24" y="12"/>
                  </a:lnTo>
                  <a:lnTo>
                    <a:pt x="28" y="16"/>
                  </a:lnTo>
                  <a:lnTo>
                    <a:pt x="31" y="16"/>
                  </a:lnTo>
                  <a:lnTo>
                    <a:pt x="35" y="20"/>
                  </a:lnTo>
                  <a:lnTo>
                    <a:pt x="38" y="20"/>
                  </a:lnTo>
                  <a:lnTo>
                    <a:pt x="42" y="20"/>
                  </a:lnTo>
                  <a:lnTo>
                    <a:pt x="45" y="24"/>
                  </a:lnTo>
                  <a:lnTo>
                    <a:pt x="49" y="24"/>
                  </a:lnTo>
                  <a:lnTo>
                    <a:pt x="52" y="24"/>
                  </a:lnTo>
                  <a:lnTo>
                    <a:pt x="55" y="28"/>
                  </a:lnTo>
                  <a:lnTo>
                    <a:pt x="59" y="28"/>
                  </a:lnTo>
                  <a:lnTo>
                    <a:pt x="62" y="32"/>
                  </a:lnTo>
                  <a:lnTo>
                    <a:pt x="66" y="32"/>
                  </a:lnTo>
                  <a:lnTo>
                    <a:pt x="69" y="32"/>
                  </a:lnTo>
                  <a:lnTo>
                    <a:pt x="73" y="35"/>
                  </a:lnTo>
                  <a:lnTo>
                    <a:pt x="76" y="35"/>
                  </a:lnTo>
                  <a:lnTo>
                    <a:pt x="80" y="35"/>
                  </a:lnTo>
                  <a:lnTo>
                    <a:pt x="83" y="39"/>
                  </a:lnTo>
                  <a:lnTo>
                    <a:pt x="87" y="39"/>
                  </a:lnTo>
                  <a:lnTo>
                    <a:pt x="90" y="43"/>
                  </a:lnTo>
                  <a:lnTo>
                    <a:pt x="94" y="43"/>
                  </a:lnTo>
                  <a:lnTo>
                    <a:pt x="97" y="43"/>
                  </a:lnTo>
                  <a:lnTo>
                    <a:pt x="101" y="47"/>
                  </a:lnTo>
                  <a:lnTo>
                    <a:pt x="104" y="47"/>
                  </a:lnTo>
                  <a:lnTo>
                    <a:pt x="108" y="47"/>
                  </a:lnTo>
                  <a:lnTo>
                    <a:pt x="111" y="51"/>
                  </a:lnTo>
                  <a:lnTo>
                    <a:pt x="114" y="51"/>
                  </a:lnTo>
                  <a:lnTo>
                    <a:pt x="118" y="51"/>
                  </a:lnTo>
                  <a:lnTo>
                    <a:pt x="121" y="55"/>
                  </a:lnTo>
                  <a:lnTo>
                    <a:pt x="125" y="55"/>
                  </a:lnTo>
                  <a:lnTo>
                    <a:pt x="128" y="55"/>
                  </a:lnTo>
                  <a:lnTo>
                    <a:pt x="132" y="59"/>
                  </a:lnTo>
                  <a:lnTo>
                    <a:pt x="135" y="59"/>
                  </a:lnTo>
                  <a:lnTo>
                    <a:pt x="139" y="59"/>
                  </a:lnTo>
                  <a:lnTo>
                    <a:pt x="142" y="63"/>
                  </a:lnTo>
                  <a:lnTo>
                    <a:pt x="146" y="63"/>
                  </a:lnTo>
                  <a:lnTo>
                    <a:pt x="149" y="63"/>
                  </a:lnTo>
                  <a:lnTo>
                    <a:pt x="153" y="67"/>
                  </a:lnTo>
                  <a:lnTo>
                    <a:pt x="156" y="67"/>
                  </a:lnTo>
                  <a:lnTo>
                    <a:pt x="160" y="67"/>
                  </a:lnTo>
                  <a:lnTo>
                    <a:pt x="163" y="70"/>
                  </a:lnTo>
                  <a:lnTo>
                    <a:pt x="166" y="70"/>
                  </a:lnTo>
                  <a:lnTo>
                    <a:pt x="170" y="70"/>
                  </a:lnTo>
                  <a:lnTo>
                    <a:pt x="173" y="70"/>
                  </a:lnTo>
                  <a:lnTo>
                    <a:pt x="177" y="74"/>
                  </a:lnTo>
                  <a:lnTo>
                    <a:pt x="180" y="74"/>
                  </a:lnTo>
                  <a:lnTo>
                    <a:pt x="184" y="74"/>
                  </a:lnTo>
                  <a:lnTo>
                    <a:pt x="187" y="78"/>
                  </a:lnTo>
                  <a:lnTo>
                    <a:pt x="191" y="78"/>
                  </a:lnTo>
                  <a:lnTo>
                    <a:pt x="194" y="78"/>
                  </a:lnTo>
                  <a:lnTo>
                    <a:pt x="198" y="82"/>
                  </a:lnTo>
                  <a:lnTo>
                    <a:pt x="201" y="82"/>
                  </a:lnTo>
                  <a:lnTo>
                    <a:pt x="205" y="82"/>
                  </a:lnTo>
                  <a:lnTo>
                    <a:pt x="208" y="82"/>
                  </a:lnTo>
                  <a:lnTo>
                    <a:pt x="212" y="86"/>
                  </a:lnTo>
                  <a:lnTo>
                    <a:pt x="215" y="86"/>
                  </a:lnTo>
                  <a:lnTo>
                    <a:pt x="219" y="86"/>
                  </a:lnTo>
                  <a:lnTo>
                    <a:pt x="222" y="86"/>
                  </a:lnTo>
                  <a:lnTo>
                    <a:pt x="225" y="90"/>
                  </a:lnTo>
                  <a:lnTo>
                    <a:pt x="229" y="90"/>
                  </a:lnTo>
                  <a:lnTo>
                    <a:pt x="232" y="90"/>
                  </a:lnTo>
                  <a:lnTo>
                    <a:pt x="236" y="94"/>
                  </a:lnTo>
                  <a:lnTo>
                    <a:pt x="239" y="94"/>
                  </a:lnTo>
                  <a:lnTo>
                    <a:pt x="243" y="94"/>
                  </a:lnTo>
                  <a:lnTo>
                    <a:pt x="246" y="94"/>
                  </a:lnTo>
                  <a:lnTo>
                    <a:pt x="250" y="98"/>
                  </a:lnTo>
                  <a:lnTo>
                    <a:pt x="253" y="98"/>
                  </a:lnTo>
                  <a:lnTo>
                    <a:pt x="257" y="98"/>
                  </a:lnTo>
                  <a:lnTo>
                    <a:pt x="260" y="98"/>
                  </a:lnTo>
                  <a:lnTo>
                    <a:pt x="264" y="102"/>
                  </a:lnTo>
                  <a:lnTo>
                    <a:pt x="267" y="102"/>
                  </a:lnTo>
                  <a:lnTo>
                    <a:pt x="271" y="102"/>
                  </a:lnTo>
                  <a:lnTo>
                    <a:pt x="274" y="102"/>
                  </a:lnTo>
                  <a:lnTo>
                    <a:pt x="277" y="106"/>
                  </a:lnTo>
                  <a:lnTo>
                    <a:pt x="281" y="106"/>
                  </a:lnTo>
                  <a:lnTo>
                    <a:pt x="284" y="106"/>
                  </a:lnTo>
                  <a:lnTo>
                    <a:pt x="288" y="106"/>
                  </a:lnTo>
                  <a:lnTo>
                    <a:pt x="291" y="106"/>
                  </a:lnTo>
                  <a:lnTo>
                    <a:pt x="295" y="109"/>
                  </a:lnTo>
                  <a:lnTo>
                    <a:pt x="298" y="109"/>
                  </a:lnTo>
                  <a:lnTo>
                    <a:pt x="302" y="109"/>
                  </a:lnTo>
                  <a:lnTo>
                    <a:pt x="305" y="109"/>
                  </a:lnTo>
                  <a:lnTo>
                    <a:pt x="309" y="113"/>
                  </a:lnTo>
                  <a:lnTo>
                    <a:pt x="312" y="113"/>
                  </a:lnTo>
                  <a:lnTo>
                    <a:pt x="316" y="113"/>
                  </a:lnTo>
                  <a:lnTo>
                    <a:pt x="319" y="113"/>
                  </a:lnTo>
                  <a:lnTo>
                    <a:pt x="323" y="113"/>
                  </a:lnTo>
                  <a:lnTo>
                    <a:pt x="326" y="117"/>
                  </a:lnTo>
                  <a:lnTo>
                    <a:pt x="330" y="117"/>
                  </a:lnTo>
                  <a:lnTo>
                    <a:pt x="333" y="117"/>
                  </a:lnTo>
                  <a:lnTo>
                    <a:pt x="336" y="117"/>
                  </a:lnTo>
                  <a:lnTo>
                    <a:pt x="340" y="121"/>
                  </a:lnTo>
                  <a:lnTo>
                    <a:pt x="343" y="121"/>
                  </a:lnTo>
                  <a:lnTo>
                    <a:pt x="347" y="121"/>
                  </a:lnTo>
                  <a:lnTo>
                    <a:pt x="350" y="121"/>
                  </a:lnTo>
                  <a:lnTo>
                    <a:pt x="354" y="121"/>
                  </a:lnTo>
                  <a:lnTo>
                    <a:pt x="357" y="125"/>
                  </a:lnTo>
                  <a:lnTo>
                    <a:pt x="361" y="125"/>
                  </a:lnTo>
                  <a:lnTo>
                    <a:pt x="364" y="125"/>
                  </a:lnTo>
                  <a:lnTo>
                    <a:pt x="368" y="125"/>
                  </a:lnTo>
                  <a:lnTo>
                    <a:pt x="371" y="125"/>
                  </a:lnTo>
                  <a:lnTo>
                    <a:pt x="375" y="125"/>
                  </a:lnTo>
                  <a:lnTo>
                    <a:pt x="378" y="129"/>
                  </a:lnTo>
                  <a:lnTo>
                    <a:pt x="382" y="129"/>
                  </a:lnTo>
                  <a:lnTo>
                    <a:pt x="385" y="129"/>
                  </a:lnTo>
                  <a:lnTo>
                    <a:pt x="388" y="129"/>
                  </a:lnTo>
                  <a:lnTo>
                    <a:pt x="392" y="129"/>
                  </a:lnTo>
                  <a:lnTo>
                    <a:pt x="395" y="133"/>
                  </a:lnTo>
                  <a:lnTo>
                    <a:pt x="399" y="133"/>
                  </a:lnTo>
                  <a:lnTo>
                    <a:pt x="402" y="133"/>
                  </a:lnTo>
                  <a:lnTo>
                    <a:pt x="406" y="133"/>
                  </a:lnTo>
                  <a:lnTo>
                    <a:pt x="409" y="133"/>
                  </a:lnTo>
                  <a:lnTo>
                    <a:pt x="413" y="133"/>
                  </a:lnTo>
                  <a:lnTo>
                    <a:pt x="416" y="137"/>
                  </a:lnTo>
                  <a:lnTo>
                    <a:pt x="420" y="137"/>
                  </a:lnTo>
                  <a:lnTo>
                    <a:pt x="423" y="137"/>
                  </a:lnTo>
                  <a:lnTo>
                    <a:pt x="427" y="137"/>
                  </a:lnTo>
                  <a:lnTo>
                    <a:pt x="430" y="137"/>
                  </a:lnTo>
                  <a:lnTo>
                    <a:pt x="434" y="137"/>
                  </a:lnTo>
                  <a:lnTo>
                    <a:pt x="437" y="141"/>
                  </a:lnTo>
                  <a:lnTo>
                    <a:pt x="441" y="141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5" name="Freeform 230">
              <a:extLst>
                <a:ext uri="{FF2B5EF4-FFF2-40B4-BE49-F238E27FC236}">
                  <a16:creationId xmlns:a16="http://schemas.microsoft.com/office/drawing/2014/main" id="{E817CB03-F7ED-F48E-D4ED-937C920AB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3545"/>
              <a:ext cx="381" cy="42"/>
            </a:xfrm>
            <a:custGeom>
              <a:avLst/>
              <a:gdLst>
                <a:gd name="T0" fmla="*/ 3 w 381"/>
                <a:gd name="T1" fmla="*/ 0 h 42"/>
                <a:gd name="T2" fmla="*/ 10 w 381"/>
                <a:gd name="T3" fmla="*/ 0 h 42"/>
                <a:gd name="T4" fmla="*/ 17 w 381"/>
                <a:gd name="T5" fmla="*/ 3 h 42"/>
                <a:gd name="T6" fmla="*/ 24 w 381"/>
                <a:gd name="T7" fmla="*/ 3 h 42"/>
                <a:gd name="T8" fmla="*/ 31 w 381"/>
                <a:gd name="T9" fmla="*/ 3 h 42"/>
                <a:gd name="T10" fmla="*/ 38 w 381"/>
                <a:gd name="T11" fmla="*/ 3 h 42"/>
                <a:gd name="T12" fmla="*/ 45 w 381"/>
                <a:gd name="T13" fmla="*/ 7 h 42"/>
                <a:gd name="T14" fmla="*/ 52 w 381"/>
                <a:gd name="T15" fmla="*/ 7 h 42"/>
                <a:gd name="T16" fmla="*/ 58 w 381"/>
                <a:gd name="T17" fmla="*/ 7 h 42"/>
                <a:gd name="T18" fmla="*/ 65 w 381"/>
                <a:gd name="T19" fmla="*/ 11 h 42"/>
                <a:gd name="T20" fmla="*/ 72 w 381"/>
                <a:gd name="T21" fmla="*/ 11 h 42"/>
                <a:gd name="T22" fmla="*/ 79 w 381"/>
                <a:gd name="T23" fmla="*/ 11 h 42"/>
                <a:gd name="T24" fmla="*/ 86 w 381"/>
                <a:gd name="T25" fmla="*/ 11 h 42"/>
                <a:gd name="T26" fmla="*/ 93 w 381"/>
                <a:gd name="T27" fmla="*/ 15 h 42"/>
                <a:gd name="T28" fmla="*/ 100 w 381"/>
                <a:gd name="T29" fmla="*/ 15 h 42"/>
                <a:gd name="T30" fmla="*/ 107 w 381"/>
                <a:gd name="T31" fmla="*/ 15 h 42"/>
                <a:gd name="T32" fmla="*/ 114 w 381"/>
                <a:gd name="T33" fmla="*/ 15 h 42"/>
                <a:gd name="T34" fmla="*/ 121 w 381"/>
                <a:gd name="T35" fmla="*/ 19 h 42"/>
                <a:gd name="T36" fmla="*/ 128 w 381"/>
                <a:gd name="T37" fmla="*/ 19 h 42"/>
                <a:gd name="T38" fmla="*/ 135 w 381"/>
                <a:gd name="T39" fmla="*/ 19 h 42"/>
                <a:gd name="T40" fmla="*/ 142 w 381"/>
                <a:gd name="T41" fmla="*/ 19 h 42"/>
                <a:gd name="T42" fmla="*/ 149 w 381"/>
                <a:gd name="T43" fmla="*/ 23 h 42"/>
                <a:gd name="T44" fmla="*/ 156 w 381"/>
                <a:gd name="T45" fmla="*/ 23 h 42"/>
                <a:gd name="T46" fmla="*/ 163 w 381"/>
                <a:gd name="T47" fmla="*/ 23 h 42"/>
                <a:gd name="T48" fmla="*/ 169 w 381"/>
                <a:gd name="T49" fmla="*/ 23 h 42"/>
                <a:gd name="T50" fmla="*/ 176 w 381"/>
                <a:gd name="T51" fmla="*/ 23 h 42"/>
                <a:gd name="T52" fmla="*/ 183 w 381"/>
                <a:gd name="T53" fmla="*/ 27 h 42"/>
                <a:gd name="T54" fmla="*/ 190 w 381"/>
                <a:gd name="T55" fmla="*/ 27 h 42"/>
                <a:gd name="T56" fmla="*/ 197 w 381"/>
                <a:gd name="T57" fmla="*/ 27 h 42"/>
                <a:gd name="T58" fmla="*/ 204 w 381"/>
                <a:gd name="T59" fmla="*/ 27 h 42"/>
                <a:gd name="T60" fmla="*/ 211 w 381"/>
                <a:gd name="T61" fmla="*/ 27 h 42"/>
                <a:gd name="T62" fmla="*/ 218 w 381"/>
                <a:gd name="T63" fmla="*/ 31 h 42"/>
                <a:gd name="T64" fmla="*/ 225 w 381"/>
                <a:gd name="T65" fmla="*/ 31 h 42"/>
                <a:gd name="T66" fmla="*/ 232 w 381"/>
                <a:gd name="T67" fmla="*/ 31 h 42"/>
                <a:gd name="T68" fmla="*/ 239 w 381"/>
                <a:gd name="T69" fmla="*/ 31 h 42"/>
                <a:gd name="T70" fmla="*/ 246 w 381"/>
                <a:gd name="T71" fmla="*/ 31 h 42"/>
                <a:gd name="T72" fmla="*/ 253 w 381"/>
                <a:gd name="T73" fmla="*/ 35 h 42"/>
                <a:gd name="T74" fmla="*/ 260 w 381"/>
                <a:gd name="T75" fmla="*/ 35 h 42"/>
                <a:gd name="T76" fmla="*/ 267 w 381"/>
                <a:gd name="T77" fmla="*/ 35 h 42"/>
                <a:gd name="T78" fmla="*/ 274 w 381"/>
                <a:gd name="T79" fmla="*/ 35 h 42"/>
                <a:gd name="T80" fmla="*/ 280 w 381"/>
                <a:gd name="T81" fmla="*/ 35 h 42"/>
                <a:gd name="T82" fmla="*/ 287 w 381"/>
                <a:gd name="T83" fmla="*/ 35 h 42"/>
                <a:gd name="T84" fmla="*/ 294 w 381"/>
                <a:gd name="T85" fmla="*/ 39 h 42"/>
                <a:gd name="T86" fmla="*/ 301 w 381"/>
                <a:gd name="T87" fmla="*/ 39 h 42"/>
                <a:gd name="T88" fmla="*/ 308 w 381"/>
                <a:gd name="T89" fmla="*/ 39 h 42"/>
                <a:gd name="T90" fmla="*/ 315 w 381"/>
                <a:gd name="T91" fmla="*/ 39 h 42"/>
                <a:gd name="T92" fmla="*/ 322 w 381"/>
                <a:gd name="T93" fmla="*/ 39 h 42"/>
                <a:gd name="T94" fmla="*/ 329 w 381"/>
                <a:gd name="T95" fmla="*/ 39 h 42"/>
                <a:gd name="T96" fmla="*/ 336 w 381"/>
                <a:gd name="T97" fmla="*/ 39 h 42"/>
                <a:gd name="T98" fmla="*/ 343 w 381"/>
                <a:gd name="T99" fmla="*/ 42 h 42"/>
                <a:gd name="T100" fmla="*/ 350 w 381"/>
                <a:gd name="T101" fmla="*/ 42 h 42"/>
                <a:gd name="T102" fmla="*/ 357 w 381"/>
                <a:gd name="T103" fmla="*/ 42 h 42"/>
                <a:gd name="T104" fmla="*/ 364 w 381"/>
                <a:gd name="T105" fmla="*/ 42 h 42"/>
                <a:gd name="T106" fmla="*/ 371 w 381"/>
                <a:gd name="T107" fmla="*/ 42 h 42"/>
                <a:gd name="T108" fmla="*/ 378 w 381"/>
                <a:gd name="T109" fmla="*/ 42 h 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1" h="42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4" y="3"/>
                  </a:lnTo>
                  <a:lnTo>
                    <a:pt x="27" y="3"/>
                  </a:lnTo>
                  <a:lnTo>
                    <a:pt x="31" y="3"/>
                  </a:lnTo>
                  <a:lnTo>
                    <a:pt x="34" y="3"/>
                  </a:lnTo>
                  <a:lnTo>
                    <a:pt x="38" y="3"/>
                  </a:lnTo>
                  <a:lnTo>
                    <a:pt x="41" y="7"/>
                  </a:lnTo>
                  <a:lnTo>
                    <a:pt x="45" y="7"/>
                  </a:lnTo>
                  <a:lnTo>
                    <a:pt x="48" y="7"/>
                  </a:lnTo>
                  <a:lnTo>
                    <a:pt x="52" y="7"/>
                  </a:lnTo>
                  <a:lnTo>
                    <a:pt x="55" y="7"/>
                  </a:lnTo>
                  <a:lnTo>
                    <a:pt x="58" y="7"/>
                  </a:lnTo>
                  <a:lnTo>
                    <a:pt x="62" y="7"/>
                  </a:lnTo>
                  <a:lnTo>
                    <a:pt x="65" y="11"/>
                  </a:lnTo>
                  <a:lnTo>
                    <a:pt x="69" y="11"/>
                  </a:lnTo>
                  <a:lnTo>
                    <a:pt x="72" y="11"/>
                  </a:lnTo>
                  <a:lnTo>
                    <a:pt x="76" y="11"/>
                  </a:lnTo>
                  <a:lnTo>
                    <a:pt x="79" y="11"/>
                  </a:lnTo>
                  <a:lnTo>
                    <a:pt x="83" y="11"/>
                  </a:lnTo>
                  <a:lnTo>
                    <a:pt x="86" y="11"/>
                  </a:lnTo>
                  <a:lnTo>
                    <a:pt x="90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0" y="15"/>
                  </a:lnTo>
                  <a:lnTo>
                    <a:pt x="104" y="15"/>
                  </a:lnTo>
                  <a:lnTo>
                    <a:pt x="107" y="15"/>
                  </a:lnTo>
                  <a:lnTo>
                    <a:pt x="111" y="15"/>
                  </a:lnTo>
                  <a:lnTo>
                    <a:pt x="114" y="15"/>
                  </a:lnTo>
                  <a:lnTo>
                    <a:pt x="117" y="19"/>
                  </a:lnTo>
                  <a:lnTo>
                    <a:pt x="121" y="19"/>
                  </a:lnTo>
                  <a:lnTo>
                    <a:pt x="124" y="19"/>
                  </a:lnTo>
                  <a:lnTo>
                    <a:pt x="128" y="19"/>
                  </a:lnTo>
                  <a:lnTo>
                    <a:pt x="131" y="19"/>
                  </a:lnTo>
                  <a:lnTo>
                    <a:pt x="135" y="19"/>
                  </a:lnTo>
                  <a:lnTo>
                    <a:pt x="138" y="19"/>
                  </a:lnTo>
                  <a:lnTo>
                    <a:pt x="142" y="19"/>
                  </a:lnTo>
                  <a:lnTo>
                    <a:pt x="145" y="19"/>
                  </a:lnTo>
                  <a:lnTo>
                    <a:pt x="149" y="23"/>
                  </a:lnTo>
                  <a:lnTo>
                    <a:pt x="152" y="23"/>
                  </a:lnTo>
                  <a:lnTo>
                    <a:pt x="156" y="23"/>
                  </a:lnTo>
                  <a:lnTo>
                    <a:pt x="159" y="23"/>
                  </a:lnTo>
                  <a:lnTo>
                    <a:pt x="163" y="23"/>
                  </a:lnTo>
                  <a:lnTo>
                    <a:pt x="166" y="23"/>
                  </a:lnTo>
                  <a:lnTo>
                    <a:pt x="169" y="23"/>
                  </a:lnTo>
                  <a:lnTo>
                    <a:pt x="173" y="23"/>
                  </a:lnTo>
                  <a:lnTo>
                    <a:pt x="176" y="23"/>
                  </a:lnTo>
                  <a:lnTo>
                    <a:pt x="180" y="27"/>
                  </a:lnTo>
                  <a:lnTo>
                    <a:pt x="183" y="27"/>
                  </a:lnTo>
                  <a:lnTo>
                    <a:pt x="187" y="27"/>
                  </a:lnTo>
                  <a:lnTo>
                    <a:pt x="190" y="27"/>
                  </a:lnTo>
                  <a:lnTo>
                    <a:pt x="194" y="27"/>
                  </a:lnTo>
                  <a:lnTo>
                    <a:pt x="197" y="27"/>
                  </a:lnTo>
                  <a:lnTo>
                    <a:pt x="201" y="27"/>
                  </a:lnTo>
                  <a:lnTo>
                    <a:pt x="204" y="27"/>
                  </a:lnTo>
                  <a:lnTo>
                    <a:pt x="208" y="27"/>
                  </a:lnTo>
                  <a:lnTo>
                    <a:pt x="211" y="27"/>
                  </a:lnTo>
                  <a:lnTo>
                    <a:pt x="215" y="31"/>
                  </a:lnTo>
                  <a:lnTo>
                    <a:pt x="218" y="31"/>
                  </a:lnTo>
                  <a:lnTo>
                    <a:pt x="222" y="31"/>
                  </a:lnTo>
                  <a:lnTo>
                    <a:pt x="225" y="31"/>
                  </a:lnTo>
                  <a:lnTo>
                    <a:pt x="228" y="31"/>
                  </a:lnTo>
                  <a:lnTo>
                    <a:pt x="232" y="31"/>
                  </a:lnTo>
                  <a:lnTo>
                    <a:pt x="235" y="31"/>
                  </a:lnTo>
                  <a:lnTo>
                    <a:pt x="239" y="31"/>
                  </a:lnTo>
                  <a:lnTo>
                    <a:pt x="242" y="31"/>
                  </a:lnTo>
                  <a:lnTo>
                    <a:pt x="246" y="31"/>
                  </a:lnTo>
                  <a:lnTo>
                    <a:pt x="249" y="31"/>
                  </a:lnTo>
                  <a:lnTo>
                    <a:pt x="253" y="35"/>
                  </a:lnTo>
                  <a:lnTo>
                    <a:pt x="256" y="35"/>
                  </a:lnTo>
                  <a:lnTo>
                    <a:pt x="260" y="35"/>
                  </a:lnTo>
                  <a:lnTo>
                    <a:pt x="263" y="35"/>
                  </a:lnTo>
                  <a:lnTo>
                    <a:pt x="267" y="35"/>
                  </a:lnTo>
                  <a:lnTo>
                    <a:pt x="270" y="35"/>
                  </a:lnTo>
                  <a:lnTo>
                    <a:pt x="274" y="35"/>
                  </a:lnTo>
                  <a:lnTo>
                    <a:pt x="277" y="35"/>
                  </a:lnTo>
                  <a:lnTo>
                    <a:pt x="280" y="35"/>
                  </a:lnTo>
                  <a:lnTo>
                    <a:pt x="284" y="35"/>
                  </a:lnTo>
                  <a:lnTo>
                    <a:pt x="287" y="35"/>
                  </a:lnTo>
                  <a:lnTo>
                    <a:pt x="291" y="35"/>
                  </a:lnTo>
                  <a:lnTo>
                    <a:pt x="294" y="39"/>
                  </a:lnTo>
                  <a:lnTo>
                    <a:pt x="298" y="39"/>
                  </a:lnTo>
                  <a:lnTo>
                    <a:pt x="301" y="39"/>
                  </a:lnTo>
                  <a:lnTo>
                    <a:pt x="305" y="39"/>
                  </a:lnTo>
                  <a:lnTo>
                    <a:pt x="308" y="39"/>
                  </a:lnTo>
                  <a:lnTo>
                    <a:pt x="312" y="39"/>
                  </a:lnTo>
                  <a:lnTo>
                    <a:pt x="315" y="39"/>
                  </a:lnTo>
                  <a:lnTo>
                    <a:pt x="319" y="39"/>
                  </a:lnTo>
                  <a:lnTo>
                    <a:pt x="322" y="39"/>
                  </a:lnTo>
                  <a:lnTo>
                    <a:pt x="326" y="39"/>
                  </a:lnTo>
                  <a:lnTo>
                    <a:pt x="329" y="39"/>
                  </a:lnTo>
                  <a:lnTo>
                    <a:pt x="333" y="39"/>
                  </a:lnTo>
                  <a:lnTo>
                    <a:pt x="336" y="39"/>
                  </a:lnTo>
                  <a:lnTo>
                    <a:pt x="339" y="39"/>
                  </a:lnTo>
                  <a:lnTo>
                    <a:pt x="343" y="42"/>
                  </a:lnTo>
                  <a:lnTo>
                    <a:pt x="346" y="42"/>
                  </a:lnTo>
                  <a:lnTo>
                    <a:pt x="350" y="42"/>
                  </a:lnTo>
                  <a:lnTo>
                    <a:pt x="353" y="42"/>
                  </a:lnTo>
                  <a:lnTo>
                    <a:pt x="357" y="42"/>
                  </a:lnTo>
                  <a:lnTo>
                    <a:pt x="360" y="42"/>
                  </a:lnTo>
                  <a:lnTo>
                    <a:pt x="364" y="42"/>
                  </a:lnTo>
                  <a:lnTo>
                    <a:pt x="367" y="42"/>
                  </a:lnTo>
                  <a:lnTo>
                    <a:pt x="371" y="42"/>
                  </a:lnTo>
                  <a:lnTo>
                    <a:pt x="374" y="42"/>
                  </a:lnTo>
                  <a:lnTo>
                    <a:pt x="378" y="42"/>
                  </a:lnTo>
                  <a:lnTo>
                    <a:pt x="381" y="42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142" name="Text Box 231">
            <a:extLst>
              <a:ext uri="{FF2B5EF4-FFF2-40B4-BE49-F238E27FC236}">
                <a16:creationId xmlns:a16="http://schemas.microsoft.com/office/drawing/2014/main" id="{BCDEB868-9ACA-1656-F220-C9F6DDD4B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63" y="5837238"/>
            <a:ext cx="5365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1/T</a:t>
            </a:r>
          </a:p>
        </p:txBody>
      </p:sp>
      <p:sp>
        <p:nvSpPr>
          <p:cNvPr id="82143" name="Rectangle 232">
            <a:extLst>
              <a:ext uri="{FF2B5EF4-FFF2-40B4-BE49-F238E27FC236}">
                <a16:creationId xmlns:a16="http://schemas.microsoft.com/office/drawing/2014/main" id="{7FD88B95-25A3-A092-9E54-79F1822F9B2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8588" y="2930525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</a:rPr>
              <a:t>L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)/ (dB)</a:t>
            </a:r>
          </a:p>
        </p:txBody>
      </p:sp>
      <p:sp>
        <p:nvSpPr>
          <p:cNvPr id="82144" name="Rectangle 233">
            <a:extLst>
              <a:ext uri="{FF2B5EF4-FFF2-40B4-BE49-F238E27FC236}">
                <a16:creationId xmlns:a16="http://schemas.microsoft.com/office/drawing/2014/main" id="{0A6B0B52-973A-A54E-2D6A-396F6D65FA7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49263" y="4956175"/>
            <a:ext cx="78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)</a:t>
            </a:r>
          </a:p>
        </p:txBody>
      </p:sp>
      <p:sp>
        <p:nvSpPr>
          <p:cNvPr id="82145" name="Rectangle 234">
            <a:extLst>
              <a:ext uri="{FF2B5EF4-FFF2-40B4-BE49-F238E27FC236}">
                <a16:creationId xmlns:a16="http://schemas.microsoft.com/office/drawing/2014/main" id="{FF01997C-6751-C277-A484-695A5B2D9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1628775"/>
            <a:ext cx="213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Bode Diagram</a:t>
            </a:r>
          </a:p>
        </p:txBody>
      </p:sp>
      <p:sp>
        <p:nvSpPr>
          <p:cNvPr id="82146" name="Rectangle 235">
            <a:extLst>
              <a:ext uri="{FF2B5EF4-FFF2-40B4-BE49-F238E27FC236}">
                <a16:creationId xmlns:a16="http://schemas.microsoft.com/office/drawing/2014/main" id="{6C7E595B-9428-8AD0-0508-1CAE13C07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6027738"/>
            <a:ext cx="176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  (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</a:rPr>
              <a:t>rad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/</a:t>
            </a:r>
            <a:r>
              <a:rPr lang="en-US" altLang="zh-CN" sz="2400" i="1">
                <a:solidFill>
                  <a:srgbClr val="000000"/>
                </a:solidFill>
                <a:latin typeface="Helvetica" panose="020B0604020202020204" pitchFamily="34" charset="0"/>
              </a:rPr>
              <a:t>sec</a:t>
            </a:r>
            <a:r>
              <a:rPr lang="en-US" altLang="zh-CN" sz="2400">
                <a:solidFill>
                  <a:srgbClr val="000000"/>
                </a:solidFill>
                <a:latin typeface="Helvetica" panose="020B0604020202020204" pitchFamily="34" charset="0"/>
              </a:rPr>
              <a:t>)</a:t>
            </a:r>
          </a:p>
        </p:txBody>
      </p:sp>
      <p:sp useBgFill="1">
        <p:nvSpPr>
          <p:cNvPr id="82147" name="Text Box 236">
            <a:extLst>
              <a:ext uri="{FF2B5EF4-FFF2-40B4-BE49-F238E27FC236}">
                <a16:creationId xmlns:a16="http://schemas.microsoft.com/office/drawing/2014/main" id="{E4E2AB9E-CA5A-F8F3-166A-3A6574A4C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8" y="2924175"/>
            <a:ext cx="2012950" cy="457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实际幅频特性</a:t>
            </a:r>
          </a:p>
        </p:txBody>
      </p:sp>
      <p:sp>
        <p:nvSpPr>
          <p:cNvPr id="82148" name="Line 237">
            <a:extLst>
              <a:ext uri="{FF2B5EF4-FFF2-40B4-BE49-F238E27FC236}">
                <a16:creationId xmlns:a16="http://schemas.microsoft.com/office/drawing/2014/main" id="{E68D0480-55F6-B4B1-AECD-2E06DC83D8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1188" y="2695575"/>
            <a:ext cx="533400" cy="304800"/>
          </a:xfrm>
          <a:prstGeom prst="line">
            <a:avLst/>
          </a:prstGeom>
          <a:noFill/>
          <a:ln w="2222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49" name="Line 238">
            <a:extLst>
              <a:ext uri="{FF2B5EF4-FFF2-40B4-BE49-F238E27FC236}">
                <a16:creationId xmlns:a16="http://schemas.microsoft.com/office/drawing/2014/main" id="{CDC3103B-250E-C1F7-4BC2-DC8EF0BBEF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1788" y="2543175"/>
            <a:ext cx="533400" cy="152400"/>
          </a:xfrm>
          <a:prstGeom prst="line">
            <a:avLst/>
          </a:prstGeom>
          <a:noFill/>
          <a:ln w="222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 useBgFill="1">
        <p:nvSpPr>
          <p:cNvPr id="82150" name="Text Box 239">
            <a:extLst>
              <a:ext uri="{FF2B5EF4-FFF2-40B4-BE49-F238E27FC236}">
                <a16:creationId xmlns:a16="http://schemas.microsoft.com/office/drawing/2014/main" id="{68B88DE7-CBE7-DEFE-4BD5-2FA3916B1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2238375"/>
            <a:ext cx="1098550" cy="457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渐近线</a:t>
            </a:r>
          </a:p>
        </p:txBody>
      </p:sp>
      <p:sp useBgFill="1">
        <p:nvSpPr>
          <p:cNvPr id="82151" name="Text Box 240">
            <a:extLst>
              <a:ext uri="{FF2B5EF4-FFF2-40B4-BE49-F238E27FC236}">
                <a16:creationId xmlns:a16="http://schemas.microsoft.com/office/drawing/2014/main" id="{457DEDA0-59F6-F272-DC2E-9B16A8632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388" y="2695575"/>
            <a:ext cx="1503362" cy="457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-</a:t>
            </a:r>
            <a:r>
              <a:rPr lang="en-US" altLang="zh-CN" sz="2400">
                <a:latin typeface="Times New Roman" panose="02020603050405020304" pitchFamily="18" charset="0"/>
              </a:rPr>
              <a:t>20dB/dec</a:t>
            </a:r>
          </a:p>
        </p:txBody>
      </p:sp>
      <p:grpSp>
        <p:nvGrpSpPr>
          <p:cNvPr id="82152" name="Group 250">
            <a:extLst>
              <a:ext uri="{FF2B5EF4-FFF2-40B4-BE49-F238E27FC236}">
                <a16:creationId xmlns:a16="http://schemas.microsoft.com/office/drawing/2014/main" id="{9EA2BD45-646D-A723-881A-AC68C62493D8}"/>
              </a:ext>
            </a:extLst>
          </p:cNvPr>
          <p:cNvGrpSpPr>
            <a:grpSpLocks/>
          </p:cNvGrpSpPr>
          <p:nvPr/>
        </p:nvGrpSpPr>
        <p:grpSpPr bwMode="auto">
          <a:xfrm>
            <a:off x="1928813" y="2565400"/>
            <a:ext cx="5616575" cy="1008063"/>
            <a:chOff x="1215" y="1616"/>
            <a:chExt cx="3538" cy="635"/>
          </a:xfrm>
        </p:grpSpPr>
        <p:sp>
          <p:nvSpPr>
            <p:cNvPr id="82154" name="Freeform 242">
              <a:extLst>
                <a:ext uri="{FF2B5EF4-FFF2-40B4-BE49-F238E27FC236}">
                  <a16:creationId xmlns:a16="http://schemas.microsoft.com/office/drawing/2014/main" id="{9DE21294-5E64-EF8C-BFFD-F36379832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1616"/>
              <a:ext cx="3084" cy="544"/>
            </a:xfrm>
            <a:custGeom>
              <a:avLst/>
              <a:gdLst>
                <a:gd name="T0" fmla="*/ 0 w 2751"/>
                <a:gd name="T1" fmla="*/ 0 h 577"/>
                <a:gd name="T2" fmla="*/ 1958 w 2751"/>
                <a:gd name="T3" fmla="*/ 0 h 577"/>
                <a:gd name="T4" fmla="*/ 3457 w 2751"/>
                <a:gd name="T5" fmla="*/ 513 h 5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51" h="577">
                  <a:moveTo>
                    <a:pt x="0" y="0"/>
                  </a:moveTo>
                  <a:lnTo>
                    <a:pt x="1558" y="0"/>
                  </a:lnTo>
                  <a:lnTo>
                    <a:pt x="2751" y="577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155" name="Group 243">
              <a:extLst>
                <a:ext uri="{FF2B5EF4-FFF2-40B4-BE49-F238E27FC236}">
                  <a16:creationId xmlns:a16="http://schemas.microsoft.com/office/drawing/2014/main" id="{A6BAD1CB-3ABA-71C1-C402-C85DF1E3D9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5" y="1621"/>
              <a:ext cx="3538" cy="630"/>
              <a:chOff x="2492" y="1737"/>
              <a:chExt cx="2751" cy="577"/>
            </a:xfrm>
          </p:grpSpPr>
          <p:sp>
            <p:nvSpPr>
              <p:cNvPr id="82156" name="Freeform 244">
                <a:extLst>
                  <a:ext uri="{FF2B5EF4-FFF2-40B4-BE49-F238E27FC236}">
                    <a16:creationId xmlns:a16="http://schemas.microsoft.com/office/drawing/2014/main" id="{7DC8A2B4-3D32-284D-6C25-9E666D369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2" y="1737"/>
                <a:ext cx="1048" cy="8"/>
              </a:xfrm>
              <a:custGeom>
                <a:avLst/>
                <a:gdLst>
                  <a:gd name="T0" fmla="*/ 70 w 1048"/>
                  <a:gd name="T1" fmla="*/ 0 h 8"/>
                  <a:gd name="T2" fmla="*/ 160 w 1048"/>
                  <a:gd name="T3" fmla="*/ 0 h 8"/>
                  <a:gd name="T4" fmla="*/ 233 w 1048"/>
                  <a:gd name="T5" fmla="*/ 0 h 8"/>
                  <a:gd name="T6" fmla="*/ 295 w 1048"/>
                  <a:gd name="T7" fmla="*/ 0 h 8"/>
                  <a:gd name="T8" fmla="*/ 347 w 1048"/>
                  <a:gd name="T9" fmla="*/ 0 h 8"/>
                  <a:gd name="T10" fmla="*/ 396 w 1048"/>
                  <a:gd name="T11" fmla="*/ 0 h 8"/>
                  <a:gd name="T12" fmla="*/ 437 w 1048"/>
                  <a:gd name="T13" fmla="*/ 0 h 8"/>
                  <a:gd name="T14" fmla="*/ 476 w 1048"/>
                  <a:gd name="T15" fmla="*/ 0 h 8"/>
                  <a:gd name="T16" fmla="*/ 510 w 1048"/>
                  <a:gd name="T17" fmla="*/ 0 h 8"/>
                  <a:gd name="T18" fmla="*/ 541 w 1048"/>
                  <a:gd name="T19" fmla="*/ 0 h 8"/>
                  <a:gd name="T20" fmla="*/ 569 w 1048"/>
                  <a:gd name="T21" fmla="*/ 0 h 8"/>
                  <a:gd name="T22" fmla="*/ 597 w 1048"/>
                  <a:gd name="T23" fmla="*/ 0 h 8"/>
                  <a:gd name="T24" fmla="*/ 625 w 1048"/>
                  <a:gd name="T25" fmla="*/ 0 h 8"/>
                  <a:gd name="T26" fmla="*/ 649 w 1048"/>
                  <a:gd name="T27" fmla="*/ 4 h 8"/>
                  <a:gd name="T28" fmla="*/ 670 w 1048"/>
                  <a:gd name="T29" fmla="*/ 4 h 8"/>
                  <a:gd name="T30" fmla="*/ 694 w 1048"/>
                  <a:gd name="T31" fmla="*/ 4 h 8"/>
                  <a:gd name="T32" fmla="*/ 711 w 1048"/>
                  <a:gd name="T33" fmla="*/ 4 h 8"/>
                  <a:gd name="T34" fmla="*/ 732 w 1048"/>
                  <a:gd name="T35" fmla="*/ 4 h 8"/>
                  <a:gd name="T36" fmla="*/ 750 w 1048"/>
                  <a:gd name="T37" fmla="*/ 4 h 8"/>
                  <a:gd name="T38" fmla="*/ 770 w 1048"/>
                  <a:gd name="T39" fmla="*/ 4 h 8"/>
                  <a:gd name="T40" fmla="*/ 784 w 1048"/>
                  <a:gd name="T41" fmla="*/ 4 h 8"/>
                  <a:gd name="T42" fmla="*/ 802 w 1048"/>
                  <a:gd name="T43" fmla="*/ 4 h 8"/>
                  <a:gd name="T44" fmla="*/ 819 w 1048"/>
                  <a:gd name="T45" fmla="*/ 4 h 8"/>
                  <a:gd name="T46" fmla="*/ 833 w 1048"/>
                  <a:gd name="T47" fmla="*/ 4 h 8"/>
                  <a:gd name="T48" fmla="*/ 847 w 1048"/>
                  <a:gd name="T49" fmla="*/ 4 h 8"/>
                  <a:gd name="T50" fmla="*/ 861 w 1048"/>
                  <a:gd name="T51" fmla="*/ 4 h 8"/>
                  <a:gd name="T52" fmla="*/ 874 w 1048"/>
                  <a:gd name="T53" fmla="*/ 4 h 8"/>
                  <a:gd name="T54" fmla="*/ 888 w 1048"/>
                  <a:gd name="T55" fmla="*/ 4 h 8"/>
                  <a:gd name="T56" fmla="*/ 899 w 1048"/>
                  <a:gd name="T57" fmla="*/ 4 h 8"/>
                  <a:gd name="T58" fmla="*/ 913 w 1048"/>
                  <a:gd name="T59" fmla="*/ 4 h 8"/>
                  <a:gd name="T60" fmla="*/ 923 w 1048"/>
                  <a:gd name="T61" fmla="*/ 4 h 8"/>
                  <a:gd name="T62" fmla="*/ 937 w 1048"/>
                  <a:gd name="T63" fmla="*/ 4 h 8"/>
                  <a:gd name="T64" fmla="*/ 947 w 1048"/>
                  <a:gd name="T65" fmla="*/ 4 h 8"/>
                  <a:gd name="T66" fmla="*/ 958 w 1048"/>
                  <a:gd name="T67" fmla="*/ 4 h 8"/>
                  <a:gd name="T68" fmla="*/ 968 w 1048"/>
                  <a:gd name="T69" fmla="*/ 4 h 8"/>
                  <a:gd name="T70" fmla="*/ 979 w 1048"/>
                  <a:gd name="T71" fmla="*/ 8 h 8"/>
                  <a:gd name="T72" fmla="*/ 989 w 1048"/>
                  <a:gd name="T73" fmla="*/ 8 h 8"/>
                  <a:gd name="T74" fmla="*/ 999 w 1048"/>
                  <a:gd name="T75" fmla="*/ 8 h 8"/>
                  <a:gd name="T76" fmla="*/ 1010 w 1048"/>
                  <a:gd name="T77" fmla="*/ 8 h 8"/>
                  <a:gd name="T78" fmla="*/ 1020 w 1048"/>
                  <a:gd name="T79" fmla="*/ 8 h 8"/>
                  <a:gd name="T80" fmla="*/ 1031 w 1048"/>
                  <a:gd name="T81" fmla="*/ 8 h 8"/>
                  <a:gd name="T82" fmla="*/ 1041 w 1048"/>
                  <a:gd name="T83" fmla="*/ 8 h 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048" h="8">
                    <a:moveTo>
                      <a:pt x="0" y="0"/>
                    </a:moveTo>
                    <a:lnTo>
                      <a:pt x="35" y="0"/>
                    </a:lnTo>
                    <a:lnTo>
                      <a:pt x="70" y="0"/>
                    </a:lnTo>
                    <a:lnTo>
                      <a:pt x="104" y="0"/>
                    </a:lnTo>
                    <a:lnTo>
                      <a:pt x="132" y="0"/>
                    </a:lnTo>
                    <a:lnTo>
                      <a:pt x="160" y="0"/>
                    </a:lnTo>
                    <a:lnTo>
                      <a:pt x="188" y="0"/>
                    </a:lnTo>
                    <a:lnTo>
                      <a:pt x="208" y="0"/>
                    </a:lnTo>
                    <a:lnTo>
                      <a:pt x="233" y="0"/>
                    </a:lnTo>
                    <a:lnTo>
                      <a:pt x="254" y="0"/>
                    </a:lnTo>
                    <a:lnTo>
                      <a:pt x="274" y="0"/>
                    </a:lnTo>
                    <a:lnTo>
                      <a:pt x="295" y="0"/>
                    </a:lnTo>
                    <a:lnTo>
                      <a:pt x="313" y="0"/>
                    </a:lnTo>
                    <a:lnTo>
                      <a:pt x="330" y="0"/>
                    </a:lnTo>
                    <a:lnTo>
                      <a:pt x="347" y="0"/>
                    </a:lnTo>
                    <a:lnTo>
                      <a:pt x="365" y="0"/>
                    </a:lnTo>
                    <a:lnTo>
                      <a:pt x="378" y="0"/>
                    </a:lnTo>
                    <a:lnTo>
                      <a:pt x="396" y="0"/>
                    </a:lnTo>
                    <a:lnTo>
                      <a:pt x="410" y="0"/>
                    </a:lnTo>
                    <a:lnTo>
                      <a:pt x="424" y="0"/>
                    </a:lnTo>
                    <a:lnTo>
                      <a:pt x="437" y="0"/>
                    </a:lnTo>
                    <a:lnTo>
                      <a:pt x="451" y="0"/>
                    </a:lnTo>
                    <a:lnTo>
                      <a:pt x="462" y="0"/>
                    </a:lnTo>
                    <a:lnTo>
                      <a:pt x="476" y="0"/>
                    </a:lnTo>
                    <a:lnTo>
                      <a:pt x="486" y="0"/>
                    </a:lnTo>
                    <a:lnTo>
                      <a:pt x="496" y="0"/>
                    </a:lnTo>
                    <a:lnTo>
                      <a:pt x="510" y="0"/>
                    </a:lnTo>
                    <a:lnTo>
                      <a:pt x="521" y="0"/>
                    </a:lnTo>
                    <a:lnTo>
                      <a:pt x="531" y="0"/>
                    </a:lnTo>
                    <a:lnTo>
                      <a:pt x="541" y="0"/>
                    </a:lnTo>
                    <a:lnTo>
                      <a:pt x="552" y="0"/>
                    </a:lnTo>
                    <a:lnTo>
                      <a:pt x="562" y="0"/>
                    </a:lnTo>
                    <a:lnTo>
                      <a:pt x="569" y="0"/>
                    </a:lnTo>
                    <a:lnTo>
                      <a:pt x="580" y="0"/>
                    </a:lnTo>
                    <a:lnTo>
                      <a:pt x="590" y="0"/>
                    </a:lnTo>
                    <a:lnTo>
                      <a:pt x="597" y="0"/>
                    </a:lnTo>
                    <a:lnTo>
                      <a:pt x="607" y="0"/>
                    </a:lnTo>
                    <a:lnTo>
                      <a:pt x="614" y="0"/>
                    </a:lnTo>
                    <a:lnTo>
                      <a:pt x="625" y="0"/>
                    </a:lnTo>
                    <a:lnTo>
                      <a:pt x="632" y="0"/>
                    </a:lnTo>
                    <a:lnTo>
                      <a:pt x="639" y="0"/>
                    </a:lnTo>
                    <a:lnTo>
                      <a:pt x="649" y="4"/>
                    </a:lnTo>
                    <a:lnTo>
                      <a:pt x="656" y="4"/>
                    </a:lnTo>
                    <a:lnTo>
                      <a:pt x="663" y="4"/>
                    </a:lnTo>
                    <a:lnTo>
                      <a:pt x="670" y="4"/>
                    </a:lnTo>
                    <a:lnTo>
                      <a:pt x="677" y="4"/>
                    </a:lnTo>
                    <a:lnTo>
                      <a:pt x="687" y="4"/>
                    </a:lnTo>
                    <a:lnTo>
                      <a:pt x="694" y="4"/>
                    </a:lnTo>
                    <a:lnTo>
                      <a:pt x="701" y="4"/>
                    </a:lnTo>
                    <a:lnTo>
                      <a:pt x="708" y="4"/>
                    </a:lnTo>
                    <a:lnTo>
                      <a:pt x="711" y="4"/>
                    </a:lnTo>
                    <a:lnTo>
                      <a:pt x="718" y="4"/>
                    </a:lnTo>
                    <a:lnTo>
                      <a:pt x="725" y="4"/>
                    </a:lnTo>
                    <a:lnTo>
                      <a:pt x="732" y="4"/>
                    </a:lnTo>
                    <a:lnTo>
                      <a:pt x="739" y="4"/>
                    </a:lnTo>
                    <a:lnTo>
                      <a:pt x="746" y="4"/>
                    </a:lnTo>
                    <a:lnTo>
                      <a:pt x="750" y="4"/>
                    </a:lnTo>
                    <a:lnTo>
                      <a:pt x="757" y="4"/>
                    </a:lnTo>
                    <a:lnTo>
                      <a:pt x="763" y="4"/>
                    </a:lnTo>
                    <a:lnTo>
                      <a:pt x="770" y="4"/>
                    </a:lnTo>
                    <a:lnTo>
                      <a:pt x="774" y="4"/>
                    </a:lnTo>
                    <a:lnTo>
                      <a:pt x="781" y="4"/>
                    </a:lnTo>
                    <a:lnTo>
                      <a:pt x="784" y="4"/>
                    </a:lnTo>
                    <a:lnTo>
                      <a:pt x="791" y="4"/>
                    </a:lnTo>
                    <a:lnTo>
                      <a:pt x="798" y="4"/>
                    </a:lnTo>
                    <a:lnTo>
                      <a:pt x="802" y="4"/>
                    </a:lnTo>
                    <a:lnTo>
                      <a:pt x="809" y="4"/>
                    </a:lnTo>
                    <a:lnTo>
                      <a:pt x="812" y="4"/>
                    </a:lnTo>
                    <a:lnTo>
                      <a:pt x="819" y="4"/>
                    </a:lnTo>
                    <a:lnTo>
                      <a:pt x="822" y="4"/>
                    </a:lnTo>
                    <a:lnTo>
                      <a:pt x="829" y="4"/>
                    </a:lnTo>
                    <a:lnTo>
                      <a:pt x="833" y="4"/>
                    </a:lnTo>
                    <a:lnTo>
                      <a:pt x="836" y="4"/>
                    </a:lnTo>
                    <a:lnTo>
                      <a:pt x="843" y="4"/>
                    </a:lnTo>
                    <a:lnTo>
                      <a:pt x="847" y="4"/>
                    </a:lnTo>
                    <a:lnTo>
                      <a:pt x="850" y="4"/>
                    </a:lnTo>
                    <a:lnTo>
                      <a:pt x="857" y="4"/>
                    </a:lnTo>
                    <a:lnTo>
                      <a:pt x="861" y="4"/>
                    </a:lnTo>
                    <a:lnTo>
                      <a:pt x="864" y="4"/>
                    </a:lnTo>
                    <a:lnTo>
                      <a:pt x="871" y="4"/>
                    </a:lnTo>
                    <a:lnTo>
                      <a:pt x="874" y="4"/>
                    </a:lnTo>
                    <a:lnTo>
                      <a:pt x="878" y="4"/>
                    </a:lnTo>
                    <a:lnTo>
                      <a:pt x="885" y="4"/>
                    </a:lnTo>
                    <a:lnTo>
                      <a:pt x="888" y="4"/>
                    </a:lnTo>
                    <a:lnTo>
                      <a:pt x="892" y="4"/>
                    </a:lnTo>
                    <a:lnTo>
                      <a:pt x="895" y="4"/>
                    </a:lnTo>
                    <a:lnTo>
                      <a:pt x="899" y="4"/>
                    </a:lnTo>
                    <a:lnTo>
                      <a:pt x="906" y="4"/>
                    </a:lnTo>
                    <a:lnTo>
                      <a:pt x="909" y="4"/>
                    </a:lnTo>
                    <a:lnTo>
                      <a:pt x="913" y="4"/>
                    </a:lnTo>
                    <a:lnTo>
                      <a:pt x="916" y="4"/>
                    </a:lnTo>
                    <a:lnTo>
                      <a:pt x="920" y="4"/>
                    </a:lnTo>
                    <a:lnTo>
                      <a:pt x="923" y="4"/>
                    </a:lnTo>
                    <a:lnTo>
                      <a:pt x="930" y="4"/>
                    </a:lnTo>
                    <a:lnTo>
                      <a:pt x="933" y="4"/>
                    </a:lnTo>
                    <a:lnTo>
                      <a:pt x="937" y="4"/>
                    </a:lnTo>
                    <a:lnTo>
                      <a:pt x="940" y="4"/>
                    </a:lnTo>
                    <a:lnTo>
                      <a:pt x="944" y="4"/>
                    </a:lnTo>
                    <a:lnTo>
                      <a:pt x="947" y="4"/>
                    </a:lnTo>
                    <a:lnTo>
                      <a:pt x="951" y="4"/>
                    </a:lnTo>
                    <a:lnTo>
                      <a:pt x="954" y="4"/>
                    </a:lnTo>
                    <a:lnTo>
                      <a:pt x="958" y="4"/>
                    </a:lnTo>
                    <a:lnTo>
                      <a:pt x="961" y="4"/>
                    </a:lnTo>
                    <a:lnTo>
                      <a:pt x="965" y="4"/>
                    </a:lnTo>
                    <a:lnTo>
                      <a:pt x="968" y="4"/>
                    </a:lnTo>
                    <a:lnTo>
                      <a:pt x="972" y="8"/>
                    </a:lnTo>
                    <a:lnTo>
                      <a:pt x="975" y="8"/>
                    </a:lnTo>
                    <a:lnTo>
                      <a:pt x="979" y="8"/>
                    </a:lnTo>
                    <a:lnTo>
                      <a:pt x="982" y="8"/>
                    </a:lnTo>
                    <a:lnTo>
                      <a:pt x="985" y="8"/>
                    </a:lnTo>
                    <a:lnTo>
                      <a:pt x="989" y="8"/>
                    </a:lnTo>
                    <a:lnTo>
                      <a:pt x="992" y="8"/>
                    </a:lnTo>
                    <a:lnTo>
                      <a:pt x="996" y="8"/>
                    </a:lnTo>
                    <a:lnTo>
                      <a:pt x="999" y="8"/>
                    </a:lnTo>
                    <a:lnTo>
                      <a:pt x="1003" y="8"/>
                    </a:lnTo>
                    <a:lnTo>
                      <a:pt x="1006" y="8"/>
                    </a:lnTo>
                    <a:lnTo>
                      <a:pt x="1010" y="8"/>
                    </a:lnTo>
                    <a:lnTo>
                      <a:pt x="1013" y="8"/>
                    </a:lnTo>
                    <a:lnTo>
                      <a:pt x="1017" y="8"/>
                    </a:lnTo>
                    <a:lnTo>
                      <a:pt x="1020" y="8"/>
                    </a:lnTo>
                    <a:lnTo>
                      <a:pt x="1024" y="8"/>
                    </a:lnTo>
                    <a:lnTo>
                      <a:pt x="1027" y="8"/>
                    </a:lnTo>
                    <a:lnTo>
                      <a:pt x="1031" y="8"/>
                    </a:lnTo>
                    <a:lnTo>
                      <a:pt x="1034" y="8"/>
                    </a:lnTo>
                    <a:lnTo>
                      <a:pt x="1038" y="8"/>
                    </a:lnTo>
                    <a:lnTo>
                      <a:pt x="1041" y="8"/>
                    </a:lnTo>
                    <a:lnTo>
                      <a:pt x="1044" y="8"/>
                    </a:lnTo>
                    <a:lnTo>
                      <a:pt x="1048" y="8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57" name="Freeform 245">
                <a:extLst>
                  <a:ext uri="{FF2B5EF4-FFF2-40B4-BE49-F238E27FC236}">
                    <a16:creationId xmlns:a16="http://schemas.microsoft.com/office/drawing/2014/main" id="{20C18A1B-80FD-DF0D-4364-37D8DAD3D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0" y="1745"/>
                <a:ext cx="440" cy="43"/>
              </a:xfrm>
              <a:custGeom>
                <a:avLst/>
                <a:gdLst>
                  <a:gd name="T0" fmla="*/ 7 w 440"/>
                  <a:gd name="T1" fmla="*/ 0 h 43"/>
                  <a:gd name="T2" fmla="*/ 17 w 440"/>
                  <a:gd name="T3" fmla="*/ 0 h 43"/>
                  <a:gd name="T4" fmla="*/ 28 w 440"/>
                  <a:gd name="T5" fmla="*/ 0 h 43"/>
                  <a:gd name="T6" fmla="*/ 38 w 440"/>
                  <a:gd name="T7" fmla="*/ 0 h 43"/>
                  <a:gd name="T8" fmla="*/ 48 w 440"/>
                  <a:gd name="T9" fmla="*/ 4 h 43"/>
                  <a:gd name="T10" fmla="*/ 59 w 440"/>
                  <a:gd name="T11" fmla="*/ 4 h 43"/>
                  <a:gd name="T12" fmla="*/ 69 w 440"/>
                  <a:gd name="T13" fmla="*/ 4 h 43"/>
                  <a:gd name="T14" fmla="*/ 80 w 440"/>
                  <a:gd name="T15" fmla="*/ 4 h 43"/>
                  <a:gd name="T16" fmla="*/ 90 w 440"/>
                  <a:gd name="T17" fmla="*/ 4 h 43"/>
                  <a:gd name="T18" fmla="*/ 101 w 440"/>
                  <a:gd name="T19" fmla="*/ 4 h 43"/>
                  <a:gd name="T20" fmla="*/ 111 w 440"/>
                  <a:gd name="T21" fmla="*/ 4 h 43"/>
                  <a:gd name="T22" fmla="*/ 121 w 440"/>
                  <a:gd name="T23" fmla="*/ 8 h 43"/>
                  <a:gd name="T24" fmla="*/ 132 w 440"/>
                  <a:gd name="T25" fmla="*/ 8 h 43"/>
                  <a:gd name="T26" fmla="*/ 142 w 440"/>
                  <a:gd name="T27" fmla="*/ 8 h 43"/>
                  <a:gd name="T28" fmla="*/ 153 w 440"/>
                  <a:gd name="T29" fmla="*/ 8 h 43"/>
                  <a:gd name="T30" fmla="*/ 163 w 440"/>
                  <a:gd name="T31" fmla="*/ 8 h 43"/>
                  <a:gd name="T32" fmla="*/ 173 w 440"/>
                  <a:gd name="T33" fmla="*/ 8 h 43"/>
                  <a:gd name="T34" fmla="*/ 184 w 440"/>
                  <a:gd name="T35" fmla="*/ 11 h 43"/>
                  <a:gd name="T36" fmla="*/ 194 w 440"/>
                  <a:gd name="T37" fmla="*/ 11 h 43"/>
                  <a:gd name="T38" fmla="*/ 205 w 440"/>
                  <a:gd name="T39" fmla="*/ 11 h 43"/>
                  <a:gd name="T40" fmla="*/ 215 w 440"/>
                  <a:gd name="T41" fmla="*/ 11 h 43"/>
                  <a:gd name="T42" fmla="*/ 225 w 440"/>
                  <a:gd name="T43" fmla="*/ 15 h 43"/>
                  <a:gd name="T44" fmla="*/ 236 w 440"/>
                  <a:gd name="T45" fmla="*/ 15 h 43"/>
                  <a:gd name="T46" fmla="*/ 246 w 440"/>
                  <a:gd name="T47" fmla="*/ 15 h 43"/>
                  <a:gd name="T48" fmla="*/ 257 w 440"/>
                  <a:gd name="T49" fmla="*/ 15 h 43"/>
                  <a:gd name="T50" fmla="*/ 267 w 440"/>
                  <a:gd name="T51" fmla="*/ 19 h 43"/>
                  <a:gd name="T52" fmla="*/ 277 w 440"/>
                  <a:gd name="T53" fmla="*/ 19 h 43"/>
                  <a:gd name="T54" fmla="*/ 288 w 440"/>
                  <a:gd name="T55" fmla="*/ 19 h 43"/>
                  <a:gd name="T56" fmla="*/ 298 w 440"/>
                  <a:gd name="T57" fmla="*/ 23 h 43"/>
                  <a:gd name="T58" fmla="*/ 309 w 440"/>
                  <a:gd name="T59" fmla="*/ 23 h 43"/>
                  <a:gd name="T60" fmla="*/ 319 w 440"/>
                  <a:gd name="T61" fmla="*/ 23 h 43"/>
                  <a:gd name="T62" fmla="*/ 329 w 440"/>
                  <a:gd name="T63" fmla="*/ 27 h 43"/>
                  <a:gd name="T64" fmla="*/ 340 w 440"/>
                  <a:gd name="T65" fmla="*/ 27 h 43"/>
                  <a:gd name="T66" fmla="*/ 350 w 440"/>
                  <a:gd name="T67" fmla="*/ 27 h 43"/>
                  <a:gd name="T68" fmla="*/ 361 w 440"/>
                  <a:gd name="T69" fmla="*/ 31 h 43"/>
                  <a:gd name="T70" fmla="*/ 371 w 440"/>
                  <a:gd name="T71" fmla="*/ 31 h 43"/>
                  <a:gd name="T72" fmla="*/ 381 w 440"/>
                  <a:gd name="T73" fmla="*/ 35 h 43"/>
                  <a:gd name="T74" fmla="*/ 392 w 440"/>
                  <a:gd name="T75" fmla="*/ 35 h 43"/>
                  <a:gd name="T76" fmla="*/ 402 w 440"/>
                  <a:gd name="T77" fmla="*/ 39 h 43"/>
                  <a:gd name="T78" fmla="*/ 413 w 440"/>
                  <a:gd name="T79" fmla="*/ 39 h 43"/>
                  <a:gd name="T80" fmla="*/ 423 w 440"/>
                  <a:gd name="T81" fmla="*/ 43 h 43"/>
                  <a:gd name="T82" fmla="*/ 434 w 440"/>
                  <a:gd name="T83" fmla="*/ 43 h 4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0" h="43">
                    <a:moveTo>
                      <a:pt x="0" y="0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42" y="0"/>
                    </a:lnTo>
                    <a:lnTo>
                      <a:pt x="45" y="4"/>
                    </a:lnTo>
                    <a:lnTo>
                      <a:pt x="48" y="4"/>
                    </a:lnTo>
                    <a:lnTo>
                      <a:pt x="52" y="4"/>
                    </a:lnTo>
                    <a:lnTo>
                      <a:pt x="55" y="4"/>
                    </a:lnTo>
                    <a:lnTo>
                      <a:pt x="59" y="4"/>
                    </a:lnTo>
                    <a:lnTo>
                      <a:pt x="62" y="4"/>
                    </a:lnTo>
                    <a:lnTo>
                      <a:pt x="66" y="4"/>
                    </a:lnTo>
                    <a:lnTo>
                      <a:pt x="69" y="4"/>
                    </a:lnTo>
                    <a:lnTo>
                      <a:pt x="73" y="4"/>
                    </a:lnTo>
                    <a:lnTo>
                      <a:pt x="76" y="4"/>
                    </a:lnTo>
                    <a:lnTo>
                      <a:pt x="80" y="4"/>
                    </a:lnTo>
                    <a:lnTo>
                      <a:pt x="83" y="4"/>
                    </a:lnTo>
                    <a:lnTo>
                      <a:pt x="87" y="4"/>
                    </a:lnTo>
                    <a:lnTo>
                      <a:pt x="90" y="4"/>
                    </a:lnTo>
                    <a:lnTo>
                      <a:pt x="94" y="4"/>
                    </a:lnTo>
                    <a:lnTo>
                      <a:pt x="97" y="4"/>
                    </a:lnTo>
                    <a:lnTo>
                      <a:pt x="101" y="4"/>
                    </a:lnTo>
                    <a:lnTo>
                      <a:pt x="104" y="4"/>
                    </a:lnTo>
                    <a:lnTo>
                      <a:pt x="107" y="4"/>
                    </a:lnTo>
                    <a:lnTo>
                      <a:pt x="111" y="4"/>
                    </a:lnTo>
                    <a:lnTo>
                      <a:pt x="114" y="4"/>
                    </a:lnTo>
                    <a:lnTo>
                      <a:pt x="118" y="4"/>
                    </a:lnTo>
                    <a:lnTo>
                      <a:pt x="121" y="8"/>
                    </a:lnTo>
                    <a:lnTo>
                      <a:pt x="125" y="8"/>
                    </a:lnTo>
                    <a:lnTo>
                      <a:pt x="128" y="8"/>
                    </a:lnTo>
                    <a:lnTo>
                      <a:pt x="132" y="8"/>
                    </a:lnTo>
                    <a:lnTo>
                      <a:pt x="135" y="8"/>
                    </a:lnTo>
                    <a:lnTo>
                      <a:pt x="139" y="8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49" y="8"/>
                    </a:lnTo>
                    <a:lnTo>
                      <a:pt x="153" y="8"/>
                    </a:lnTo>
                    <a:lnTo>
                      <a:pt x="156" y="8"/>
                    </a:lnTo>
                    <a:lnTo>
                      <a:pt x="159" y="8"/>
                    </a:lnTo>
                    <a:lnTo>
                      <a:pt x="163" y="8"/>
                    </a:lnTo>
                    <a:lnTo>
                      <a:pt x="166" y="8"/>
                    </a:lnTo>
                    <a:lnTo>
                      <a:pt x="170" y="8"/>
                    </a:lnTo>
                    <a:lnTo>
                      <a:pt x="173" y="8"/>
                    </a:lnTo>
                    <a:lnTo>
                      <a:pt x="177" y="11"/>
                    </a:lnTo>
                    <a:lnTo>
                      <a:pt x="180" y="11"/>
                    </a:lnTo>
                    <a:lnTo>
                      <a:pt x="184" y="11"/>
                    </a:lnTo>
                    <a:lnTo>
                      <a:pt x="187" y="11"/>
                    </a:lnTo>
                    <a:lnTo>
                      <a:pt x="191" y="11"/>
                    </a:lnTo>
                    <a:lnTo>
                      <a:pt x="194" y="11"/>
                    </a:lnTo>
                    <a:lnTo>
                      <a:pt x="198" y="11"/>
                    </a:lnTo>
                    <a:lnTo>
                      <a:pt x="201" y="11"/>
                    </a:lnTo>
                    <a:lnTo>
                      <a:pt x="205" y="11"/>
                    </a:lnTo>
                    <a:lnTo>
                      <a:pt x="208" y="11"/>
                    </a:lnTo>
                    <a:lnTo>
                      <a:pt x="212" y="11"/>
                    </a:lnTo>
                    <a:lnTo>
                      <a:pt x="215" y="11"/>
                    </a:lnTo>
                    <a:lnTo>
                      <a:pt x="218" y="11"/>
                    </a:lnTo>
                    <a:lnTo>
                      <a:pt x="222" y="11"/>
                    </a:lnTo>
                    <a:lnTo>
                      <a:pt x="225" y="15"/>
                    </a:lnTo>
                    <a:lnTo>
                      <a:pt x="229" y="15"/>
                    </a:lnTo>
                    <a:lnTo>
                      <a:pt x="232" y="15"/>
                    </a:lnTo>
                    <a:lnTo>
                      <a:pt x="236" y="15"/>
                    </a:lnTo>
                    <a:lnTo>
                      <a:pt x="239" y="15"/>
                    </a:lnTo>
                    <a:lnTo>
                      <a:pt x="243" y="15"/>
                    </a:lnTo>
                    <a:lnTo>
                      <a:pt x="246" y="15"/>
                    </a:lnTo>
                    <a:lnTo>
                      <a:pt x="250" y="15"/>
                    </a:lnTo>
                    <a:lnTo>
                      <a:pt x="253" y="15"/>
                    </a:lnTo>
                    <a:lnTo>
                      <a:pt x="257" y="15"/>
                    </a:lnTo>
                    <a:lnTo>
                      <a:pt x="260" y="15"/>
                    </a:lnTo>
                    <a:lnTo>
                      <a:pt x="264" y="19"/>
                    </a:lnTo>
                    <a:lnTo>
                      <a:pt x="267" y="19"/>
                    </a:lnTo>
                    <a:lnTo>
                      <a:pt x="270" y="19"/>
                    </a:lnTo>
                    <a:lnTo>
                      <a:pt x="274" y="19"/>
                    </a:lnTo>
                    <a:lnTo>
                      <a:pt x="277" y="19"/>
                    </a:lnTo>
                    <a:lnTo>
                      <a:pt x="281" y="19"/>
                    </a:lnTo>
                    <a:lnTo>
                      <a:pt x="284" y="19"/>
                    </a:lnTo>
                    <a:lnTo>
                      <a:pt x="288" y="19"/>
                    </a:lnTo>
                    <a:lnTo>
                      <a:pt x="291" y="19"/>
                    </a:lnTo>
                    <a:lnTo>
                      <a:pt x="295" y="19"/>
                    </a:lnTo>
                    <a:lnTo>
                      <a:pt x="298" y="23"/>
                    </a:lnTo>
                    <a:lnTo>
                      <a:pt x="302" y="23"/>
                    </a:lnTo>
                    <a:lnTo>
                      <a:pt x="305" y="23"/>
                    </a:lnTo>
                    <a:lnTo>
                      <a:pt x="309" y="23"/>
                    </a:lnTo>
                    <a:lnTo>
                      <a:pt x="312" y="23"/>
                    </a:lnTo>
                    <a:lnTo>
                      <a:pt x="316" y="23"/>
                    </a:lnTo>
                    <a:lnTo>
                      <a:pt x="319" y="23"/>
                    </a:lnTo>
                    <a:lnTo>
                      <a:pt x="323" y="23"/>
                    </a:lnTo>
                    <a:lnTo>
                      <a:pt x="326" y="27"/>
                    </a:lnTo>
                    <a:lnTo>
                      <a:pt x="329" y="27"/>
                    </a:lnTo>
                    <a:lnTo>
                      <a:pt x="333" y="27"/>
                    </a:lnTo>
                    <a:lnTo>
                      <a:pt x="336" y="27"/>
                    </a:lnTo>
                    <a:lnTo>
                      <a:pt x="340" y="27"/>
                    </a:lnTo>
                    <a:lnTo>
                      <a:pt x="343" y="27"/>
                    </a:lnTo>
                    <a:lnTo>
                      <a:pt x="347" y="27"/>
                    </a:lnTo>
                    <a:lnTo>
                      <a:pt x="350" y="27"/>
                    </a:lnTo>
                    <a:lnTo>
                      <a:pt x="354" y="31"/>
                    </a:lnTo>
                    <a:lnTo>
                      <a:pt x="357" y="31"/>
                    </a:lnTo>
                    <a:lnTo>
                      <a:pt x="361" y="31"/>
                    </a:lnTo>
                    <a:lnTo>
                      <a:pt x="364" y="31"/>
                    </a:lnTo>
                    <a:lnTo>
                      <a:pt x="368" y="31"/>
                    </a:lnTo>
                    <a:lnTo>
                      <a:pt x="371" y="31"/>
                    </a:lnTo>
                    <a:lnTo>
                      <a:pt x="375" y="31"/>
                    </a:lnTo>
                    <a:lnTo>
                      <a:pt x="378" y="35"/>
                    </a:lnTo>
                    <a:lnTo>
                      <a:pt x="381" y="35"/>
                    </a:lnTo>
                    <a:lnTo>
                      <a:pt x="385" y="35"/>
                    </a:lnTo>
                    <a:lnTo>
                      <a:pt x="388" y="35"/>
                    </a:lnTo>
                    <a:lnTo>
                      <a:pt x="392" y="35"/>
                    </a:lnTo>
                    <a:lnTo>
                      <a:pt x="395" y="35"/>
                    </a:lnTo>
                    <a:lnTo>
                      <a:pt x="399" y="35"/>
                    </a:lnTo>
                    <a:lnTo>
                      <a:pt x="402" y="39"/>
                    </a:lnTo>
                    <a:lnTo>
                      <a:pt x="406" y="39"/>
                    </a:lnTo>
                    <a:lnTo>
                      <a:pt x="409" y="39"/>
                    </a:lnTo>
                    <a:lnTo>
                      <a:pt x="413" y="39"/>
                    </a:lnTo>
                    <a:lnTo>
                      <a:pt x="416" y="39"/>
                    </a:lnTo>
                    <a:lnTo>
                      <a:pt x="420" y="39"/>
                    </a:lnTo>
                    <a:lnTo>
                      <a:pt x="423" y="43"/>
                    </a:lnTo>
                    <a:lnTo>
                      <a:pt x="427" y="43"/>
                    </a:lnTo>
                    <a:lnTo>
                      <a:pt x="430" y="43"/>
                    </a:lnTo>
                    <a:lnTo>
                      <a:pt x="434" y="43"/>
                    </a:lnTo>
                    <a:lnTo>
                      <a:pt x="437" y="43"/>
                    </a:lnTo>
                    <a:lnTo>
                      <a:pt x="440" y="43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58" name="Freeform 246">
                <a:extLst>
                  <a:ext uri="{FF2B5EF4-FFF2-40B4-BE49-F238E27FC236}">
                    <a16:creationId xmlns:a16="http://schemas.microsoft.com/office/drawing/2014/main" id="{115CA7DD-0E51-85D0-B117-C8C9500F2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0" y="1788"/>
                <a:ext cx="441" cy="144"/>
              </a:xfrm>
              <a:custGeom>
                <a:avLst/>
                <a:gdLst>
                  <a:gd name="T0" fmla="*/ 7 w 441"/>
                  <a:gd name="T1" fmla="*/ 3 h 144"/>
                  <a:gd name="T2" fmla="*/ 18 w 441"/>
                  <a:gd name="T3" fmla="*/ 3 h 144"/>
                  <a:gd name="T4" fmla="*/ 28 w 441"/>
                  <a:gd name="T5" fmla="*/ 7 h 144"/>
                  <a:gd name="T6" fmla="*/ 39 w 441"/>
                  <a:gd name="T7" fmla="*/ 11 h 144"/>
                  <a:gd name="T8" fmla="*/ 49 w 441"/>
                  <a:gd name="T9" fmla="*/ 11 h 144"/>
                  <a:gd name="T10" fmla="*/ 59 w 441"/>
                  <a:gd name="T11" fmla="*/ 15 h 144"/>
                  <a:gd name="T12" fmla="*/ 70 w 441"/>
                  <a:gd name="T13" fmla="*/ 15 h 144"/>
                  <a:gd name="T14" fmla="*/ 80 w 441"/>
                  <a:gd name="T15" fmla="*/ 19 h 144"/>
                  <a:gd name="T16" fmla="*/ 91 w 441"/>
                  <a:gd name="T17" fmla="*/ 23 h 144"/>
                  <a:gd name="T18" fmla="*/ 101 w 441"/>
                  <a:gd name="T19" fmla="*/ 23 h 144"/>
                  <a:gd name="T20" fmla="*/ 111 w 441"/>
                  <a:gd name="T21" fmla="*/ 27 h 144"/>
                  <a:gd name="T22" fmla="*/ 122 w 441"/>
                  <a:gd name="T23" fmla="*/ 31 h 144"/>
                  <a:gd name="T24" fmla="*/ 132 w 441"/>
                  <a:gd name="T25" fmla="*/ 35 h 144"/>
                  <a:gd name="T26" fmla="*/ 143 w 441"/>
                  <a:gd name="T27" fmla="*/ 35 h 144"/>
                  <a:gd name="T28" fmla="*/ 153 w 441"/>
                  <a:gd name="T29" fmla="*/ 39 h 144"/>
                  <a:gd name="T30" fmla="*/ 163 w 441"/>
                  <a:gd name="T31" fmla="*/ 42 h 144"/>
                  <a:gd name="T32" fmla="*/ 174 w 441"/>
                  <a:gd name="T33" fmla="*/ 46 h 144"/>
                  <a:gd name="T34" fmla="*/ 184 w 441"/>
                  <a:gd name="T35" fmla="*/ 46 h 144"/>
                  <a:gd name="T36" fmla="*/ 195 w 441"/>
                  <a:gd name="T37" fmla="*/ 50 h 144"/>
                  <a:gd name="T38" fmla="*/ 205 w 441"/>
                  <a:gd name="T39" fmla="*/ 54 h 144"/>
                  <a:gd name="T40" fmla="*/ 216 w 441"/>
                  <a:gd name="T41" fmla="*/ 58 h 144"/>
                  <a:gd name="T42" fmla="*/ 226 w 441"/>
                  <a:gd name="T43" fmla="*/ 62 h 144"/>
                  <a:gd name="T44" fmla="*/ 236 w 441"/>
                  <a:gd name="T45" fmla="*/ 66 h 144"/>
                  <a:gd name="T46" fmla="*/ 247 w 441"/>
                  <a:gd name="T47" fmla="*/ 70 h 144"/>
                  <a:gd name="T48" fmla="*/ 257 w 441"/>
                  <a:gd name="T49" fmla="*/ 74 h 144"/>
                  <a:gd name="T50" fmla="*/ 268 w 441"/>
                  <a:gd name="T51" fmla="*/ 78 h 144"/>
                  <a:gd name="T52" fmla="*/ 278 w 441"/>
                  <a:gd name="T53" fmla="*/ 81 h 144"/>
                  <a:gd name="T54" fmla="*/ 288 w 441"/>
                  <a:gd name="T55" fmla="*/ 81 h 144"/>
                  <a:gd name="T56" fmla="*/ 299 w 441"/>
                  <a:gd name="T57" fmla="*/ 85 h 144"/>
                  <a:gd name="T58" fmla="*/ 309 w 441"/>
                  <a:gd name="T59" fmla="*/ 89 h 144"/>
                  <a:gd name="T60" fmla="*/ 320 w 441"/>
                  <a:gd name="T61" fmla="*/ 93 h 144"/>
                  <a:gd name="T62" fmla="*/ 330 w 441"/>
                  <a:gd name="T63" fmla="*/ 97 h 144"/>
                  <a:gd name="T64" fmla="*/ 340 w 441"/>
                  <a:gd name="T65" fmla="*/ 101 h 144"/>
                  <a:gd name="T66" fmla="*/ 351 w 441"/>
                  <a:gd name="T67" fmla="*/ 105 h 144"/>
                  <a:gd name="T68" fmla="*/ 361 w 441"/>
                  <a:gd name="T69" fmla="*/ 113 h 144"/>
                  <a:gd name="T70" fmla="*/ 372 w 441"/>
                  <a:gd name="T71" fmla="*/ 116 h 144"/>
                  <a:gd name="T72" fmla="*/ 382 w 441"/>
                  <a:gd name="T73" fmla="*/ 120 h 144"/>
                  <a:gd name="T74" fmla="*/ 392 w 441"/>
                  <a:gd name="T75" fmla="*/ 124 h 144"/>
                  <a:gd name="T76" fmla="*/ 403 w 441"/>
                  <a:gd name="T77" fmla="*/ 128 h 144"/>
                  <a:gd name="T78" fmla="*/ 413 w 441"/>
                  <a:gd name="T79" fmla="*/ 132 h 144"/>
                  <a:gd name="T80" fmla="*/ 424 w 441"/>
                  <a:gd name="T81" fmla="*/ 136 h 144"/>
                  <a:gd name="T82" fmla="*/ 434 w 441"/>
                  <a:gd name="T83" fmla="*/ 140 h 1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1" h="144">
                    <a:moveTo>
                      <a:pt x="0" y="0"/>
                    </a:moveTo>
                    <a:lnTo>
                      <a:pt x="4" y="3"/>
                    </a:lnTo>
                    <a:lnTo>
                      <a:pt x="7" y="3"/>
                    </a:lnTo>
                    <a:lnTo>
                      <a:pt x="11" y="3"/>
                    </a:lnTo>
                    <a:lnTo>
                      <a:pt x="14" y="3"/>
                    </a:lnTo>
                    <a:lnTo>
                      <a:pt x="18" y="3"/>
                    </a:lnTo>
                    <a:lnTo>
                      <a:pt x="21" y="7"/>
                    </a:lnTo>
                    <a:lnTo>
                      <a:pt x="25" y="7"/>
                    </a:lnTo>
                    <a:lnTo>
                      <a:pt x="28" y="7"/>
                    </a:lnTo>
                    <a:lnTo>
                      <a:pt x="32" y="7"/>
                    </a:lnTo>
                    <a:lnTo>
                      <a:pt x="35" y="7"/>
                    </a:lnTo>
                    <a:lnTo>
                      <a:pt x="39" y="11"/>
                    </a:lnTo>
                    <a:lnTo>
                      <a:pt x="42" y="11"/>
                    </a:lnTo>
                    <a:lnTo>
                      <a:pt x="46" y="11"/>
                    </a:lnTo>
                    <a:lnTo>
                      <a:pt x="49" y="11"/>
                    </a:lnTo>
                    <a:lnTo>
                      <a:pt x="52" y="11"/>
                    </a:lnTo>
                    <a:lnTo>
                      <a:pt x="56" y="15"/>
                    </a:lnTo>
                    <a:lnTo>
                      <a:pt x="59" y="15"/>
                    </a:lnTo>
                    <a:lnTo>
                      <a:pt x="63" y="15"/>
                    </a:lnTo>
                    <a:lnTo>
                      <a:pt x="66" y="15"/>
                    </a:lnTo>
                    <a:lnTo>
                      <a:pt x="70" y="15"/>
                    </a:lnTo>
                    <a:lnTo>
                      <a:pt x="73" y="19"/>
                    </a:lnTo>
                    <a:lnTo>
                      <a:pt x="77" y="19"/>
                    </a:lnTo>
                    <a:lnTo>
                      <a:pt x="80" y="19"/>
                    </a:lnTo>
                    <a:lnTo>
                      <a:pt x="84" y="19"/>
                    </a:lnTo>
                    <a:lnTo>
                      <a:pt x="87" y="19"/>
                    </a:lnTo>
                    <a:lnTo>
                      <a:pt x="91" y="23"/>
                    </a:lnTo>
                    <a:lnTo>
                      <a:pt x="94" y="23"/>
                    </a:lnTo>
                    <a:lnTo>
                      <a:pt x="98" y="23"/>
                    </a:lnTo>
                    <a:lnTo>
                      <a:pt x="101" y="23"/>
                    </a:lnTo>
                    <a:lnTo>
                      <a:pt x="105" y="27"/>
                    </a:lnTo>
                    <a:lnTo>
                      <a:pt x="108" y="27"/>
                    </a:lnTo>
                    <a:lnTo>
                      <a:pt x="111" y="27"/>
                    </a:lnTo>
                    <a:lnTo>
                      <a:pt x="115" y="27"/>
                    </a:lnTo>
                    <a:lnTo>
                      <a:pt x="118" y="31"/>
                    </a:lnTo>
                    <a:lnTo>
                      <a:pt x="122" y="31"/>
                    </a:lnTo>
                    <a:lnTo>
                      <a:pt x="125" y="31"/>
                    </a:lnTo>
                    <a:lnTo>
                      <a:pt x="129" y="31"/>
                    </a:lnTo>
                    <a:lnTo>
                      <a:pt x="132" y="35"/>
                    </a:lnTo>
                    <a:lnTo>
                      <a:pt x="136" y="35"/>
                    </a:lnTo>
                    <a:lnTo>
                      <a:pt x="139" y="35"/>
                    </a:lnTo>
                    <a:lnTo>
                      <a:pt x="143" y="35"/>
                    </a:lnTo>
                    <a:lnTo>
                      <a:pt x="146" y="39"/>
                    </a:lnTo>
                    <a:lnTo>
                      <a:pt x="150" y="39"/>
                    </a:lnTo>
                    <a:lnTo>
                      <a:pt x="153" y="39"/>
                    </a:lnTo>
                    <a:lnTo>
                      <a:pt x="157" y="39"/>
                    </a:lnTo>
                    <a:lnTo>
                      <a:pt x="160" y="42"/>
                    </a:lnTo>
                    <a:lnTo>
                      <a:pt x="163" y="42"/>
                    </a:lnTo>
                    <a:lnTo>
                      <a:pt x="167" y="42"/>
                    </a:lnTo>
                    <a:lnTo>
                      <a:pt x="170" y="42"/>
                    </a:lnTo>
                    <a:lnTo>
                      <a:pt x="174" y="46"/>
                    </a:lnTo>
                    <a:lnTo>
                      <a:pt x="177" y="46"/>
                    </a:lnTo>
                    <a:lnTo>
                      <a:pt x="181" y="46"/>
                    </a:lnTo>
                    <a:lnTo>
                      <a:pt x="184" y="46"/>
                    </a:lnTo>
                    <a:lnTo>
                      <a:pt x="188" y="50"/>
                    </a:lnTo>
                    <a:lnTo>
                      <a:pt x="191" y="50"/>
                    </a:lnTo>
                    <a:lnTo>
                      <a:pt x="195" y="50"/>
                    </a:lnTo>
                    <a:lnTo>
                      <a:pt x="198" y="54"/>
                    </a:lnTo>
                    <a:lnTo>
                      <a:pt x="202" y="54"/>
                    </a:lnTo>
                    <a:lnTo>
                      <a:pt x="205" y="54"/>
                    </a:lnTo>
                    <a:lnTo>
                      <a:pt x="209" y="54"/>
                    </a:lnTo>
                    <a:lnTo>
                      <a:pt x="212" y="58"/>
                    </a:lnTo>
                    <a:lnTo>
                      <a:pt x="216" y="58"/>
                    </a:lnTo>
                    <a:lnTo>
                      <a:pt x="219" y="58"/>
                    </a:lnTo>
                    <a:lnTo>
                      <a:pt x="222" y="62"/>
                    </a:lnTo>
                    <a:lnTo>
                      <a:pt x="226" y="62"/>
                    </a:lnTo>
                    <a:lnTo>
                      <a:pt x="229" y="62"/>
                    </a:lnTo>
                    <a:lnTo>
                      <a:pt x="233" y="62"/>
                    </a:lnTo>
                    <a:lnTo>
                      <a:pt x="236" y="66"/>
                    </a:lnTo>
                    <a:lnTo>
                      <a:pt x="240" y="66"/>
                    </a:lnTo>
                    <a:lnTo>
                      <a:pt x="243" y="66"/>
                    </a:lnTo>
                    <a:lnTo>
                      <a:pt x="247" y="70"/>
                    </a:lnTo>
                    <a:lnTo>
                      <a:pt x="250" y="70"/>
                    </a:lnTo>
                    <a:lnTo>
                      <a:pt x="254" y="70"/>
                    </a:lnTo>
                    <a:lnTo>
                      <a:pt x="257" y="74"/>
                    </a:lnTo>
                    <a:lnTo>
                      <a:pt x="261" y="74"/>
                    </a:lnTo>
                    <a:lnTo>
                      <a:pt x="264" y="74"/>
                    </a:lnTo>
                    <a:lnTo>
                      <a:pt x="268" y="78"/>
                    </a:lnTo>
                    <a:lnTo>
                      <a:pt x="271" y="78"/>
                    </a:lnTo>
                    <a:lnTo>
                      <a:pt x="274" y="78"/>
                    </a:lnTo>
                    <a:lnTo>
                      <a:pt x="278" y="81"/>
                    </a:lnTo>
                    <a:lnTo>
                      <a:pt x="281" y="81"/>
                    </a:lnTo>
                    <a:lnTo>
                      <a:pt x="285" y="81"/>
                    </a:lnTo>
                    <a:lnTo>
                      <a:pt x="288" y="81"/>
                    </a:lnTo>
                    <a:lnTo>
                      <a:pt x="292" y="85"/>
                    </a:lnTo>
                    <a:lnTo>
                      <a:pt x="295" y="85"/>
                    </a:lnTo>
                    <a:lnTo>
                      <a:pt x="299" y="85"/>
                    </a:lnTo>
                    <a:lnTo>
                      <a:pt x="302" y="89"/>
                    </a:lnTo>
                    <a:lnTo>
                      <a:pt x="306" y="89"/>
                    </a:lnTo>
                    <a:lnTo>
                      <a:pt x="309" y="89"/>
                    </a:lnTo>
                    <a:lnTo>
                      <a:pt x="313" y="93"/>
                    </a:lnTo>
                    <a:lnTo>
                      <a:pt x="316" y="93"/>
                    </a:lnTo>
                    <a:lnTo>
                      <a:pt x="320" y="93"/>
                    </a:lnTo>
                    <a:lnTo>
                      <a:pt x="323" y="97"/>
                    </a:lnTo>
                    <a:lnTo>
                      <a:pt x="327" y="97"/>
                    </a:lnTo>
                    <a:lnTo>
                      <a:pt x="330" y="97"/>
                    </a:lnTo>
                    <a:lnTo>
                      <a:pt x="333" y="101"/>
                    </a:lnTo>
                    <a:lnTo>
                      <a:pt x="337" y="101"/>
                    </a:lnTo>
                    <a:lnTo>
                      <a:pt x="340" y="101"/>
                    </a:lnTo>
                    <a:lnTo>
                      <a:pt x="344" y="105"/>
                    </a:lnTo>
                    <a:lnTo>
                      <a:pt x="347" y="105"/>
                    </a:lnTo>
                    <a:lnTo>
                      <a:pt x="351" y="105"/>
                    </a:lnTo>
                    <a:lnTo>
                      <a:pt x="354" y="109"/>
                    </a:lnTo>
                    <a:lnTo>
                      <a:pt x="358" y="109"/>
                    </a:lnTo>
                    <a:lnTo>
                      <a:pt x="361" y="113"/>
                    </a:lnTo>
                    <a:lnTo>
                      <a:pt x="365" y="113"/>
                    </a:lnTo>
                    <a:lnTo>
                      <a:pt x="368" y="113"/>
                    </a:lnTo>
                    <a:lnTo>
                      <a:pt x="372" y="116"/>
                    </a:lnTo>
                    <a:lnTo>
                      <a:pt x="375" y="116"/>
                    </a:lnTo>
                    <a:lnTo>
                      <a:pt x="379" y="116"/>
                    </a:lnTo>
                    <a:lnTo>
                      <a:pt x="382" y="120"/>
                    </a:lnTo>
                    <a:lnTo>
                      <a:pt x="385" y="120"/>
                    </a:lnTo>
                    <a:lnTo>
                      <a:pt x="389" y="120"/>
                    </a:lnTo>
                    <a:lnTo>
                      <a:pt x="392" y="124"/>
                    </a:lnTo>
                    <a:lnTo>
                      <a:pt x="396" y="124"/>
                    </a:lnTo>
                    <a:lnTo>
                      <a:pt x="399" y="124"/>
                    </a:lnTo>
                    <a:lnTo>
                      <a:pt x="403" y="128"/>
                    </a:lnTo>
                    <a:lnTo>
                      <a:pt x="406" y="128"/>
                    </a:lnTo>
                    <a:lnTo>
                      <a:pt x="410" y="132"/>
                    </a:lnTo>
                    <a:lnTo>
                      <a:pt x="413" y="132"/>
                    </a:lnTo>
                    <a:lnTo>
                      <a:pt x="417" y="132"/>
                    </a:lnTo>
                    <a:lnTo>
                      <a:pt x="420" y="136"/>
                    </a:lnTo>
                    <a:lnTo>
                      <a:pt x="424" y="136"/>
                    </a:lnTo>
                    <a:lnTo>
                      <a:pt x="427" y="136"/>
                    </a:lnTo>
                    <a:lnTo>
                      <a:pt x="431" y="140"/>
                    </a:lnTo>
                    <a:lnTo>
                      <a:pt x="434" y="140"/>
                    </a:lnTo>
                    <a:lnTo>
                      <a:pt x="438" y="140"/>
                    </a:lnTo>
                    <a:lnTo>
                      <a:pt x="441" y="144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59" name="Freeform 247">
                <a:extLst>
                  <a:ext uri="{FF2B5EF4-FFF2-40B4-BE49-F238E27FC236}">
                    <a16:creationId xmlns:a16="http://schemas.microsoft.com/office/drawing/2014/main" id="{1A8A8152-60A4-47B9-5507-7E305C1A4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1" y="1932"/>
                <a:ext cx="441" cy="198"/>
              </a:xfrm>
              <a:custGeom>
                <a:avLst/>
                <a:gdLst>
                  <a:gd name="T0" fmla="*/ 7 w 441"/>
                  <a:gd name="T1" fmla="*/ 4 h 198"/>
                  <a:gd name="T2" fmla="*/ 17 w 441"/>
                  <a:gd name="T3" fmla="*/ 8 h 198"/>
                  <a:gd name="T4" fmla="*/ 28 w 441"/>
                  <a:gd name="T5" fmla="*/ 11 h 198"/>
                  <a:gd name="T6" fmla="*/ 38 w 441"/>
                  <a:gd name="T7" fmla="*/ 15 h 198"/>
                  <a:gd name="T8" fmla="*/ 49 w 441"/>
                  <a:gd name="T9" fmla="*/ 19 h 198"/>
                  <a:gd name="T10" fmla="*/ 59 w 441"/>
                  <a:gd name="T11" fmla="*/ 23 h 198"/>
                  <a:gd name="T12" fmla="*/ 69 w 441"/>
                  <a:gd name="T13" fmla="*/ 27 h 198"/>
                  <a:gd name="T14" fmla="*/ 80 w 441"/>
                  <a:gd name="T15" fmla="*/ 35 h 198"/>
                  <a:gd name="T16" fmla="*/ 90 w 441"/>
                  <a:gd name="T17" fmla="*/ 39 h 198"/>
                  <a:gd name="T18" fmla="*/ 101 w 441"/>
                  <a:gd name="T19" fmla="*/ 43 h 198"/>
                  <a:gd name="T20" fmla="*/ 111 w 441"/>
                  <a:gd name="T21" fmla="*/ 46 h 198"/>
                  <a:gd name="T22" fmla="*/ 121 w 441"/>
                  <a:gd name="T23" fmla="*/ 50 h 198"/>
                  <a:gd name="T24" fmla="*/ 132 w 441"/>
                  <a:gd name="T25" fmla="*/ 54 h 198"/>
                  <a:gd name="T26" fmla="*/ 142 w 441"/>
                  <a:gd name="T27" fmla="*/ 62 h 198"/>
                  <a:gd name="T28" fmla="*/ 153 w 441"/>
                  <a:gd name="T29" fmla="*/ 66 h 198"/>
                  <a:gd name="T30" fmla="*/ 163 w 441"/>
                  <a:gd name="T31" fmla="*/ 70 h 198"/>
                  <a:gd name="T32" fmla="*/ 173 w 441"/>
                  <a:gd name="T33" fmla="*/ 74 h 198"/>
                  <a:gd name="T34" fmla="*/ 184 w 441"/>
                  <a:gd name="T35" fmla="*/ 78 h 198"/>
                  <a:gd name="T36" fmla="*/ 194 w 441"/>
                  <a:gd name="T37" fmla="*/ 85 h 198"/>
                  <a:gd name="T38" fmla="*/ 205 w 441"/>
                  <a:gd name="T39" fmla="*/ 89 h 198"/>
                  <a:gd name="T40" fmla="*/ 215 w 441"/>
                  <a:gd name="T41" fmla="*/ 93 h 198"/>
                  <a:gd name="T42" fmla="*/ 225 w 441"/>
                  <a:gd name="T43" fmla="*/ 97 h 198"/>
                  <a:gd name="T44" fmla="*/ 236 w 441"/>
                  <a:gd name="T45" fmla="*/ 105 h 198"/>
                  <a:gd name="T46" fmla="*/ 246 w 441"/>
                  <a:gd name="T47" fmla="*/ 109 h 198"/>
                  <a:gd name="T48" fmla="*/ 257 w 441"/>
                  <a:gd name="T49" fmla="*/ 113 h 198"/>
                  <a:gd name="T50" fmla="*/ 267 w 441"/>
                  <a:gd name="T51" fmla="*/ 117 h 198"/>
                  <a:gd name="T52" fmla="*/ 277 w 441"/>
                  <a:gd name="T53" fmla="*/ 124 h 198"/>
                  <a:gd name="T54" fmla="*/ 288 w 441"/>
                  <a:gd name="T55" fmla="*/ 128 h 198"/>
                  <a:gd name="T56" fmla="*/ 298 w 441"/>
                  <a:gd name="T57" fmla="*/ 132 h 198"/>
                  <a:gd name="T58" fmla="*/ 309 w 441"/>
                  <a:gd name="T59" fmla="*/ 136 h 198"/>
                  <a:gd name="T60" fmla="*/ 319 w 441"/>
                  <a:gd name="T61" fmla="*/ 140 h 198"/>
                  <a:gd name="T62" fmla="*/ 330 w 441"/>
                  <a:gd name="T63" fmla="*/ 148 h 198"/>
                  <a:gd name="T64" fmla="*/ 340 w 441"/>
                  <a:gd name="T65" fmla="*/ 152 h 198"/>
                  <a:gd name="T66" fmla="*/ 350 w 441"/>
                  <a:gd name="T67" fmla="*/ 156 h 198"/>
                  <a:gd name="T68" fmla="*/ 361 w 441"/>
                  <a:gd name="T69" fmla="*/ 159 h 198"/>
                  <a:gd name="T70" fmla="*/ 371 w 441"/>
                  <a:gd name="T71" fmla="*/ 167 h 198"/>
                  <a:gd name="T72" fmla="*/ 382 w 441"/>
                  <a:gd name="T73" fmla="*/ 171 h 198"/>
                  <a:gd name="T74" fmla="*/ 392 w 441"/>
                  <a:gd name="T75" fmla="*/ 175 h 198"/>
                  <a:gd name="T76" fmla="*/ 402 w 441"/>
                  <a:gd name="T77" fmla="*/ 183 h 198"/>
                  <a:gd name="T78" fmla="*/ 413 w 441"/>
                  <a:gd name="T79" fmla="*/ 187 h 198"/>
                  <a:gd name="T80" fmla="*/ 423 w 441"/>
                  <a:gd name="T81" fmla="*/ 191 h 198"/>
                  <a:gd name="T82" fmla="*/ 434 w 441"/>
                  <a:gd name="T83" fmla="*/ 195 h 1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1" h="198">
                    <a:moveTo>
                      <a:pt x="0" y="0"/>
                    </a:moveTo>
                    <a:lnTo>
                      <a:pt x="3" y="0"/>
                    </a:lnTo>
                    <a:lnTo>
                      <a:pt x="7" y="4"/>
                    </a:lnTo>
                    <a:lnTo>
                      <a:pt x="10" y="4"/>
                    </a:lnTo>
                    <a:lnTo>
                      <a:pt x="14" y="4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4" y="8"/>
                    </a:lnTo>
                    <a:lnTo>
                      <a:pt x="28" y="11"/>
                    </a:lnTo>
                    <a:lnTo>
                      <a:pt x="31" y="11"/>
                    </a:lnTo>
                    <a:lnTo>
                      <a:pt x="35" y="15"/>
                    </a:lnTo>
                    <a:lnTo>
                      <a:pt x="38" y="15"/>
                    </a:lnTo>
                    <a:lnTo>
                      <a:pt x="42" y="15"/>
                    </a:lnTo>
                    <a:lnTo>
                      <a:pt x="45" y="19"/>
                    </a:lnTo>
                    <a:lnTo>
                      <a:pt x="49" y="19"/>
                    </a:lnTo>
                    <a:lnTo>
                      <a:pt x="52" y="19"/>
                    </a:lnTo>
                    <a:lnTo>
                      <a:pt x="55" y="23"/>
                    </a:lnTo>
                    <a:lnTo>
                      <a:pt x="59" y="23"/>
                    </a:lnTo>
                    <a:lnTo>
                      <a:pt x="62" y="27"/>
                    </a:lnTo>
                    <a:lnTo>
                      <a:pt x="66" y="27"/>
                    </a:lnTo>
                    <a:lnTo>
                      <a:pt x="69" y="27"/>
                    </a:lnTo>
                    <a:lnTo>
                      <a:pt x="73" y="31"/>
                    </a:lnTo>
                    <a:lnTo>
                      <a:pt x="76" y="31"/>
                    </a:lnTo>
                    <a:lnTo>
                      <a:pt x="80" y="35"/>
                    </a:lnTo>
                    <a:lnTo>
                      <a:pt x="83" y="35"/>
                    </a:lnTo>
                    <a:lnTo>
                      <a:pt x="87" y="35"/>
                    </a:lnTo>
                    <a:lnTo>
                      <a:pt x="90" y="39"/>
                    </a:lnTo>
                    <a:lnTo>
                      <a:pt x="94" y="39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4" y="43"/>
                    </a:lnTo>
                    <a:lnTo>
                      <a:pt x="108" y="46"/>
                    </a:lnTo>
                    <a:lnTo>
                      <a:pt x="111" y="46"/>
                    </a:lnTo>
                    <a:lnTo>
                      <a:pt x="114" y="46"/>
                    </a:lnTo>
                    <a:lnTo>
                      <a:pt x="118" y="50"/>
                    </a:lnTo>
                    <a:lnTo>
                      <a:pt x="121" y="50"/>
                    </a:lnTo>
                    <a:lnTo>
                      <a:pt x="125" y="54"/>
                    </a:lnTo>
                    <a:lnTo>
                      <a:pt x="128" y="54"/>
                    </a:lnTo>
                    <a:lnTo>
                      <a:pt x="132" y="54"/>
                    </a:lnTo>
                    <a:lnTo>
                      <a:pt x="135" y="58"/>
                    </a:lnTo>
                    <a:lnTo>
                      <a:pt x="139" y="58"/>
                    </a:lnTo>
                    <a:lnTo>
                      <a:pt x="142" y="62"/>
                    </a:lnTo>
                    <a:lnTo>
                      <a:pt x="146" y="62"/>
                    </a:lnTo>
                    <a:lnTo>
                      <a:pt x="149" y="62"/>
                    </a:lnTo>
                    <a:lnTo>
                      <a:pt x="153" y="66"/>
                    </a:lnTo>
                    <a:lnTo>
                      <a:pt x="156" y="66"/>
                    </a:lnTo>
                    <a:lnTo>
                      <a:pt x="160" y="70"/>
                    </a:lnTo>
                    <a:lnTo>
                      <a:pt x="163" y="70"/>
                    </a:lnTo>
                    <a:lnTo>
                      <a:pt x="166" y="70"/>
                    </a:lnTo>
                    <a:lnTo>
                      <a:pt x="170" y="74"/>
                    </a:lnTo>
                    <a:lnTo>
                      <a:pt x="173" y="74"/>
                    </a:lnTo>
                    <a:lnTo>
                      <a:pt x="177" y="78"/>
                    </a:lnTo>
                    <a:lnTo>
                      <a:pt x="180" y="78"/>
                    </a:lnTo>
                    <a:lnTo>
                      <a:pt x="184" y="78"/>
                    </a:lnTo>
                    <a:lnTo>
                      <a:pt x="187" y="82"/>
                    </a:lnTo>
                    <a:lnTo>
                      <a:pt x="191" y="82"/>
                    </a:lnTo>
                    <a:lnTo>
                      <a:pt x="194" y="85"/>
                    </a:lnTo>
                    <a:lnTo>
                      <a:pt x="198" y="85"/>
                    </a:lnTo>
                    <a:lnTo>
                      <a:pt x="201" y="89"/>
                    </a:lnTo>
                    <a:lnTo>
                      <a:pt x="205" y="89"/>
                    </a:lnTo>
                    <a:lnTo>
                      <a:pt x="208" y="89"/>
                    </a:lnTo>
                    <a:lnTo>
                      <a:pt x="212" y="93"/>
                    </a:lnTo>
                    <a:lnTo>
                      <a:pt x="215" y="93"/>
                    </a:lnTo>
                    <a:lnTo>
                      <a:pt x="219" y="97"/>
                    </a:lnTo>
                    <a:lnTo>
                      <a:pt x="222" y="97"/>
                    </a:lnTo>
                    <a:lnTo>
                      <a:pt x="225" y="97"/>
                    </a:lnTo>
                    <a:lnTo>
                      <a:pt x="229" y="101"/>
                    </a:lnTo>
                    <a:lnTo>
                      <a:pt x="232" y="101"/>
                    </a:lnTo>
                    <a:lnTo>
                      <a:pt x="236" y="105"/>
                    </a:lnTo>
                    <a:lnTo>
                      <a:pt x="239" y="105"/>
                    </a:lnTo>
                    <a:lnTo>
                      <a:pt x="243" y="105"/>
                    </a:lnTo>
                    <a:lnTo>
                      <a:pt x="246" y="109"/>
                    </a:lnTo>
                    <a:lnTo>
                      <a:pt x="250" y="109"/>
                    </a:lnTo>
                    <a:lnTo>
                      <a:pt x="253" y="113"/>
                    </a:lnTo>
                    <a:lnTo>
                      <a:pt x="257" y="113"/>
                    </a:lnTo>
                    <a:lnTo>
                      <a:pt x="260" y="113"/>
                    </a:lnTo>
                    <a:lnTo>
                      <a:pt x="264" y="117"/>
                    </a:lnTo>
                    <a:lnTo>
                      <a:pt x="267" y="117"/>
                    </a:lnTo>
                    <a:lnTo>
                      <a:pt x="271" y="121"/>
                    </a:lnTo>
                    <a:lnTo>
                      <a:pt x="274" y="121"/>
                    </a:lnTo>
                    <a:lnTo>
                      <a:pt x="277" y="124"/>
                    </a:lnTo>
                    <a:lnTo>
                      <a:pt x="281" y="124"/>
                    </a:lnTo>
                    <a:lnTo>
                      <a:pt x="284" y="124"/>
                    </a:lnTo>
                    <a:lnTo>
                      <a:pt x="288" y="128"/>
                    </a:lnTo>
                    <a:lnTo>
                      <a:pt x="291" y="128"/>
                    </a:lnTo>
                    <a:lnTo>
                      <a:pt x="295" y="132"/>
                    </a:lnTo>
                    <a:lnTo>
                      <a:pt x="298" y="132"/>
                    </a:lnTo>
                    <a:lnTo>
                      <a:pt x="302" y="132"/>
                    </a:lnTo>
                    <a:lnTo>
                      <a:pt x="305" y="136"/>
                    </a:lnTo>
                    <a:lnTo>
                      <a:pt x="309" y="136"/>
                    </a:lnTo>
                    <a:lnTo>
                      <a:pt x="312" y="140"/>
                    </a:lnTo>
                    <a:lnTo>
                      <a:pt x="316" y="140"/>
                    </a:lnTo>
                    <a:lnTo>
                      <a:pt x="319" y="140"/>
                    </a:lnTo>
                    <a:lnTo>
                      <a:pt x="323" y="144"/>
                    </a:lnTo>
                    <a:lnTo>
                      <a:pt x="326" y="144"/>
                    </a:lnTo>
                    <a:lnTo>
                      <a:pt x="330" y="148"/>
                    </a:lnTo>
                    <a:lnTo>
                      <a:pt x="333" y="148"/>
                    </a:lnTo>
                    <a:lnTo>
                      <a:pt x="336" y="152"/>
                    </a:lnTo>
                    <a:lnTo>
                      <a:pt x="340" y="152"/>
                    </a:lnTo>
                    <a:lnTo>
                      <a:pt x="343" y="152"/>
                    </a:lnTo>
                    <a:lnTo>
                      <a:pt x="347" y="156"/>
                    </a:lnTo>
                    <a:lnTo>
                      <a:pt x="350" y="156"/>
                    </a:lnTo>
                    <a:lnTo>
                      <a:pt x="354" y="159"/>
                    </a:lnTo>
                    <a:lnTo>
                      <a:pt x="357" y="159"/>
                    </a:lnTo>
                    <a:lnTo>
                      <a:pt x="361" y="159"/>
                    </a:lnTo>
                    <a:lnTo>
                      <a:pt x="364" y="163"/>
                    </a:lnTo>
                    <a:lnTo>
                      <a:pt x="368" y="163"/>
                    </a:lnTo>
                    <a:lnTo>
                      <a:pt x="371" y="167"/>
                    </a:lnTo>
                    <a:lnTo>
                      <a:pt x="375" y="167"/>
                    </a:lnTo>
                    <a:lnTo>
                      <a:pt x="378" y="171"/>
                    </a:lnTo>
                    <a:lnTo>
                      <a:pt x="382" y="171"/>
                    </a:lnTo>
                    <a:lnTo>
                      <a:pt x="385" y="171"/>
                    </a:lnTo>
                    <a:lnTo>
                      <a:pt x="388" y="175"/>
                    </a:lnTo>
                    <a:lnTo>
                      <a:pt x="392" y="175"/>
                    </a:lnTo>
                    <a:lnTo>
                      <a:pt x="395" y="179"/>
                    </a:lnTo>
                    <a:lnTo>
                      <a:pt x="399" y="179"/>
                    </a:lnTo>
                    <a:lnTo>
                      <a:pt x="402" y="183"/>
                    </a:lnTo>
                    <a:lnTo>
                      <a:pt x="406" y="183"/>
                    </a:lnTo>
                    <a:lnTo>
                      <a:pt x="409" y="183"/>
                    </a:lnTo>
                    <a:lnTo>
                      <a:pt x="413" y="187"/>
                    </a:lnTo>
                    <a:lnTo>
                      <a:pt x="416" y="187"/>
                    </a:lnTo>
                    <a:lnTo>
                      <a:pt x="420" y="191"/>
                    </a:lnTo>
                    <a:lnTo>
                      <a:pt x="423" y="191"/>
                    </a:lnTo>
                    <a:lnTo>
                      <a:pt x="427" y="191"/>
                    </a:lnTo>
                    <a:lnTo>
                      <a:pt x="430" y="195"/>
                    </a:lnTo>
                    <a:lnTo>
                      <a:pt x="434" y="195"/>
                    </a:lnTo>
                    <a:lnTo>
                      <a:pt x="437" y="198"/>
                    </a:lnTo>
                    <a:lnTo>
                      <a:pt x="441" y="198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60" name="Freeform 248">
                <a:extLst>
                  <a:ext uri="{FF2B5EF4-FFF2-40B4-BE49-F238E27FC236}">
                    <a16:creationId xmlns:a16="http://schemas.microsoft.com/office/drawing/2014/main" id="{AE5699C9-F7A0-32E9-934A-B7754579F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2" y="2130"/>
                <a:ext cx="381" cy="184"/>
              </a:xfrm>
              <a:custGeom>
                <a:avLst/>
                <a:gdLst>
                  <a:gd name="T0" fmla="*/ 3 w 381"/>
                  <a:gd name="T1" fmla="*/ 4 h 184"/>
                  <a:gd name="T2" fmla="*/ 10 w 381"/>
                  <a:gd name="T3" fmla="*/ 4 h 184"/>
                  <a:gd name="T4" fmla="*/ 17 w 381"/>
                  <a:gd name="T5" fmla="*/ 8 h 184"/>
                  <a:gd name="T6" fmla="*/ 24 w 381"/>
                  <a:gd name="T7" fmla="*/ 12 h 184"/>
                  <a:gd name="T8" fmla="*/ 31 w 381"/>
                  <a:gd name="T9" fmla="*/ 16 h 184"/>
                  <a:gd name="T10" fmla="*/ 38 w 381"/>
                  <a:gd name="T11" fmla="*/ 20 h 184"/>
                  <a:gd name="T12" fmla="*/ 45 w 381"/>
                  <a:gd name="T13" fmla="*/ 24 h 184"/>
                  <a:gd name="T14" fmla="*/ 52 w 381"/>
                  <a:gd name="T15" fmla="*/ 24 h 184"/>
                  <a:gd name="T16" fmla="*/ 58 w 381"/>
                  <a:gd name="T17" fmla="*/ 28 h 184"/>
                  <a:gd name="T18" fmla="*/ 65 w 381"/>
                  <a:gd name="T19" fmla="*/ 32 h 184"/>
                  <a:gd name="T20" fmla="*/ 72 w 381"/>
                  <a:gd name="T21" fmla="*/ 35 h 184"/>
                  <a:gd name="T22" fmla="*/ 79 w 381"/>
                  <a:gd name="T23" fmla="*/ 39 h 184"/>
                  <a:gd name="T24" fmla="*/ 86 w 381"/>
                  <a:gd name="T25" fmla="*/ 43 h 184"/>
                  <a:gd name="T26" fmla="*/ 93 w 381"/>
                  <a:gd name="T27" fmla="*/ 47 h 184"/>
                  <a:gd name="T28" fmla="*/ 100 w 381"/>
                  <a:gd name="T29" fmla="*/ 47 h 184"/>
                  <a:gd name="T30" fmla="*/ 107 w 381"/>
                  <a:gd name="T31" fmla="*/ 51 h 184"/>
                  <a:gd name="T32" fmla="*/ 114 w 381"/>
                  <a:gd name="T33" fmla="*/ 55 h 184"/>
                  <a:gd name="T34" fmla="*/ 121 w 381"/>
                  <a:gd name="T35" fmla="*/ 59 h 184"/>
                  <a:gd name="T36" fmla="*/ 128 w 381"/>
                  <a:gd name="T37" fmla="*/ 63 h 184"/>
                  <a:gd name="T38" fmla="*/ 135 w 381"/>
                  <a:gd name="T39" fmla="*/ 67 h 184"/>
                  <a:gd name="T40" fmla="*/ 142 w 381"/>
                  <a:gd name="T41" fmla="*/ 71 h 184"/>
                  <a:gd name="T42" fmla="*/ 149 w 381"/>
                  <a:gd name="T43" fmla="*/ 71 h 184"/>
                  <a:gd name="T44" fmla="*/ 156 w 381"/>
                  <a:gd name="T45" fmla="*/ 74 h 184"/>
                  <a:gd name="T46" fmla="*/ 163 w 381"/>
                  <a:gd name="T47" fmla="*/ 78 h 184"/>
                  <a:gd name="T48" fmla="*/ 169 w 381"/>
                  <a:gd name="T49" fmla="*/ 82 h 184"/>
                  <a:gd name="T50" fmla="*/ 176 w 381"/>
                  <a:gd name="T51" fmla="*/ 86 h 184"/>
                  <a:gd name="T52" fmla="*/ 183 w 381"/>
                  <a:gd name="T53" fmla="*/ 90 h 184"/>
                  <a:gd name="T54" fmla="*/ 190 w 381"/>
                  <a:gd name="T55" fmla="*/ 90 h 184"/>
                  <a:gd name="T56" fmla="*/ 197 w 381"/>
                  <a:gd name="T57" fmla="*/ 94 h 184"/>
                  <a:gd name="T58" fmla="*/ 204 w 381"/>
                  <a:gd name="T59" fmla="*/ 98 h 184"/>
                  <a:gd name="T60" fmla="*/ 211 w 381"/>
                  <a:gd name="T61" fmla="*/ 102 h 184"/>
                  <a:gd name="T62" fmla="*/ 218 w 381"/>
                  <a:gd name="T63" fmla="*/ 106 h 184"/>
                  <a:gd name="T64" fmla="*/ 225 w 381"/>
                  <a:gd name="T65" fmla="*/ 110 h 184"/>
                  <a:gd name="T66" fmla="*/ 232 w 381"/>
                  <a:gd name="T67" fmla="*/ 113 h 184"/>
                  <a:gd name="T68" fmla="*/ 239 w 381"/>
                  <a:gd name="T69" fmla="*/ 113 h 184"/>
                  <a:gd name="T70" fmla="*/ 246 w 381"/>
                  <a:gd name="T71" fmla="*/ 117 h 184"/>
                  <a:gd name="T72" fmla="*/ 253 w 381"/>
                  <a:gd name="T73" fmla="*/ 121 h 184"/>
                  <a:gd name="T74" fmla="*/ 260 w 381"/>
                  <a:gd name="T75" fmla="*/ 125 h 184"/>
                  <a:gd name="T76" fmla="*/ 267 w 381"/>
                  <a:gd name="T77" fmla="*/ 129 h 184"/>
                  <a:gd name="T78" fmla="*/ 274 w 381"/>
                  <a:gd name="T79" fmla="*/ 133 h 184"/>
                  <a:gd name="T80" fmla="*/ 280 w 381"/>
                  <a:gd name="T81" fmla="*/ 137 h 184"/>
                  <a:gd name="T82" fmla="*/ 287 w 381"/>
                  <a:gd name="T83" fmla="*/ 137 h 184"/>
                  <a:gd name="T84" fmla="*/ 294 w 381"/>
                  <a:gd name="T85" fmla="*/ 141 h 184"/>
                  <a:gd name="T86" fmla="*/ 301 w 381"/>
                  <a:gd name="T87" fmla="*/ 145 h 184"/>
                  <a:gd name="T88" fmla="*/ 308 w 381"/>
                  <a:gd name="T89" fmla="*/ 148 h 184"/>
                  <a:gd name="T90" fmla="*/ 315 w 381"/>
                  <a:gd name="T91" fmla="*/ 152 h 184"/>
                  <a:gd name="T92" fmla="*/ 322 w 381"/>
                  <a:gd name="T93" fmla="*/ 156 h 184"/>
                  <a:gd name="T94" fmla="*/ 329 w 381"/>
                  <a:gd name="T95" fmla="*/ 160 h 184"/>
                  <a:gd name="T96" fmla="*/ 336 w 381"/>
                  <a:gd name="T97" fmla="*/ 160 h 184"/>
                  <a:gd name="T98" fmla="*/ 343 w 381"/>
                  <a:gd name="T99" fmla="*/ 164 h 184"/>
                  <a:gd name="T100" fmla="*/ 350 w 381"/>
                  <a:gd name="T101" fmla="*/ 168 h 184"/>
                  <a:gd name="T102" fmla="*/ 357 w 381"/>
                  <a:gd name="T103" fmla="*/ 172 h 184"/>
                  <a:gd name="T104" fmla="*/ 364 w 381"/>
                  <a:gd name="T105" fmla="*/ 176 h 184"/>
                  <a:gd name="T106" fmla="*/ 371 w 381"/>
                  <a:gd name="T107" fmla="*/ 180 h 184"/>
                  <a:gd name="T108" fmla="*/ 378 w 381"/>
                  <a:gd name="T109" fmla="*/ 184 h 18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81" h="184">
                    <a:moveTo>
                      <a:pt x="0" y="0"/>
                    </a:moveTo>
                    <a:lnTo>
                      <a:pt x="3" y="4"/>
                    </a:lnTo>
                    <a:lnTo>
                      <a:pt x="6" y="4"/>
                    </a:lnTo>
                    <a:lnTo>
                      <a:pt x="10" y="4"/>
                    </a:lnTo>
                    <a:lnTo>
                      <a:pt x="13" y="8"/>
                    </a:lnTo>
                    <a:lnTo>
                      <a:pt x="17" y="8"/>
                    </a:lnTo>
                    <a:lnTo>
                      <a:pt x="20" y="12"/>
                    </a:lnTo>
                    <a:lnTo>
                      <a:pt x="24" y="12"/>
                    </a:lnTo>
                    <a:lnTo>
                      <a:pt x="27" y="16"/>
                    </a:lnTo>
                    <a:lnTo>
                      <a:pt x="31" y="16"/>
                    </a:lnTo>
                    <a:lnTo>
                      <a:pt x="34" y="16"/>
                    </a:lnTo>
                    <a:lnTo>
                      <a:pt x="38" y="20"/>
                    </a:lnTo>
                    <a:lnTo>
                      <a:pt x="41" y="20"/>
                    </a:lnTo>
                    <a:lnTo>
                      <a:pt x="45" y="24"/>
                    </a:lnTo>
                    <a:lnTo>
                      <a:pt x="48" y="24"/>
                    </a:lnTo>
                    <a:lnTo>
                      <a:pt x="52" y="24"/>
                    </a:lnTo>
                    <a:lnTo>
                      <a:pt x="55" y="28"/>
                    </a:lnTo>
                    <a:lnTo>
                      <a:pt x="58" y="28"/>
                    </a:lnTo>
                    <a:lnTo>
                      <a:pt x="62" y="32"/>
                    </a:lnTo>
                    <a:lnTo>
                      <a:pt x="65" y="32"/>
                    </a:lnTo>
                    <a:lnTo>
                      <a:pt x="69" y="35"/>
                    </a:lnTo>
                    <a:lnTo>
                      <a:pt x="72" y="35"/>
                    </a:lnTo>
                    <a:lnTo>
                      <a:pt x="76" y="35"/>
                    </a:lnTo>
                    <a:lnTo>
                      <a:pt x="79" y="39"/>
                    </a:lnTo>
                    <a:lnTo>
                      <a:pt x="83" y="39"/>
                    </a:lnTo>
                    <a:lnTo>
                      <a:pt x="86" y="43"/>
                    </a:lnTo>
                    <a:lnTo>
                      <a:pt x="90" y="43"/>
                    </a:lnTo>
                    <a:lnTo>
                      <a:pt x="93" y="47"/>
                    </a:lnTo>
                    <a:lnTo>
                      <a:pt x="97" y="47"/>
                    </a:lnTo>
                    <a:lnTo>
                      <a:pt x="100" y="47"/>
                    </a:lnTo>
                    <a:lnTo>
                      <a:pt x="104" y="51"/>
                    </a:lnTo>
                    <a:lnTo>
                      <a:pt x="107" y="51"/>
                    </a:lnTo>
                    <a:lnTo>
                      <a:pt x="111" y="55"/>
                    </a:lnTo>
                    <a:lnTo>
                      <a:pt x="114" y="55"/>
                    </a:lnTo>
                    <a:lnTo>
                      <a:pt x="117" y="59"/>
                    </a:lnTo>
                    <a:lnTo>
                      <a:pt x="121" y="59"/>
                    </a:lnTo>
                    <a:lnTo>
                      <a:pt x="124" y="59"/>
                    </a:lnTo>
                    <a:lnTo>
                      <a:pt x="128" y="63"/>
                    </a:lnTo>
                    <a:lnTo>
                      <a:pt x="131" y="63"/>
                    </a:lnTo>
                    <a:lnTo>
                      <a:pt x="135" y="67"/>
                    </a:lnTo>
                    <a:lnTo>
                      <a:pt x="138" y="67"/>
                    </a:lnTo>
                    <a:lnTo>
                      <a:pt x="142" y="71"/>
                    </a:lnTo>
                    <a:lnTo>
                      <a:pt x="145" y="71"/>
                    </a:lnTo>
                    <a:lnTo>
                      <a:pt x="149" y="71"/>
                    </a:lnTo>
                    <a:lnTo>
                      <a:pt x="152" y="74"/>
                    </a:lnTo>
                    <a:lnTo>
                      <a:pt x="156" y="74"/>
                    </a:lnTo>
                    <a:lnTo>
                      <a:pt x="159" y="78"/>
                    </a:lnTo>
                    <a:lnTo>
                      <a:pt x="163" y="78"/>
                    </a:lnTo>
                    <a:lnTo>
                      <a:pt x="166" y="82"/>
                    </a:lnTo>
                    <a:lnTo>
                      <a:pt x="169" y="82"/>
                    </a:lnTo>
                    <a:lnTo>
                      <a:pt x="173" y="82"/>
                    </a:lnTo>
                    <a:lnTo>
                      <a:pt x="176" y="86"/>
                    </a:lnTo>
                    <a:lnTo>
                      <a:pt x="180" y="86"/>
                    </a:lnTo>
                    <a:lnTo>
                      <a:pt x="183" y="90"/>
                    </a:lnTo>
                    <a:lnTo>
                      <a:pt x="187" y="90"/>
                    </a:lnTo>
                    <a:lnTo>
                      <a:pt x="190" y="90"/>
                    </a:lnTo>
                    <a:lnTo>
                      <a:pt x="194" y="94"/>
                    </a:lnTo>
                    <a:lnTo>
                      <a:pt x="197" y="94"/>
                    </a:lnTo>
                    <a:lnTo>
                      <a:pt x="201" y="98"/>
                    </a:lnTo>
                    <a:lnTo>
                      <a:pt x="204" y="98"/>
                    </a:lnTo>
                    <a:lnTo>
                      <a:pt x="208" y="102"/>
                    </a:lnTo>
                    <a:lnTo>
                      <a:pt x="211" y="102"/>
                    </a:lnTo>
                    <a:lnTo>
                      <a:pt x="215" y="102"/>
                    </a:lnTo>
                    <a:lnTo>
                      <a:pt x="218" y="106"/>
                    </a:lnTo>
                    <a:lnTo>
                      <a:pt x="222" y="106"/>
                    </a:lnTo>
                    <a:lnTo>
                      <a:pt x="225" y="110"/>
                    </a:lnTo>
                    <a:lnTo>
                      <a:pt x="228" y="110"/>
                    </a:lnTo>
                    <a:lnTo>
                      <a:pt x="232" y="113"/>
                    </a:lnTo>
                    <a:lnTo>
                      <a:pt x="235" y="113"/>
                    </a:lnTo>
                    <a:lnTo>
                      <a:pt x="239" y="113"/>
                    </a:lnTo>
                    <a:lnTo>
                      <a:pt x="242" y="117"/>
                    </a:lnTo>
                    <a:lnTo>
                      <a:pt x="246" y="117"/>
                    </a:lnTo>
                    <a:lnTo>
                      <a:pt x="249" y="121"/>
                    </a:lnTo>
                    <a:lnTo>
                      <a:pt x="253" y="121"/>
                    </a:lnTo>
                    <a:lnTo>
                      <a:pt x="256" y="125"/>
                    </a:lnTo>
                    <a:lnTo>
                      <a:pt x="260" y="125"/>
                    </a:lnTo>
                    <a:lnTo>
                      <a:pt x="263" y="125"/>
                    </a:lnTo>
                    <a:lnTo>
                      <a:pt x="267" y="129"/>
                    </a:lnTo>
                    <a:lnTo>
                      <a:pt x="270" y="129"/>
                    </a:lnTo>
                    <a:lnTo>
                      <a:pt x="274" y="133"/>
                    </a:lnTo>
                    <a:lnTo>
                      <a:pt x="277" y="133"/>
                    </a:lnTo>
                    <a:lnTo>
                      <a:pt x="280" y="137"/>
                    </a:lnTo>
                    <a:lnTo>
                      <a:pt x="284" y="137"/>
                    </a:lnTo>
                    <a:lnTo>
                      <a:pt x="287" y="137"/>
                    </a:lnTo>
                    <a:lnTo>
                      <a:pt x="291" y="141"/>
                    </a:lnTo>
                    <a:lnTo>
                      <a:pt x="294" y="141"/>
                    </a:lnTo>
                    <a:lnTo>
                      <a:pt x="298" y="145"/>
                    </a:lnTo>
                    <a:lnTo>
                      <a:pt x="301" y="145"/>
                    </a:lnTo>
                    <a:lnTo>
                      <a:pt x="305" y="148"/>
                    </a:lnTo>
                    <a:lnTo>
                      <a:pt x="308" y="148"/>
                    </a:lnTo>
                    <a:lnTo>
                      <a:pt x="312" y="148"/>
                    </a:lnTo>
                    <a:lnTo>
                      <a:pt x="315" y="152"/>
                    </a:lnTo>
                    <a:lnTo>
                      <a:pt x="319" y="152"/>
                    </a:lnTo>
                    <a:lnTo>
                      <a:pt x="322" y="156"/>
                    </a:lnTo>
                    <a:lnTo>
                      <a:pt x="326" y="156"/>
                    </a:lnTo>
                    <a:lnTo>
                      <a:pt x="329" y="160"/>
                    </a:lnTo>
                    <a:lnTo>
                      <a:pt x="333" y="160"/>
                    </a:lnTo>
                    <a:lnTo>
                      <a:pt x="336" y="160"/>
                    </a:lnTo>
                    <a:lnTo>
                      <a:pt x="339" y="164"/>
                    </a:lnTo>
                    <a:lnTo>
                      <a:pt x="343" y="164"/>
                    </a:lnTo>
                    <a:lnTo>
                      <a:pt x="346" y="168"/>
                    </a:lnTo>
                    <a:lnTo>
                      <a:pt x="350" y="168"/>
                    </a:lnTo>
                    <a:lnTo>
                      <a:pt x="353" y="172"/>
                    </a:lnTo>
                    <a:lnTo>
                      <a:pt x="357" y="172"/>
                    </a:lnTo>
                    <a:lnTo>
                      <a:pt x="360" y="172"/>
                    </a:lnTo>
                    <a:lnTo>
                      <a:pt x="364" y="176"/>
                    </a:lnTo>
                    <a:lnTo>
                      <a:pt x="367" y="176"/>
                    </a:lnTo>
                    <a:lnTo>
                      <a:pt x="371" y="180"/>
                    </a:lnTo>
                    <a:lnTo>
                      <a:pt x="374" y="180"/>
                    </a:lnTo>
                    <a:lnTo>
                      <a:pt x="378" y="184"/>
                    </a:lnTo>
                    <a:lnTo>
                      <a:pt x="381" y="184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2153" name="矩形 246">
            <a:extLst>
              <a:ext uri="{FF2B5EF4-FFF2-40B4-BE49-F238E27FC236}">
                <a16:creationId xmlns:a16="http://schemas.microsoft.com/office/drawing/2014/main" id="{3595C833-3A58-3E9A-753C-071B1A266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4286250"/>
            <a:ext cx="235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4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 = - arctg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endParaRPr lang="en-US" altLang="zh-CN" sz="24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E442EBA-9933-FB04-2BE9-1A1353A58770}"/>
              </a:ext>
            </a:extLst>
          </p:cNvPr>
          <p:cNvCxnSpPr/>
          <p:nvPr/>
        </p:nvCxnSpPr>
        <p:spPr>
          <a:xfrm>
            <a:off x="5087938" y="2581275"/>
            <a:ext cx="0" cy="3223989"/>
          </a:xfrm>
          <a:prstGeom prst="line">
            <a:avLst/>
          </a:prstGeom>
          <a:ln w="158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3">
            <a:extLst>
              <a:ext uri="{FF2B5EF4-FFF2-40B4-BE49-F238E27FC236}">
                <a16:creationId xmlns:a16="http://schemas.microsoft.com/office/drawing/2014/main" id="{0D59E347-62C9-F5A8-649D-5AC5841F3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76517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</a:rPr>
              <a:t>转折频率（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＝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1/</a:t>
            </a:r>
            <a:r>
              <a:rPr lang="en-US" altLang="zh-CN" sz="2800">
                <a:latin typeface="Times New Roman" panose="02020603050405020304" pitchFamily="18" charset="0"/>
              </a:rPr>
              <a:t>T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1BF2C36D-77DB-0072-7B50-778349682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484313"/>
            <a:ext cx="7010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低频渐近线和高频渐近线的相交处的频率点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＝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1/</a:t>
            </a:r>
            <a:r>
              <a:rPr lang="en-US" altLang="zh-CN" sz="2800">
                <a:latin typeface="Times New Roman" panose="02020603050405020304" pitchFamily="18" charset="0"/>
              </a:rPr>
              <a:t>T</a:t>
            </a:r>
            <a:r>
              <a:rPr lang="zh-CN" altLang="en-US" sz="2800">
                <a:latin typeface="宋体" panose="02010600030101010101" pitchFamily="2" charset="-122"/>
              </a:rPr>
              <a:t>，称为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转折频率（截止频率）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17765" name="Text Box 5">
            <a:extLst>
              <a:ext uri="{FF2B5EF4-FFF2-40B4-BE49-F238E27FC236}">
                <a16:creationId xmlns:a16="http://schemas.microsoft.com/office/drawing/2014/main" id="{FE1097D8-3879-8E5C-A807-1577CE674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708275"/>
            <a:ext cx="7777163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在转折频率处，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宋体" panose="02010600030101010101" pitchFamily="2" charset="-122"/>
              </a:rPr>
              <a:t>) 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2800">
                <a:latin typeface="宋体" panose="02010600030101010101" pitchFamily="2" charset="-122"/>
              </a:rPr>
              <a:t> -</a:t>
            </a:r>
            <a:r>
              <a:rPr lang="en-US" altLang="zh-CN" sz="2800">
                <a:latin typeface="Times New Roman" panose="02020603050405020304" pitchFamily="18" charset="0"/>
              </a:rPr>
              <a:t>3</a:t>
            </a:r>
            <a:r>
              <a:rPr lang="en-US" altLang="zh-CN" sz="2800" i="1">
                <a:latin typeface="Times New Roman" panose="02020603050405020304" pitchFamily="18" charset="0"/>
              </a:rPr>
              <a:t>dB</a:t>
            </a:r>
            <a:r>
              <a:rPr lang="zh-CN" altLang="en-US" sz="2800">
                <a:latin typeface="宋体" panose="02010600030101010101" pitchFamily="2" charset="-122"/>
              </a:rPr>
              <a:t>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＝</a:t>
            </a:r>
            <a:r>
              <a:rPr lang="en-US" altLang="zh-CN" sz="2800">
                <a:latin typeface="宋体" panose="02010600030101010101" pitchFamily="2" charset="-122"/>
              </a:rPr>
              <a:t>-45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D39AC855-782A-3B62-8A8C-6CB4620DE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36562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</a:rPr>
              <a:t>渐近线误差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17767" name="Text Box 7">
            <a:extLst>
              <a:ext uri="{FF2B5EF4-FFF2-40B4-BE49-F238E27FC236}">
                <a16:creationId xmlns:a16="http://schemas.microsoft.com/office/drawing/2014/main" id="{B28228A8-35E1-F5C6-B500-1D0835B79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35756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惯性环节具有低通滤波特性。</a:t>
            </a:r>
          </a:p>
        </p:txBody>
      </p:sp>
      <p:graphicFrame>
        <p:nvGraphicFramePr>
          <p:cNvPr id="117768" name="Object 8">
            <a:extLst>
              <a:ext uri="{FF2B5EF4-FFF2-40B4-BE49-F238E27FC236}">
                <a16:creationId xmlns:a16="http://schemas.microsoft.com/office/drawing/2014/main" id="{536D1D21-5CDD-EF8A-BD07-7B2FBAC3F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013325"/>
          <a:ext cx="7050088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24200" imgH="584200" progId="Equation.3">
                  <p:embed/>
                </p:oleObj>
              </mc:Choice>
              <mc:Fallback>
                <p:oleObj r:id="rId3" imgW="3124200" imgH="584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013325"/>
                        <a:ext cx="7050088" cy="131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117765" grpId="0"/>
      <p:bldP spid="117766" grpId="0"/>
      <p:bldP spid="11776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8" name="Group 3">
            <a:extLst>
              <a:ext uri="{FF2B5EF4-FFF2-40B4-BE49-F238E27FC236}">
                <a16:creationId xmlns:a16="http://schemas.microsoft.com/office/drawing/2014/main" id="{0A3F77E3-5F6B-D31A-208D-280C504AC6EB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196975"/>
            <a:ext cx="6450012" cy="4506913"/>
            <a:chOff x="915" y="1200"/>
            <a:chExt cx="4063" cy="2940"/>
          </a:xfrm>
        </p:grpSpPr>
        <p:sp>
          <p:nvSpPr>
            <p:cNvPr id="86019" name="Rectangle 4">
              <a:extLst>
                <a:ext uri="{FF2B5EF4-FFF2-40B4-BE49-F238E27FC236}">
                  <a16:creationId xmlns:a16="http://schemas.microsoft.com/office/drawing/2014/main" id="{A34FCF32-8AED-09FE-6906-6D88D1CFB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71"/>
              <a:ext cx="3722" cy="213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6020" name="Freeform 5">
              <a:extLst>
                <a:ext uri="{FF2B5EF4-FFF2-40B4-BE49-F238E27FC236}">
                  <a16:creationId xmlns:a16="http://schemas.microsoft.com/office/drawing/2014/main" id="{B8CE71D2-8B69-2364-2012-4AA4ED240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1" name="Freeform 6">
              <a:extLst>
                <a:ext uri="{FF2B5EF4-FFF2-40B4-BE49-F238E27FC236}">
                  <a16:creationId xmlns:a16="http://schemas.microsoft.com/office/drawing/2014/main" id="{1CDBBB11-A191-B4D3-29C6-7D96E549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2" name="Freeform 7">
              <a:extLst>
                <a:ext uri="{FF2B5EF4-FFF2-40B4-BE49-F238E27FC236}">
                  <a16:creationId xmlns:a16="http://schemas.microsoft.com/office/drawing/2014/main" id="{67E52A7A-D59E-B1A6-D10D-3032379FF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3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3" name="Freeform 8">
              <a:extLst>
                <a:ext uri="{FF2B5EF4-FFF2-40B4-BE49-F238E27FC236}">
                  <a16:creationId xmlns:a16="http://schemas.microsoft.com/office/drawing/2014/main" id="{6017AC1D-6853-78E2-40E9-9A95E36CC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3407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4" name="Freeform 9">
              <a:extLst>
                <a:ext uri="{FF2B5EF4-FFF2-40B4-BE49-F238E27FC236}">
                  <a16:creationId xmlns:a16="http://schemas.microsoft.com/office/drawing/2014/main" id="{C278BE50-3AA4-638F-970D-50A24F244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3137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5" name="Freeform 10">
              <a:extLst>
                <a:ext uri="{FF2B5EF4-FFF2-40B4-BE49-F238E27FC236}">
                  <a16:creationId xmlns:a16="http://schemas.microsoft.com/office/drawing/2014/main" id="{17D98BB6-D27E-E09B-B4A2-B2E9047B9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872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6" name="Freeform 11">
              <a:extLst>
                <a:ext uri="{FF2B5EF4-FFF2-40B4-BE49-F238E27FC236}">
                  <a16:creationId xmlns:a16="http://schemas.microsoft.com/office/drawing/2014/main" id="{345D8D10-A293-845B-5BC8-B91B8440C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602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7" name="Freeform 12">
              <a:extLst>
                <a:ext uri="{FF2B5EF4-FFF2-40B4-BE49-F238E27FC236}">
                  <a16:creationId xmlns:a16="http://schemas.microsoft.com/office/drawing/2014/main" id="{CBF5B14E-275C-1EDF-261B-3248C4928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337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8" name="Freeform 13">
              <a:extLst>
                <a:ext uri="{FF2B5EF4-FFF2-40B4-BE49-F238E27FC236}">
                  <a16:creationId xmlns:a16="http://schemas.microsoft.com/office/drawing/2014/main" id="{5B0066E6-8A68-E461-2DD5-6B70D330A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071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9" name="Freeform 14">
              <a:extLst>
                <a:ext uri="{FF2B5EF4-FFF2-40B4-BE49-F238E27FC236}">
                  <a16:creationId xmlns:a16="http://schemas.microsoft.com/office/drawing/2014/main" id="{FC2D279A-233B-393C-6E17-38D8CF526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802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0" name="Freeform 15">
              <a:extLst>
                <a:ext uri="{FF2B5EF4-FFF2-40B4-BE49-F238E27FC236}">
                  <a16:creationId xmlns:a16="http://schemas.microsoft.com/office/drawing/2014/main" id="{DBC64329-3750-6B3D-F52F-AEAA50EE5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537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1" name="Freeform 16">
              <a:extLst>
                <a:ext uri="{FF2B5EF4-FFF2-40B4-BE49-F238E27FC236}">
                  <a16:creationId xmlns:a16="http://schemas.microsoft.com/office/drawing/2014/main" id="{B3C6385C-74D8-C810-EB6C-3CF47E129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71"/>
              <a:ext cx="3722" cy="1"/>
            </a:xfrm>
            <a:custGeom>
              <a:avLst/>
              <a:gdLst>
                <a:gd name="T0" fmla="*/ 0 w 794"/>
                <a:gd name="T1" fmla="*/ 0 h 1"/>
                <a:gd name="T2" fmla="*/ 17447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2" name="Line 17">
              <a:extLst>
                <a:ext uri="{FF2B5EF4-FFF2-40B4-BE49-F238E27FC236}">
                  <a16:creationId xmlns:a16="http://schemas.microsoft.com/office/drawing/2014/main" id="{5A987AD8-7CD8-D7A4-279A-9F1AF3C3B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271"/>
              <a:ext cx="37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3" name="Freeform 18">
              <a:extLst>
                <a:ext uri="{FF2B5EF4-FFF2-40B4-BE49-F238E27FC236}">
                  <a16:creationId xmlns:a16="http://schemas.microsoft.com/office/drawing/2014/main" id="{749A1F58-59A6-301E-77B3-3105A9068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71"/>
              <a:ext cx="3722" cy="2136"/>
            </a:xfrm>
            <a:custGeom>
              <a:avLst/>
              <a:gdLst>
                <a:gd name="T0" fmla="*/ 0 w 794"/>
                <a:gd name="T1" fmla="*/ 8465 h 539"/>
                <a:gd name="T2" fmla="*/ 17447 w 794"/>
                <a:gd name="T3" fmla="*/ 8465 h 539"/>
                <a:gd name="T4" fmla="*/ 17447 w 794"/>
                <a:gd name="T5" fmla="*/ 0 h 5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539">
                  <a:moveTo>
                    <a:pt x="0" y="539"/>
                  </a:moveTo>
                  <a:lnTo>
                    <a:pt x="794" y="539"/>
                  </a:ln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4" name="Line 19">
              <a:extLst>
                <a:ext uri="{FF2B5EF4-FFF2-40B4-BE49-F238E27FC236}">
                  <a16:creationId xmlns:a16="http://schemas.microsoft.com/office/drawing/2014/main" id="{3CD7A30D-A837-B445-B3CC-E6200924D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1" y="1271"/>
              <a:ext cx="1" cy="21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5" name="Line 20">
              <a:extLst>
                <a:ext uri="{FF2B5EF4-FFF2-40B4-BE49-F238E27FC236}">
                  <a16:creationId xmlns:a16="http://schemas.microsoft.com/office/drawing/2014/main" id="{03DE9BD2-DF35-00F4-6398-611DAF2FA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3407"/>
              <a:ext cx="372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6" name="Line 21">
              <a:extLst>
                <a:ext uri="{FF2B5EF4-FFF2-40B4-BE49-F238E27FC236}">
                  <a16:creationId xmlns:a16="http://schemas.microsoft.com/office/drawing/2014/main" id="{44F34A63-BF02-E6C9-ECA1-6935787C0E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1" y="1271"/>
              <a:ext cx="1" cy="21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7" name="Line 22">
              <a:extLst>
                <a:ext uri="{FF2B5EF4-FFF2-40B4-BE49-F238E27FC236}">
                  <a16:creationId xmlns:a16="http://schemas.microsoft.com/office/drawing/2014/main" id="{CF34795C-DE9C-2411-5083-98EFD2F82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1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8" name="Line 23">
              <a:extLst>
                <a:ext uri="{FF2B5EF4-FFF2-40B4-BE49-F238E27FC236}">
                  <a16:creationId xmlns:a16="http://schemas.microsoft.com/office/drawing/2014/main" id="{426647D6-A33C-82BA-1875-8D585288D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9" name="Freeform 24">
              <a:extLst>
                <a:ext uri="{FF2B5EF4-FFF2-40B4-BE49-F238E27FC236}">
                  <a16:creationId xmlns:a16="http://schemas.microsoft.com/office/drawing/2014/main" id="{A802CE2E-561F-8A8B-A42F-9F30692AC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0" name="Line 25">
              <a:extLst>
                <a:ext uri="{FF2B5EF4-FFF2-40B4-BE49-F238E27FC236}">
                  <a16:creationId xmlns:a16="http://schemas.microsoft.com/office/drawing/2014/main" id="{9E3996C4-D42D-C54E-06AA-4DC859176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1" y="3375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1" name="Line 26">
              <a:extLst>
                <a:ext uri="{FF2B5EF4-FFF2-40B4-BE49-F238E27FC236}">
                  <a16:creationId xmlns:a16="http://schemas.microsoft.com/office/drawing/2014/main" id="{60443150-BAFD-DD66-5550-36282F29C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271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2" name="Line 27">
              <a:extLst>
                <a:ext uri="{FF2B5EF4-FFF2-40B4-BE49-F238E27FC236}">
                  <a16:creationId xmlns:a16="http://schemas.microsoft.com/office/drawing/2014/main" id="{73B15D58-0437-B4ED-7332-9BC7DA4F1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9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3" name="Line 28">
              <a:extLst>
                <a:ext uri="{FF2B5EF4-FFF2-40B4-BE49-F238E27FC236}">
                  <a16:creationId xmlns:a16="http://schemas.microsoft.com/office/drawing/2014/main" id="{F23EB9B5-D361-9063-CF0A-3A34475A9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9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4" name="Freeform 29">
              <a:extLst>
                <a:ext uri="{FF2B5EF4-FFF2-40B4-BE49-F238E27FC236}">
                  <a16:creationId xmlns:a16="http://schemas.microsoft.com/office/drawing/2014/main" id="{03B6602E-A04E-B2F5-2497-A75918344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5" name="Line 30">
              <a:extLst>
                <a:ext uri="{FF2B5EF4-FFF2-40B4-BE49-F238E27FC236}">
                  <a16:creationId xmlns:a16="http://schemas.microsoft.com/office/drawing/2014/main" id="{DB2B116E-6E26-5032-4112-617732E2E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7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6" name="Line 31">
              <a:extLst>
                <a:ext uri="{FF2B5EF4-FFF2-40B4-BE49-F238E27FC236}">
                  <a16:creationId xmlns:a16="http://schemas.microsoft.com/office/drawing/2014/main" id="{836A67E0-F304-512A-0FB3-5B857ADCC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7" name="Freeform 32">
              <a:extLst>
                <a:ext uri="{FF2B5EF4-FFF2-40B4-BE49-F238E27FC236}">
                  <a16:creationId xmlns:a16="http://schemas.microsoft.com/office/drawing/2014/main" id="{19EAA3A4-B334-01C4-E51D-000D28131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8" name="Line 33">
              <a:extLst>
                <a:ext uri="{FF2B5EF4-FFF2-40B4-BE49-F238E27FC236}">
                  <a16:creationId xmlns:a16="http://schemas.microsoft.com/office/drawing/2014/main" id="{BA67495E-E6DC-151D-8385-9778581EF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2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9" name="Line 34">
              <a:extLst>
                <a:ext uri="{FF2B5EF4-FFF2-40B4-BE49-F238E27FC236}">
                  <a16:creationId xmlns:a16="http://schemas.microsoft.com/office/drawing/2014/main" id="{68CA7D07-DED7-7CEA-8DC8-9025F67C3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0" name="Freeform 35">
              <a:extLst>
                <a:ext uri="{FF2B5EF4-FFF2-40B4-BE49-F238E27FC236}">
                  <a16:creationId xmlns:a16="http://schemas.microsoft.com/office/drawing/2014/main" id="{3964A90D-44FF-A259-F1C1-8A78BBFD8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1" name="Line 36">
              <a:extLst>
                <a:ext uri="{FF2B5EF4-FFF2-40B4-BE49-F238E27FC236}">
                  <a16:creationId xmlns:a16="http://schemas.microsoft.com/office/drawing/2014/main" id="{3F6798B1-92B1-9E5B-00BA-E6DC49E34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0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2" name="Line 37">
              <a:extLst>
                <a:ext uri="{FF2B5EF4-FFF2-40B4-BE49-F238E27FC236}">
                  <a16:creationId xmlns:a16="http://schemas.microsoft.com/office/drawing/2014/main" id="{50B2C241-7E1E-5B83-7681-E08B59468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0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3" name="Freeform 38">
              <a:extLst>
                <a:ext uri="{FF2B5EF4-FFF2-40B4-BE49-F238E27FC236}">
                  <a16:creationId xmlns:a16="http://schemas.microsoft.com/office/drawing/2014/main" id="{C30B32AC-077A-5958-9003-68ED0E1CD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4" name="Line 39">
              <a:extLst>
                <a:ext uri="{FF2B5EF4-FFF2-40B4-BE49-F238E27FC236}">
                  <a16:creationId xmlns:a16="http://schemas.microsoft.com/office/drawing/2014/main" id="{AD191052-8F1D-41D5-3A46-FF4CEE2F9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5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5" name="Line 40">
              <a:extLst>
                <a:ext uri="{FF2B5EF4-FFF2-40B4-BE49-F238E27FC236}">
                  <a16:creationId xmlns:a16="http://schemas.microsoft.com/office/drawing/2014/main" id="{0B087546-4F93-0003-901B-16216C071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6" name="Freeform 41">
              <a:extLst>
                <a:ext uri="{FF2B5EF4-FFF2-40B4-BE49-F238E27FC236}">
                  <a16:creationId xmlns:a16="http://schemas.microsoft.com/office/drawing/2014/main" id="{2344F9EC-F773-AE65-2D5C-2B8EB90D7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7" name="Line 42">
              <a:extLst>
                <a:ext uri="{FF2B5EF4-FFF2-40B4-BE49-F238E27FC236}">
                  <a16:creationId xmlns:a16="http://schemas.microsoft.com/office/drawing/2014/main" id="{E3C33E08-53A1-B32F-1E29-343F6CC246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2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8" name="Line 43">
              <a:extLst>
                <a:ext uri="{FF2B5EF4-FFF2-40B4-BE49-F238E27FC236}">
                  <a16:creationId xmlns:a16="http://schemas.microsoft.com/office/drawing/2014/main" id="{2A8B38A0-04C1-4D48-DE84-C0FF424AC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9" name="Freeform 44">
              <a:extLst>
                <a:ext uri="{FF2B5EF4-FFF2-40B4-BE49-F238E27FC236}">
                  <a16:creationId xmlns:a16="http://schemas.microsoft.com/office/drawing/2014/main" id="{A5D6B30A-0FF4-1C69-EBD2-118D56834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0" name="Line 45">
              <a:extLst>
                <a:ext uri="{FF2B5EF4-FFF2-40B4-BE49-F238E27FC236}">
                  <a16:creationId xmlns:a16="http://schemas.microsoft.com/office/drawing/2014/main" id="{94E0DDD6-0F5D-C14D-9DDC-DCEB137F1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0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1" name="Line 46">
              <a:extLst>
                <a:ext uri="{FF2B5EF4-FFF2-40B4-BE49-F238E27FC236}">
                  <a16:creationId xmlns:a16="http://schemas.microsoft.com/office/drawing/2014/main" id="{258D0C78-1AB8-8E23-5083-18E56008A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0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2" name="Freeform 47">
              <a:extLst>
                <a:ext uri="{FF2B5EF4-FFF2-40B4-BE49-F238E27FC236}">
                  <a16:creationId xmlns:a16="http://schemas.microsoft.com/office/drawing/2014/main" id="{75EF87FB-9910-D6EB-11C6-398DAAF51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0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3" name="Line 48">
              <a:extLst>
                <a:ext uri="{FF2B5EF4-FFF2-40B4-BE49-F238E27FC236}">
                  <a16:creationId xmlns:a16="http://schemas.microsoft.com/office/drawing/2014/main" id="{932E4755-B254-7F06-C1E4-23669C103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3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4" name="Line 49">
              <a:extLst>
                <a:ext uri="{FF2B5EF4-FFF2-40B4-BE49-F238E27FC236}">
                  <a16:creationId xmlns:a16="http://schemas.microsoft.com/office/drawing/2014/main" id="{3544179E-856A-7E72-2C40-DBD97CB8B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3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5" name="Freeform 50">
              <a:extLst>
                <a:ext uri="{FF2B5EF4-FFF2-40B4-BE49-F238E27FC236}">
                  <a16:creationId xmlns:a16="http://schemas.microsoft.com/office/drawing/2014/main" id="{18027C3C-BEFE-4686-2A48-926E46A80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6" name="Line 51">
              <a:extLst>
                <a:ext uri="{FF2B5EF4-FFF2-40B4-BE49-F238E27FC236}">
                  <a16:creationId xmlns:a16="http://schemas.microsoft.com/office/drawing/2014/main" id="{38C489B1-C6C3-7B10-00E1-AE8E38F54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2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7" name="Line 52">
              <a:extLst>
                <a:ext uri="{FF2B5EF4-FFF2-40B4-BE49-F238E27FC236}">
                  <a16:creationId xmlns:a16="http://schemas.microsoft.com/office/drawing/2014/main" id="{8856ABD5-C7F5-D875-AA5D-D655E0EB6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2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8" name="Freeform 53">
              <a:extLst>
                <a:ext uri="{FF2B5EF4-FFF2-40B4-BE49-F238E27FC236}">
                  <a16:creationId xmlns:a16="http://schemas.microsoft.com/office/drawing/2014/main" id="{52981639-8F22-6FEC-122C-85D459B32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9" name="Line 54">
              <a:extLst>
                <a:ext uri="{FF2B5EF4-FFF2-40B4-BE49-F238E27FC236}">
                  <a16:creationId xmlns:a16="http://schemas.microsoft.com/office/drawing/2014/main" id="{C3D2513C-25B5-A7AB-D479-0385240FC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2" y="3375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0" name="Line 55">
              <a:extLst>
                <a:ext uri="{FF2B5EF4-FFF2-40B4-BE49-F238E27FC236}">
                  <a16:creationId xmlns:a16="http://schemas.microsoft.com/office/drawing/2014/main" id="{413DEE62-FBE6-7E6E-506A-8F307B150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2" y="1271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1" name="Line 56">
              <a:extLst>
                <a:ext uri="{FF2B5EF4-FFF2-40B4-BE49-F238E27FC236}">
                  <a16:creationId xmlns:a16="http://schemas.microsoft.com/office/drawing/2014/main" id="{BAAA62DF-52DD-575E-10D0-1380400785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0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2" name="Line 57">
              <a:extLst>
                <a:ext uri="{FF2B5EF4-FFF2-40B4-BE49-F238E27FC236}">
                  <a16:creationId xmlns:a16="http://schemas.microsoft.com/office/drawing/2014/main" id="{377D1DC5-FA33-138B-1549-772B82402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3" name="Freeform 58">
              <a:extLst>
                <a:ext uri="{FF2B5EF4-FFF2-40B4-BE49-F238E27FC236}">
                  <a16:creationId xmlns:a16="http://schemas.microsoft.com/office/drawing/2014/main" id="{BA00C5F6-8419-C8C0-0149-20750B4D1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4" name="Line 59">
              <a:extLst>
                <a:ext uri="{FF2B5EF4-FFF2-40B4-BE49-F238E27FC236}">
                  <a16:creationId xmlns:a16="http://schemas.microsoft.com/office/drawing/2014/main" id="{D8FEC29A-D018-8F1B-C986-5587BA7D9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8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5" name="Line 60">
              <a:extLst>
                <a:ext uri="{FF2B5EF4-FFF2-40B4-BE49-F238E27FC236}">
                  <a16:creationId xmlns:a16="http://schemas.microsoft.com/office/drawing/2014/main" id="{2EFC860E-8062-D0EC-92B4-793ADF531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6" name="Freeform 61">
              <a:extLst>
                <a:ext uri="{FF2B5EF4-FFF2-40B4-BE49-F238E27FC236}">
                  <a16:creationId xmlns:a16="http://schemas.microsoft.com/office/drawing/2014/main" id="{75C70EB9-7EA3-F6FF-EE91-26ADBB0E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7" name="Line 62">
              <a:extLst>
                <a:ext uri="{FF2B5EF4-FFF2-40B4-BE49-F238E27FC236}">
                  <a16:creationId xmlns:a16="http://schemas.microsoft.com/office/drawing/2014/main" id="{098B7300-78ED-40C5-A72F-EFE9626A0B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3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8" name="Line 63">
              <a:extLst>
                <a:ext uri="{FF2B5EF4-FFF2-40B4-BE49-F238E27FC236}">
                  <a16:creationId xmlns:a16="http://schemas.microsoft.com/office/drawing/2014/main" id="{7B1CF106-9BEE-5B4C-6015-910753548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9" name="Freeform 64">
              <a:extLst>
                <a:ext uri="{FF2B5EF4-FFF2-40B4-BE49-F238E27FC236}">
                  <a16:creationId xmlns:a16="http://schemas.microsoft.com/office/drawing/2014/main" id="{B4D1FCBA-65A5-8496-2517-7527705C3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0" name="Line 65">
              <a:extLst>
                <a:ext uri="{FF2B5EF4-FFF2-40B4-BE49-F238E27FC236}">
                  <a16:creationId xmlns:a16="http://schemas.microsoft.com/office/drawing/2014/main" id="{386152D7-CDE9-0AD8-EEDE-8B5BCDD44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1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1" name="Line 66">
              <a:extLst>
                <a:ext uri="{FF2B5EF4-FFF2-40B4-BE49-F238E27FC236}">
                  <a16:creationId xmlns:a16="http://schemas.microsoft.com/office/drawing/2014/main" id="{BE30D8C9-DC38-49E4-11DE-77AC18019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1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2" name="Freeform 67">
              <a:extLst>
                <a:ext uri="{FF2B5EF4-FFF2-40B4-BE49-F238E27FC236}">
                  <a16:creationId xmlns:a16="http://schemas.microsoft.com/office/drawing/2014/main" id="{B7F032F5-16E4-C717-E06B-61E364B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3" name="Line 68">
              <a:extLst>
                <a:ext uri="{FF2B5EF4-FFF2-40B4-BE49-F238E27FC236}">
                  <a16:creationId xmlns:a16="http://schemas.microsoft.com/office/drawing/2014/main" id="{7688C41A-5F9E-8347-917E-746AF2E8E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6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4" name="Line 69">
              <a:extLst>
                <a:ext uri="{FF2B5EF4-FFF2-40B4-BE49-F238E27FC236}">
                  <a16:creationId xmlns:a16="http://schemas.microsoft.com/office/drawing/2014/main" id="{2C85EBFD-5AC1-657B-527D-089BE290C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5" name="Freeform 70">
              <a:extLst>
                <a:ext uri="{FF2B5EF4-FFF2-40B4-BE49-F238E27FC236}">
                  <a16:creationId xmlns:a16="http://schemas.microsoft.com/office/drawing/2014/main" id="{3E6F201B-3F41-D9E7-EA9F-9D70241CD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6" name="Line 71">
              <a:extLst>
                <a:ext uri="{FF2B5EF4-FFF2-40B4-BE49-F238E27FC236}">
                  <a16:creationId xmlns:a16="http://schemas.microsoft.com/office/drawing/2014/main" id="{11E8E6B6-BA6F-5E8C-2AC4-9CED94CBF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3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7" name="Line 72">
              <a:extLst>
                <a:ext uri="{FF2B5EF4-FFF2-40B4-BE49-F238E27FC236}">
                  <a16:creationId xmlns:a16="http://schemas.microsoft.com/office/drawing/2014/main" id="{11BF5CFB-8B83-C529-BEA9-56426CAAF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3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8" name="Freeform 73">
              <a:extLst>
                <a:ext uri="{FF2B5EF4-FFF2-40B4-BE49-F238E27FC236}">
                  <a16:creationId xmlns:a16="http://schemas.microsoft.com/office/drawing/2014/main" id="{88024FFD-C43C-1224-4DA9-2B1B2FBD9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9" name="Line 74">
              <a:extLst>
                <a:ext uri="{FF2B5EF4-FFF2-40B4-BE49-F238E27FC236}">
                  <a16:creationId xmlns:a16="http://schemas.microsoft.com/office/drawing/2014/main" id="{52A33DA6-2DCA-2823-C6EE-861FFE533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1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0" name="Line 75">
              <a:extLst>
                <a:ext uri="{FF2B5EF4-FFF2-40B4-BE49-F238E27FC236}">
                  <a16:creationId xmlns:a16="http://schemas.microsoft.com/office/drawing/2014/main" id="{DF858CA4-8629-F0F2-DD36-B4EFC6862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1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1" name="Freeform 76">
              <a:extLst>
                <a:ext uri="{FF2B5EF4-FFF2-40B4-BE49-F238E27FC236}">
                  <a16:creationId xmlns:a16="http://schemas.microsoft.com/office/drawing/2014/main" id="{719482E0-0A35-6666-5BCD-95919FBC4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2" name="Line 77">
              <a:extLst>
                <a:ext uri="{FF2B5EF4-FFF2-40B4-BE49-F238E27FC236}">
                  <a16:creationId xmlns:a16="http://schemas.microsoft.com/office/drawing/2014/main" id="{53D1E473-3659-7EFB-7E56-E203EA4E38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4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3" name="Line 78">
              <a:extLst>
                <a:ext uri="{FF2B5EF4-FFF2-40B4-BE49-F238E27FC236}">
                  <a16:creationId xmlns:a16="http://schemas.microsoft.com/office/drawing/2014/main" id="{148F4FDD-C84E-C00B-6A39-C8C572B0E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4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4" name="Freeform 79">
              <a:extLst>
                <a:ext uri="{FF2B5EF4-FFF2-40B4-BE49-F238E27FC236}">
                  <a16:creationId xmlns:a16="http://schemas.microsoft.com/office/drawing/2014/main" id="{600B2879-F4DA-1BD2-6FF2-0621253B3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5" name="Line 80">
              <a:extLst>
                <a:ext uri="{FF2B5EF4-FFF2-40B4-BE49-F238E27FC236}">
                  <a16:creationId xmlns:a16="http://schemas.microsoft.com/office/drawing/2014/main" id="{98C8A376-AD72-D140-A563-52861CDB5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3" y="3391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6" name="Line 81">
              <a:extLst>
                <a:ext uri="{FF2B5EF4-FFF2-40B4-BE49-F238E27FC236}">
                  <a16:creationId xmlns:a16="http://schemas.microsoft.com/office/drawing/2014/main" id="{C8177B1E-B480-75E0-7801-363984BC3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" y="1271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7" name="Freeform 82">
              <a:extLst>
                <a:ext uri="{FF2B5EF4-FFF2-40B4-BE49-F238E27FC236}">
                  <a16:creationId xmlns:a16="http://schemas.microsoft.com/office/drawing/2014/main" id="{F2FD54D6-9B8A-5E42-2B51-A2BF993C3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3" y="1271"/>
              <a:ext cx="1" cy="2136"/>
            </a:xfrm>
            <a:custGeom>
              <a:avLst/>
              <a:gdLst>
                <a:gd name="T0" fmla="*/ 0 w 1"/>
                <a:gd name="T1" fmla="*/ 8465 h 539"/>
                <a:gd name="T2" fmla="*/ 0 w 1"/>
                <a:gd name="T3" fmla="*/ 0 h 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9">
                  <a:moveTo>
                    <a:pt x="0" y="539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8" name="Line 83">
              <a:extLst>
                <a:ext uri="{FF2B5EF4-FFF2-40B4-BE49-F238E27FC236}">
                  <a16:creationId xmlns:a16="http://schemas.microsoft.com/office/drawing/2014/main" id="{9D6DA77D-7FE9-E080-7FFB-5962D979F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3" y="3375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9" name="Line 84">
              <a:extLst>
                <a:ext uri="{FF2B5EF4-FFF2-40B4-BE49-F238E27FC236}">
                  <a16:creationId xmlns:a16="http://schemas.microsoft.com/office/drawing/2014/main" id="{679AAE79-CEB5-B67E-9029-D84F22BBE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" y="1271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0" name="Line 85">
              <a:extLst>
                <a:ext uri="{FF2B5EF4-FFF2-40B4-BE49-F238E27FC236}">
                  <a16:creationId xmlns:a16="http://schemas.microsoft.com/office/drawing/2014/main" id="{A0DDD87B-D61D-279C-EB38-783A34F32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3407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1" name="Line 86">
              <a:extLst>
                <a:ext uri="{FF2B5EF4-FFF2-40B4-BE49-F238E27FC236}">
                  <a16:creationId xmlns:a16="http://schemas.microsoft.com/office/drawing/2014/main" id="{61C8EBBD-8303-8348-40F8-1661368D2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3407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2" name="Rectangle 87">
              <a:extLst>
                <a:ext uri="{FF2B5EF4-FFF2-40B4-BE49-F238E27FC236}">
                  <a16:creationId xmlns:a16="http://schemas.microsoft.com/office/drawing/2014/main" id="{8B99479A-1961-7732-5EF7-BD2139AA2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3287"/>
              <a:ext cx="14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03" name="Line 88">
              <a:extLst>
                <a:ext uri="{FF2B5EF4-FFF2-40B4-BE49-F238E27FC236}">
                  <a16:creationId xmlns:a16="http://schemas.microsoft.com/office/drawing/2014/main" id="{8EF157EB-D40A-FF35-F50B-EE8E2F034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3137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4" name="Line 89">
              <a:extLst>
                <a:ext uri="{FF2B5EF4-FFF2-40B4-BE49-F238E27FC236}">
                  <a16:creationId xmlns:a16="http://schemas.microsoft.com/office/drawing/2014/main" id="{D51C3D31-D8DA-D280-02D4-DBA5C3455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3137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5" name="Line 90">
              <a:extLst>
                <a:ext uri="{FF2B5EF4-FFF2-40B4-BE49-F238E27FC236}">
                  <a16:creationId xmlns:a16="http://schemas.microsoft.com/office/drawing/2014/main" id="{0F71294B-DCEC-1D48-670C-C7D83C397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872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6" name="Line 91">
              <a:extLst>
                <a:ext uri="{FF2B5EF4-FFF2-40B4-BE49-F238E27FC236}">
                  <a16:creationId xmlns:a16="http://schemas.microsoft.com/office/drawing/2014/main" id="{1208EF4A-E055-891B-92A3-C10A8A55E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2872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7" name="Rectangle 92">
              <a:extLst>
                <a:ext uri="{FF2B5EF4-FFF2-40B4-BE49-F238E27FC236}">
                  <a16:creationId xmlns:a16="http://schemas.microsoft.com/office/drawing/2014/main" id="{1A6E230E-AB30-479C-6360-C7EA4A777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2754"/>
              <a:ext cx="14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08" name="Line 93">
              <a:extLst>
                <a:ext uri="{FF2B5EF4-FFF2-40B4-BE49-F238E27FC236}">
                  <a16:creationId xmlns:a16="http://schemas.microsoft.com/office/drawing/2014/main" id="{AB69C47A-038D-E640-9993-D0B477B0C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602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9" name="Line 94">
              <a:extLst>
                <a:ext uri="{FF2B5EF4-FFF2-40B4-BE49-F238E27FC236}">
                  <a16:creationId xmlns:a16="http://schemas.microsoft.com/office/drawing/2014/main" id="{59E7749C-4DA2-C0EF-B4D3-924855EDC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2602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0" name="Line 95">
              <a:extLst>
                <a:ext uri="{FF2B5EF4-FFF2-40B4-BE49-F238E27FC236}">
                  <a16:creationId xmlns:a16="http://schemas.microsoft.com/office/drawing/2014/main" id="{FFCF2FFF-E94F-D937-ED37-2A0557B78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337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1" name="Line 96">
              <a:extLst>
                <a:ext uri="{FF2B5EF4-FFF2-40B4-BE49-F238E27FC236}">
                  <a16:creationId xmlns:a16="http://schemas.microsoft.com/office/drawing/2014/main" id="{999EA5F4-AC4B-B381-9180-155E16413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2337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2" name="Rectangle 97">
              <a:extLst>
                <a:ext uri="{FF2B5EF4-FFF2-40B4-BE49-F238E27FC236}">
                  <a16:creationId xmlns:a16="http://schemas.microsoft.com/office/drawing/2014/main" id="{65975B4A-B17A-2D17-E287-1AA64A4F9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2218"/>
              <a:ext cx="14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13" name="Line 98">
              <a:extLst>
                <a:ext uri="{FF2B5EF4-FFF2-40B4-BE49-F238E27FC236}">
                  <a16:creationId xmlns:a16="http://schemas.microsoft.com/office/drawing/2014/main" id="{337F65C8-8F36-D622-58DD-C2EEE261C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207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4" name="Line 99">
              <a:extLst>
                <a:ext uri="{FF2B5EF4-FFF2-40B4-BE49-F238E27FC236}">
                  <a16:creationId xmlns:a16="http://schemas.microsoft.com/office/drawing/2014/main" id="{E1C43F96-C47D-BE98-7644-EBACC2AE58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2071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5" name="Line 100">
              <a:extLst>
                <a:ext uri="{FF2B5EF4-FFF2-40B4-BE49-F238E27FC236}">
                  <a16:creationId xmlns:a16="http://schemas.microsoft.com/office/drawing/2014/main" id="{25AE638D-6BE2-2843-3D47-7FE54805B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802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6" name="Line 101">
              <a:extLst>
                <a:ext uri="{FF2B5EF4-FFF2-40B4-BE49-F238E27FC236}">
                  <a16:creationId xmlns:a16="http://schemas.microsoft.com/office/drawing/2014/main" id="{E8F13A0A-E319-3302-B432-144C59A5D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1802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7" name="Rectangle 102">
              <a:extLst>
                <a:ext uri="{FF2B5EF4-FFF2-40B4-BE49-F238E27FC236}">
                  <a16:creationId xmlns:a16="http://schemas.microsoft.com/office/drawing/2014/main" id="{044C5FA2-293F-8EEA-5358-4CAEBEE03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683"/>
              <a:ext cx="14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18" name="Line 103">
              <a:extLst>
                <a:ext uri="{FF2B5EF4-FFF2-40B4-BE49-F238E27FC236}">
                  <a16:creationId xmlns:a16="http://schemas.microsoft.com/office/drawing/2014/main" id="{BA087885-D210-ACBE-CF4E-0B9CAF502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537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9" name="Line 104">
              <a:extLst>
                <a:ext uri="{FF2B5EF4-FFF2-40B4-BE49-F238E27FC236}">
                  <a16:creationId xmlns:a16="http://schemas.microsoft.com/office/drawing/2014/main" id="{F2D02E18-1A72-481B-EBEE-C6B374477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1537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0" name="Line 105">
              <a:extLst>
                <a:ext uri="{FF2B5EF4-FFF2-40B4-BE49-F238E27FC236}">
                  <a16:creationId xmlns:a16="http://schemas.microsoft.com/office/drawing/2014/main" id="{AE573DD4-C87E-9714-D604-17960E807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27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1" name="Line 106">
              <a:extLst>
                <a:ext uri="{FF2B5EF4-FFF2-40B4-BE49-F238E27FC236}">
                  <a16:creationId xmlns:a16="http://schemas.microsoft.com/office/drawing/2014/main" id="{78114372-55EA-E012-6C1B-6BE1F6B21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6" y="1271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2" name="Rectangle 107">
              <a:extLst>
                <a:ext uri="{FF2B5EF4-FFF2-40B4-BE49-F238E27FC236}">
                  <a16:creationId xmlns:a16="http://schemas.microsoft.com/office/drawing/2014/main" id="{C5522537-D688-0446-1B3D-C45DFBEEA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1200"/>
              <a:ext cx="89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23" name="Line 108">
              <a:extLst>
                <a:ext uri="{FF2B5EF4-FFF2-40B4-BE49-F238E27FC236}">
                  <a16:creationId xmlns:a16="http://schemas.microsoft.com/office/drawing/2014/main" id="{A4D2C5E4-BD39-2697-6802-88839188E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271"/>
              <a:ext cx="372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4" name="Freeform 109">
              <a:extLst>
                <a:ext uri="{FF2B5EF4-FFF2-40B4-BE49-F238E27FC236}">
                  <a16:creationId xmlns:a16="http://schemas.microsoft.com/office/drawing/2014/main" id="{D26E68AB-4CF2-4039-A00E-3675BCA67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71"/>
              <a:ext cx="3722" cy="2136"/>
            </a:xfrm>
            <a:custGeom>
              <a:avLst/>
              <a:gdLst>
                <a:gd name="T0" fmla="*/ 0 w 794"/>
                <a:gd name="T1" fmla="*/ 8465 h 539"/>
                <a:gd name="T2" fmla="*/ 17447 w 794"/>
                <a:gd name="T3" fmla="*/ 8465 h 539"/>
                <a:gd name="T4" fmla="*/ 17447 w 794"/>
                <a:gd name="T5" fmla="*/ 0 h 5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539">
                  <a:moveTo>
                    <a:pt x="0" y="539"/>
                  </a:moveTo>
                  <a:lnTo>
                    <a:pt x="794" y="539"/>
                  </a:lnTo>
                  <a:lnTo>
                    <a:pt x="79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5" name="Line 110">
              <a:extLst>
                <a:ext uri="{FF2B5EF4-FFF2-40B4-BE49-F238E27FC236}">
                  <a16:creationId xmlns:a16="http://schemas.microsoft.com/office/drawing/2014/main" id="{9CF4DEAD-2643-D455-48B8-CD0707046E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1" y="1271"/>
              <a:ext cx="1" cy="2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126" name="Group 111">
              <a:extLst>
                <a:ext uri="{FF2B5EF4-FFF2-40B4-BE49-F238E27FC236}">
                  <a16:creationId xmlns:a16="http://schemas.microsoft.com/office/drawing/2014/main" id="{22FA4A98-AECA-56C8-C990-45083790E5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1" y="1291"/>
              <a:ext cx="3722" cy="1585"/>
              <a:chOff x="1151" y="1435"/>
              <a:chExt cx="3722" cy="1585"/>
            </a:xfrm>
          </p:grpSpPr>
          <p:sp>
            <p:nvSpPr>
              <p:cNvPr id="86134" name="Freeform 112">
                <a:extLst>
                  <a:ext uri="{FF2B5EF4-FFF2-40B4-BE49-F238E27FC236}">
                    <a16:creationId xmlns:a16="http://schemas.microsoft.com/office/drawing/2014/main" id="{63C82D35-E67D-8C63-35D8-6F434DCEA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435"/>
                <a:ext cx="1608" cy="979"/>
              </a:xfrm>
              <a:custGeom>
                <a:avLst/>
                <a:gdLst>
                  <a:gd name="T0" fmla="*/ 75 w 1608"/>
                  <a:gd name="T1" fmla="*/ 8 h 979"/>
                  <a:gd name="T2" fmla="*/ 179 w 1608"/>
                  <a:gd name="T3" fmla="*/ 16 h 979"/>
                  <a:gd name="T4" fmla="*/ 272 w 1608"/>
                  <a:gd name="T5" fmla="*/ 24 h 979"/>
                  <a:gd name="T6" fmla="*/ 352 w 1608"/>
                  <a:gd name="T7" fmla="*/ 32 h 979"/>
                  <a:gd name="T8" fmla="*/ 427 w 1608"/>
                  <a:gd name="T9" fmla="*/ 44 h 979"/>
                  <a:gd name="T10" fmla="*/ 497 w 1608"/>
                  <a:gd name="T11" fmla="*/ 55 h 979"/>
                  <a:gd name="T12" fmla="*/ 558 w 1608"/>
                  <a:gd name="T13" fmla="*/ 67 h 979"/>
                  <a:gd name="T14" fmla="*/ 615 w 1608"/>
                  <a:gd name="T15" fmla="*/ 83 h 979"/>
                  <a:gd name="T16" fmla="*/ 671 w 1608"/>
                  <a:gd name="T17" fmla="*/ 99 h 979"/>
                  <a:gd name="T18" fmla="*/ 722 w 1608"/>
                  <a:gd name="T19" fmla="*/ 115 h 979"/>
                  <a:gd name="T20" fmla="*/ 769 w 1608"/>
                  <a:gd name="T21" fmla="*/ 131 h 979"/>
                  <a:gd name="T22" fmla="*/ 816 w 1608"/>
                  <a:gd name="T23" fmla="*/ 147 h 979"/>
                  <a:gd name="T24" fmla="*/ 858 w 1608"/>
                  <a:gd name="T25" fmla="*/ 166 h 979"/>
                  <a:gd name="T26" fmla="*/ 900 w 1608"/>
                  <a:gd name="T27" fmla="*/ 186 h 979"/>
                  <a:gd name="T28" fmla="*/ 938 w 1608"/>
                  <a:gd name="T29" fmla="*/ 206 h 979"/>
                  <a:gd name="T30" fmla="*/ 975 w 1608"/>
                  <a:gd name="T31" fmla="*/ 226 h 979"/>
                  <a:gd name="T32" fmla="*/ 1008 w 1608"/>
                  <a:gd name="T33" fmla="*/ 246 h 979"/>
                  <a:gd name="T34" fmla="*/ 1046 w 1608"/>
                  <a:gd name="T35" fmla="*/ 269 h 979"/>
                  <a:gd name="T36" fmla="*/ 1079 w 1608"/>
                  <a:gd name="T37" fmla="*/ 289 h 979"/>
                  <a:gd name="T38" fmla="*/ 1107 w 1608"/>
                  <a:gd name="T39" fmla="*/ 313 h 979"/>
                  <a:gd name="T40" fmla="*/ 1140 w 1608"/>
                  <a:gd name="T41" fmla="*/ 337 h 979"/>
                  <a:gd name="T42" fmla="*/ 1168 w 1608"/>
                  <a:gd name="T43" fmla="*/ 364 h 979"/>
                  <a:gd name="T44" fmla="*/ 1196 w 1608"/>
                  <a:gd name="T45" fmla="*/ 388 h 979"/>
                  <a:gd name="T46" fmla="*/ 1224 w 1608"/>
                  <a:gd name="T47" fmla="*/ 416 h 979"/>
                  <a:gd name="T48" fmla="*/ 1247 w 1608"/>
                  <a:gd name="T49" fmla="*/ 440 h 979"/>
                  <a:gd name="T50" fmla="*/ 1275 w 1608"/>
                  <a:gd name="T51" fmla="*/ 467 h 979"/>
                  <a:gd name="T52" fmla="*/ 1299 w 1608"/>
                  <a:gd name="T53" fmla="*/ 495 h 979"/>
                  <a:gd name="T54" fmla="*/ 1322 w 1608"/>
                  <a:gd name="T55" fmla="*/ 523 h 979"/>
                  <a:gd name="T56" fmla="*/ 1346 w 1608"/>
                  <a:gd name="T57" fmla="*/ 551 h 979"/>
                  <a:gd name="T58" fmla="*/ 1369 w 1608"/>
                  <a:gd name="T59" fmla="*/ 582 h 979"/>
                  <a:gd name="T60" fmla="*/ 1393 w 1608"/>
                  <a:gd name="T61" fmla="*/ 610 h 979"/>
                  <a:gd name="T62" fmla="*/ 1411 w 1608"/>
                  <a:gd name="T63" fmla="*/ 642 h 979"/>
                  <a:gd name="T64" fmla="*/ 1435 w 1608"/>
                  <a:gd name="T65" fmla="*/ 670 h 979"/>
                  <a:gd name="T66" fmla="*/ 1454 w 1608"/>
                  <a:gd name="T67" fmla="*/ 701 h 979"/>
                  <a:gd name="T68" fmla="*/ 1472 w 1608"/>
                  <a:gd name="T69" fmla="*/ 733 h 979"/>
                  <a:gd name="T70" fmla="*/ 1491 w 1608"/>
                  <a:gd name="T71" fmla="*/ 765 h 979"/>
                  <a:gd name="T72" fmla="*/ 1510 w 1608"/>
                  <a:gd name="T73" fmla="*/ 796 h 979"/>
                  <a:gd name="T74" fmla="*/ 1529 w 1608"/>
                  <a:gd name="T75" fmla="*/ 828 h 979"/>
                  <a:gd name="T76" fmla="*/ 1547 w 1608"/>
                  <a:gd name="T77" fmla="*/ 860 h 979"/>
                  <a:gd name="T78" fmla="*/ 1566 w 1608"/>
                  <a:gd name="T79" fmla="*/ 891 h 979"/>
                  <a:gd name="T80" fmla="*/ 1580 w 1608"/>
                  <a:gd name="T81" fmla="*/ 923 h 979"/>
                  <a:gd name="T82" fmla="*/ 1599 w 1608"/>
                  <a:gd name="T83" fmla="*/ 959 h 97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608" h="979">
                    <a:moveTo>
                      <a:pt x="0" y="0"/>
                    </a:moveTo>
                    <a:lnTo>
                      <a:pt x="38" y="4"/>
                    </a:lnTo>
                    <a:lnTo>
                      <a:pt x="75" y="8"/>
                    </a:lnTo>
                    <a:lnTo>
                      <a:pt x="113" y="8"/>
                    </a:lnTo>
                    <a:lnTo>
                      <a:pt x="146" y="12"/>
                    </a:lnTo>
                    <a:lnTo>
                      <a:pt x="179" y="16"/>
                    </a:lnTo>
                    <a:lnTo>
                      <a:pt x="211" y="16"/>
                    </a:lnTo>
                    <a:lnTo>
                      <a:pt x="240" y="20"/>
                    </a:lnTo>
                    <a:lnTo>
                      <a:pt x="272" y="24"/>
                    </a:lnTo>
                    <a:lnTo>
                      <a:pt x="300" y="28"/>
                    </a:lnTo>
                    <a:lnTo>
                      <a:pt x="324" y="32"/>
                    </a:lnTo>
                    <a:lnTo>
                      <a:pt x="352" y="32"/>
                    </a:lnTo>
                    <a:lnTo>
                      <a:pt x="380" y="36"/>
                    </a:lnTo>
                    <a:lnTo>
                      <a:pt x="404" y="40"/>
                    </a:lnTo>
                    <a:lnTo>
                      <a:pt x="427" y="44"/>
                    </a:lnTo>
                    <a:lnTo>
                      <a:pt x="450" y="47"/>
                    </a:lnTo>
                    <a:lnTo>
                      <a:pt x="474" y="51"/>
                    </a:lnTo>
                    <a:lnTo>
                      <a:pt x="497" y="55"/>
                    </a:lnTo>
                    <a:lnTo>
                      <a:pt x="516" y="59"/>
                    </a:lnTo>
                    <a:lnTo>
                      <a:pt x="540" y="63"/>
                    </a:lnTo>
                    <a:lnTo>
                      <a:pt x="558" y="67"/>
                    </a:lnTo>
                    <a:lnTo>
                      <a:pt x="577" y="75"/>
                    </a:lnTo>
                    <a:lnTo>
                      <a:pt x="596" y="79"/>
                    </a:lnTo>
                    <a:lnTo>
                      <a:pt x="615" y="83"/>
                    </a:lnTo>
                    <a:lnTo>
                      <a:pt x="633" y="87"/>
                    </a:lnTo>
                    <a:lnTo>
                      <a:pt x="652" y="91"/>
                    </a:lnTo>
                    <a:lnTo>
                      <a:pt x="671" y="99"/>
                    </a:lnTo>
                    <a:lnTo>
                      <a:pt x="690" y="103"/>
                    </a:lnTo>
                    <a:lnTo>
                      <a:pt x="704" y="107"/>
                    </a:lnTo>
                    <a:lnTo>
                      <a:pt x="722" y="115"/>
                    </a:lnTo>
                    <a:lnTo>
                      <a:pt x="736" y="119"/>
                    </a:lnTo>
                    <a:lnTo>
                      <a:pt x="755" y="123"/>
                    </a:lnTo>
                    <a:lnTo>
                      <a:pt x="769" y="131"/>
                    </a:lnTo>
                    <a:lnTo>
                      <a:pt x="788" y="135"/>
                    </a:lnTo>
                    <a:lnTo>
                      <a:pt x="802" y="143"/>
                    </a:lnTo>
                    <a:lnTo>
                      <a:pt x="816" y="147"/>
                    </a:lnTo>
                    <a:lnTo>
                      <a:pt x="830" y="154"/>
                    </a:lnTo>
                    <a:lnTo>
                      <a:pt x="844" y="158"/>
                    </a:lnTo>
                    <a:lnTo>
                      <a:pt x="858" y="166"/>
                    </a:lnTo>
                    <a:lnTo>
                      <a:pt x="872" y="170"/>
                    </a:lnTo>
                    <a:lnTo>
                      <a:pt x="886" y="178"/>
                    </a:lnTo>
                    <a:lnTo>
                      <a:pt x="900" y="186"/>
                    </a:lnTo>
                    <a:lnTo>
                      <a:pt x="915" y="190"/>
                    </a:lnTo>
                    <a:lnTo>
                      <a:pt x="924" y="198"/>
                    </a:lnTo>
                    <a:lnTo>
                      <a:pt x="938" y="206"/>
                    </a:lnTo>
                    <a:lnTo>
                      <a:pt x="952" y="210"/>
                    </a:lnTo>
                    <a:lnTo>
                      <a:pt x="961" y="218"/>
                    </a:lnTo>
                    <a:lnTo>
                      <a:pt x="975" y="226"/>
                    </a:lnTo>
                    <a:lnTo>
                      <a:pt x="985" y="234"/>
                    </a:lnTo>
                    <a:lnTo>
                      <a:pt x="999" y="238"/>
                    </a:lnTo>
                    <a:lnTo>
                      <a:pt x="1008" y="246"/>
                    </a:lnTo>
                    <a:lnTo>
                      <a:pt x="1022" y="254"/>
                    </a:lnTo>
                    <a:lnTo>
                      <a:pt x="1032" y="261"/>
                    </a:lnTo>
                    <a:lnTo>
                      <a:pt x="1046" y="269"/>
                    </a:lnTo>
                    <a:lnTo>
                      <a:pt x="1055" y="277"/>
                    </a:lnTo>
                    <a:lnTo>
                      <a:pt x="1065" y="285"/>
                    </a:lnTo>
                    <a:lnTo>
                      <a:pt x="1079" y="289"/>
                    </a:lnTo>
                    <a:lnTo>
                      <a:pt x="1088" y="297"/>
                    </a:lnTo>
                    <a:lnTo>
                      <a:pt x="1097" y="305"/>
                    </a:lnTo>
                    <a:lnTo>
                      <a:pt x="1107" y="313"/>
                    </a:lnTo>
                    <a:lnTo>
                      <a:pt x="1121" y="321"/>
                    </a:lnTo>
                    <a:lnTo>
                      <a:pt x="1130" y="329"/>
                    </a:lnTo>
                    <a:lnTo>
                      <a:pt x="1140" y="337"/>
                    </a:lnTo>
                    <a:lnTo>
                      <a:pt x="1149" y="345"/>
                    </a:lnTo>
                    <a:lnTo>
                      <a:pt x="1158" y="357"/>
                    </a:lnTo>
                    <a:lnTo>
                      <a:pt x="1168" y="364"/>
                    </a:lnTo>
                    <a:lnTo>
                      <a:pt x="1177" y="372"/>
                    </a:lnTo>
                    <a:lnTo>
                      <a:pt x="1186" y="380"/>
                    </a:lnTo>
                    <a:lnTo>
                      <a:pt x="1196" y="388"/>
                    </a:lnTo>
                    <a:lnTo>
                      <a:pt x="1205" y="396"/>
                    </a:lnTo>
                    <a:lnTo>
                      <a:pt x="1215" y="404"/>
                    </a:lnTo>
                    <a:lnTo>
                      <a:pt x="1224" y="416"/>
                    </a:lnTo>
                    <a:lnTo>
                      <a:pt x="1233" y="424"/>
                    </a:lnTo>
                    <a:lnTo>
                      <a:pt x="1238" y="432"/>
                    </a:lnTo>
                    <a:lnTo>
                      <a:pt x="1247" y="440"/>
                    </a:lnTo>
                    <a:lnTo>
                      <a:pt x="1257" y="452"/>
                    </a:lnTo>
                    <a:lnTo>
                      <a:pt x="1266" y="460"/>
                    </a:lnTo>
                    <a:lnTo>
                      <a:pt x="1275" y="467"/>
                    </a:lnTo>
                    <a:lnTo>
                      <a:pt x="1285" y="475"/>
                    </a:lnTo>
                    <a:lnTo>
                      <a:pt x="1290" y="487"/>
                    </a:lnTo>
                    <a:lnTo>
                      <a:pt x="1299" y="495"/>
                    </a:lnTo>
                    <a:lnTo>
                      <a:pt x="1308" y="503"/>
                    </a:lnTo>
                    <a:lnTo>
                      <a:pt x="1313" y="515"/>
                    </a:lnTo>
                    <a:lnTo>
                      <a:pt x="1322" y="523"/>
                    </a:lnTo>
                    <a:lnTo>
                      <a:pt x="1332" y="535"/>
                    </a:lnTo>
                    <a:lnTo>
                      <a:pt x="1336" y="543"/>
                    </a:lnTo>
                    <a:lnTo>
                      <a:pt x="1346" y="551"/>
                    </a:lnTo>
                    <a:lnTo>
                      <a:pt x="1355" y="563"/>
                    </a:lnTo>
                    <a:lnTo>
                      <a:pt x="1360" y="570"/>
                    </a:lnTo>
                    <a:lnTo>
                      <a:pt x="1369" y="582"/>
                    </a:lnTo>
                    <a:lnTo>
                      <a:pt x="1374" y="590"/>
                    </a:lnTo>
                    <a:lnTo>
                      <a:pt x="1383" y="602"/>
                    </a:lnTo>
                    <a:lnTo>
                      <a:pt x="1393" y="610"/>
                    </a:lnTo>
                    <a:lnTo>
                      <a:pt x="1397" y="622"/>
                    </a:lnTo>
                    <a:lnTo>
                      <a:pt x="1407" y="630"/>
                    </a:lnTo>
                    <a:lnTo>
                      <a:pt x="1411" y="642"/>
                    </a:lnTo>
                    <a:lnTo>
                      <a:pt x="1421" y="650"/>
                    </a:lnTo>
                    <a:lnTo>
                      <a:pt x="1425" y="662"/>
                    </a:lnTo>
                    <a:lnTo>
                      <a:pt x="1435" y="670"/>
                    </a:lnTo>
                    <a:lnTo>
                      <a:pt x="1440" y="681"/>
                    </a:lnTo>
                    <a:lnTo>
                      <a:pt x="1444" y="689"/>
                    </a:lnTo>
                    <a:lnTo>
                      <a:pt x="1454" y="701"/>
                    </a:lnTo>
                    <a:lnTo>
                      <a:pt x="1458" y="713"/>
                    </a:lnTo>
                    <a:lnTo>
                      <a:pt x="1468" y="721"/>
                    </a:lnTo>
                    <a:lnTo>
                      <a:pt x="1472" y="733"/>
                    </a:lnTo>
                    <a:lnTo>
                      <a:pt x="1477" y="741"/>
                    </a:lnTo>
                    <a:lnTo>
                      <a:pt x="1486" y="753"/>
                    </a:lnTo>
                    <a:lnTo>
                      <a:pt x="1491" y="765"/>
                    </a:lnTo>
                    <a:lnTo>
                      <a:pt x="1500" y="773"/>
                    </a:lnTo>
                    <a:lnTo>
                      <a:pt x="1505" y="784"/>
                    </a:lnTo>
                    <a:lnTo>
                      <a:pt x="1510" y="796"/>
                    </a:lnTo>
                    <a:lnTo>
                      <a:pt x="1519" y="804"/>
                    </a:lnTo>
                    <a:lnTo>
                      <a:pt x="1524" y="816"/>
                    </a:lnTo>
                    <a:lnTo>
                      <a:pt x="1529" y="828"/>
                    </a:lnTo>
                    <a:lnTo>
                      <a:pt x="1533" y="836"/>
                    </a:lnTo>
                    <a:lnTo>
                      <a:pt x="1543" y="848"/>
                    </a:lnTo>
                    <a:lnTo>
                      <a:pt x="1547" y="860"/>
                    </a:lnTo>
                    <a:lnTo>
                      <a:pt x="1552" y="872"/>
                    </a:lnTo>
                    <a:lnTo>
                      <a:pt x="1561" y="880"/>
                    </a:lnTo>
                    <a:lnTo>
                      <a:pt x="1566" y="891"/>
                    </a:lnTo>
                    <a:lnTo>
                      <a:pt x="1571" y="903"/>
                    </a:lnTo>
                    <a:lnTo>
                      <a:pt x="1575" y="915"/>
                    </a:lnTo>
                    <a:lnTo>
                      <a:pt x="1580" y="923"/>
                    </a:lnTo>
                    <a:lnTo>
                      <a:pt x="1590" y="935"/>
                    </a:lnTo>
                    <a:lnTo>
                      <a:pt x="1594" y="947"/>
                    </a:lnTo>
                    <a:lnTo>
                      <a:pt x="1599" y="959"/>
                    </a:lnTo>
                    <a:lnTo>
                      <a:pt x="1604" y="967"/>
                    </a:lnTo>
                    <a:lnTo>
                      <a:pt x="1608" y="979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35" name="Freeform 113">
                <a:extLst>
                  <a:ext uri="{FF2B5EF4-FFF2-40B4-BE49-F238E27FC236}">
                    <a16:creationId xmlns:a16="http://schemas.microsoft.com/office/drawing/2014/main" id="{68D81103-1A5B-991A-AAC2-27A610B80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2402"/>
                <a:ext cx="507" cy="618"/>
              </a:xfrm>
              <a:custGeom>
                <a:avLst/>
                <a:gdLst>
                  <a:gd name="T0" fmla="*/ 14 w 507"/>
                  <a:gd name="T1" fmla="*/ 35 h 618"/>
                  <a:gd name="T2" fmla="*/ 28 w 507"/>
                  <a:gd name="T3" fmla="*/ 67 h 618"/>
                  <a:gd name="T4" fmla="*/ 47 w 507"/>
                  <a:gd name="T5" fmla="*/ 103 h 618"/>
                  <a:gd name="T6" fmla="*/ 61 w 507"/>
                  <a:gd name="T7" fmla="*/ 134 h 618"/>
                  <a:gd name="T8" fmla="*/ 75 w 507"/>
                  <a:gd name="T9" fmla="*/ 170 h 618"/>
                  <a:gd name="T10" fmla="*/ 89 w 507"/>
                  <a:gd name="T11" fmla="*/ 202 h 618"/>
                  <a:gd name="T12" fmla="*/ 103 w 507"/>
                  <a:gd name="T13" fmla="*/ 237 h 618"/>
                  <a:gd name="T14" fmla="*/ 117 w 507"/>
                  <a:gd name="T15" fmla="*/ 273 h 618"/>
                  <a:gd name="T16" fmla="*/ 132 w 507"/>
                  <a:gd name="T17" fmla="*/ 305 h 618"/>
                  <a:gd name="T18" fmla="*/ 146 w 507"/>
                  <a:gd name="T19" fmla="*/ 340 h 618"/>
                  <a:gd name="T20" fmla="*/ 160 w 507"/>
                  <a:gd name="T21" fmla="*/ 376 h 618"/>
                  <a:gd name="T22" fmla="*/ 174 w 507"/>
                  <a:gd name="T23" fmla="*/ 412 h 618"/>
                  <a:gd name="T24" fmla="*/ 188 w 507"/>
                  <a:gd name="T25" fmla="*/ 443 h 618"/>
                  <a:gd name="T26" fmla="*/ 202 w 507"/>
                  <a:gd name="T27" fmla="*/ 479 h 618"/>
                  <a:gd name="T28" fmla="*/ 216 w 507"/>
                  <a:gd name="T29" fmla="*/ 515 h 618"/>
                  <a:gd name="T30" fmla="*/ 225 w 507"/>
                  <a:gd name="T31" fmla="*/ 550 h 618"/>
                  <a:gd name="T32" fmla="*/ 239 w 507"/>
                  <a:gd name="T33" fmla="*/ 582 h 618"/>
                  <a:gd name="T34" fmla="*/ 253 w 507"/>
                  <a:gd name="T35" fmla="*/ 618 h 618"/>
                  <a:gd name="T36" fmla="*/ 263 w 507"/>
                  <a:gd name="T37" fmla="*/ 582 h 618"/>
                  <a:gd name="T38" fmla="*/ 277 w 507"/>
                  <a:gd name="T39" fmla="*/ 550 h 618"/>
                  <a:gd name="T40" fmla="*/ 286 w 507"/>
                  <a:gd name="T41" fmla="*/ 519 h 618"/>
                  <a:gd name="T42" fmla="*/ 300 w 507"/>
                  <a:gd name="T43" fmla="*/ 487 h 618"/>
                  <a:gd name="T44" fmla="*/ 310 w 507"/>
                  <a:gd name="T45" fmla="*/ 455 h 618"/>
                  <a:gd name="T46" fmla="*/ 319 w 507"/>
                  <a:gd name="T47" fmla="*/ 428 h 618"/>
                  <a:gd name="T48" fmla="*/ 333 w 507"/>
                  <a:gd name="T49" fmla="*/ 400 h 618"/>
                  <a:gd name="T50" fmla="*/ 342 w 507"/>
                  <a:gd name="T51" fmla="*/ 372 h 618"/>
                  <a:gd name="T52" fmla="*/ 352 w 507"/>
                  <a:gd name="T53" fmla="*/ 344 h 618"/>
                  <a:gd name="T54" fmla="*/ 366 w 507"/>
                  <a:gd name="T55" fmla="*/ 317 h 618"/>
                  <a:gd name="T56" fmla="*/ 375 w 507"/>
                  <a:gd name="T57" fmla="*/ 293 h 618"/>
                  <a:gd name="T58" fmla="*/ 385 w 507"/>
                  <a:gd name="T59" fmla="*/ 265 h 618"/>
                  <a:gd name="T60" fmla="*/ 394 w 507"/>
                  <a:gd name="T61" fmla="*/ 241 h 618"/>
                  <a:gd name="T62" fmla="*/ 403 w 507"/>
                  <a:gd name="T63" fmla="*/ 218 h 618"/>
                  <a:gd name="T64" fmla="*/ 413 w 507"/>
                  <a:gd name="T65" fmla="*/ 194 h 618"/>
                  <a:gd name="T66" fmla="*/ 427 w 507"/>
                  <a:gd name="T67" fmla="*/ 174 h 618"/>
                  <a:gd name="T68" fmla="*/ 436 w 507"/>
                  <a:gd name="T69" fmla="*/ 150 h 618"/>
                  <a:gd name="T70" fmla="*/ 446 w 507"/>
                  <a:gd name="T71" fmla="*/ 130 h 618"/>
                  <a:gd name="T72" fmla="*/ 455 w 507"/>
                  <a:gd name="T73" fmla="*/ 111 h 618"/>
                  <a:gd name="T74" fmla="*/ 464 w 507"/>
                  <a:gd name="T75" fmla="*/ 91 h 618"/>
                  <a:gd name="T76" fmla="*/ 474 w 507"/>
                  <a:gd name="T77" fmla="*/ 71 h 618"/>
                  <a:gd name="T78" fmla="*/ 483 w 507"/>
                  <a:gd name="T79" fmla="*/ 51 h 618"/>
                  <a:gd name="T80" fmla="*/ 492 w 507"/>
                  <a:gd name="T81" fmla="*/ 31 h 618"/>
                  <a:gd name="T82" fmla="*/ 502 w 507"/>
                  <a:gd name="T83" fmla="*/ 12 h 61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507" h="618">
                    <a:moveTo>
                      <a:pt x="0" y="12"/>
                    </a:moveTo>
                    <a:lnTo>
                      <a:pt x="10" y="23"/>
                    </a:lnTo>
                    <a:lnTo>
                      <a:pt x="14" y="35"/>
                    </a:lnTo>
                    <a:lnTo>
                      <a:pt x="19" y="47"/>
                    </a:lnTo>
                    <a:lnTo>
                      <a:pt x="24" y="55"/>
                    </a:lnTo>
                    <a:lnTo>
                      <a:pt x="28" y="67"/>
                    </a:lnTo>
                    <a:lnTo>
                      <a:pt x="33" y="79"/>
                    </a:lnTo>
                    <a:lnTo>
                      <a:pt x="38" y="91"/>
                    </a:lnTo>
                    <a:lnTo>
                      <a:pt x="47" y="103"/>
                    </a:lnTo>
                    <a:lnTo>
                      <a:pt x="52" y="115"/>
                    </a:lnTo>
                    <a:lnTo>
                      <a:pt x="57" y="123"/>
                    </a:lnTo>
                    <a:lnTo>
                      <a:pt x="61" y="134"/>
                    </a:lnTo>
                    <a:lnTo>
                      <a:pt x="66" y="146"/>
                    </a:lnTo>
                    <a:lnTo>
                      <a:pt x="71" y="158"/>
                    </a:lnTo>
                    <a:lnTo>
                      <a:pt x="75" y="170"/>
                    </a:lnTo>
                    <a:lnTo>
                      <a:pt x="80" y="182"/>
                    </a:lnTo>
                    <a:lnTo>
                      <a:pt x="85" y="194"/>
                    </a:lnTo>
                    <a:lnTo>
                      <a:pt x="89" y="202"/>
                    </a:lnTo>
                    <a:lnTo>
                      <a:pt x="94" y="214"/>
                    </a:lnTo>
                    <a:lnTo>
                      <a:pt x="99" y="226"/>
                    </a:lnTo>
                    <a:lnTo>
                      <a:pt x="103" y="237"/>
                    </a:lnTo>
                    <a:lnTo>
                      <a:pt x="108" y="249"/>
                    </a:lnTo>
                    <a:lnTo>
                      <a:pt x="113" y="261"/>
                    </a:lnTo>
                    <a:lnTo>
                      <a:pt x="117" y="273"/>
                    </a:lnTo>
                    <a:lnTo>
                      <a:pt x="122" y="285"/>
                    </a:lnTo>
                    <a:lnTo>
                      <a:pt x="127" y="297"/>
                    </a:lnTo>
                    <a:lnTo>
                      <a:pt x="132" y="305"/>
                    </a:lnTo>
                    <a:lnTo>
                      <a:pt x="136" y="317"/>
                    </a:lnTo>
                    <a:lnTo>
                      <a:pt x="141" y="329"/>
                    </a:lnTo>
                    <a:lnTo>
                      <a:pt x="146" y="340"/>
                    </a:lnTo>
                    <a:lnTo>
                      <a:pt x="150" y="352"/>
                    </a:lnTo>
                    <a:lnTo>
                      <a:pt x="155" y="364"/>
                    </a:lnTo>
                    <a:lnTo>
                      <a:pt x="160" y="376"/>
                    </a:lnTo>
                    <a:lnTo>
                      <a:pt x="164" y="388"/>
                    </a:lnTo>
                    <a:lnTo>
                      <a:pt x="169" y="400"/>
                    </a:lnTo>
                    <a:lnTo>
                      <a:pt x="174" y="412"/>
                    </a:lnTo>
                    <a:lnTo>
                      <a:pt x="178" y="420"/>
                    </a:lnTo>
                    <a:lnTo>
                      <a:pt x="183" y="432"/>
                    </a:lnTo>
                    <a:lnTo>
                      <a:pt x="188" y="443"/>
                    </a:lnTo>
                    <a:lnTo>
                      <a:pt x="192" y="455"/>
                    </a:lnTo>
                    <a:lnTo>
                      <a:pt x="197" y="467"/>
                    </a:lnTo>
                    <a:lnTo>
                      <a:pt x="202" y="479"/>
                    </a:lnTo>
                    <a:lnTo>
                      <a:pt x="207" y="491"/>
                    </a:lnTo>
                    <a:lnTo>
                      <a:pt x="211" y="503"/>
                    </a:lnTo>
                    <a:lnTo>
                      <a:pt x="216" y="515"/>
                    </a:lnTo>
                    <a:lnTo>
                      <a:pt x="216" y="527"/>
                    </a:lnTo>
                    <a:lnTo>
                      <a:pt x="221" y="539"/>
                    </a:lnTo>
                    <a:lnTo>
                      <a:pt x="225" y="550"/>
                    </a:lnTo>
                    <a:lnTo>
                      <a:pt x="230" y="562"/>
                    </a:lnTo>
                    <a:lnTo>
                      <a:pt x="235" y="570"/>
                    </a:lnTo>
                    <a:lnTo>
                      <a:pt x="239" y="582"/>
                    </a:lnTo>
                    <a:lnTo>
                      <a:pt x="244" y="594"/>
                    </a:lnTo>
                    <a:lnTo>
                      <a:pt x="249" y="606"/>
                    </a:lnTo>
                    <a:lnTo>
                      <a:pt x="253" y="618"/>
                    </a:lnTo>
                    <a:lnTo>
                      <a:pt x="253" y="606"/>
                    </a:lnTo>
                    <a:lnTo>
                      <a:pt x="258" y="594"/>
                    </a:lnTo>
                    <a:lnTo>
                      <a:pt x="263" y="582"/>
                    </a:lnTo>
                    <a:lnTo>
                      <a:pt x="267" y="574"/>
                    </a:lnTo>
                    <a:lnTo>
                      <a:pt x="272" y="562"/>
                    </a:lnTo>
                    <a:lnTo>
                      <a:pt x="277" y="550"/>
                    </a:lnTo>
                    <a:lnTo>
                      <a:pt x="277" y="539"/>
                    </a:lnTo>
                    <a:lnTo>
                      <a:pt x="282" y="531"/>
                    </a:lnTo>
                    <a:lnTo>
                      <a:pt x="286" y="519"/>
                    </a:lnTo>
                    <a:lnTo>
                      <a:pt x="291" y="507"/>
                    </a:lnTo>
                    <a:lnTo>
                      <a:pt x="296" y="499"/>
                    </a:lnTo>
                    <a:lnTo>
                      <a:pt x="300" y="487"/>
                    </a:lnTo>
                    <a:lnTo>
                      <a:pt x="300" y="475"/>
                    </a:lnTo>
                    <a:lnTo>
                      <a:pt x="305" y="467"/>
                    </a:lnTo>
                    <a:lnTo>
                      <a:pt x="310" y="455"/>
                    </a:lnTo>
                    <a:lnTo>
                      <a:pt x="314" y="447"/>
                    </a:lnTo>
                    <a:lnTo>
                      <a:pt x="319" y="436"/>
                    </a:lnTo>
                    <a:lnTo>
                      <a:pt x="319" y="428"/>
                    </a:lnTo>
                    <a:lnTo>
                      <a:pt x="324" y="416"/>
                    </a:lnTo>
                    <a:lnTo>
                      <a:pt x="328" y="408"/>
                    </a:lnTo>
                    <a:lnTo>
                      <a:pt x="333" y="400"/>
                    </a:lnTo>
                    <a:lnTo>
                      <a:pt x="333" y="388"/>
                    </a:lnTo>
                    <a:lnTo>
                      <a:pt x="338" y="380"/>
                    </a:lnTo>
                    <a:lnTo>
                      <a:pt x="342" y="372"/>
                    </a:lnTo>
                    <a:lnTo>
                      <a:pt x="347" y="360"/>
                    </a:lnTo>
                    <a:lnTo>
                      <a:pt x="352" y="352"/>
                    </a:lnTo>
                    <a:lnTo>
                      <a:pt x="352" y="344"/>
                    </a:lnTo>
                    <a:lnTo>
                      <a:pt x="357" y="333"/>
                    </a:lnTo>
                    <a:lnTo>
                      <a:pt x="361" y="325"/>
                    </a:lnTo>
                    <a:lnTo>
                      <a:pt x="366" y="317"/>
                    </a:lnTo>
                    <a:lnTo>
                      <a:pt x="366" y="309"/>
                    </a:lnTo>
                    <a:lnTo>
                      <a:pt x="371" y="301"/>
                    </a:lnTo>
                    <a:lnTo>
                      <a:pt x="375" y="293"/>
                    </a:lnTo>
                    <a:lnTo>
                      <a:pt x="380" y="281"/>
                    </a:lnTo>
                    <a:lnTo>
                      <a:pt x="380" y="273"/>
                    </a:lnTo>
                    <a:lnTo>
                      <a:pt x="385" y="265"/>
                    </a:lnTo>
                    <a:lnTo>
                      <a:pt x="389" y="257"/>
                    </a:lnTo>
                    <a:lnTo>
                      <a:pt x="389" y="249"/>
                    </a:lnTo>
                    <a:lnTo>
                      <a:pt x="394" y="241"/>
                    </a:lnTo>
                    <a:lnTo>
                      <a:pt x="399" y="233"/>
                    </a:lnTo>
                    <a:lnTo>
                      <a:pt x="403" y="226"/>
                    </a:lnTo>
                    <a:lnTo>
                      <a:pt x="403" y="218"/>
                    </a:lnTo>
                    <a:lnTo>
                      <a:pt x="408" y="210"/>
                    </a:lnTo>
                    <a:lnTo>
                      <a:pt x="413" y="202"/>
                    </a:lnTo>
                    <a:lnTo>
                      <a:pt x="413" y="194"/>
                    </a:lnTo>
                    <a:lnTo>
                      <a:pt x="417" y="186"/>
                    </a:lnTo>
                    <a:lnTo>
                      <a:pt x="422" y="182"/>
                    </a:lnTo>
                    <a:lnTo>
                      <a:pt x="427" y="174"/>
                    </a:lnTo>
                    <a:lnTo>
                      <a:pt x="427" y="166"/>
                    </a:lnTo>
                    <a:lnTo>
                      <a:pt x="432" y="158"/>
                    </a:lnTo>
                    <a:lnTo>
                      <a:pt x="436" y="150"/>
                    </a:lnTo>
                    <a:lnTo>
                      <a:pt x="436" y="142"/>
                    </a:lnTo>
                    <a:lnTo>
                      <a:pt x="441" y="138"/>
                    </a:lnTo>
                    <a:lnTo>
                      <a:pt x="446" y="130"/>
                    </a:lnTo>
                    <a:lnTo>
                      <a:pt x="446" y="123"/>
                    </a:lnTo>
                    <a:lnTo>
                      <a:pt x="450" y="115"/>
                    </a:lnTo>
                    <a:lnTo>
                      <a:pt x="455" y="111"/>
                    </a:lnTo>
                    <a:lnTo>
                      <a:pt x="455" y="103"/>
                    </a:lnTo>
                    <a:lnTo>
                      <a:pt x="460" y="95"/>
                    </a:lnTo>
                    <a:lnTo>
                      <a:pt x="464" y="91"/>
                    </a:lnTo>
                    <a:lnTo>
                      <a:pt x="464" y="83"/>
                    </a:lnTo>
                    <a:lnTo>
                      <a:pt x="469" y="75"/>
                    </a:lnTo>
                    <a:lnTo>
                      <a:pt x="474" y="71"/>
                    </a:lnTo>
                    <a:lnTo>
                      <a:pt x="474" y="63"/>
                    </a:lnTo>
                    <a:lnTo>
                      <a:pt x="478" y="55"/>
                    </a:lnTo>
                    <a:lnTo>
                      <a:pt x="483" y="51"/>
                    </a:lnTo>
                    <a:lnTo>
                      <a:pt x="483" y="43"/>
                    </a:lnTo>
                    <a:lnTo>
                      <a:pt x="488" y="39"/>
                    </a:lnTo>
                    <a:lnTo>
                      <a:pt x="492" y="31"/>
                    </a:lnTo>
                    <a:lnTo>
                      <a:pt x="492" y="23"/>
                    </a:lnTo>
                    <a:lnTo>
                      <a:pt x="497" y="20"/>
                    </a:lnTo>
                    <a:lnTo>
                      <a:pt x="502" y="12"/>
                    </a:lnTo>
                    <a:lnTo>
                      <a:pt x="502" y="8"/>
                    </a:lnTo>
                    <a:lnTo>
                      <a:pt x="507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36" name="Freeform 114">
                <a:extLst>
                  <a:ext uri="{FF2B5EF4-FFF2-40B4-BE49-F238E27FC236}">
                    <a16:creationId xmlns:a16="http://schemas.microsoft.com/office/drawing/2014/main" id="{0D6E013B-3B63-FEE8-8984-9358783B6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6" y="1811"/>
                <a:ext cx="421" cy="591"/>
              </a:xfrm>
              <a:custGeom>
                <a:avLst/>
                <a:gdLst>
                  <a:gd name="T0" fmla="*/ 4 w 421"/>
                  <a:gd name="T1" fmla="*/ 579 h 591"/>
                  <a:gd name="T2" fmla="*/ 14 w 421"/>
                  <a:gd name="T3" fmla="*/ 563 h 591"/>
                  <a:gd name="T4" fmla="*/ 23 w 421"/>
                  <a:gd name="T5" fmla="*/ 547 h 591"/>
                  <a:gd name="T6" fmla="*/ 32 w 421"/>
                  <a:gd name="T7" fmla="*/ 531 h 591"/>
                  <a:gd name="T8" fmla="*/ 37 w 421"/>
                  <a:gd name="T9" fmla="*/ 515 h 591"/>
                  <a:gd name="T10" fmla="*/ 46 w 421"/>
                  <a:gd name="T11" fmla="*/ 500 h 591"/>
                  <a:gd name="T12" fmla="*/ 56 w 421"/>
                  <a:gd name="T13" fmla="*/ 484 h 591"/>
                  <a:gd name="T14" fmla="*/ 65 w 421"/>
                  <a:gd name="T15" fmla="*/ 468 h 591"/>
                  <a:gd name="T16" fmla="*/ 70 w 421"/>
                  <a:gd name="T17" fmla="*/ 456 h 591"/>
                  <a:gd name="T18" fmla="*/ 79 w 421"/>
                  <a:gd name="T19" fmla="*/ 440 h 591"/>
                  <a:gd name="T20" fmla="*/ 89 w 421"/>
                  <a:gd name="T21" fmla="*/ 428 h 591"/>
                  <a:gd name="T22" fmla="*/ 98 w 421"/>
                  <a:gd name="T23" fmla="*/ 412 h 591"/>
                  <a:gd name="T24" fmla="*/ 103 w 421"/>
                  <a:gd name="T25" fmla="*/ 401 h 591"/>
                  <a:gd name="T26" fmla="*/ 112 w 421"/>
                  <a:gd name="T27" fmla="*/ 389 h 591"/>
                  <a:gd name="T28" fmla="*/ 117 w 421"/>
                  <a:gd name="T29" fmla="*/ 377 h 591"/>
                  <a:gd name="T30" fmla="*/ 126 w 421"/>
                  <a:gd name="T31" fmla="*/ 361 h 591"/>
                  <a:gd name="T32" fmla="*/ 135 w 421"/>
                  <a:gd name="T33" fmla="*/ 349 h 591"/>
                  <a:gd name="T34" fmla="*/ 145 w 421"/>
                  <a:gd name="T35" fmla="*/ 333 h 591"/>
                  <a:gd name="T36" fmla="*/ 154 w 421"/>
                  <a:gd name="T37" fmla="*/ 321 h 591"/>
                  <a:gd name="T38" fmla="*/ 159 w 421"/>
                  <a:gd name="T39" fmla="*/ 309 h 591"/>
                  <a:gd name="T40" fmla="*/ 168 w 421"/>
                  <a:gd name="T41" fmla="*/ 298 h 591"/>
                  <a:gd name="T42" fmla="*/ 178 w 421"/>
                  <a:gd name="T43" fmla="*/ 286 h 591"/>
                  <a:gd name="T44" fmla="*/ 187 w 421"/>
                  <a:gd name="T45" fmla="*/ 274 h 591"/>
                  <a:gd name="T46" fmla="*/ 192 w 421"/>
                  <a:gd name="T47" fmla="*/ 262 h 591"/>
                  <a:gd name="T48" fmla="*/ 206 w 421"/>
                  <a:gd name="T49" fmla="*/ 246 h 591"/>
                  <a:gd name="T50" fmla="*/ 210 w 421"/>
                  <a:gd name="T51" fmla="*/ 234 h 591"/>
                  <a:gd name="T52" fmla="*/ 220 w 421"/>
                  <a:gd name="T53" fmla="*/ 222 h 591"/>
                  <a:gd name="T54" fmla="*/ 229 w 421"/>
                  <a:gd name="T55" fmla="*/ 210 h 591"/>
                  <a:gd name="T56" fmla="*/ 243 w 421"/>
                  <a:gd name="T57" fmla="*/ 191 h 591"/>
                  <a:gd name="T58" fmla="*/ 257 w 421"/>
                  <a:gd name="T59" fmla="*/ 175 h 591"/>
                  <a:gd name="T60" fmla="*/ 271 w 421"/>
                  <a:gd name="T61" fmla="*/ 155 h 591"/>
                  <a:gd name="T62" fmla="*/ 285 w 421"/>
                  <a:gd name="T63" fmla="*/ 143 h 591"/>
                  <a:gd name="T64" fmla="*/ 300 w 421"/>
                  <a:gd name="T65" fmla="*/ 127 h 591"/>
                  <a:gd name="T66" fmla="*/ 314 w 421"/>
                  <a:gd name="T67" fmla="*/ 111 h 591"/>
                  <a:gd name="T68" fmla="*/ 328 w 421"/>
                  <a:gd name="T69" fmla="*/ 95 h 591"/>
                  <a:gd name="T70" fmla="*/ 337 w 421"/>
                  <a:gd name="T71" fmla="*/ 84 h 591"/>
                  <a:gd name="T72" fmla="*/ 351 w 421"/>
                  <a:gd name="T73" fmla="*/ 68 h 591"/>
                  <a:gd name="T74" fmla="*/ 365 w 421"/>
                  <a:gd name="T75" fmla="*/ 52 h 591"/>
                  <a:gd name="T76" fmla="*/ 384 w 421"/>
                  <a:gd name="T77" fmla="*/ 36 h 591"/>
                  <a:gd name="T78" fmla="*/ 393 w 421"/>
                  <a:gd name="T79" fmla="*/ 28 h 591"/>
                  <a:gd name="T80" fmla="*/ 403 w 421"/>
                  <a:gd name="T81" fmla="*/ 16 h 591"/>
                  <a:gd name="T82" fmla="*/ 421 w 421"/>
                  <a:gd name="T83" fmla="*/ 0 h 59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21" h="591">
                    <a:moveTo>
                      <a:pt x="0" y="591"/>
                    </a:moveTo>
                    <a:lnTo>
                      <a:pt x="0" y="587"/>
                    </a:lnTo>
                    <a:lnTo>
                      <a:pt x="4" y="579"/>
                    </a:lnTo>
                    <a:lnTo>
                      <a:pt x="9" y="575"/>
                    </a:lnTo>
                    <a:lnTo>
                      <a:pt x="9" y="571"/>
                    </a:lnTo>
                    <a:lnTo>
                      <a:pt x="14" y="563"/>
                    </a:lnTo>
                    <a:lnTo>
                      <a:pt x="18" y="559"/>
                    </a:lnTo>
                    <a:lnTo>
                      <a:pt x="18" y="551"/>
                    </a:lnTo>
                    <a:lnTo>
                      <a:pt x="23" y="547"/>
                    </a:lnTo>
                    <a:lnTo>
                      <a:pt x="23" y="543"/>
                    </a:lnTo>
                    <a:lnTo>
                      <a:pt x="28" y="535"/>
                    </a:lnTo>
                    <a:lnTo>
                      <a:pt x="32" y="531"/>
                    </a:lnTo>
                    <a:lnTo>
                      <a:pt x="32" y="523"/>
                    </a:lnTo>
                    <a:lnTo>
                      <a:pt x="37" y="519"/>
                    </a:lnTo>
                    <a:lnTo>
                      <a:pt x="37" y="515"/>
                    </a:lnTo>
                    <a:lnTo>
                      <a:pt x="42" y="511"/>
                    </a:lnTo>
                    <a:lnTo>
                      <a:pt x="46" y="504"/>
                    </a:lnTo>
                    <a:lnTo>
                      <a:pt x="46" y="500"/>
                    </a:lnTo>
                    <a:lnTo>
                      <a:pt x="51" y="496"/>
                    </a:lnTo>
                    <a:lnTo>
                      <a:pt x="51" y="488"/>
                    </a:lnTo>
                    <a:lnTo>
                      <a:pt x="56" y="484"/>
                    </a:lnTo>
                    <a:lnTo>
                      <a:pt x="60" y="480"/>
                    </a:lnTo>
                    <a:lnTo>
                      <a:pt x="60" y="476"/>
                    </a:lnTo>
                    <a:lnTo>
                      <a:pt x="65" y="468"/>
                    </a:lnTo>
                    <a:lnTo>
                      <a:pt x="65" y="464"/>
                    </a:lnTo>
                    <a:lnTo>
                      <a:pt x="70" y="460"/>
                    </a:lnTo>
                    <a:lnTo>
                      <a:pt x="70" y="456"/>
                    </a:lnTo>
                    <a:lnTo>
                      <a:pt x="75" y="452"/>
                    </a:lnTo>
                    <a:lnTo>
                      <a:pt x="79" y="444"/>
                    </a:lnTo>
                    <a:lnTo>
                      <a:pt x="79" y="440"/>
                    </a:lnTo>
                    <a:lnTo>
                      <a:pt x="84" y="436"/>
                    </a:lnTo>
                    <a:lnTo>
                      <a:pt x="84" y="432"/>
                    </a:lnTo>
                    <a:lnTo>
                      <a:pt x="89" y="428"/>
                    </a:lnTo>
                    <a:lnTo>
                      <a:pt x="89" y="424"/>
                    </a:lnTo>
                    <a:lnTo>
                      <a:pt x="93" y="416"/>
                    </a:lnTo>
                    <a:lnTo>
                      <a:pt x="98" y="412"/>
                    </a:lnTo>
                    <a:lnTo>
                      <a:pt x="98" y="408"/>
                    </a:lnTo>
                    <a:lnTo>
                      <a:pt x="103" y="404"/>
                    </a:lnTo>
                    <a:lnTo>
                      <a:pt x="103" y="401"/>
                    </a:lnTo>
                    <a:lnTo>
                      <a:pt x="107" y="397"/>
                    </a:lnTo>
                    <a:lnTo>
                      <a:pt x="107" y="393"/>
                    </a:lnTo>
                    <a:lnTo>
                      <a:pt x="112" y="389"/>
                    </a:lnTo>
                    <a:lnTo>
                      <a:pt x="112" y="385"/>
                    </a:lnTo>
                    <a:lnTo>
                      <a:pt x="117" y="381"/>
                    </a:lnTo>
                    <a:lnTo>
                      <a:pt x="117" y="377"/>
                    </a:lnTo>
                    <a:lnTo>
                      <a:pt x="121" y="373"/>
                    </a:lnTo>
                    <a:lnTo>
                      <a:pt x="126" y="365"/>
                    </a:lnTo>
                    <a:lnTo>
                      <a:pt x="126" y="361"/>
                    </a:lnTo>
                    <a:lnTo>
                      <a:pt x="131" y="357"/>
                    </a:lnTo>
                    <a:lnTo>
                      <a:pt x="131" y="353"/>
                    </a:lnTo>
                    <a:lnTo>
                      <a:pt x="135" y="349"/>
                    </a:lnTo>
                    <a:lnTo>
                      <a:pt x="135" y="345"/>
                    </a:lnTo>
                    <a:lnTo>
                      <a:pt x="145" y="337"/>
                    </a:lnTo>
                    <a:lnTo>
                      <a:pt x="145" y="333"/>
                    </a:lnTo>
                    <a:lnTo>
                      <a:pt x="150" y="329"/>
                    </a:lnTo>
                    <a:lnTo>
                      <a:pt x="150" y="325"/>
                    </a:lnTo>
                    <a:lnTo>
                      <a:pt x="154" y="321"/>
                    </a:lnTo>
                    <a:lnTo>
                      <a:pt x="154" y="317"/>
                    </a:lnTo>
                    <a:lnTo>
                      <a:pt x="159" y="313"/>
                    </a:lnTo>
                    <a:lnTo>
                      <a:pt x="159" y="309"/>
                    </a:lnTo>
                    <a:lnTo>
                      <a:pt x="164" y="305"/>
                    </a:lnTo>
                    <a:lnTo>
                      <a:pt x="164" y="301"/>
                    </a:lnTo>
                    <a:lnTo>
                      <a:pt x="168" y="298"/>
                    </a:lnTo>
                    <a:lnTo>
                      <a:pt x="168" y="294"/>
                    </a:lnTo>
                    <a:lnTo>
                      <a:pt x="173" y="290"/>
                    </a:lnTo>
                    <a:lnTo>
                      <a:pt x="178" y="286"/>
                    </a:lnTo>
                    <a:lnTo>
                      <a:pt x="182" y="282"/>
                    </a:lnTo>
                    <a:lnTo>
                      <a:pt x="182" y="278"/>
                    </a:lnTo>
                    <a:lnTo>
                      <a:pt x="187" y="274"/>
                    </a:lnTo>
                    <a:lnTo>
                      <a:pt x="187" y="270"/>
                    </a:lnTo>
                    <a:lnTo>
                      <a:pt x="192" y="266"/>
                    </a:lnTo>
                    <a:lnTo>
                      <a:pt x="192" y="262"/>
                    </a:lnTo>
                    <a:lnTo>
                      <a:pt x="196" y="258"/>
                    </a:lnTo>
                    <a:lnTo>
                      <a:pt x="196" y="254"/>
                    </a:lnTo>
                    <a:lnTo>
                      <a:pt x="206" y="246"/>
                    </a:lnTo>
                    <a:lnTo>
                      <a:pt x="206" y="242"/>
                    </a:lnTo>
                    <a:lnTo>
                      <a:pt x="210" y="238"/>
                    </a:lnTo>
                    <a:lnTo>
                      <a:pt x="210" y="234"/>
                    </a:lnTo>
                    <a:lnTo>
                      <a:pt x="215" y="230"/>
                    </a:lnTo>
                    <a:lnTo>
                      <a:pt x="220" y="226"/>
                    </a:lnTo>
                    <a:lnTo>
                      <a:pt x="220" y="222"/>
                    </a:lnTo>
                    <a:lnTo>
                      <a:pt x="225" y="218"/>
                    </a:lnTo>
                    <a:lnTo>
                      <a:pt x="229" y="214"/>
                    </a:lnTo>
                    <a:lnTo>
                      <a:pt x="229" y="210"/>
                    </a:lnTo>
                    <a:lnTo>
                      <a:pt x="234" y="206"/>
                    </a:lnTo>
                    <a:lnTo>
                      <a:pt x="243" y="198"/>
                    </a:lnTo>
                    <a:lnTo>
                      <a:pt x="243" y="191"/>
                    </a:lnTo>
                    <a:lnTo>
                      <a:pt x="248" y="187"/>
                    </a:lnTo>
                    <a:lnTo>
                      <a:pt x="257" y="179"/>
                    </a:lnTo>
                    <a:lnTo>
                      <a:pt x="257" y="175"/>
                    </a:lnTo>
                    <a:lnTo>
                      <a:pt x="262" y="171"/>
                    </a:lnTo>
                    <a:lnTo>
                      <a:pt x="271" y="163"/>
                    </a:lnTo>
                    <a:lnTo>
                      <a:pt x="271" y="155"/>
                    </a:lnTo>
                    <a:lnTo>
                      <a:pt x="276" y="151"/>
                    </a:lnTo>
                    <a:lnTo>
                      <a:pt x="281" y="147"/>
                    </a:lnTo>
                    <a:lnTo>
                      <a:pt x="285" y="143"/>
                    </a:lnTo>
                    <a:lnTo>
                      <a:pt x="290" y="139"/>
                    </a:lnTo>
                    <a:lnTo>
                      <a:pt x="290" y="135"/>
                    </a:lnTo>
                    <a:lnTo>
                      <a:pt x="300" y="127"/>
                    </a:lnTo>
                    <a:lnTo>
                      <a:pt x="300" y="123"/>
                    </a:lnTo>
                    <a:lnTo>
                      <a:pt x="304" y="119"/>
                    </a:lnTo>
                    <a:lnTo>
                      <a:pt x="314" y="111"/>
                    </a:lnTo>
                    <a:lnTo>
                      <a:pt x="314" y="107"/>
                    </a:lnTo>
                    <a:lnTo>
                      <a:pt x="318" y="103"/>
                    </a:lnTo>
                    <a:lnTo>
                      <a:pt x="328" y="95"/>
                    </a:lnTo>
                    <a:lnTo>
                      <a:pt x="328" y="91"/>
                    </a:lnTo>
                    <a:lnTo>
                      <a:pt x="332" y="88"/>
                    </a:lnTo>
                    <a:lnTo>
                      <a:pt x="337" y="84"/>
                    </a:lnTo>
                    <a:lnTo>
                      <a:pt x="346" y="76"/>
                    </a:lnTo>
                    <a:lnTo>
                      <a:pt x="346" y="72"/>
                    </a:lnTo>
                    <a:lnTo>
                      <a:pt x="351" y="68"/>
                    </a:lnTo>
                    <a:lnTo>
                      <a:pt x="356" y="64"/>
                    </a:lnTo>
                    <a:lnTo>
                      <a:pt x="365" y="56"/>
                    </a:lnTo>
                    <a:lnTo>
                      <a:pt x="365" y="52"/>
                    </a:lnTo>
                    <a:lnTo>
                      <a:pt x="370" y="48"/>
                    </a:lnTo>
                    <a:lnTo>
                      <a:pt x="375" y="44"/>
                    </a:lnTo>
                    <a:lnTo>
                      <a:pt x="384" y="36"/>
                    </a:lnTo>
                    <a:lnTo>
                      <a:pt x="379" y="36"/>
                    </a:lnTo>
                    <a:lnTo>
                      <a:pt x="384" y="36"/>
                    </a:lnTo>
                    <a:lnTo>
                      <a:pt x="393" y="28"/>
                    </a:lnTo>
                    <a:lnTo>
                      <a:pt x="393" y="24"/>
                    </a:lnTo>
                    <a:lnTo>
                      <a:pt x="398" y="20"/>
                    </a:lnTo>
                    <a:lnTo>
                      <a:pt x="403" y="16"/>
                    </a:lnTo>
                    <a:lnTo>
                      <a:pt x="407" y="12"/>
                    </a:lnTo>
                    <a:lnTo>
                      <a:pt x="412" y="8"/>
                    </a:lnTo>
                    <a:lnTo>
                      <a:pt x="421" y="0"/>
                    </a:lnTo>
                    <a:lnTo>
                      <a:pt x="417" y="0"/>
                    </a:lnTo>
                    <a:lnTo>
                      <a:pt x="421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37" name="Freeform 115">
                <a:extLst>
                  <a:ext uri="{FF2B5EF4-FFF2-40B4-BE49-F238E27FC236}">
                    <a16:creationId xmlns:a16="http://schemas.microsoft.com/office/drawing/2014/main" id="{3CC10D73-4E24-DF89-F699-15DFB7340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7" y="1510"/>
                <a:ext cx="596" cy="301"/>
              </a:xfrm>
              <a:custGeom>
                <a:avLst/>
                <a:gdLst>
                  <a:gd name="T0" fmla="*/ 10 w 596"/>
                  <a:gd name="T1" fmla="*/ 289 h 301"/>
                  <a:gd name="T2" fmla="*/ 24 w 596"/>
                  <a:gd name="T3" fmla="*/ 278 h 301"/>
                  <a:gd name="T4" fmla="*/ 38 w 596"/>
                  <a:gd name="T5" fmla="*/ 266 h 301"/>
                  <a:gd name="T6" fmla="*/ 52 w 596"/>
                  <a:gd name="T7" fmla="*/ 254 h 301"/>
                  <a:gd name="T8" fmla="*/ 66 w 596"/>
                  <a:gd name="T9" fmla="*/ 246 h 301"/>
                  <a:gd name="T10" fmla="*/ 80 w 596"/>
                  <a:gd name="T11" fmla="*/ 234 h 301"/>
                  <a:gd name="T12" fmla="*/ 94 w 596"/>
                  <a:gd name="T13" fmla="*/ 222 h 301"/>
                  <a:gd name="T14" fmla="*/ 108 w 596"/>
                  <a:gd name="T15" fmla="*/ 214 h 301"/>
                  <a:gd name="T16" fmla="*/ 122 w 596"/>
                  <a:gd name="T17" fmla="*/ 202 h 301"/>
                  <a:gd name="T18" fmla="*/ 136 w 596"/>
                  <a:gd name="T19" fmla="*/ 194 h 301"/>
                  <a:gd name="T20" fmla="*/ 150 w 596"/>
                  <a:gd name="T21" fmla="*/ 182 h 301"/>
                  <a:gd name="T22" fmla="*/ 164 w 596"/>
                  <a:gd name="T23" fmla="*/ 175 h 301"/>
                  <a:gd name="T24" fmla="*/ 179 w 596"/>
                  <a:gd name="T25" fmla="*/ 167 h 301"/>
                  <a:gd name="T26" fmla="*/ 193 w 596"/>
                  <a:gd name="T27" fmla="*/ 159 h 301"/>
                  <a:gd name="T28" fmla="*/ 207 w 596"/>
                  <a:gd name="T29" fmla="*/ 151 h 301"/>
                  <a:gd name="T30" fmla="*/ 221 w 596"/>
                  <a:gd name="T31" fmla="*/ 139 h 301"/>
                  <a:gd name="T32" fmla="*/ 235 w 596"/>
                  <a:gd name="T33" fmla="*/ 135 h 301"/>
                  <a:gd name="T34" fmla="*/ 249 w 596"/>
                  <a:gd name="T35" fmla="*/ 127 h 301"/>
                  <a:gd name="T36" fmla="*/ 263 w 596"/>
                  <a:gd name="T37" fmla="*/ 119 h 301"/>
                  <a:gd name="T38" fmla="*/ 277 w 596"/>
                  <a:gd name="T39" fmla="*/ 111 h 301"/>
                  <a:gd name="T40" fmla="*/ 291 w 596"/>
                  <a:gd name="T41" fmla="*/ 103 h 301"/>
                  <a:gd name="T42" fmla="*/ 305 w 596"/>
                  <a:gd name="T43" fmla="*/ 99 h 301"/>
                  <a:gd name="T44" fmla="*/ 319 w 596"/>
                  <a:gd name="T45" fmla="*/ 91 h 301"/>
                  <a:gd name="T46" fmla="*/ 333 w 596"/>
                  <a:gd name="T47" fmla="*/ 83 h 301"/>
                  <a:gd name="T48" fmla="*/ 347 w 596"/>
                  <a:gd name="T49" fmla="*/ 79 h 301"/>
                  <a:gd name="T50" fmla="*/ 361 w 596"/>
                  <a:gd name="T51" fmla="*/ 75 h 301"/>
                  <a:gd name="T52" fmla="*/ 375 w 596"/>
                  <a:gd name="T53" fmla="*/ 68 h 301"/>
                  <a:gd name="T54" fmla="*/ 389 w 596"/>
                  <a:gd name="T55" fmla="*/ 64 h 301"/>
                  <a:gd name="T56" fmla="*/ 404 w 596"/>
                  <a:gd name="T57" fmla="*/ 56 h 301"/>
                  <a:gd name="T58" fmla="*/ 418 w 596"/>
                  <a:gd name="T59" fmla="*/ 52 h 301"/>
                  <a:gd name="T60" fmla="*/ 432 w 596"/>
                  <a:gd name="T61" fmla="*/ 48 h 301"/>
                  <a:gd name="T62" fmla="*/ 446 w 596"/>
                  <a:gd name="T63" fmla="*/ 44 h 301"/>
                  <a:gd name="T64" fmla="*/ 460 w 596"/>
                  <a:gd name="T65" fmla="*/ 36 h 301"/>
                  <a:gd name="T66" fmla="*/ 474 w 596"/>
                  <a:gd name="T67" fmla="*/ 32 h 301"/>
                  <a:gd name="T68" fmla="*/ 488 w 596"/>
                  <a:gd name="T69" fmla="*/ 28 h 301"/>
                  <a:gd name="T70" fmla="*/ 502 w 596"/>
                  <a:gd name="T71" fmla="*/ 24 h 301"/>
                  <a:gd name="T72" fmla="*/ 516 w 596"/>
                  <a:gd name="T73" fmla="*/ 20 h 301"/>
                  <a:gd name="T74" fmla="*/ 530 w 596"/>
                  <a:gd name="T75" fmla="*/ 16 h 301"/>
                  <a:gd name="T76" fmla="*/ 544 w 596"/>
                  <a:gd name="T77" fmla="*/ 12 h 301"/>
                  <a:gd name="T78" fmla="*/ 558 w 596"/>
                  <a:gd name="T79" fmla="*/ 8 h 301"/>
                  <a:gd name="T80" fmla="*/ 572 w 596"/>
                  <a:gd name="T81" fmla="*/ 4 h 301"/>
                  <a:gd name="T82" fmla="*/ 586 w 596"/>
                  <a:gd name="T83" fmla="*/ 4 h 30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596" h="301">
                    <a:moveTo>
                      <a:pt x="0" y="301"/>
                    </a:moveTo>
                    <a:lnTo>
                      <a:pt x="10" y="293"/>
                    </a:lnTo>
                    <a:lnTo>
                      <a:pt x="10" y="289"/>
                    </a:lnTo>
                    <a:lnTo>
                      <a:pt x="14" y="289"/>
                    </a:lnTo>
                    <a:lnTo>
                      <a:pt x="19" y="282"/>
                    </a:lnTo>
                    <a:lnTo>
                      <a:pt x="24" y="278"/>
                    </a:lnTo>
                    <a:lnTo>
                      <a:pt x="29" y="274"/>
                    </a:lnTo>
                    <a:lnTo>
                      <a:pt x="33" y="270"/>
                    </a:lnTo>
                    <a:lnTo>
                      <a:pt x="38" y="266"/>
                    </a:lnTo>
                    <a:lnTo>
                      <a:pt x="43" y="262"/>
                    </a:lnTo>
                    <a:lnTo>
                      <a:pt x="47" y="258"/>
                    </a:lnTo>
                    <a:lnTo>
                      <a:pt x="52" y="254"/>
                    </a:lnTo>
                    <a:lnTo>
                      <a:pt x="57" y="250"/>
                    </a:lnTo>
                    <a:lnTo>
                      <a:pt x="61" y="246"/>
                    </a:lnTo>
                    <a:lnTo>
                      <a:pt x="66" y="246"/>
                    </a:lnTo>
                    <a:lnTo>
                      <a:pt x="71" y="242"/>
                    </a:lnTo>
                    <a:lnTo>
                      <a:pt x="75" y="238"/>
                    </a:lnTo>
                    <a:lnTo>
                      <a:pt x="80" y="234"/>
                    </a:lnTo>
                    <a:lnTo>
                      <a:pt x="85" y="230"/>
                    </a:lnTo>
                    <a:lnTo>
                      <a:pt x="89" y="226"/>
                    </a:lnTo>
                    <a:lnTo>
                      <a:pt x="94" y="222"/>
                    </a:lnTo>
                    <a:lnTo>
                      <a:pt x="99" y="218"/>
                    </a:lnTo>
                    <a:lnTo>
                      <a:pt x="104" y="218"/>
                    </a:lnTo>
                    <a:lnTo>
                      <a:pt x="108" y="214"/>
                    </a:lnTo>
                    <a:lnTo>
                      <a:pt x="113" y="210"/>
                    </a:lnTo>
                    <a:lnTo>
                      <a:pt x="118" y="206"/>
                    </a:lnTo>
                    <a:lnTo>
                      <a:pt x="122" y="202"/>
                    </a:lnTo>
                    <a:lnTo>
                      <a:pt x="127" y="198"/>
                    </a:lnTo>
                    <a:lnTo>
                      <a:pt x="132" y="194"/>
                    </a:lnTo>
                    <a:lnTo>
                      <a:pt x="136" y="194"/>
                    </a:lnTo>
                    <a:lnTo>
                      <a:pt x="141" y="190"/>
                    </a:lnTo>
                    <a:lnTo>
                      <a:pt x="146" y="186"/>
                    </a:lnTo>
                    <a:lnTo>
                      <a:pt x="150" y="182"/>
                    </a:lnTo>
                    <a:lnTo>
                      <a:pt x="155" y="182"/>
                    </a:lnTo>
                    <a:lnTo>
                      <a:pt x="160" y="179"/>
                    </a:lnTo>
                    <a:lnTo>
                      <a:pt x="164" y="175"/>
                    </a:lnTo>
                    <a:lnTo>
                      <a:pt x="169" y="171"/>
                    </a:lnTo>
                    <a:lnTo>
                      <a:pt x="174" y="171"/>
                    </a:lnTo>
                    <a:lnTo>
                      <a:pt x="179" y="167"/>
                    </a:lnTo>
                    <a:lnTo>
                      <a:pt x="183" y="163"/>
                    </a:lnTo>
                    <a:lnTo>
                      <a:pt x="188" y="159"/>
                    </a:lnTo>
                    <a:lnTo>
                      <a:pt x="193" y="159"/>
                    </a:lnTo>
                    <a:lnTo>
                      <a:pt x="197" y="155"/>
                    </a:lnTo>
                    <a:lnTo>
                      <a:pt x="202" y="151"/>
                    </a:lnTo>
                    <a:lnTo>
                      <a:pt x="207" y="151"/>
                    </a:lnTo>
                    <a:lnTo>
                      <a:pt x="211" y="147"/>
                    </a:lnTo>
                    <a:lnTo>
                      <a:pt x="216" y="143"/>
                    </a:lnTo>
                    <a:lnTo>
                      <a:pt x="221" y="139"/>
                    </a:lnTo>
                    <a:lnTo>
                      <a:pt x="225" y="139"/>
                    </a:lnTo>
                    <a:lnTo>
                      <a:pt x="230" y="135"/>
                    </a:lnTo>
                    <a:lnTo>
                      <a:pt x="235" y="135"/>
                    </a:lnTo>
                    <a:lnTo>
                      <a:pt x="239" y="131"/>
                    </a:lnTo>
                    <a:lnTo>
                      <a:pt x="244" y="127"/>
                    </a:lnTo>
                    <a:lnTo>
                      <a:pt x="249" y="127"/>
                    </a:lnTo>
                    <a:lnTo>
                      <a:pt x="254" y="123"/>
                    </a:lnTo>
                    <a:lnTo>
                      <a:pt x="258" y="123"/>
                    </a:lnTo>
                    <a:lnTo>
                      <a:pt x="263" y="119"/>
                    </a:lnTo>
                    <a:lnTo>
                      <a:pt x="268" y="115"/>
                    </a:lnTo>
                    <a:lnTo>
                      <a:pt x="272" y="115"/>
                    </a:lnTo>
                    <a:lnTo>
                      <a:pt x="277" y="111"/>
                    </a:lnTo>
                    <a:lnTo>
                      <a:pt x="282" y="111"/>
                    </a:lnTo>
                    <a:lnTo>
                      <a:pt x="286" y="107"/>
                    </a:lnTo>
                    <a:lnTo>
                      <a:pt x="291" y="103"/>
                    </a:lnTo>
                    <a:lnTo>
                      <a:pt x="296" y="103"/>
                    </a:lnTo>
                    <a:lnTo>
                      <a:pt x="300" y="99"/>
                    </a:lnTo>
                    <a:lnTo>
                      <a:pt x="305" y="99"/>
                    </a:lnTo>
                    <a:lnTo>
                      <a:pt x="310" y="95"/>
                    </a:lnTo>
                    <a:lnTo>
                      <a:pt x="314" y="95"/>
                    </a:lnTo>
                    <a:lnTo>
                      <a:pt x="319" y="91"/>
                    </a:lnTo>
                    <a:lnTo>
                      <a:pt x="324" y="91"/>
                    </a:lnTo>
                    <a:lnTo>
                      <a:pt x="329" y="87"/>
                    </a:lnTo>
                    <a:lnTo>
                      <a:pt x="333" y="83"/>
                    </a:lnTo>
                    <a:lnTo>
                      <a:pt x="338" y="83"/>
                    </a:lnTo>
                    <a:lnTo>
                      <a:pt x="343" y="79"/>
                    </a:lnTo>
                    <a:lnTo>
                      <a:pt x="347" y="79"/>
                    </a:lnTo>
                    <a:lnTo>
                      <a:pt x="352" y="75"/>
                    </a:lnTo>
                    <a:lnTo>
                      <a:pt x="357" y="75"/>
                    </a:lnTo>
                    <a:lnTo>
                      <a:pt x="361" y="75"/>
                    </a:lnTo>
                    <a:lnTo>
                      <a:pt x="366" y="72"/>
                    </a:lnTo>
                    <a:lnTo>
                      <a:pt x="371" y="72"/>
                    </a:lnTo>
                    <a:lnTo>
                      <a:pt x="375" y="68"/>
                    </a:lnTo>
                    <a:lnTo>
                      <a:pt x="380" y="68"/>
                    </a:lnTo>
                    <a:lnTo>
                      <a:pt x="385" y="64"/>
                    </a:lnTo>
                    <a:lnTo>
                      <a:pt x="389" y="64"/>
                    </a:lnTo>
                    <a:lnTo>
                      <a:pt x="394" y="60"/>
                    </a:lnTo>
                    <a:lnTo>
                      <a:pt x="399" y="60"/>
                    </a:lnTo>
                    <a:lnTo>
                      <a:pt x="404" y="56"/>
                    </a:lnTo>
                    <a:lnTo>
                      <a:pt x="408" y="56"/>
                    </a:lnTo>
                    <a:lnTo>
                      <a:pt x="413" y="56"/>
                    </a:lnTo>
                    <a:lnTo>
                      <a:pt x="418" y="52"/>
                    </a:lnTo>
                    <a:lnTo>
                      <a:pt x="422" y="52"/>
                    </a:lnTo>
                    <a:lnTo>
                      <a:pt x="427" y="48"/>
                    </a:lnTo>
                    <a:lnTo>
                      <a:pt x="432" y="48"/>
                    </a:lnTo>
                    <a:lnTo>
                      <a:pt x="436" y="44"/>
                    </a:lnTo>
                    <a:lnTo>
                      <a:pt x="441" y="44"/>
                    </a:lnTo>
                    <a:lnTo>
                      <a:pt x="446" y="44"/>
                    </a:lnTo>
                    <a:lnTo>
                      <a:pt x="450" y="40"/>
                    </a:lnTo>
                    <a:lnTo>
                      <a:pt x="455" y="40"/>
                    </a:lnTo>
                    <a:lnTo>
                      <a:pt x="460" y="36"/>
                    </a:lnTo>
                    <a:lnTo>
                      <a:pt x="464" y="36"/>
                    </a:lnTo>
                    <a:lnTo>
                      <a:pt x="469" y="36"/>
                    </a:lnTo>
                    <a:lnTo>
                      <a:pt x="474" y="32"/>
                    </a:lnTo>
                    <a:lnTo>
                      <a:pt x="479" y="32"/>
                    </a:lnTo>
                    <a:lnTo>
                      <a:pt x="483" y="32"/>
                    </a:lnTo>
                    <a:lnTo>
                      <a:pt x="488" y="28"/>
                    </a:lnTo>
                    <a:lnTo>
                      <a:pt x="493" y="28"/>
                    </a:lnTo>
                    <a:lnTo>
                      <a:pt x="497" y="28"/>
                    </a:lnTo>
                    <a:lnTo>
                      <a:pt x="502" y="24"/>
                    </a:lnTo>
                    <a:lnTo>
                      <a:pt x="507" y="24"/>
                    </a:lnTo>
                    <a:lnTo>
                      <a:pt x="511" y="24"/>
                    </a:lnTo>
                    <a:lnTo>
                      <a:pt x="516" y="20"/>
                    </a:lnTo>
                    <a:lnTo>
                      <a:pt x="521" y="20"/>
                    </a:lnTo>
                    <a:lnTo>
                      <a:pt x="525" y="20"/>
                    </a:lnTo>
                    <a:lnTo>
                      <a:pt x="530" y="16"/>
                    </a:lnTo>
                    <a:lnTo>
                      <a:pt x="535" y="16"/>
                    </a:lnTo>
                    <a:lnTo>
                      <a:pt x="539" y="16"/>
                    </a:lnTo>
                    <a:lnTo>
                      <a:pt x="544" y="12"/>
                    </a:lnTo>
                    <a:lnTo>
                      <a:pt x="549" y="12"/>
                    </a:lnTo>
                    <a:lnTo>
                      <a:pt x="554" y="12"/>
                    </a:lnTo>
                    <a:lnTo>
                      <a:pt x="558" y="8"/>
                    </a:lnTo>
                    <a:lnTo>
                      <a:pt x="563" y="8"/>
                    </a:lnTo>
                    <a:lnTo>
                      <a:pt x="568" y="8"/>
                    </a:lnTo>
                    <a:lnTo>
                      <a:pt x="572" y="4"/>
                    </a:lnTo>
                    <a:lnTo>
                      <a:pt x="577" y="4"/>
                    </a:lnTo>
                    <a:lnTo>
                      <a:pt x="582" y="4"/>
                    </a:lnTo>
                    <a:lnTo>
                      <a:pt x="586" y="4"/>
                    </a:lnTo>
                    <a:lnTo>
                      <a:pt x="591" y="0"/>
                    </a:lnTo>
                    <a:lnTo>
                      <a:pt x="596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38" name="Freeform 116">
                <a:extLst>
                  <a:ext uri="{FF2B5EF4-FFF2-40B4-BE49-F238E27FC236}">
                    <a16:creationId xmlns:a16="http://schemas.microsoft.com/office/drawing/2014/main" id="{03E4F8D8-93A4-BA1D-616D-386422D39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3" y="1435"/>
                <a:ext cx="590" cy="75"/>
              </a:xfrm>
              <a:custGeom>
                <a:avLst/>
                <a:gdLst>
                  <a:gd name="T0" fmla="*/ 4 w 590"/>
                  <a:gd name="T1" fmla="*/ 75 h 75"/>
                  <a:gd name="T2" fmla="*/ 14 w 590"/>
                  <a:gd name="T3" fmla="*/ 71 h 75"/>
                  <a:gd name="T4" fmla="*/ 23 w 590"/>
                  <a:gd name="T5" fmla="*/ 71 h 75"/>
                  <a:gd name="T6" fmla="*/ 33 w 590"/>
                  <a:gd name="T7" fmla="*/ 67 h 75"/>
                  <a:gd name="T8" fmla="*/ 42 w 590"/>
                  <a:gd name="T9" fmla="*/ 67 h 75"/>
                  <a:gd name="T10" fmla="*/ 51 w 590"/>
                  <a:gd name="T11" fmla="*/ 63 h 75"/>
                  <a:gd name="T12" fmla="*/ 61 w 590"/>
                  <a:gd name="T13" fmla="*/ 63 h 75"/>
                  <a:gd name="T14" fmla="*/ 70 w 590"/>
                  <a:gd name="T15" fmla="*/ 59 h 75"/>
                  <a:gd name="T16" fmla="*/ 79 w 590"/>
                  <a:gd name="T17" fmla="*/ 59 h 75"/>
                  <a:gd name="T18" fmla="*/ 89 w 590"/>
                  <a:gd name="T19" fmla="*/ 55 h 75"/>
                  <a:gd name="T20" fmla="*/ 98 w 590"/>
                  <a:gd name="T21" fmla="*/ 55 h 75"/>
                  <a:gd name="T22" fmla="*/ 108 w 590"/>
                  <a:gd name="T23" fmla="*/ 51 h 75"/>
                  <a:gd name="T24" fmla="*/ 117 w 590"/>
                  <a:gd name="T25" fmla="*/ 51 h 75"/>
                  <a:gd name="T26" fmla="*/ 126 w 590"/>
                  <a:gd name="T27" fmla="*/ 47 h 75"/>
                  <a:gd name="T28" fmla="*/ 136 w 590"/>
                  <a:gd name="T29" fmla="*/ 47 h 75"/>
                  <a:gd name="T30" fmla="*/ 145 w 590"/>
                  <a:gd name="T31" fmla="*/ 47 h 75"/>
                  <a:gd name="T32" fmla="*/ 154 w 590"/>
                  <a:gd name="T33" fmla="*/ 44 h 75"/>
                  <a:gd name="T34" fmla="*/ 164 w 590"/>
                  <a:gd name="T35" fmla="*/ 44 h 75"/>
                  <a:gd name="T36" fmla="*/ 173 w 590"/>
                  <a:gd name="T37" fmla="*/ 44 h 75"/>
                  <a:gd name="T38" fmla="*/ 183 w 590"/>
                  <a:gd name="T39" fmla="*/ 40 h 75"/>
                  <a:gd name="T40" fmla="*/ 192 w 590"/>
                  <a:gd name="T41" fmla="*/ 40 h 75"/>
                  <a:gd name="T42" fmla="*/ 201 w 590"/>
                  <a:gd name="T43" fmla="*/ 36 h 75"/>
                  <a:gd name="T44" fmla="*/ 211 w 590"/>
                  <a:gd name="T45" fmla="*/ 36 h 75"/>
                  <a:gd name="T46" fmla="*/ 220 w 590"/>
                  <a:gd name="T47" fmla="*/ 36 h 75"/>
                  <a:gd name="T48" fmla="*/ 229 w 590"/>
                  <a:gd name="T49" fmla="*/ 32 h 75"/>
                  <a:gd name="T50" fmla="*/ 239 w 590"/>
                  <a:gd name="T51" fmla="*/ 32 h 75"/>
                  <a:gd name="T52" fmla="*/ 248 w 590"/>
                  <a:gd name="T53" fmla="*/ 32 h 75"/>
                  <a:gd name="T54" fmla="*/ 258 w 590"/>
                  <a:gd name="T55" fmla="*/ 32 h 75"/>
                  <a:gd name="T56" fmla="*/ 267 w 590"/>
                  <a:gd name="T57" fmla="*/ 28 h 75"/>
                  <a:gd name="T58" fmla="*/ 276 w 590"/>
                  <a:gd name="T59" fmla="*/ 28 h 75"/>
                  <a:gd name="T60" fmla="*/ 286 w 590"/>
                  <a:gd name="T61" fmla="*/ 28 h 75"/>
                  <a:gd name="T62" fmla="*/ 295 w 590"/>
                  <a:gd name="T63" fmla="*/ 24 h 75"/>
                  <a:gd name="T64" fmla="*/ 304 w 590"/>
                  <a:gd name="T65" fmla="*/ 24 h 75"/>
                  <a:gd name="T66" fmla="*/ 314 w 590"/>
                  <a:gd name="T67" fmla="*/ 24 h 75"/>
                  <a:gd name="T68" fmla="*/ 323 w 590"/>
                  <a:gd name="T69" fmla="*/ 24 h 75"/>
                  <a:gd name="T70" fmla="*/ 333 w 590"/>
                  <a:gd name="T71" fmla="*/ 20 h 75"/>
                  <a:gd name="T72" fmla="*/ 342 w 590"/>
                  <a:gd name="T73" fmla="*/ 20 h 75"/>
                  <a:gd name="T74" fmla="*/ 351 w 590"/>
                  <a:gd name="T75" fmla="*/ 20 h 75"/>
                  <a:gd name="T76" fmla="*/ 361 w 590"/>
                  <a:gd name="T77" fmla="*/ 20 h 75"/>
                  <a:gd name="T78" fmla="*/ 370 w 590"/>
                  <a:gd name="T79" fmla="*/ 16 h 75"/>
                  <a:gd name="T80" fmla="*/ 379 w 590"/>
                  <a:gd name="T81" fmla="*/ 16 h 75"/>
                  <a:gd name="T82" fmla="*/ 389 w 590"/>
                  <a:gd name="T83" fmla="*/ 16 h 75"/>
                  <a:gd name="T84" fmla="*/ 398 w 590"/>
                  <a:gd name="T85" fmla="*/ 16 h 75"/>
                  <a:gd name="T86" fmla="*/ 408 w 590"/>
                  <a:gd name="T87" fmla="*/ 16 h 75"/>
                  <a:gd name="T88" fmla="*/ 417 w 590"/>
                  <a:gd name="T89" fmla="*/ 12 h 75"/>
                  <a:gd name="T90" fmla="*/ 426 w 590"/>
                  <a:gd name="T91" fmla="*/ 12 h 75"/>
                  <a:gd name="T92" fmla="*/ 436 w 590"/>
                  <a:gd name="T93" fmla="*/ 12 h 75"/>
                  <a:gd name="T94" fmla="*/ 445 w 590"/>
                  <a:gd name="T95" fmla="*/ 12 h 75"/>
                  <a:gd name="T96" fmla="*/ 454 w 590"/>
                  <a:gd name="T97" fmla="*/ 12 h 75"/>
                  <a:gd name="T98" fmla="*/ 464 w 590"/>
                  <a:gd name="T99" fmla="*/ 8 h 75"/>
                  <a:gd name="T100" fmla="*/ 473 w 590"/>
                  <a:gd name="T101" fmla="*/ 8 h 75"/>
                  <a:gd name="T102" fmla="*/ 483 w 590"/>
                  <a:gd name="T103" fmla="*/ 8 h 75"/>
                  <a:gd name="T104" fmla="*/ 492 w 590"/>
                  <a:gd name="T105" fmla="*/ 8 h 75"/>
                  <a:gd name="T106" fmla="*/ 501 w 590"/>
                  <a:gd name="T107" fmla="*/ 8 h 75"/>
                  <a:gd name="T108" fmla="*/ 511 w 590"/>
                  <a:gd name="T109" fmla="*/ 8 h 75"/>
                  <a:gd name="T110" fmla="*/ 520 w 590"/>
                  <a:gd name="T111" fmla="*/ 4 h 75"/>
                  <a:gd name="T112" fmla="*/ 529 w 590"/>
                  <a:gd name="T113" fmla="*/ 4 h 75"/>
                  <a:gd name="T114" fmla="*/ 539 w 590"/>
                  <a:gd name="T115" fmla="*/ 4 h 75"/>
                  <a:gd name="T116" fmla="*/ 548 w 590"/>
                  <a:gd name="T117" fmla="*/ 4 h 75"/>
                  <a:gd name="T118" fmla="*/ 558 w 590"/>
                  <a:gd name="T119" fmla="*/ 4 h 75"/>
                  <a:gd name="T120" fmla="*/ 567 w 590"/>
                  <a:gd name="T121" fmla="*/ 4 h 75"/>
                  <a:gd name="T122" fmla="*/ 576 w 590"/>
                  <a:gd name="T123" fmla="*/ 0 h 75"/>
                  <a:gd name="T124" fmla="*/ 586 w 590"/>
                  <a:gd name="T125" fmla="*/ 0 h 75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590" h="75">
                    <a:moveTo>
                      <a:pt x="0" y="75"/>
                    </a:moveTo>
                    <a:lnTo>
                      <a:pt x="4" y="75"/>
                    </a:lnTo>
                    <a:lnTo>
                      <a:pt x="9" y="71"/>
                    </a:lnTo>
                    <a:lnTo>
                      <a:pt x="14" y="71"/>
                    </a:lnTo>
                    <a:lnTo>
                      <a:pt x="18" y="71"/>
                    </a:lnTo>
                    <a:lnTo>
                      <a:pt x="23" y="71"/>
                    </a:lnTo>
                    <a:lnTo>
                      <a:pt x="28" y="67"/>
                    </a:lnTo>
                    <a:lnTo>
                      <a:pt x="33" y="67"/>
                    </a:lnTo>
                    <a:lnTo>
                      <a:pt x="37" y="67"/>
                    </a:lnTo>
                    <a:lnTo>
                      <a:pt x="42" y="67"/>
                    </a:lnTo>
                    <a:lnTo>
                      <a:pt x="47" y="63"/>
                    </a:lnTo>
                    <a:lnTo>
                      <a:pt x="51" y="63"/>
                    </a:lnTo>
                    <a:lnTo>
                      <a:pt x="56" y="63"/>
                    </a:lnTo>
                    <a:lnTo>
                      <a:pt x="61" y="63"/>
                    </a:lnTo>
                    <a:lnTo>
                      <a:pt x="65" y="59"/>
                    </a:lnTo>
                    <a:lnTo>
                      <a:pt x="70" y="59"/>
                    </a:lnTo>
                    <a:lnTo>
                      <a:pt x="75" y="59"/>
                    </a:lnTo>
                    <a:lnTo>
                      <a:pt x="79" y="59"/>
                    </a:lnTo>
                    <a:lnTo>
                      <a:pt x="84" y="55"/>
                    </a:lnTo>
                    <a:lnTo>
                      <a:pt x="89" y="55"/>
                    </a:lnTo>
                    <a:lnTo>
                      <a:pt x="93" y="55"/>
                    </a:lnTo>
                    <a:lnTo>
                      <a:pt x="98" y="55"/>
                    </a:lnTo>
                    <a:lnTo>
                      <a:pt x="103" y="55"/>
                    </a:lnTo>
                    <a:lnTo>
                      <a:pt x="108" y="51"/>
                    </a:lnTo>
                    <a:lnTo>
                      <a:pt x="112" y="51"/>
                    </a:lnTo>
                    <a:lnTo>
                      <a:pt x="117" y="51"/>
                    </a:lnTo>
                    <a:lnTo>
                      <a:pt x="122" y="51"/>
                    </a:lnTo>
                    <a:lnTo>
                      <a:pt x="126" y="47"/>
                    </a:lnTo>
                    <a:lnTo>
                      <a:pt x="131" y="47"/>
                    </a:lnTo>
                    <a:lnTo>
                      <a:pt x="136" y="47"/>
                    </a:lnTo>
                    <a:lnTo>
                      <a:pt x="140" y="47"/>
                    </a:lnTo>
                    <a:lnTo>
                      <a:pt x="145" y="47"/>
                    </a:lnTo>
                    <a:lnTo>
                      <a:pt x="150" y="44"/>
                    </a:lnTo>
                    <a:lnTo>
                      <a:pt x="154" y="44"/>
                    </a:lnTo>
                    <a:lnTo>
                      <a:pt x="159" y="44"/>
                    </a:lnTo>
                    <a:lnTo>
                      <a:pt x="164" y="44"/>
                    </a:lnTo>
                    <a:lnTo>
                      <a:pt x="168" y="44"/>
                    </a:lnTo>
                    <a:lnTo>
                      <a:pt x="173" y="44"/>
                    </a:lnTo>
                    <a:lnTo>
                      <a:pt x="178" y="40"/>
                    </a:lnTo>
                    <a:lnTo>
                      <a:pt x="183" y="40"/>
                    </a:lnTo>
                    <a:lnTo>
                      <a:pt x="187" y="40"/>
                    </a:lnTo>
                    <a:lnTo>
                      <a:pt x="192" y="40"/>
                    </a:lnTo>
                    <a:lnTo>
                      <a:pt x="197" y="40"/>
                    </a:lnTo>
                    <a:lnTo>
                      <a:pt x="201" y="36"/>
                    </a:lnTo>
                    <a:lnTo>
                      <a:pt x="206" y="36"/>
                    </a:lnTo>
                    <a:lnTo>
                      <a:pt x="211" y="36"/>
                    </a:lnTo>
                    <a:lnTo>
                      <a:pt x="215" y="36"/>
                    </a:lnTo>
                    <a:lnTo>
                      <a:pt x="220" y="36"/>
                    </a:lnTo>
                    <a:lnTo>
                      <a:pt x="225" y="36"/>
                    </a:lnTo>
                    <a:lnTo>
                      <a:pt x="229" y="32"/>
                    </a:lnTo>
                    <a:lnTo>
                      <a:pt x="234" y="32"/>
                    </a:lnTo>
                    <a:lnTo>
                      <a:pt x="239" y="32"/>
                    </a:lnTo>
                    <a:lnTo>
                      <a:pt x="243" y="32"/>
                    </a:lnTo>
                    <a:lnTo>
                      <a:pt x="248" y="32"/>
                    </a:lnTo>
                    <a:lnTo>
                      <a:pt x="253" y="32"/>
                    </a:lnTo>
                    <a:lnTo>
                      <a:pt x="258" y="32"/>
                    </a:lnTo>
                    <a:lnTo>
                      <a:pt x="262" y="28"/>
                    </a:lnTo>
                    <a:lnTo>
                      <a:pt x="267" y="28"/>
                    </a:lnTo>
                    <a:lnTo>
                      <a:pt x="272" y="28"/>
                    </a:lnTo>
                    <a:lnTo>
                      <a:pt x="276" y="28"/>
                    </a:lnTo>
                    <a:lnTo>
                      <a:pt x="281" y="28"/>
                    </a:lnTo>
                    <a:lnTo>
                      <a:pt x="286" y="28"/>
                    </a:lnTo>
                    <a:lnTo>
                      <a:pt x="290" y="28"/>
                    </a:lnTo>
                    <a:lnTo>
                      <a:pt x="295" y="24"/>
                    </a:lnTo>
                    <a:lnTo>
                      <a:pt x="300" y="24"/>
                    </a:lnTo>
                    <a:lnTo>
                      <a:pt x="304" y="24"/>
                    </a:lnTo>
                    <a:lnTo>
                      <a:pt x="309" y="24"/>
                    </a:lnTo>
                    <a:lnTo>
                      <a:pt x="314" y="24"/>
                    </a:lnTo>
                    <a:lnTo>
                      <a:pt x="318" y="24"/>
                    </a:lnTo>
                    <a:lnTo>
                      <a:pt x="323" y="24"/>
                    </a:lnTo>
                    <a:lnTo>
                      <a:pt x="328" y="20"/>
                    </a:lnTo>
                    <a:lnTo>
                      <a:pt x="333" y="20"/>
                    </a:lnTo>
                    <a:lnTo>
                      <a:pt x="337" y="20"/>
                    </a:lnTo>
                    <a:lnTo>
                      <a:pt x="342" y="20"/>
                    </a:lnTo>
                    <a:lnTo>
                      <a:pt x="347" y="20"/>
                    </a:lnTo>
                    <a:lnTo>
                      <a:pt x="351" y="20"/>
                    </a:lnTo>
                    <a:lnTo>
                      <a:pt x="356" y="20"/>
                    </a:lnTo>
                    <a:lnTo>
                      <a:pt x="361" y="20"/>
                    </a:lnTo>
                    <a:lnTo>
                      <a:pt x="365" y="20"/>
                    </a:lnTo>
                    <a:lnTo>
                      <a:pt x="370" y="16"/>
                    </a:lnTo>
                    <a:lnTo>
                      <a:pt x="375" y="16"/>
                    </a:lnTo>
                    <a:lnTo>
                      <a:pt x="379" y="16"/>
                    </a:lnTo>
                    <a:lnTo>
                      <a:pt x="384" y="16"/>
                    </a:lnTo>
                    <a:lnTo>
                      <a:pt x="389" y="16"/>
                    </a:lnTo>
                    <a:lnTo>
                      <a:pt x="393" y="16"/>
                    </a:lnTo>
                    <a:lnTo>
                      <a:pt x="398" y="16"/>
                    </a:lnTo>
                    <a:lnTo>
                      <a:pt x="403" y="16"/>
                    </a:lnTo>
                    <a:lnTo>
                      <a:pt x="408" y="16"/>
                    </a:lnTo>
                    <a:lnTo>
                      <a:pt x="412" y="12"/>
                    </a:lnTo>
                    <a:lnTo>
                      <a:pt x="417" y="12"/>
                    </a:lnTo>
                    <a:lnTo>
                      <a:pt x="422" y="12"/>
                    </a:lnTo>
                    <a:lnTo>
                      <a:pt x="426" y="12"/>
                    </a:lnTo>
                    <a:lnTo>
                      <a:pt x="431" y="12"/>
                    </a:lnTo>
                    <a:lnTo>
                      <a:pt x="436" y="12"/>
                    </a:lnTo>
                    <a:lnTo>
                      <a:pt x="440" y="12"/>
                    </a:lnTo>
                    <a:lnTo>
                      <a:pt x="445" y="12"/>
                    </a:lnTo>
                    <a:lnTo>
                      <a:pt x="450" y="12"/>
                    </a:lnTo>
                    <a:lnTo>
                      <a:pt x="454" y="12"/>
                    </a:lnTo>
                    <a:lnTo>
                      <a:pt x="459" y="8"/>
                    </a:lnTo>
                    <a:lnTo>
                      <a:pt x="464" y="8"/>
                    </a:lnTo>
                    <a:lnTo>
                      <a:pt x="468" y="8"/>
                    </a:lnTo>
                    <a:lnTo>
                      <a:pt x="473" y="8"/>
                    </a:lnTo>
                    <a:lnTo>
                      <a:pt x="478" y="8"/>
                    </a:lnTo>
                    <a:lnTo>
                      <a:pt x="483" y="8"/>
                    </a:lnTo>
                    <a:lnTo>
                      <a:pt x="487" y="8"/>
                    </a:lnTo>
                    <a:lnTo>
                      <a:pt x="492" y="8"/>
                    </a:lnTo>
                    <a:lnTo>
                      <a:pt x="497" y="8"/>
                    </a:lnTo>
                    <a:lnTo>
                      <a:pt x="501" y="8"/>
                    </a:lnTo>
                    <a:lnTo>
                      <a:pt x="506" y="8"/>
                    </a:lnTo>
                    <a:lnTo>
                      <a:pt x="511" y="8"/>
                    </a:lnTo>
                    <a:lnTo>
                      <a:pt x="515" y="4"/>
                    </a:lnTo>
                    <a:lnTo>
                      <a:pt x="520" y="4"/>
                    </a:lnTo>
                    <a:lnTo>
                      <a:pt x="525" y="4"/>
                    </a:lnTo>
                    <a:lnTo>
                      <a:pt x="529" y="4"/>
                    </a:lnTo>
                    <a:lnTo>
                      <a:pt x="534" y="4"/>
                    </a:lnTo>
                    <a:lnTo>
                      <a:pt x="539" y="4"/>
                    </a:lnTo>
                    <a:lnTo>
                      <a:pt x="543" y="4"/>
                    </a:lnTo>
                    <a:lnTo>
                      <a:pt x="548" y="4"/>
                    </a:lnTo>
                    <a:lnTo>
                      <a:pt x="553" y="4"/>
                    </a:lnTo>
                    <a:lnTo>
                      <a:pt x="558" y="4"/>
                    </a:lnTo>
                    <a:lnTo>
                      <a:pt x="562" y="4"/>
                    </a:lnTo>
                    <a:lnTo>
                      <a:pt x="567" y="4"/>
                    </a:lnTo>
                    <a:lnTo>
                      <a:pt x="572" y="4"/>
                    </a:lnTo>
                    <a:lnTo>
                      <a:pt x="576" y="0"/>
                    </a:lnTo>
                    <a:lnTo>
                      <a:pt x="581" y="0"/>
                    </a:lnTo>
                    <a:lnTo>
                      <a:pt x="586" y="0"/>
                    </a:lnTo>
                    <a:lnTo>
                      <a:pt x="59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6127" name="Rectangle 117">
              <a:extLst>
                <a:ext uri="{FF2B5EF4-FFF2-40B4-BE49-F238E27FC236}">
                  <a16:creationId xmlns:a16="http://schemas.microsoft.com/office/drawing/2014/main" id="{91F80065-AA21-7C1E-88BC-BCD4E564B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08"/>
              <a:ext cx="22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28" name="Rectangle 118">
              <a:extLst>
                <a:ext uri="{FF2B5EF4-FFF2-40B4-BE49-F238E27FC236}">
                  <a16:creationId xmlns:a16="http://schemas.microsoft.com/office/drawing/2014/main" id="{9DCF3ADD-9FB0-8A4A-E9B3-87D4B77E2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3408"/>
              <a:ext cx="89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29" name="Rectangle 119">
              <a:extLst>
                <a:ext uri="{FF2B5EF4-FFF2-40B4-BE49-F238E27FC236}">
                  <a16:creationId xmlns:a16="http://schemas.microsoft.com/office/drawing/2014/main" id="{A70BD860-FF46-A3EA-B4FA-50D2BF5B3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17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130" name="Rectangle 120">
              <a:extLst>
                <a:ext uri="{FF2B5EF4-FFF2-40B4-BE49-F238E27FC236}">
                  <a16:creationId xmlns:a16="http://schemas.microsoft.com/office/drawing/2014/main" id="{1305F4BE-BCCA-C9A8-62AB-F6550A1BA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552"/>
              <a:ext cx="36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T</a:t>
              </a:r>
            </a:p>
          </p:txBody>
        </p:sp>
        <p:sp>
          <p:nvSpPr>
            <p:cNvPr id="86131" name="Line 121">
              <a:extLst>
                <a:ext uri="{FF2B5EF4-FFF2-40B4-BE49-F238E27FC236}">
                  <a16:creationId xmlns:a16="http://schemas.microsoft.com/office/drawing/2014/main" id="{3BC6615E-F412-B074-4FA4-4375E86F8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97" y="2871"/>
              <a:ext cx="219" cy="249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86132" name="Rectangle 122">
              <a:extLst>
                <a:ext uri="{FF2B5EF4-FFF2-40B4-BE49-F238E27FC236}">
                  <a16:creationId xmlns:a16="http://schemas.microsoft.com/office/drawing/2014/main" id="{A85FB0E0-A927-3463-7F59-82E1A1FD4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024"/>
              <a:ext cx="884" cy="29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</a:rPr>
                <a:t>转折频率</a:t>
              </a:r>
            </a:p>
          </p:txBody>
        </p:sp>
        <p:sp>
          <p:nvSpPr>
            <p:cNvPr id="86133" name="Rectangle 123">
              <a:extLst>
                <a:ext uri="{FF2B5EF4-FFF2-40B4-BE49-F238E27FC236}">
                  <a16:creationId xmlns:a16="http://schemas.microsoft.com/office/drawing/2014/main" id="{6024A4D0-CA25-8CBB-F5C1-F1AFF5058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3801"/>
              <a:ext cx="3924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惯性环节对数幅频特性渐近线误差曲线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AD5A7BAE-BE0C-40A1-5D06-9F43C0A3A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0525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一阶微分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EC991AED-2F63-2D65-0C79-E749F7682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424488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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D634A98-2FBE-CAC5-8DFA-0ED4F6CDD24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100263"/>
            <a:ext cx="5867400" cy="519112"/>
            <a:chOff x="1056" y="1335"/>
            <a:chExt cx="3696" cy="327"/>
          </a:xfrm>
        </p:grpSpPr>
        <p:sp>
          <p:nvSpPr>
            <p:cNvPr id="88079" name="Rectangle 6">
              <a:extLst>
                <a:ext uri="{FF2B5EF4-FFF2-40B4-BE49-F238E27FC236}">
                  <a16:creationId xmlns:a16="http://schemas.microsoft.com/office/drawing/2014/main" id="{188884F8-D6D6-4403-23E0-10594DF73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3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88080" name="Object 7">
              <a:extLst>
                <a:ext uri="{FF2B5EF4-FFF2-40B4-BE49-F238E27FC236}">
                  <a16:creationId xmlns:a16="http://schemas.microsoft.com/office/drawing/2014/main" id="{C199B018-93A4-DA52-3E8A-F57BCF41C2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392"/>
            <a:ext cx="99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74364" imgH="203112" progId="Equation.3">
                    <p:embed/>
                  </p:oleObj>
                </mc:Choice>
                <mc:Fallback>
                  <p:oleObj r:id="rId3" imgW="774364" imgH="20311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392"/>
                          <a:ext cx="99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C8D21882-880D-DEBC-2BBB-FB3514B3833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09863"/>
            <a:ext cx="7010400" cy="581025"/>
            <a:chOff x="1056" y="1794"/>
            <a:chExt cx="4416" cy="366"/>
          </a:xfrm>
        </p:grpSpPr>
        <p:sp>
          <p:nvSpPr>
            <p:cNvPr id="88077" name="Rectangle 9">
              <a:extLst>
                <a:ext uri="{FF2B5EF4-FFF2-40B4-BE49-F238E27FC236}">
                  <a16:creationId xmlns:a16="http://schemas.microsoft.com/office/drawing/2014/main" id="{679555C4-8C1F-8B9D-E595-479C6AA58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8078" name="Object 10">
              <a:extLst>
                <a:ext uri="{FF2B5EF4-FFF2-40B4-BE49-F238E27FC236}">
                  <a16:creationId xmlns:a16="http://schemas.microsoft.com/office/drawing/2014/main" id="{43056585-9733-0EC6-C54C-F64A7E75AC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1794"/>
            <a:ext cx="302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336800" imgH="266700" progId="Equation.3">
                    <p:embed/>
                  </p:oleObj>
                </mc:Choice>
                <mc:Fallback>
                  <p:oleObj r:id="rId5" imgW="2336800" imgH="2667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794"/>
                          <a:ext cx="3024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6D342659-F665-CB68-BD08-1C12AB70002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697413"/>
            <a:ext cx="5943600" cy="574675"/>
            <a:chOff x="1056" y="3286"/>
            <a:chExt cx="3744" cy="362"/>
          </a:xfrm>
        </p:grpSpPr>
        <p:sp>
          <p:nvSpPr>
            <p:cNvPr id="88075" name="Rectangle 12">
              <a:extLst>
                <a:ext uri="{FF2B5EF4-FFF2-40B4-BE49-F238E27FC236}">
                  <a16:creationId xmlns:a16="http://schemas.microsoft.com/office/drawing/2014/main" id="{7F677C66-B15D-861A-E63C-0C4802111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321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8076" name="Object 13">
              <a:extLst>
                <a:ext uri="{FF2B5EF4-FFF2-40B4-BE49-F238E27FC236}">
                  <a16:creationId xmlns:a16="http://schemas.microsoft.com/office/drawing/2014/main" id="{C0679A92-49B6-088E-3EEA-4696135F1F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286"/>
            <a:ext cx="2064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11300" imgH="266700" progId="Equation.3">
                    <p:embed/>
                  </p:oleObj>
                </mc:Choice>
                <mc:Fallback>
                  <p:oleObj r:id="rId7" imgW="1511300" imgH="2667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286"/>
                          <a:ext cx="2064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52C0663E-DC6F-86EF-429E-3B5B8EACF0F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371850"/>
            <a:ext cx="5257800" cy="604838"/>
            <a:chOff x="1056" y="1940"/>
            <a:chExt cx="3312" cy="381"/>
          </a:xfrm>
        </p:grpSpPr>
        <p:sp>
          <p:nvSpPr>
            <p:cNvPr id="88073" name="Rectangle 15">
              <a:extLst>
                <a:ext uri="{FF2B5EF4-FFF2-40B4-BE49-F238E27FC236}">
                  <a16:creationId xmlns:a16="http://schemas.microsoft.com/office/drawing/2014/main" id="{1FE96021-DFE5-3196-E01A-0DE08C0B4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91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8074" name="Object 16">
              <a:extLst>
                <a:ext uri="{FF2B5EF4-FFF2-40B4-BE49-F238E27FC236}">
                  <a16:creationId xmlns:a16="http://schemas.microsoft.com/office/drawing/2014/main" id="{1718430A-5126-B880-8DB9-70198BE8C6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940"/>
            <a:ext cx="163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143000" imgH="266700" progId="Equation.3">
                    <p:embed/>
                  </p:oleObj>
                </mc:Choice>
                <mc:Fallback>
                  <p:oleObj r:id="rId9" imgW="1143000" imgH="2667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940"/>
                          <a:ext cx="1632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5729" name="Rectangle 17">
            <a:extLst>
              <a:ext uri="{FF2B5EF4-FFF2-40B4-BE49-F238E27FC236}">
                <a16:creationId xmlns:a16="http://schemas.microsoft.com/office/drawing/2014/main" id="{5BD42347-99FE-C56C-4DED-6F60F3ECF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06717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arctg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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/>
      <p:bldP spid="1157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3">
            <a:extLst>
              <a:ext uri="{FF2B5EF4-FFF2-40B4-BE49-F238E27FC236}">
                <a16:creationId xmlns:a16="http://schemas.microsoft.com/office/drawing/2014/main" id="{8C93B6B9-AE2F-0946-A2AE-DC92C84CC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27188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一阶微分环节的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sp>
        <p:nvSpPr>
          <p:cNvPr id="114692" name="Rectangle 4">
            <a:extLst>
              <a:ext uri="{FF2B5EF4-FFF2-40B4-BE49-F238E27FC236}">
                <a16:creationId xmlns:a16="http://schemas.microsoft.com/office/drawing/2014/main" id="{51D57669-0EBB-AEE1-27D0-29AA32354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86000"/>
            <a:ext cx="70866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注意到一阶微分环节与惯性环节的频率特性互为倒数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2800" i="1">
                <a:latin typeface="宋体" panose="02010600030101010101" pitchFamily="2" charset="-122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= </a:t>
            </a:r>
            <a:r>
              <a:rPr lang="en-US" altLang="zh-CN" sz="2800" i="1">
                <a:latin typeface="宋体" panose="02010600030101010101" pitchFamily="2" charset="-122"/>
              </a:rPr>
              <a:t>T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，根据对数频率特性图的特点，一阶微分环节与惯性环节的对数幅频特性曲线关于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 </a:t>
            </a:r>
            <a:r>
              <a:rPr lang="zh-CN" altLang="en-US" sz="2800">
                <a:latin typeface="宋体" panose="02010600030101010101" pitchFamily="2" charset="-122"/>
              </a:rPr>
              <a:t>线对称，相频特性曲线关于零度线对称。</a:t>
            </a:r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A2126695-E892-23BB-0501-4EBE71167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79425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显然，一阶微分环节的对数幅频特性曲线也可由渐近线近似描述。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  <p:bldP spid="11469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2" name="Group 3">
            <a:extLst>
              <a:ext uri="{FF2B5EF4-FFF2-40B4-BE49-F238E27FC236}">
                <a16:creationId xmlns:a16="http://schemas.microsoft.com/office/drawing/2014/main" id="{B33CC36E-F901-30F6-2C02-BCD600DC3EB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00200"/>
            <a:ext cx="6642100" cy="4953000"/>
            <a:chOff x="768" y="912"/>
            <a:chExt cx="4184" cy="3120"/>
          </a:xfrm>
        </p:grpSpPr>
        <p:sp>
          <p:nvSpPr>
            <p:cNvPr id="92163" name="Rectangle 4">
              <a:extLst>
                <a:ext uri="{FF2B5EF4-FFF2-40B4-BE49-F238E27FC236}">
                  <a16:creationId xmlns:a16="http://schemas.microsoft.com/office/drawing/2014/main" id="{160C5C91-91B7-E34A-7D69-0E6176787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09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2164" name="Freeform 5">
              <a:extLst>
                <a:ext uri="{FF2B5EF4-FFF2-40B4-BE49-F238E27FC236}">
                  <a16:creationId xmlns:a16="http://schemas.microsoft.com/office/drawing/2014/main" id="{FA4042E4-657C-0FE5-2BAA-DBFF40DDE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5" name="Freeform 6">
              <a:extLst>
                <a:ext uri="{FF2B5EF4-FFF2-40B4-BE49-F238E27FC236}">
                  <a16:creationId xmlns:a16="http://schemas.microsoft.com/office/drawing/2014/main" id="{03F6277C-4EA2-FCBB-7F14-21336241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6" name="Freeform 7">
              <a:extLst>
                <a:ext uri="{FF2B5EF4-FFF2-40B4-BE49-F238E27FC236}">
                  <a16:creationId xmlns:a16="http://schemas.microsoft.com/office/drawing/2014/main" id="{4610A53A-43E6-1A5E-A9C8-AA993389D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7" name="Freeform 8">
              <a:extLst>
                <a:ext uri="{FF2B5EF4-FFF2-40B4-BE49-F238E27FC236}">
                  <a16:creationId xmlns:a16="http://schemas.microsoft.com/office/drawing/2014/main" id="{CAF72C73-B3BA-A527-9DE7-143A4B12D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297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8" name="Freeform 9">
              <a:extLst>
                <a:ext uri="{FF2B5EF4-FFF2-40B4-BE49-F238E27FC236}">
                  <a16:creationId xmlns:a16="http://schemas.microsoft.com/office/drawing/2014/main" id="{BC5C72FB-AFAD-5222-D581-71124093A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930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69" name="Freeform 10">
              <a:extLst>
                <a:ext uri="{FF2B5EF4-FFF2-40B4-BE49-F238E27FC236}">
                  <a16:creationId xmlns:a16="http://schemas.microsoft.com/office/drawing/2014/main" id="{0724A5D7-E8B1-7083-AC29-ACE428204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563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0" name="Freeform 11">
              <a:extLst>
                <a:ext uri="{FF2B5EF4-FFF2-40B4-BE49-F238E27FC236}">
                  <a16:creationId xmlns:a16="http://schemas.microsoft.com/office/drawing/2014/main" id="{E894EE65-369C-DEC5-2A7B-5D4D6C249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1" name="Line 12">
              <a:extLst>
                <a:ext uri="{FF2B5EF4-FFF2-40B4-BE49-F238E27FC236}">
                  <a16:creationId xmlns:a16="http://schemas.microsoft.com/office/drawing/2014/main" id="{88A79BEB-08F9-D04B-CC81-098CE51F4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2" name="Freeform 13">
              <a:extLst>
                <a:ext uri="{FF2B5EF4-FFF2-40B4-BE49-F238E27FC236}">
                  <a16:creationId xmlns:a16="http://schemas.microsoft.com/office/drawing/2014/main" id="{0AB294DC-8D67-2065-96CA-349831D67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3" name="Line 14">
              <a:extLst>
                <a:ext uri="{FF2B5EF4-FFF2-40B4-BE49-F238E27FC236}">
                  <a16:creationId xmlns:a16="http://schemas.microsoft.com/office/drawing/2014/main" id="{FC8A7466-BA86-5070-6E48-9BAB36E95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201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4" name="Line 15">
              <a:extLst>
                <a:ext uri="{FF2B5EF4-FFF2-40B4-BE49-F238E27FC236}">
                  <a16:creationId xmlns:a16="http://schemas.microsoft.com/office/drawing/2014/main" id="{95136AF2-4A80-87EC-3AAF-6585226CD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297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5" name="Line 16">
              <a:extLst>
                <a:ext uri="{FF2B5EF4-FFF2-40B4-BE49-F238E27FC236}">
                  <a16:creationId xmlns:a16="http://schemas.microsoft.com/office/drawing/2014/main" id="{C023D2F1-C0C1-B116-FCA3-E525DAA0F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201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6" name="Line 17">
              <a:extLst>
                <a:ext uri="{FF2B5EF4-FFF2-40B4-BE49-F238E27FC236}">
                  <a16:creationId xmlns:a16="http://schemas.microsoft.com/office/drawing/2014/main" id="{0328A473-E90D-3341-7292-62ADD9413A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7" name="Line 18">
              <a:extLst>
                <a:ext uri="{FF2B5EF4-FFF2-40B4-BE49-F238E27FC236}">
                  <a16:creationId xmlns:a16="http://schemas.microsoft.com/office/drawing/2014/main" id="{FB1B7A0E-71BB-B305-4A1C-275A1DE51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8" name="Freeform 19">
              <a:extLst>
                <a:ext uri="{FF2B5EF4-FFF2-40B4-BE49-F238E27FC236}">
                  <a16:creationId xmlns:a16="http://schemas.microsoft.com/office/drawing/2014/main" id="{22C423CF-091B-74C8-6942-EBD92E265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9" name="Line 20">
              <a:extLst>
                <a:ext uri="{FF2B5EF4-FFF2-40B4-BE49-F238E27FC236}">
                  <a16:creationId xmlns:a16="http://schemas.microsoft.com/office/drawing/2014/main" id="{6AEA2926-1591-5995-319A-3D7679925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259"/>
              <a:ext cx="1" cy="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0" name="Line 21">
              <a:extLst>
                <a:ext uri="{FF2B5EF4-FFF2-40B4-BE49-F238E27FC236}">
                  <a16:creationId xmlns:a16="http://schemas.microsoft.com/office/drawing/2014/main" id="{5AE30D79-8571-C923-CE2D-A54E25241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1" name="Line 22">
              <a:extLst>
                <a:ext uri="{FF2B5EF4-FFF2-40B4-BE49-F238E27FC236}">
                  <a16:creationId xmlns:a16="http://schemas.microsoft.com/office/drawing/2014/main" id="{E85DF504-ED5C-DD60-86CF-4A5046A633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1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2" name="Line 23">
              <a:extLst>
                <a:ext uri="{FF2B5EF4-FFF2-40B4-BE49-F238E27FC236}">
                  <a16:creationId xmlns:a16="http://schemas.microsoft.com/office/drawing/2014/main" id="{2A0B5F80-BCD3-D0D1-3103-DBC5BD603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3" name="Freeform 24">
              <a:extLst>
                <a:ext uri="{FF2B5EF4-FFF2-40B4-BE49-F238E27FC236}">
                  <a16:creationId xmlns:a16="http://schemas.microsoft.com/office/drawing/2014/main" id="{0AFE8665-5344-60F2-67D7-2E832754C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4" name="Line 25">
              <a:extLst>
                <a:ext uri="{FF2B5EF4-FFF2-40B4-BE49-F238E27FC236}">
                  <a16:creationId xmlns:a16="http://schemas.microsoft.com/office/drawing/2014/main" id="{5F5D77C1-2603-4561-1ED9-F3B8DAC6C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0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5" name="Line 26">
              <a:extLst>
                <a:ext uri="{FF2B5EF4-FFF2-40B4-BE49-F238E27FC236}">
                  <a16:creationId xmlns:a16="http://schemas.microsoft.com/office/drawing/2014/main" id="{48EB1EA3-F2D7-F5B6-07B4-D4686C2F3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6" name="Freeform 27">
              <a:extLst>
                <a:ext uri="{FF2B5EF4-FFF2-40B4-BE49-F238E27FC236}">
                  <a16:creationId xmlns:a16="http://schemas.microsoft.com/office/drawing/2014/main" id="{9315E934-5D0E-ECDF-6C40-7E1A9B54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7" name="Line 28">
              <a:extLst>
                <a:ext uri="{FF2B5EF4-FFF2-40B4-BE49-F238E27FC236}">
                  <a16:creationId xmlns:a16="http://schemas.microsoft.com/office/drawing/2014/main" id="{950C347C-ABA6-7E62-FCBA-181089ACA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3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8" name="Line 29">
              <a:extLst>
                <a:ext uri="{FF2B5EF4-FFF2-40B4-BE49-F238E27FC236}">
                  <a16:creationId xmlns:a16="http://schemas.microsoft.com/office/drawing/2014/main" id="{118C3BE6-3EF3-5F10-A86D-A67754BA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3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9" name="Freeform 30">
              <a:extLst>
                <a:ext uri="{FF2B5EF4-FFF2-40B4-BE49-F238E27FC236}">
                  <a16:creationId xmlns:a16="http://schemas.microsoft.com/office/drawing/2014/main" id="{3FD42043-06F1-A7AB-D5F4-506AD481C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0" name="Line 31">
              <a:extLst>
                <a:ext uri="{FF2B5EF4-FFF2-40B4-BE49-F238E27FC236}">
                  <a16:creationId xmlns:a16="http://schemas.microsoft.com/office/drawing/2014/main" id="{3F9AFDC0-8C53-1EF3-3E6B-42DA3098C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5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1" name="Line 32">
              <a:extLst>
                <a:ext uri="{FF2B5EF4-FFF2-40B4-BE49-F238E27FC236}">
                  <a16:creationId xmlns:a16="http://schemas.microsoft.com/office/drawing/2014/main" id="{4E47CB21-0C27-BDB2-92A4-85ED5D10F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2" name="Freeform 33">
              <a:extLst>
                <a:ext uri="{FF2B5EF4-FFF2-40B4-BE49-F238E27FC236}">
                  <a16:creationId xmlns:a16="http://schemas.microsoft.com/office/drawing/2014/main" id="{075D833C-0360-B84A-8200-BEF09D427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3" name="Line 34">
              <a:extLst>
                <a:ext uri="{FF2B5EF4-FFF2-40B4-BE49-F238E27FC236}">
                  <a16:creationId xmlns:a16="http://schemas.microsoft.com/office/drawing/2014/main" id="{7DE7665F-320F-6175-9837-5E9875517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7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4" name="Line 35">
              <a:extLst>
                <a:ext uri="{FF2B5EF4-FFF2-40B4-BE49-F238E27FC236}">
                  <a16:creationId xmlns:a16="http://schemas.microsoft.com/office/drawing/2014/main" id="{8F3E3B1E-F78D-B1CD-C78A-122330665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5" name="Freeform 36">
              <a:extLst>
                <a:ext uri="{FF2B5EF4-FFF2-40B4-BE49-F238E27FC236}">
                  <a16:creationId xmlns:a16="http://schemas.microsoft.com/office/drawing/2014/main" id="{C3E4AE33-6CE3-C0C1-F1EF-D5A8D7E4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6" name="Line 37">
              <a:extLst>
                <a:ext uri="{FF2B5EF4-FFF2-40B4-BE49-F238E27FC236}">
                  <a16:creationId xmlns:a16="http://schemas.microsoft.com/office/drawing/2014/main" id="{748D5A56-7CE7-C907-7774-AF02B5976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7" name="Line 38">
              <a:extLst>
                <a:ext uri="{FF2B5EF4-FFF2-40B4-BE49-F238E27FC236}">
                  <a16:creationId xmlns:a16="http://schemas.microsoft.com/office/drawing/2014/main" id="{E4FF31B9-E15B-9594-B660-AD11A9E09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8" name="Freeform 39">
              <a:extLst>
                <a:ext uri="{FF2B5EF4-FFF2-40B4-BE49-F238E27FC236}">
                  <a16:creationId xmlns:a16="http://schemas.microsoft.com/office/drawing/2014/main" id="{68588A96-9AE9-337B-5469-C9FB5DB74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99" name="Line 40">
              <a:extLst>
                <a:ext uri="{FF2B5EF4-FFF2-40B4-BE49-F238E27FC236}">
                  <a16:creationId xmlns:a16="http://schemas.microsoft.com/office/drawing/2014/main" id="{ED3DD550-08B6-749D-70B5-4BAE90513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0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0" name="Line 41">
              <a:extLst>
                <a:ext uri="{FF2B5EF4-FFF2-40B4-BE49-F238E27FC236}">
                  <a16:creationId xmlns:a16="http://schemas.microsoft.com/office/drawing/2014/main" id="{8EF2BDBE-5726-976C-904E-242B3A2AF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1" name="Freeform 42">
              <a:extLst>
                <a:ext uri="{FF2B5EF4-FFF2-40B4-BE49-F238E27FC236}">
                  <a16:creationId xmlns:a16="http://schemas.microsoft.com/office/drawing/2014/main" id="{E37DAFE4-B75B-AF98-5B67-ACB9EEDB8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2" name="Line 43">
              <a:extLst>
                <a:ext uri="{FF2B5EF4-FFF2-40B4-BE49-F238E27FC236}">
                  <a16:creationId xmlns:a16="http://schemas.microsoft.com/office/drawing/2014/main" id="{03DAFFB9-6C61-CCCF-AB09-CADAD4FC3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3" name="Line 44">
              <a:extLst>
                <a:ext uri="{FF2B5EF4-FFF2-40B4-BE49-F238E27FC236}">
                  <a16:creationId xmlns:a16="http://schemas.microsoft.com/office/drawing/2014/main" id="{23AF1BB2-C5E8-D556-0E04-722AC489C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4" name="Freeform 45">
              <a:extLst>
                <a:ext uri="{FF2B5EF4-FFF2-40B4-BE49-F238E27FC236}">
                  <a16:creationId xmlns:a16="http://schemas.microsoft.com/office/drawing/2014/main" id="{3CF862C6-4FB1-54D5-D747-2820D23AE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5" name="Line 46">
              <a:extLst>
                <a:ext uri="{FF2B5EF4-FFF2-40B4-BE49-F238E27FC236}">
                  <a16:creationId xmlns:a16="http://schemas.microsoft.com/office/drawing/2014/main" id="{270A2171-C4A0-4B40-7E9B-76840ABCA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6" name="Line 47">
              <a:extLst>
                <a:ext uri="{FF2B5EF4-FFF2-40B4-BE49-F238E27FC236}">
                  <a16:creationId xmlns:a16="http://schemas.microsoft.com/office/drawing/2014/main" id="{225B64D3-DF61-3475-2C91-36A826ED6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7" name="Freeform 48">
              <a:extLst>
                <a:ext uri="{FF2B5EF4-FFF2-40B4-BE49-F238E27FC236}">
                  <a16:creationId xmlns:a16="http://schemas.microsoft.com/office/drawing/2014/main" id="{3D5AED5D-02EA-001D-75BF-A03BE4D4D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8" name="Line 49">
              <a:extLst>
                <a:ext uri="{FF2B5EF4-FFF2-40B4-BE49-F238E27FC236}">
                  <a16:creationId xmlns:a16="http://schemas.microsoft.com/office/drawing/2014/main" id="{91B59DDA-1BDA-2CB8-78E0-D99E5CBB2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2259"/>
              <a:ext cx="1" cy="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9" name="Line 50">
              <a:extLst>
                <a:ext uri="{FF2B5EF4-FFF2-40B4-BE49-F238E27FC236}">
                  <a16:creationId xmlns:a16="http://schemas.microsoft.com/office/drawing/2014/main" id="{BC9D852D-AE84-829B-4B47-36B589322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1201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0" name="Line 51">
              <a:extLst>
                <a:ext uri="{FF2B5EF4-FFF2-40B4-BE49-F238E27FC236}">
                  <a16:creationId xmlns:a16="http://schemas.microsoft.com/office/drawing/2014/main" id="{01C9D189-2250-37A1-123C-6B4998FB2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4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1" name="Line 52">
              <a:extLst>
                <a:ext uri="{FF2B5EF4-FFF2-40B4-BE49-F238E27FC236}">
                  <a16:creationId xmlns:a16="http://schemas.microsoft.com/office/drawing/2014/main" id="{8CE96A83-7B94-641E-51A4-50AF7390E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2" name="Freeform 53">
              <a:extLst>
                <a:ext uri="{FF2B5EF4-FFF2-40B4-BE49-F238E27FC236}">
                  <a16:creationId xmlns:a16="http://schemas.microsoft.com/office/drawing/2014/main" id="{02030E19-8754-14DC-476C-2273FA8C4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3" name="Line 54">
              <a:extLst>
                <a:ext uri="{FF2B5EF4-FFF2-40B4-BE49-F238E27FC236}">
                  <a16:creationId xmlns:a16="http://schemas.microsoft.com/office/drawing/2014/main" id="{16974080-4279-916E-BA59-EB0ED6DE9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3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4" name="Line 55">
              <a:extLst>
                <a:ext uri="{FF2B5EF4-FFF2-40B4-BE49-F238E27FC236}">
                  <a16:creationId xmlns:a16="http://schemas.microsoft.com/office/drawing/2014/main" id="{060EA442-1C8D-A07F-3D35-B1DEF31BC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5" name="Freeform 56">
              <a:extLst>
                <a:ext uri="{FF2B5EF4-FFF2-40B4-BE49-F238E27FC236}">
                  <a16:creationId xmlns:a16="http://schemas.microsoft.com/office/drawing/2014/main" id="{9FFD6817-EECC-BB60-394D-6C4B76B94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3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6" name="Line 57">
              <a:extLst>
                <a:ext uri="{FF2B5EF4-FFF2-40B4-BE49-F238E27FC236}">
                  <a16:creationId xmlns:a16="http://schemas.microsoft.com/office/drawing/2014/main" id="{0AB9BC60-F27D-0634-87F8-52F60B6E5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7" name="Line 58">
              <a:extLst>
                <a:ext uri="{FF2B5EF4-FFF2-40B4-BE49-F238E27FC236}">
                  <a16:creationId xmlns:a16="http://schemas.microsoft.com/office/drawing/2014/main" id="{8B5D4F44-32FB-A942-5903-96D2CAFCE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8" name="Freeform 59">
              <a:extLst>
                <a:ext uri="{FF2B5EF4-FFF2-40B4-BE49-F238E27FC236}">
                  <a16:creationId xmlns:a16="http://schemas.microsoft.com/office/drawing/2014/main" id="{3440BB1F-C543-EFD5-6DB8-06255106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9" name="Line 60">
              <a:extLst>
                <a:ext uri="{FF2B5EF4-FFF2-40B4-BE49-F238E27FC236}">
                  <a16:creationId xmlns:a16="http://schemas.microsoft.com/office/drawing/2014/main" id="{5645DA99-32F9-7B5C-C7F0-1F07BA368E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8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0" name="Line 61">
              <a:extLst>
                <a:ext uri="{FF2B5EF4-FFF2-40B4-BE49-F238E27FC236}">
                  <a16:creationId xmlns:a16="http://schemas.microsoft.com/office/drawing/2014/main" id="{3C80719C-C4CC-2E5E-BF0D-F5330F3C2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1" name="Freeform 62">
              <a:extLst>
                <a:ext uri="{FF2B5EF4-FFF2-40B4-BE49-F238E27FC236}">
                  <a16:creationId xmlns:a16="http://schemas.microsoft.com/office/drawing/2014/main" id="{AE33BCAA-85F8-C22C-4669-4EA4EE4F5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8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2" name="Line 63">
              <a:extLst>
                <a:ext uri="{FF2B5EF4-FFF2-40B4-BE49-F238E27FC236}">
                  <a16:creationId xmlns:a16="http://schemas.microsoft.com/office/drawing/2014/main" id="{7C9970BE-4AE9-EA31-A8EB-F10A3F4FA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1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3" name="Line 64">
              <a:extLst>
                <a:ext uri="{FF2B5EF4-FFF2-40B4-BE49-F238E27FC236}">
                  <a16:creationId xmlns:a16="http://schemas.microsoft.com/office/drawing/2014/main" id="{6AD2C4C6-E91A-1221-3A7B-900DCDF02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4" name="Freeform 65">
              <a:extLst>
                <a:ext uri="{FF2B5EF4-FFF2-40B4-BE49-F238E27FC236}">
                  <a16:creationId xmlns:a16="http://schemas.microsoft.com/office/drawing/2014/main" id="{DEB82852-DC20-0874-89DE-6869649CB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5" name="Line 66">
              <a:extLst>
                <a:ext uri="{FF2B5EF4-FFF2-40B4-BE49-F238E27FC236}">
                  <a16:creationId xmlns:a16="http://schemas.microsoft.com/office/drawing/2014/main" id="{4AB10EA5-AE48-0070-4D91-26AFEBBFC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6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6" name="Line 67">
              <a:extLst>
                <a:ext uri="{FF2B5EF4-FFF2-40B4-BE49-F238E27FC236}">
                  <a16:creationId xmlns:a16="http://schemas.microsoft.com/office/drawing/2014/main" id="{2EFA415B-F28B-43DA-CDC4-049AACC05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6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7" name="Freeform 68">
              <a:extLst>
                <a:ext uri="{FF2B5EF4-FFF2-40B4-BE49-F238E27FC236}">
                  <a16:creationId xmlns:a16="http://schemas.microsoft.com/office/drawing/2014/main" id="{77CAA467-2CBF-5440-7DBF-492891DF6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8" name="Line 69">
              <a:extLst>
                <a:ext uri="{FF2B5EF4-FFF2-40B4-BE49-F238E27FC236}">
                  <a16:creationId xmlns:a16="http://schemas.microsoft.com/office/drawing/2014/main" id="{C06D50F9-5AF6-46D6-0ADB-E212E37C8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29" name="Line 70">
              <a:extLst>
                <a:ext uri="{FF2B5EF4-FFF2-40B4-BE49-F238E27FC236}">
                  <a16:creationId xmlns:a16="http://schemas.microsoft.com/office/drawing/2014/main" id="{3F000E0A-0566-7F80-9A65-1D3B88C17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0" name="Freeform 71">
              <a:extLst>
                <a:ext uri="{FF2B5EF4-FFF2-40B4-BE49-F238E27FC236}">
                  <a16:creationId xmlns:a16="http://schemas.microsoft.com/office/drawing/2014/main" id="{D1C26EBE-59DB-CD9D-8638-87B1C9EB5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1" name="Line 72">
              <a:extLst>
                <a:ext uri="{FF2B5EF4-FFF2-40B4-BE49-F238E27FC236}">
                  <a16:creationId xmlns:a16="http://schemas.microsoft.com/office/drawing/2014/main" id="{0379A845-4FAE-CE57-C30C-4CF783AF45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9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2" name="Line 73">
              <a:extLst>
                <a:ext uri="{FF2B5EF4-FFF2-40B4-BE49-F238E27FC236}">
                  <a16:creationId xmlns:a16="http://schemas.microsoft.com/office/drawing/2014/main" id="{E5C21C2E-289B-CACB-9E50-6E49F5B0A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3" name="Freeform 74">
              <a:extLst>
                <a:ext uri="{FF2B5EF4-FFF2-40B4-BE49-F238E27FC236}">
                  <a16:creationId xmlns:a16="http://schemas.microsoft.com/office/drawing/2014/main" id="{BAA5C144-0E64-5441-5AB3-C2BAEC921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4" name="Line 75">
              <a:extLst>
                <a:ext uri="{FF2B5EF4-FFF2-40B4-BE49-F238E27FC236}">
                  <a16:creationId xmlns:a16="http://schemas.microsoft.com/office/drawing/2014/main" id="{D13F22B6-CFC9-A02C-C166-CE631BFFA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2278"/>
              <a:ext cx="1" cy="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5" name="Line 76">
              <a:extLst>
                <a:ext uri="{FF2B5EF4-FFF2-40B4-BE49-F238E27FC236}">
                  <a16:creationId xmlns:a16="http://schemas.microsoft.com/office/drawing/2014/main" id="{B4AF8070-E93F-2DE3-3C2B-765CDB05D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1201"/>
              <a:ext cx="1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6" name="Freeform 77">
              <a:extLst>
                <a:ext uri="{FF2B5EF4-FFF2-40B4-BE49-F238E27FC236}">
                  <a16:creationId xmlns:a16="http://schemas.microsoft.com/office/drawing/2014/main" id="{B2C01BDE-EFF1-CF18-8D30-3112381EC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201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7" name="Line 78">
              <a:extLst>
                <a:ext uri="{FF2B5EF4-FFF2-40B4-BE49-F238E27FC236}">
                  <a16:creationId xmlns:a16="http://schemas.microsoft.com/office/drawing/2014/main" id="{29CBEA0B-83A2-5153-9398-B6EA9606B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2259"/>
              <a:ext cx="1" cy="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8" name="Line 79">
              <a:extLst>
                <a:ext uri="{FF2B5EF4-FFF2-40B4-BE49-F238E27FC236}">
                  <a16:creationId xmlns:a16="http://schemas.microsoft.com/office/drawing/2014/main" id="{0B45C3C2-1AEF-A9C3-814C-2A208B9D7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1201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9" name="Line 80">
              <a:extLst>
                <a:ext uri="{FF2B5EF4-FFF2-40B4-BE49-F238E27FC236}">
                  <a16:creationId xmlns:a16="http://schemas.microsoft.com/office/drawing/2014/main" id="{BA013072-C148-8EC6-3E82-E14B83DAF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297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0" name="Line 81">
              <a:extLst>
                <a:ext uri="{FF2B5EF4-FFF2-40B4-BE49-F238E27FC236}">
                  <a16:creationId xmlns:a16="http://schemas.microsoft.com/office/drawing/2014/main" id="{5C11A72B-12C9-6498-CF9E-D0297F7C7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2297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1" name="Rectangle 82">
              <a:extLst>
                <a:ext uri="{FF2B5EF4-FFF2-40B4-BE49-F238E27FC236}">
                  <a16:creationId xmlns:a16="http://schemas.microsoft.com/office/drawing/2014/main" id="{CBA586E8-1750-23FF-F2EF-D95AC16F1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200"/>
              <a:ext cx="1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42" name="Line 83">
              <a:extLst>
                <a:ext uri="{FF2B5EF4-FFF2-40B4-BE49-F238E27FC236}">
                  <a16:creationId xmlns:a16="http://schemas.microsoft.com/office/drawing/2014/main" id="{5197A1AB-6EC1-2E64-0C3A-E84CAD53A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930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3" name="Line 84">
              <a:extLst>
                <a:ext uri="{FF2B5EF4-FFF2-40B4-BE49-F238E27FC236}">
                  <a16:creationId xmlns:a16="http://schemas.microsoft.com/office/drawing/2014/main" id="{21BEC66D-AD28-D055-7A2F-00A8E913A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193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4" name="Rectangle 85">
              <a:extLst>
                <a:ext uri="{FF2B5EF4-FFF2-40B4-BE49-F238E27FC236}">
                  <a16:creationId xmlns:a16="http://schemas.microsoft.com/office/drawing/2014/main" id="{B739B3F5-68EE-13CF-9B5C-2081E8475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33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10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45" name="Line 86">
              <a:extLst>
                <a:ext uri="{FF2B5EF4-FFF2-40B4-BE49-F238E27FC236}">
                  <a16:creationId xmlns:a16="http://schemas.microsoft.com/office/drawing/2014/main" id="{49DBDBCD-43F2-D688-D784-1902C8894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563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6" name="Line 87">
              <a:extLst>
                <a:ext uri="{FF2B5EF4-FFF2-40B4-BE49-F238E27FC236}">
                  <a16:creationId xmlns:a16="http://schemas.microsoft.com/office/drawing/2014/main" id="{54C161B5-562F-D8C8-30A2-68634E7CB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1563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7" name="Rectangle 88">
              <a:extLst>
                <a:ext uri="{FF2B5EF4-FFF2-40B4-BE49-F238E27FC236}">
                  <a16:creationId xmlns:a16="http://schemas.microsoft.com/office/drawing/2014/main" id="{19854D04-3B04-1AB7-9829-38AC898C4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1466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48" name="Line 89">
              <a:extLst>
                <a:ext uri="{FF2B5EF4-FFF2-40B4-BE49-F238E27FC236}">
                  <a16:creationId xmlns:a16="http://schemas.microsoft.com/office/drawing/2014/main" id="{71AD61B1-D2A5-D405-570C-1AB0FB68C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9" name="Line 90">
              <a:extLst>
                <a:ext uri="{FF2B5EF4-FFF2-40B4-BE49-F238E27FC236}">
                  <a16:creationId xmlns:a16="http://schemas.microsoft.com/office/drawing/2014/main" id="{7EA9E241-3C32-6C76-7DF4-92AABB77A2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1201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0" name="Rectangle 91">
              <a:extLst>
                <a:ext uri="{FF2B5EF4-FFF2-40B4-BE49-F238E27FC236}">
                  <a16:creationId xmlns:a16="http://schemas.microsoft.com/office/drawing/2014/main" id="{CEA85DD7-70D9-BA44-52E5-22E2ED202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110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30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2251" name="Line 92">
              <a:extLst>
                <a:ext uri="{FF2B5EF4-FFF2-40B4-BE49-F238E27FC236}">
                  <a16:creationId xmlns:a16="http://schemas.microsoft.com/office/drawing/2014/main" id="{7A28DAF4-90E6-1A25-C957-23DC37E5B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201"/>
              <a:ext cx="338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2" name="Freeform 93">
              <a:extLst>
                <a:ext uri="{FF2B5EF4-FFF2-40B4-BE49-F238E27FC236}">
                  <a16:creationId xmlns:a16="http://schemas.microsoft.com/office/drawing/2014/main" id="{546C58F5-3F4C-FA08-DF6B-625F18C33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201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Line 94">
              <a:extLst>
                <a:ext uri="{FF2B5EF4-FFF2-40B4-BE49-F238E27FC236}">
                  <a16:creationId xmlns:a16="http://schemas.microsoft.com/office/drawing/2014/main" id="{0CDA0CE3-44D5-AEC8-4629-C2CFDF5207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201"/>
              <a:ext cx="1" cy="10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4" name="Rectangle 95">
              <a:extLst>
                <a:ext uri="{FF2B5EF4-FFF2-40B4-BE49-F238E27FC236}">
                  <a16:creationId xmlns:a16="http://schemas.microsoft.com/office/drawing/2014/main" id="{D8115706-A675-40B3-6B93-CE3087F3B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09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2255" name="Freeform 96">
              <a:extLst>
                <a:ext uri="{FF2B5EF4-FFF2-40B4-BE49-F238E27FC236}">
                  <a16:creationId xmlns:a16="http://schemas.microsoft.com/office/drawing/2014/main" id="{349874E8-28EE-4BEB-230B-40BCC8B63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6" name="Freeform 97">
              <a:extLst>
                <a:ext uri="{FF2B5EF4-FFF2-40B4-BE49-F238E27FC236}">
                  <a16:creationId xmlns:a16="http://schemas.microsoft.com/office/drawing/2014/main" id="{0485554A-FB58-7820-FD91-ECC5179C7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7" name="Freeform 98">
              <a:extLst>
                <a:ext uri="{FF2B5EF4-FFF2-40B4-BE49-F238E27FC236}">
                  <a16:creationId xmlns:a16="http://schemas.microsoft.com/office/drawing/2014/main" id="{A7310820-E06B-C498-7D02-C5AD3C9E5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8" name="Freeform 99">
              <a:extLst>
                <a:ext uri="{FF2B5EF4-FFF2-40B4-BE49-F238E27FC236}">
                  <a16:creationId xmlns:a16="http://schemas.microsoft.com/office/drawing/2014/main" id="{8A5358C8-C82E-4BE5-3843-CA4F1F9CD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576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9" name="Freeform 100">
              <a:extLst>
                <a:ext uri="{FF2B5EF4-FFF2-40B4-BE49-F238E27FC236}">
                  <a16:creationId xmlns:a16="http://schemas.microsoft.com/office/drawing/2014/main" id="{6D4ED1E4-8F04-E062-EE69-C94FDF044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025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0" name="Freeform 101">
              <a:extLst>
                <a:ext uri="{FF2B5EF4-FFF2-40B4-BE49-F238E27FC236}">
                  <a16:creationId xmlns:a16="http://schemas.microsoft.com/office/drawing/2014/main" id="{CBE47C53-ACC2-7D72-A096-DF8262A4A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"/>
            </a:xfrm>
            <a:custGeom>
              <a:avLst/>
              <a:gdLst>
                <a:gd name="T0" fmla="*/ 0 w 794"/>
                <a:gd name="T1" fmla="*/ 0 h 1"/>
                <a:gd name="T2" fmla="*/ 14448 w 7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4" h="1">
                  <a:moveTo>
                    <a:pt x="0" y="0"/>
                  </a:move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1" name="Line 102">
              <a:extLst>
                <a:ext uri="{FF2B5EF4-FFF2-40B4-BE49-F238E27FC236}">
                  <a16:creationId xmlns:a16="http://schemas.microsoft.com/office/drawing/2014/main" id="{6020FA19-F319-F5C7-9E20-FDD8B50B7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2" name="Freeform 103">
              <a:extLst>
                <a:ext uri="{FF2B5EF4-FFF2-40B4-BE49-F238E27FC236}">
                  <a16:creationId xmlns:a16="http://schemas.microsoft.com/office/drawing/2014/main" id="{9915DDCC-AFD4-4D0F-930F-D545F4233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3" name="Line 104">
              <a:extLst>
                <a:ext uri="{FF2B5EF4-FFF2-40B4-BE49-F238E27FC236}">
                  <a16:creationId xmlns:a16="http://schemas.microsoft.com/office/drawing/2014/main" id="{BAD6AE4C-9858-0502-68C1-04F19F502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480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4" name="Line 105">
              <a:extLst>
                <a:ext uri="{FF2B5EF4-FFF2-40B4-BE49-F238E27FC236}">
                  <a16:creationId xmlns:a16="http://schemas.microsoft.com/office/drawing/2014/main" id="{15CE7735-366A-0D1F-5903-88802E406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576"/>
              <a:ext cx="33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5" name="Line 106">
              <a:extLst>
                <a:ext uri="{FF2B5EF4-FFF2-40B4-BE49-F238E27FC236}">
                  <a16:creationId xmlns:a16="http://schemas.microsoft.com/office/drawing/2014/main" id="{6658851A-5D49-2B1C-8DED-996215B4F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480"/>
              <a:ext cx="1" cy="10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6" name="Line 107">
              <a:extLst>
                <a:ext uri="{FF2B5EF4-FFF2-40B4-BE49-F238E27FC236}">
                  <a16:creationId xmlns:a16="http://schemas.microsoft.com/office/drawing/2014/main" id="{F4833D89-1C5C-7BC0-77E9-3F1D155AE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7" name="Line 108">
              <a:extLst>
                <a:ext uri="{FF2B5EF4-FFF2-40B4-BE49-F238E27FC236}">
                  <a16:creationId xmlns:a16="http://schemas.microsoft.com/office/drawing/2014/main" id="{AE8CC021-BE72-2CEF-3010-1815124CF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8" name="Freeform 109">
              <a:extLst>
                <a:ext uri="{FF2B5EF4-FFF2-40B4-BE49-F238E27FC236}">
                  <a16:creationId xmlns:a16="http://schemas.microsoft.com/office/drawing/2014/main" id="{78C8AC1C-B254-21ED-E64E-46E6F3423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9" name="Line 110">
              <a:extLst>
                <a:ext uri="{FF2B5EF4-FFF2-40B4-BE49-F238E27FC236}">
                  <a16:creationId xmlns:a16="http://schemas.microsoft.com/office/drawing/2014/main" id="{7B70370D-CC42-F703-8626-D3820CE43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3537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0" name="Line 111">
              <a:extLst>
                <a:ext uri="{FF2B5EF4-FFF2-40B4-BE49-F238E27FC236}">
                  <a16:creationId xmlns:a16="http://schemas.microsoft.com/office/drawing/2014/main" id="{5E0B70FA-59B7-039E-507E-76828D392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1" name="Line 112">
              <a:extLst>
                <a:ext uri="{FF2B5EF4-FFF2-40B4-BE49-F238E27FC236}">
                  <a16:creationId xmlns:a16="http://schemas.microsoft.com/office/drawing/2014/main" id="{B2052721-BC08-4010-55BE-8A7CEC6F0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1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2" name="Line 113">
              <a:extLst>
                <a:ext uri="{FF2B5EF4-FFF2-40B4-BE49-F238E27FC236}">
                  <a16:creationId xmlns:a16="http://schemas.microsoft.com/office/drawing/2014/main" id="{BDB713CF-6D54-0538-A2E8-FEB518259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3" name="Freeform 114">
              <a:extLst>
                <a:ext uri="{FF2B5EF4-FFF2-40B4-BE49-F238E27FC236}">
                  <a16:creationId xmlns:a16="http://schemas.microsoft.com/office/drawing/2014/main" id="{028EC57D-7C4C-EBB4-BA0F-936144DDA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4" name="Line 115">
              <a:extLst>
                <a:ext uri="{FF2B5EF4-FFF2-40B4-BE49-F238E27FC236}">
                  <a16:creationId xmlns:a16="http://schemas.microsoft.com/office/drawing/2014/main" id="{00C4AAFA-97A0-391E-9C25-112D3D3F6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0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5" name="Line 116">
              <a:extLst>
                <a:ext uri="{FF2B5EF4-FFF2-40B4-BE49-F238E27FC236}">
                  <a16:creationId xmlns:a16="http://schemas.microsoft.com/office/drawing/2014/main" id="{6E661E61-C44D-7FCC-88DB-838AC4E37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6" name="Freeform 117">
              <a:extLst>
                <a:ext uri="{FF2B5EF4-FFF2-40B4-BE49-F238E27FC236}">
                  <a16:creationId xmlns:a16="http://schemas.microsoft.com/office/drawing/2014/main" id="{836B9DBE-31CB-ABDF-76D2-597ACBB43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7" name="Line 118">
              <a:extLst>
                <a:ext uri="{FF2B5EF4-FFF2-40B4-BE49-F238E27FC236}">
                  <a16:creationId xmlns:a16="http://schemas.microsoft.com/office/drawing/2014/main" id="{89CFEF39-BB34-1328-DAD0-F27A36621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3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8" name="Line 119">
              <a:extLst>
                <a:ext uri="{FF2B5EF4-FFF2-40B4-BE49-F238E27FC236}">
                  <a16:creationId xmlns:a16="http://schemas.microsoft.com/office/drawing/2014/main" id="{8736B658-2613-AE0D-4BDE-EC9A2296C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3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9" name="Freeform 120">
              <a:extLst>
                <a:ext uri="{FF2B5EF4-FFF2-40B4-BE49-F238E27FC236}">
                  <a16:creationId xmlns:a16="http://schemas.microsoft.com/office/drawing/2014/main" id="{0297B763-1460-4D0E-B93E-19F72C82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0" name="Line 121">
              <a:extLst>
                <a:ext uri="{FF2B5EF4-FFF2-40B4-BE49-F238E27FC236}">
                  <a16:creationId xmlns:a16="http://schemas.microsoft.com/office/drawing/2014/main" id="{B61073F7-2B5B-247B-F716-2D8067CFC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5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1" name="Line 122">
              <a:extLst>
                <a:ext uri="{FF2B5EF4-FFF2-40B4-BE49-F238E27FC236}">
                  <a16:creationId xmlns:a16="http://schemas.microsoft.com/office/drawing/2014/main" id="{F9B14189-B31B-741A-E0B2-F01B35D37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2" name="Freeform 123">
              <a:extLst>
                <a:ext uri="{FF2B5EF4-FFF2-40B4-BE49-F238E27FC236}">
                  <a16:creationId xmlns:a16="http://schemas.microsoft.com/office/drawing/2014/main" id="{2688E8EA-800F-D268-4309-113505CEA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3" name="Line 124">
              <a:extLst>
                <a:ext uri="{FF2B5EF4-FFF2-40B4-BE49-F238E27FC236}">
                  <a16:creationId xmlns:a16="http://schemas.microsoft.com/office/drawing/2014/main" id="{DD85C977-7AB3-A89D-9380-40F501355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7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4" name="Line 125">
              <a:extLst>
                <a:ext uri="{FF2B5EF4-FFF2-40B4-BE49-F238E27FC236}">
                  <a16:creationId xmlns:a16="http://schemas.microsoft.com/office/drawing/2014/main" id="{D709EC59-2EBB-6B51-2540-27B0BB134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5" name="Freeform 126">
              <a:extLst>
                <a:ext uri="{FF2B5EF4-FFF2-40B4-BE49-F238E27FC236}">
                  <a16:creationId xmlns:a16="http://schemas.microsoft.com/office/drawing/2014/main" id="{42C3224E-384F-ABA3-EA83-9B73C5107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6" name="Line 127">
              <a:extLst>
                <a:ext uri="{FF2B5EF4-FFF2-40B4-BE49-F238E27FC236}">
                  <a16:creationId xmlns:a16="http://schemas.microsoft.com/office/drawing/2014/main" id="{BD2556D8-FA80-5D8E-BCF8-9CCEF6F4D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7" name="Line 128">
              <a:extLst>
                <a:ext uri="{FF2B5EF4-FFF2-40B4-BE49-F238E27FC236}">
                  <a16:creationId xmlns:a16="http://schemas.microsoft.com/office/drawing/2014/main" id="{6E01F2B1-8EF6-2CC0-A411-46015523E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8" name="Freeform 129">
              <a:extLst>
                <a:ext uri="{FF2B5EF4-FFF2-40B4-BE49-F238E27FC236}">
                  <a16:creationId xmlns:a16="http://schemas.microsoft.com/office/drawing/2014/main" id="{383039FF-B7F7-F298-E26F-8832BCE90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9" name="Line 130">
              <a:extLst>
                <a:ext uri="{FF2B5EF4-FFF2-40B4-BE49-F238E27FC236}">
                  <a16:creationId xmlns:a16="http://schemas.microsoft.com/office/drawing/2014/main" id="{DC647E0B-5345-A0AF-64D9-77C91E097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0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0" name="Line 131">
              <a:extLst>
                <a:ext uri="{FF2B5EF4-FFF2-40B4-BE49-F238E27FC236}">
                  <a16:creationId xmlns:a16="http://schemas.microsoft.com/office/drawing/2014/main" id="{50A410C4-FC7B-915C-5212-F033C402D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1" name="Freeform 132">
              <a:extLst>
                <a:ext uri="{FF2B5EF4-FFF2-40B4-BE49-F238E27FC236}">
                  <a16:creationId xmlns:a16="http://schemas.microsoft.com/office/drawing/2014/main" id="{18B61CF6-8528-00A7-90FB-87CDE9261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2" name="Line 133">
              <a:extLst>
                <a:ext uri="{FF2B5EF4-FFF2-40B4-BE49-F238E27FC236}">
                  <a16:creationId xmlns:a16="http://schemas.microsoft.com/office/drawing/2014/main" id="{EFF34DA3-80A9-4BF6-A244-934B9A56C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3" name="Line 134">
              <a:extLst>
                <a:ext uri="{FF2B5EF4-FFF2-40B4-BE49-F238E27FC236}">
                  <a16:creationId xmlns:a16="http://schemas.microsoft.com/office/drawing/2014/main" id="{39EDBD12-3738-0F1D-0A23-C9ADD04E8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4" name="Freeform 135">
              <a:extLst>
                <a:ext uri="{FF2B5EF4-FFF2-40B4-BE49-F238E27FC236}">
                  <a16:creationId xmlns:a16="http://schemas.microsoft.com/office/drawing/2014/main" id="{3AA9FB49-AE5D-4190-BDF5-763A9108B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5" name="Line 136">
              <a:extLst>
                <a:ext uri="{FF2B5EF4-FFF2-40B4-BE49-F238E27FC236}">
                  <a16:creationId xmlns:a16="http://schemas.microsoft.com/office/drawing/2014/main" id="{6743932C-7198-E141-8190-9B01E3F79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6" name="Line 137">
              <a:extLst>
                <a:ext uri="{FF2B5EF4-FFF2-40B4-BE49-F238E27FC236}">
                  <a16:creationId xmlns:a16="http://schemas.microsoft.com/office/drawing/2014/main" id="{F63802F0-B4F3-868D-C1C8-6C751F7FB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7" name="Freeform 138">
              <a:extLst>
                <a:ext uri="{FF2B5EF4-FFF2-40B4-BE49-F238E27FC236}">
                  <a16:creationId xmlns:a16="http://schemas.microsoft.com/office/drawing/2014/main" id="{98537A94-155D-1F09-A769-BB200D364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8" name="Line 139">
              <a:extLst>
                <a:ext uri="{FF2B5EF4-FFF2-40B4-BE49-F238E27FC236}">
                  <a16:creationId xmlns:a16="http://schemas.microsoft.com/office/drawing/2014/main" id="{880546CA-1E99-04C6-3EBA-CDBEA25FE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3537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9" name="Line 140">
              <a:extLst>
                <a:ext uri="{FF2B5EF4-FFF2-40B4-BE49-F238E27FC236}">
                  <a16:creationId xmlns:a16="http://schemas.microsoft.com/office/drawing/2014/main" id="{AE05D772-FB9B-B5F0-5BE2-AAC31DC05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2480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0" name="Line 141">
              <a:extLst>
                <a:ext uri="{FF2B5EF4-FFF2-40B4-BE49-F238E27FC236}">
                  <a16:creationId xmlns:a16="http://schemas.microsoft.com/office/drawing/2014/main" id="{9DA972C1-E757-894A-F388-EFE9199C4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4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1" name="Line 142">
              <a:extLst>
                <a:ext uri="{FF2B5EF4-FFF2-40B4-BE49-F238E27FC236}">
                  <a16:creationId xmlns:a16="http://schemas.microsoft.com/office/drawing/2014/main" id="{553B5E13-7099-8DD7-C3C6-038077037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2" name="Freeform 143">
              <a:extLst>
                <a:ext uri="{FF2B5EF4-FFF2-40B4-BE49-F238E27FC236}">
                  <a16:creationId xmlns:a16="http://schemas.microsoft.com/office/drawing/2014/main" id="{CA2B3A27-CC3C-DC84-D39C-0E21ED658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3" name="Line 144">
              <a:extLst>
                <a:ext uri="{FF2B5EF4-FFF2-40B4-BE49-F238E27FC236}">
                  <a16:creationId xmlns:a16="http://schemas.microsoft.com/office/drawing/2014/main" id="{4AC9CBCC-4908-20CA-3D41-03E73B7CF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3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4" name="Line 145">
              <a:extLst>
                <a:ext uri="{FF2B5EF4-FFF2-40B4-BE49-F238E27FC236}">
                  <a16:creationId xmlns:a16="http://schemas.microsoft.com/office/drawing/2014/main" id="{7EC4211B-E608-CC1A-1316-A30E431DB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5" name="Freeform 146">
              <a:extLst>
                <a:ext uri="{FF2B5EF4-FFF2-40B4-BE49-F238E27FC236}">
                  <a16:creationId xmlns:a16="http://schemas.microsoft.com/office/drawing/2014/main" id="{7C14A95F-69FB-E409-9A70-CB62B3E80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3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6" name="Line 147">
              <a:extLst>
                <a:ext uri="{FF2B5EF4-FFF2-40B4-BE49-F238E27FC236}">
                  <a16:creationId xmlns:a16="http://schemas.microsoft.com/office/drawing/2014/main" id="{5D99A6E1-091A-F657-9987-BA70277FF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7" name="Line 148">
              <a:extLst>
                <a:ext uri="{FF2B5EF4-FFF2-40B4-BE49-F238E27FC236}">
                  <a16:creationId xmlns:a16="http://schemas.microsoft.com/office/drawing/2014/main" id="{B6E3B2DB-A0C5-D13F-557D-298A4A390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8" name="Freeform 149">
              <a:extLst>
                <a:ext uri="{FF2B5EF4-FFF2-40B4-BE49-F238E27FC236}">
                  <a16:creationId xmlns:a16="http://schemas.microsoft.com/office/drawing/2014/main" id="{C685C93B-DB22-A107-E56A-435F49827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9" name="Line 150">
              <a:extLst>
                <a:ext uri="{FF2B5EF4-FFF2-40B4-BE49-F238E27FC236}">
                  <a16:creationId xmlns:a16="http://schemas.microsoft.com/office/drawing/2014/main" id="{570FDDB4-C115-EFAD-0D40-0D68D8E8C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8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0" name="Line 151">
              <a:extLst>
                <a:ext uri="{FF2B5EF4-FFF2-40B4-BE49-F238E27FC236}">
                  <a16:creationId xmlns:a16="http://schemas.microsoft.com/office/drawing/2014/main" id="{D8AB62D6-4DB8-E5AF-A6C8-8AA11597F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1" name="Freeform 152">
              <a:extLst>
                <a:ext uri="{FF2B5EF4-FFF2-40B4-BE49-F238E27FC236}">
                  <a16:creationId xmlns:a16="http://schemas.microsoft.com/office/drawing/2014/main" id="{C65FCCAE-4240-1108-196B-7E41A077F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8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2" name="Line 153">
              <a:extLst>
                <a:ext uri="{FF2B5EF4-FFF2-40B4-BE49-F238E27FC236}">
                  <a16:creationId xmlns:a16="http://schemas.microsoft.com/office/drawing/2014/main" id="{F4869575-57A6-8B51-6372-45DF712C7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1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3" name="Line 154">
              <a:extLst>
                <a:ext uri="{FF2B5EF4-FFF2-40B4-BE49-F238E27FC236}">
                  <a16:creationId xmlns:a16="http://schemas.microsoft.com/office/drawing/2014/main" id="{56E60708-E797-811D-8AAC-074BEC969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4" name="Freeform 155">
              <a:extLst>
                <a:ext uri="{FF2B5EF4-FFF2-40B4-BE49-F238E27FC236}">
                  <a16:creationId xmlns:a16="http://schemas.microsoft.com/office/drawing/2014/main" id="{3E335BE3-448B-7FCF-FE8D-B859F41DE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5" name="Line 156">
              <a:extLst>
                <a:ext uri="{FF2B5EF4-FFF2-40B4-BE49-F238E27FC236}">
                  <a16:creationId xmlns:a16="http://schemas.microsoft.com/office/drawing/2014/main" id="{720BCDF7-0E59-987E-E786-17453326D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6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6" name="Line 157">
              <a:extLst>
                <a:ext uri="{FF2B5EF4-FFF2-40B4-BE49-F238E27FC236}">
                  <a16:creationId xmlns:a16="http://schemas.microsoft.com/office/drawing/2014/main" id="{3411E9F1-F450-C860-1FA5-B0FD0AA81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6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7" name="Freeform 158">
              <a:extLst>
                <a:ext uri="{FF2B5EF4-FFF2-40B4-BE49-F238E27FC236}">
                  <a16:creationId xmlns:a16="http://schemas.microsoft.com/office/drawing/2014/main" id="{484DE3D2-122C-D241-86B7-73618004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8" name="Line 159">
              <a:extLst>
                <a:ext uri="{FF2B5EF4-FFF2-40B4-BE49-F238E27FC236}">
                  <a16:creationId xmlns:a16="http://schemas.microsoft.com/office/drawing/2014/main" id="{9AC86272-4417-6B69-749A-F2917D2BC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9" name="Line 160">
              <a:extLst>
                <a:ext uri="{FF2B5EF4-FFF2-40B4-BE49-F238E27FC236}">
                  <a16:creationId xmlns:a16="http://schemas.microsoft.com/office/drawing/2014/main" id="{4C5A8EEE-5E2E-4271-2F19-EC0FFC294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0" name="Freeform 161">
              <a:extLst>
                <a:ext uri="{FF2B5EF4-FFF2-40B4-BE49-F238E27FC236}">
                  <a16:creationId xmlns:a16="http://schemas.microsoft.com/office/drawing/2014/main" id="{0372C7C5-5164-896E-BEEA-E70D4BABB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1" name="Line 162">
              <a:extLst>
                <a:ext uri="{FF2B5EF4-FFF2-40B4-BE49-F238E27FC236}">
                  <a16:creationId xmlns:a16="http://schemas.microsoft.com/office/drawing/2014/main" id="{DAB36A8E-3441-D369-91EC-A9582944F6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9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2" name="Line 163">
              <a:extLst>
                <a:ext uri="{FF2B5EF4-FFF2-40B4-BE49-F238E27FC236}">
                  <a16:creationId xmlns:a16="http://schemas.microsoft.com/office/drawing/2014/main" id="{BD2EF565-4469-5692-A466-4A90D5EC7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9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3" name="Freeform 164">
              <a:extLst>
                <a:ext uri="{FF2B5EF4-FFF2-40B4-BE49-F238E27FC236}">
                  <a16:creationId xmlns:a16="http://schemas.microsoft.com/office/drawing/2014/main" id="{7FAAB5EA-9807-08AB-6AE0-A81FAEDDE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4" name="Line 165">
              <a:extLst>
                <a:ext uri="{FF2B5EF4-FFF2-40B4-BE49-F238E27FC236}">
                  <a16:creationId xmlns:a16="http://schemas.microsoft.com/office/drawing/2014/main" id="{22CE297E-3E9E-9E2D-9266-7FD25E4D8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3556"/>
              <a:ext cx="1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5" name="Line 166">
              <a:extLst>
                <a:ext uri="{FF2B5EF4-FFF2-40B4-BE49-F238E27FC236}">
                  <a16:creationId xmlns:a16="http://schemas.microsoft.com/office/drawing/2014/main" id="{8D5A3DB8-7F52-F06A-BF11-AB8026E0A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248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6" name="Freeform 167">
              <a:extLst>
                <a:ext uri="{FF2B5EF4-FFF2-40B4-BE49-F238E27FC236}">
                  <a16:creationId xmlns:a16="http://schemas.microsoft.com/office/drawing/2014/main" id="{1E22424C-68E2-07BE-1C82-4CF588888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2480"/>
              <a:ext cx="1" cy="1096"/>
            </a:xfrm>
            <a:custGeom>
              <a:avLst/>
              <a:gdLst>
                <a:gd name="T0" fmla="*/ 0 w 1"/>
                <a:gd name="T1" fmla="*/ 5292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7" name="Line 168">
              <a:extLst>
                <a:ext uri="{FF2B5EF4-FFF2-40B4-BE49-F238E27FC236}">
                  <a16:creationId xmlns:a16="http://schemas.microsoft.com/office/drawing/2014/main" id="{110E0E31-8E83-B41E-ABAF-C8B4675119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0" y="3537"/>
              <a:ext cx="1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8" name="Line 169">
              <a:extLst>
                <a:ext uri="{FF2B5EF4-FFF2-40B4-BE49-F238E27FC236}">
                  <a16:creationId xmlns:a16="http://schemas.microsoft.com/office/drawing/2014/main" id="{1B01F185-0D01-AD6B-CAC4-3564E72BB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" y="2480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9" name="Line 170">
              <a:extLst>
                <a:ext uri="{FF2B5EF4-FFF2-40B4-BE49-F238E27FC236}">
                  <a16:creationId xmlns:a16="http://schemas.microsoft.com/office/drawing/2014/main" id="{ADC48C97-37DC-22C0-719F-DF28C1B8D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576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0" name="Line 171">
              <a:extLst>
                <a:ext uri="{FF2B5EF4-FFF2-40B4-BE49-F238E27FC236}">
                  <a16:creationId xmlns:a16="http://schemas.microsoft.com/office/drawing/2014/main" id="{26E94755-2999-2921-20B3-E9CD712C59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3576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1" name="Line 172">
              <a:extLst>
                <a:ext uri="{FF2B5EF4-FFF2-40B4-BE49-F238E27FC236}">
                  <a16:creationId xmlns:a16="http://schemas.microsoft.com/office/drawing/2014/main" id="{9F61FC25-F373-D4FC-FE9E-362C03603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025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2" name="Line 173">
              <a:extLst>
                <a:ext uri="{FF2B5EF4-FFF2-40B4-BE49-F238E27FC236}">
                  <a16:creationId xmlns:a16="http://schemas.microsoft.com/office/drawing/2014/main" id="{DC68B70A-E1CE-2D1B-BB81-BE61443EF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3025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3" name="Line 174">
              <a:extLst>
                <a:ext uri="{FF2B5EF4-FFF2-40B4-BE49-F238E27FC236}">
                  <a16:creationId xmlns:a16="http://schemas.microsoft.com/office/drawing/2014/main" id="{C4D37FE6-4BD8-4982-05E2-793217FF1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4" name="Line 175">
              <a:extLst>
                <a:ext uri="{FF2B5EF4-FFF2-40B4-BE49-F238E27FC236}">
                  <a16:creationId xmlns:a16="http://schemas.microsoft.com/office/drawing/2014/main" id="{F1D53034-9837-27BE-3791-A5B5A8F1D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6" y="2480"/>
              <a:ext cx="3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5" name="Line 176">
              <a:extLst>
                <a:ext uri="{FF2B5EF4-FFF2-40B4-BE49-F238E27FC236}">
                  <a16:creationId xmlns:a16="http://schemas.microsoft.com/office/drawing/2014/main" id="{139E726B-0E50-5056-2DE2-3F47084AA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80"/>
              <a:ext cx="338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6" name="Freeform 177">
              <a:extLst>
                <a:ext uri="{FF2B5EF4-FFF2-40B4-BE49-F238E27FC236}">
                  <a16:creationId xmlns:a16="http://schemas.microsoft.com/office/drawing/2014/main" id="{D374CF9C-E9D9-55CA-5FEE-05D943BE1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80"/>
              <a:ext cx="3387" cy="1096"/>
            </a:xfrm>
            <a:custGeom>
              <a:avLst/>
              <a:gdLst>
                <a:gd name="T0" fmla="*/ 0 w 794"/>
                <a:gd name="T1" fmla="*/ 5292 h 227"/>
                <a:gd name="T2" fmla="*/ 14448 w 794"/>
                <a:gd name="T3" fmla="*/ 5292 h 227"/>
                <a:gd name="T4" fmla="*/ 14448 w 794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4" h="227">
                  <a:moveTo>
                    <a:pt x="0" y="227"/>
                  </a:moveTo>
                  <a:lnTo>
                    <a:pt x="794" y="227"/>
                  </a:lnTo>
                  <a:lnTo>
                    <a:pt x="79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7" name="Line 178">
              <a:extLst>
                <a:ext uri="{FF2B5EF4-FFF2-40B4-BE49-F238E27FC236}">
                  <a16:creationId xmlns:a16="http://schemas.microsoft.com/office/drawing/2014/main" id="{143779DE-F5BD-32BF-11D7-DBC7DA442F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2480"/>
              <a:ext cx="1" cy="10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8" name="Freeform 179">
              <a:extLst>
                <a:ext uri="{FF2B5EF4-FFF2-40B4-BE49-F238E27FC236}">
                  <a16:creationId xmlns:a16="http://schemas.microsoft.com/office/drawing/2014/main" id="{6BD8FE0C-6019-993F-28B7-4CD421764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547"/>
              <a:ext cx="3387" cy="956"/>
            </a:xfrm>
            <a:custGeom>
              <a:avLst/>
              <a:gdLst>
                <a:gd name="T0" fmla="*/ 0 w 3387"/>
                <a:gd name="T1" fmla="*/ 956 h 956"/>
                <a:gd name="T2" fmla="*/ 86 w 3387"/>
                <a:gd name="T3" fmla="*/ 946 h 956"/>
                <a:gd name="T4" fmla="*/ 171 w 3387"/>
                <a:gd name="T5" fmla="*/ 937 h 956"/>
                <a:gd name="T6" fmla="*/ 261 w 3387"/>
                <a:gd name="T7" fmla="*/ 927 h 956"/>
                <a:gd name="T8" fmla="*/ 346 w 3387"/>
                <a:gd name="T9" fmla="*/ 918 h 956"/>
                <a:gd name="T10" fmla="*/ 431 w 3387"/>
                <a:gd name="T11" fmla="*/ 903 h 956"/>
                <a:gd name="T12" fmla="*/ 521 w 3387"/>
                <a:gd name="T13" fmla="*/ 889 h 956"/>
                <a:gd name="T14" fmla="*/ 606 w 3387"/>
                <a:gd name="T15" fmla="*/ 869 h 956"/>
                <a:gd name="T16" fmla="*/ 691 w 3387"/>
                <a:gd name="T17" fmla="*/ 850 h 956"/>
                <a:gd name="T18" fmla="*/ 781 w 3387"/>
                <a:gd name="T19" fmla="*/ 831 h 956"/>
                <a:gd name="T20" fmla="*/ 866 w 3387"/>
                <a:gd name="T21" fmla="*/ 806 h 956"/>
                <a:gd name="T22" fmla="*/ 952 w 3387"/>
                <a:gd name="T23" fmla="*/ 782 h 956"/>
                <a:gd name="T24" fmla="*/ 1041 w 3387"/>
                <a:gd name="T25" fmla="*/ 753 h 956"/>
                <a:gd name="T26" fmla="*/ 1126 w 3387"/>
                <a:gd name="T27" fmla="*/ 724 h 956"/>
                <a:gd name="T28" fmla="*/ 1216 w 3387"/>
                <a:gd name="T29" fmla="*/ 691 h 956"/>
                <a:gd name="T30" fmla="*/ 1301 w 3387"/>
                <a:gd name="T31" fmla="*/ 657 h 956"/>
                <a:gd name="T32" fmla="*/ 1387 w 3387"/>
                <a:gd name="T33" fmla="*/ 618 h 956"/>
                <a:gd name="T34" fmla="*/ 1476 w 3387"/>
                <a:gd name="T35" fmla="*/ 580 h 956"/>
                <a:gd name="T36" fmla="*/ 1562 w 3387"/>
                <a:gd name="T37" fmla="*/ 541 h 956"/>
                <a:gd name="T38" fmla="*/ 1647 w 3387"/>
                <a:gd name="T39" fmla="*/ 498 h 956"/>
                <a:gd name="T40" fmla="*/ 1736 w 3387"/>
                <a:gd name="T41" fmla="*/ 459 h 956"/>
                <a:gd name="T42" fmla="*/ 1822 w 3387"/>
                <a:gd name="T43" fmla="*/ 415 h 956"/>
                <a:gd name="T44" fmla="*/ 1907 w 3387"/>
                <a:gd name="T45" fmla="*/ 377 h 956"/>
                <a:gd name="T46" fmla="*/ 1997 w 3387"/>
                <a:gd name="T47" fmla="*/ 338 h 956"/>
                <a:gd name="T48" fmla="*/ 2082 w 3387"/>
                <a:gd name="T49" fmla="*/ 300 h 956"/>
                <a:gd name="T50" fmla="*/ 2167 w 3387"/>
                <a:gd name="T51" fmla="*/ 266 h 956"/>
                <a:gd name="T52" fmla="*/ 2257 w 3387"/>
                <a:gd name="T53" fmla="*/ 232 h 956"/>
                <a:gd name="T54" fmla="*/ 2342 w 3387"/>
                <a:gd name="T55" fmla="*/ 203 h 956"/>
                <a:gd name="T56" fmla="*/ 2432 w 3387"/>
                <a:gd name="T57" fmla="*/ 174 h 956"/>
                <a:gd name="T58" fmla="*/ 2517 w 3387"/>
                <a:gd name="T59" fmla="*/ 150 h 956"/>
                <a:gd name="T60" fmla="*/ 2602 w 3387"/>
                <a:gd name="T61" fmla="*/ 126 h 956"/>
                <a:gd name="T62" fmla="*/ 2692 w 3387"/>
                <a:gd name="T63" fmla="*/ 106 h 956"/>
                <a:gd name="T64" fmla="*/ 2777 w 3387"/>
                <a:gd name="T65" fmla="*/ 87 h 956"/>
                <a:gd name="T66" fmla="*/ 2863 w 3387"/>
                <a:gd name="T67" fmla="*/ 68 h 956"/>
                <a:gd name="T68" fmla="*/ 2952 w 3387"/>
                <a:gd name="T69" fmla="*/ 53 h 956"/>
                <a:gd name="T70" fmla="*/ 3037 w 3387"/>
                <a:gd name="T71" fmla="*/ 39 h 956"/>
                <a:gd name="T72" fmla="*/ 3123 w 3387"/>
                <a:gd name="T73" fmla="*/ 29 h 956"/>
                <a:gd name="T74" fmla="*/ 3212 w 3387"/>
                <a:gd name="T75" fmla="*/ 20 h 956"/>
                <a:gd name="T76" fmla="*/ 3298 w 3387"/>
                <a:gd name="T77" fmla="*/ 10 h 956"/>
                <a:gd name="T78" fmla="*/ 3387 w 3387"/>
                <a:gd name="T79" fmla="*/ 0 h 9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387" h="956">
                  <a:moveTo>
                    <a:pt x="0" y="956"/>
                  </a:moveTo>
                  <a:lnTo>
                    <a:pt x="86" y="946"/>
                  </a:lnTo>
                  <a:lnTo>
                    <a:pt x="171" y="937"/>
                  </a:lnTo>
                  <a:lnTo>
                    <a:pt x="261" y="927"/>
                  </a:lnTo>
                  <a:lnTo>
                    <a:pt x="346" y="918"/>
                  </a:lnTo>
                  <a:lnTo>
                    <a:pt x="431" y="903"/>
                  </a:lnTo>
                  <a:lnTo>
                    <a:pt x="521" y="889"/>
                  </a:lnTo>
                  <a:lnTo>
                    <a:pt x="606" y="869"/>
                  </a:lnTo>
                  <a:lnTo>
                    <a:pt x="691" y="850"/>
                  </a:lnTo>
                  <a:lnTo>
                    <a:pt x="781" y="831"/>
                  </a:lnTo>
                  <a:lnTo>
                    <a:pt x="866" y="806"/>
                  </a:lnTo>
                  <a:lnTo>
                    <a:pt x="952" y="782"/>
                  </a:lnTo>
                  <a:lnTo>
                    <a:pt x="1041" y="753"/>
                  </a:lnTo>
                  <a:lnTo>
                    <a:pt x="1126" y="724"/>
                  </a:lnTo>
                  <a:lnTo>
                    <a:pt x="1216" y="691"/>
                  </a:lnTo>
                  <a:lnTo>
                    <a:pt x="1301" y="657"/>
                  </a:lnTo>
                  <a:lnTo>
                    <a:pt x="1387" y="618"/>
                  </a:lnTo>
                  <a:lnTo>
                    <a:pt x="1476" y="580"/>
                  </a:lnTo>
                  <a:lnTo>
                    <a:pt x="1562" y="541"/>
                  </a:lnTo>
                  <a:lnTo>
                    <a:pt x="1647" y="498"/>
                  </a:lnTo>
                  <a:lnTo>
                    <a:pt x="1736" y="459"/>
                  </a:lnTo>
                  <a:lnTo>
                    <a:pt x="1822" y="415"/>
                  </a:lnTo>
                  <a:lnTo>
                    <a:pt x="1907" y="377"/>
                  </a:lnTo>
                  <a:lnTo>
                    <a:pt x="1997" y="338"/>
                  </a:lnTo>
                  <a:lnTo>
                    <a:pt x="2082" y="300"/>
                  </a:lnTo>
                  <a:lnTo>
                    <a:pt x="2167" y="266"/>
                  </a:lnTo>
                  <a:lnTo>
                    <a:pt x="2257" y="232"/>
                  </a:lnTo>
                  <a:lnTo>
                    <a:pt x="2342" y="203"/>
                  </a:lnTo>
                  <a:lnTo>
                    <a:pt x="2432" y="174"/>
                  </a:lnTo>
                  <a:lnTo>
                    <a:pt x="2517" y="150"/>
                  </a:lnTo>
                  <a:lnTo>
                    <a:pt x="2602" y="126"/>
                  </a:lnTo>
                  <a:lnTo>
                    <a:pt x="2692" y="106"/>
                  </a:lnTo>
                  <a:lnTo>
                    <a:pt x="2777" y="87"/>
                  </a:lnTo>
                  <a:lnTo>
                    <a:pt x="2863" y="68"/>
                  </a:lnTo>
                  <a:lnTo>
                    <a:pt x="2952" y="53"/>
                  </a:lnTo>
                  <a:lnTo>
                    <a:pt x="3037" y="39"/>
                  </a:lnTo>
                  <a:lnTo>
                    <a:pt x="3123" y="29"/>
                  </a:lnTo>
                  <a:lnTo>
                    <a:pt x="3212" y="20"/>
                  </a:lnTo>
                  <a:lnTo>
                    <a:pt x="3298" y="10"/>
                  </a:lnTo>
                  <a:lnTo>
                    <a:pt x="3387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9" name="Rectangle 180">
              <a:extLst>
                <a:ext uri="{FF2B5EF4-FFF2-40B4-BE49-F238E27FC236}">
                  <a16:creationId xmlns:a16="http://schemas.microsoft.com/office/drawing/2014/main" id="{AD488ED1-5805-319B-C99D-152DB4611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64"/>
              <a:ext cx="384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90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92340" name="Rectangle 181">
              <a:extLst>
                <a:ext uri="{FF2B5EF4-FFF2-40B4-BE49-F238E27FC236}">
                  <a16:creationId xmlns:a16="http://schemas.microsoft.com/office/drawing/2014/main" id="{8AF61C9A-AB87-0C13-696F-F01DE6A86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2892"/>
              <a:ext cx="4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45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92341" name="Rectangle 182">
              <a:extLst>
                <a:ext uri="{FF2B5EF4-FFF2-40B4-BE49-F238E27FC236}">
                  <a16:creationId xmlns:a16="http://schemas.microsoft.com/office/drawing/2014/main" id="{AD1139B9-0F4D-D36F-B455-1CCCA3626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456"/>
              <a:ext cx="2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r>
                <a:rPr lang="en-US" altLang="zh-CN" sz="2000"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°</a:t>
              </a:r>
            </a:p>
          </p:txBody>
        </p:sp>
        <p:sp>
          <p:nvSpPr>
            <p:cNvPr id="92342" name="Text Box 183">
              <a:extLst>
                <a:ext uri="{FF2B5EF4-FFF2-40B4-BE49-F238E27FC236}">
                  <a16:creationId xmlns:a16="http://schemas.microsoft.com/office/drawing/2014/main" id="{1B5C093A-276A-94BB-A708-41279CA50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00"/>
              <a:ext cx="33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1/T</a:t>
              </a:r>
            </a:p>
          </p:txBody>
        </p:sp>
        <p:sp>
          <p:nvSpPr>
            <p:cNvPr id="92343" name="Rectangle 184">
              <a:extLst>
                <a:ext uri="{FF2B5EF4-FFF2-40B4-BE49-F238E27FC236}">
                  <a16:creationId xmlns:a16="http://schemas.microsoft.com/office/drawing/2014/main" id="{ED0B4559-A39A-D285-0106-8858363DB6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92" y="1644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92344" name="Rectangle 185">
              <a:extLst>
                <a:ext uri="{FF2B5EF4-FFF2-40B4-BE49-F238E27FC236}">
                  <a16:creationId xmlns:a16="http://schemas.microsoft.com/office/drawing/2014/main" id="{779F33BA-31D0-C037-2C00-94BBA9641D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66" y="2886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2345" name="Rectangle 186">
              <a:extLst>
                <a:ext uri="{FF2B5EF4-FFF2-40B4-BE49-F238E27FC236}">
                  <a16:creationId xmlns:a16="http://schemas.microsoft.com/office/drawing/2014/main" id="{80719503-28D2-F1B0-2651-C6AD8EB92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912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  <p:sp>
          <p:nvSpPr>
            <p:cNvPr id="92346" name="Rectangle 187">
              <a:extLst>
                <a:ext uri="{FF2B5EF4-FFF2-40B4-BE49-F238E27FC236}">
                  <a16:creationId xmlns:a16="http://schemas.microsoft.com/office/drawing/2014/main" id="{D41BAB38-7167-802B-FFE6-F7F6E1020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3743"/>
              <a:ext cx="10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2347" name="Text Box 188">
              <a:extLst>
                <a:ext uri="{FF2B5EF4-FFF2-40B4-BE49-F238E27FC236}">
                  <a16:creationId xmlns:a16="http://schemas.microsoft.com/office/drawing/2014/main" id="{5F16D811-C088-2F9F-3CF1-4A636AE42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600"/>
              <a:ext cx="45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0.1/T</a:t>
              </a:r>
            </a:p>
          </p:txBody>
        </p:sp>
        <p:sp>
          <p:nvSpPr>
            <p:cNvPr id="92348" name="Text Box 189">
              <a:extLst>
                <a:ext uri="{FF2B5EF4-FFF2-40B4-BE49-F238E27FC236}">
                  <a16:creationId xmlns:a16="http://schemas.microsoft.com/office/drawing/2014/main" id="{81D66260-5DB4-2F6C-DCFC-14C97CFF1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3600"/>
              <a:ext cx="41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10/T</a:t>
              </a:r>
            </a:p>
          </p:txBody>
        </p:sp>
        <p:sp useBgFill="1">
          <p:nvSpPr>
            <p:cNvPr id="92349" name="Text Box 190">
              <a:extLst>
                <a:ext uri="{FF2B5EF4-FFF2-40B4-BE49-F238E27FC236}">
                  <a16:creationId xmlns:a16="http://schemas.microsoft.com/office/drawing/2014/main" id="{4ACB6092-F622-012A-2FA7-60940E2C4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8" y="3147"/>
              <a:ext cx="884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</a:rPr>
                <a:t>转折频率</a:t>
              </a:r>
            </a:p>
          </p:txBody>
        </p:sp>
        <p:sp>
          <p:nvSpPr>
            <p:cNvPr id="92350" name="Line 191">
              <a:extLst>
                <a:ext uri="{FF2B5EF4-FFF2-40B4-BE49-F238E27FC236}">
                  <a16:creationId xmlns:a16="http://schemas.microsoft.com/office/drawing/2014/main" id="{64D77192-4ED8-F0CA-DE39-7B3DB8DA7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4" y="3378"/>
              <a:ext cx="192" cy="192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51" name="Text Box 192">
              <a:extLst>
                <a:ext uri="{FF2B5EF4-FFF2-40B4-BE49-F238E27FC236}">
                  <a16:creationId xmlns:a16="http://schemas.microsoft.com/office/drawing/2014/main" id="{9564C730-AADC-9399-54D5-52DA612BA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680"/>
              <a:ext cx="1268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实际幅频特性</a:t>
              </a:r>
            </a:p>
          </p:txBody>
        </p:sp>
        <p:sp>
          <p:nvSpPr>
            <p:cNvPr id="92352" name="Line 193">
              <a:extLst>
                <a:ext uri="{FF2B5EF4-FFF2-40B4-BE49-F238E27FC236}">
                  <a16:creationId xmlns:a16="http://schemas.microsoft.com/office/drawing/2014/main" id="{B85E3D06-289F-30E5-D7EA-173819170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68"/>
              <a:ext cx="240" cy="192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3" name="Line 194">
              <a:extLst>
                <a:ext uri="{FF2B5EF4-FFF2-40B4-BE49-F238E27FC236}">
                  <a16:creationId xmlns:a16="http://schemas.microsoft.com/office/drawing/2014/main" id="{0F7E5824-E889-98CD-4B55-4CFA12F36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2112"/>
              <a:ext cx="528" cy="4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54" name="Text Box 195">
              <a:extLst>
                <a:ext uri="{FF2B5EF4-FFF2-40B4-BE49-F238E27FC236}">
                  <a16:creationId xmlns:a16="http://schemas.microsoft.com/office/drawing/2014/main" id="{313208D8-F1E6-2C38-6D70-A59E44630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968"/>
              <a:ext cx="692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渐近线</a:t>
              </a:r>
            </a:p>
          </p:txBody>
        </p:sp>
        <p:sp useBgFill="1">
          <p:nvSpPr>
            <p:cNvPr id="92355" name="Rectangle 196">
              <a:extLst>
                <a:ext uri="{FF2B5EF4-FFF2-40B4-BE49-F238E27FC236}">
                  <a16:creationId xmlns:a16="http://schemas.microsoft.com/office/drawing/2014/main" id="{EFDBB036-5103-B8D7-A0F6-856796904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84"/>
              <a:ext cx="851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20dB/dec</a:t>
              </a:r>
            </a:p>
          </p:txBody>
        </p:sp>
        <p:grpSp>
          <p:nvGrpSpPr>
            <p:cNvPr id="92356" name="Group 197">
              <a:extLst>
                <a:ext uri="{FF2B5EF4-FFF2-40B4-BE49-F238E27FC236}">
                  <a16:creationId xmlns:a16="http://schemas.microsoft.com/office/drawing/2014/main" id="{F2EBAC0A-5EF0-3EEF-7E4D-13662DE2D7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1563"/>
              <a:ext cx="3387" cy="729"/>
              <a:chOff x="1383" y="1563"/>
              <a:chExt cx="3387" cy="729"/>
            </a:xfrm>
          </p:grpSpPr>
          <p:sp>
            <p:nvSpPr>
              <p:cNvPr id="92358" name="Freeform 198">
                <a:extLst>
                  <a:ext uri="{FF2B5EF4-FFF2-40B4-BE49-F238E27FC236}">
                    <a16:creationId xmlns:a16="http://schemas.microsoft.com/office/drawing/2014/main" id="{52301C80-3D37-800C-DCEA-A2A48A7FB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" y="1563"/>
                <a:ext cx="3387" cy="729"/>
              </a:xfrm>
              <a:custGeom>
                <a:avLst/>
                <a:gdLst>
                  <a:gd name="T0" fmla="*/ 0 w 3387"/>
                  <a:gd name="T1" fmla="*/ 729 h 729"/>
                  <a:gd name="T2" fmla="*/ 86 w 3387"/>
                  <a:gd name="T3" fmla="*/ 729 h 729"/>
                  <a:gd name="T4" fmla="*/ 171 w 3387"/>
                  <a:gd name="T5" fmla="*/ 729 h 729"/>
                  <a:gd name="T6" fmla="*/ 261 w 3387"/>
                  <a:gd name="T7" fmla="*/ 729 h 729"/>
                  <a:gd name="T8" fmla="*/ 346 w 3387"/>
                  <a:gd name="T9" fmla="*/ 729 h 729"/>
                  <a:gd name="T10" fmla="*/ 431 w 3387"/>
                  <a:gd name="T11" fmla="*/ 725 h 729"/>
                  <a:gd name="T12" fmla="*/ 521 w 3387"/>
                  <a:gd name="T13" fmla="*/ 725 h 729"/>
                  <a:gd name="T14" fmla="*/ 606 w 3387"/>
                  <a:gd name="T15" fmla="*/ 725 h 729"/>
                  <a:gd name="T16" fmla="*/ 691 w 3387"/>
                  <a:gd name="T17" fmla="*/ 720 h 729"/>
                  <a:gd name="T18" fmla="*/ 781 w 3387"/>
                  <a:gd name="T19" fmla="*/ 720 h 729"/>
                  <a:gd name="T20" fmla="*/ 866 w 3387"/>
                  <a:gd name="T21" fmla="*/ 715 h 729"/>
                  <a:gd name="T22" fmla="*/ 952 w 3387"/>
                  <a:gd name="T23" fmla="*/ 710 h 729"/>
                  <a:gd name="T24" fmla="*/ 1041 w 3387"/>
                  <a:gd name="T25" fmla="*/ 705 h 729"/>
                  <a:gd name="T26" fmla="*/ 1126 w 3387"/>
                  <a:gd name="T27" fmla="*/ 701 h 729"/>
                  <a:gd name="T28" fmla="*/ 1216 w 3387"/>
                  <a:gd name="T29" fmla="*/ 696 h 729"/>
                  <a:gd name="T30" fmla="*/ 1301 w 3387"/>
                  <a:gd name="T31" fmla="*/ 686 h 729"/>
                  <a:gd name="T32" fmla="*/ 1387 w 3387"/>
                  <a:gd name="T33" fmla="*/ 676 h 729"/>
                  <a:gd name="T34" fmla="*/ 1476 w 3387"/>
                  <a:gd name="T35" fmla="*/ 662 h 729"/>
                  <a:gd name="T36" fmla="*/ 1562 w 3387"/>
                  <a:gd name="T37" fmla="*/ 647 h 729"/>
                  <a:gd name="T38" fmla="*/ 1647 w 3387"/>
                  <a:gd name="T39" fmla="*/ 633 h 729"/>
                  <a:gd name="T40" fmla="*/ 1736 w 3387"/>
                  <a:gd name="T41" fmla="*/ 614 h 729"/>
                  <a:gd name="T42" fmla="*/ 1822 w 3387"/>
                  <a:gd name="T43" fmla="*/ 589 h 729"/>
                  <a:gd name="T44" fmla="*/ 1907 w 3387"/>
                  <a:gd name="T45" fmla="*/ 570 h 729"/>
                  <a:gd name="T46" fmla="*/ 1997 w 3387"/>
                  <a:gd name="T47" fmla="*/ 541 h 729"/>
                  <a:gd name="T48" fmla="*/ 2082 w 3387"/>
                  <a:gd name="T49" fmla="*/ 517 h 729"/>
                  <a:gd name="T50" fmla="*/ 2167 w 3387"/>
                  <a:gd name="T51" fmla="*/ 488 h 729"/>
                  <a:gd name="T52" fmla="*/ 2257 w 3387"/>
                  <a:gd name="T53" fmla="*/ 459 h 729"/>
                  <a:gd name="T54" fmla="*/ 2342 w 3387"/>
                  <a:gd name="T55" fmla="*/ 425 h 729"/>
                  <a:gd name="T56" fmla="*/ 2432 w 3387"/>
                  <a:gd name="T57" fmla="*/ 392 h 729"/>
                  <a:gd name="T58" fmla="*/ 2517 w 3387"/>
                  <a:gd name="T59" fmla="*/ 358 h 729"/>
                  <a:gd name="T60" fmla="*/ 2602 w 3387"/>
                  <a:gd name="T61" fmla="*/ 324 h 729"/>
                  <a:gd name="T62" fmla="*/ 2692 w 3387"/>
                  <a:gd name="T63" fmla="*/ 290 h 729"/>
                  <a:gd name="T64" fmla="*/ 2777 w 3387"/>
                  <a:gd name="T65" fmla="*/ 256 h 729"/>
                  <a:gd name="T66" fmla="*/ 2863 w 3387"/>
                  <a:gd name="T67" fmla="*/ 218 h 729"/>
                  <a:gd name="T68" fmla="*/ 2952 w 3387"/>
                  <a:gd name="T69" fmla="*/ 184 h 729"/>
                  <a:gd name="T70" fmla="*/ 3037 w 3387"/>
                  <a:gd name="T71" fmla="*/ 145 h 729"/>
                  <a:gd name="T72" fmla="*/ 3123 w 3387"/>
                  <a:gd name="T73" fmla="*/ 112 h 729"/>
                  <a:gd name="T74" fmla="*/ 3212 w 3387"/>
                  <a:gd name="T75" fmla="*/ 73 h 729"/>
                  <a:gd name="T76" fmla="*/ 3298 w 3387"/>
                  <a:gd name="T77" fmla="*/ 39 h 729"/>
                  <a:gd name="T78" fmla="*/ 3387 w 3387"/>
                  <a:gd name="T79" fmla="*/ 0 h 72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387" h="729">
                    <a:moveTo>
                      <a:pt x="0" y="729"/>
                    </a:moveTo>
                    <a:lnTo>
                      <a:pt x="86" y="729"/>
                    </a:lnTo>
                    <a:lnTo>
                      <a:pt x="171" y="729"/>
                    </a:lnTo>
                    <a:lnTo>
                      <a:pt x="261" y="729"/>
                    </a:lnTo>
                    <a:lnTo>
                      <a:pt x="346" y="729"/>
                    </a:lnTo>
                    <a:lnTo>
                      <a:pt x="431" y="725"/>
                    </a:lnTo>
                    <a:lnTo>
                      <a:pt x="521" y="725"/>
                    </a:lnTo>
                    <a:lnTo>
                      <a:pt x="606" y="725"/>
                    </a:lnTo>
                    <a:lnTo>
                      <a:pt x="691" y="720"/>
                    </a:lnTo>
                    <a:lnTo>
                      <a:pt x="781" y="720"/>
                    </a:lnTo>
                    <a:lnTo>
                      <a:pt x="866" y="715"/>
                    </a:lnTo>
                    <a:lnTo>
                      <a:pt x="952" y="710"/>
                    </a:lnTo>
                    <a:lnTo>
                      <a:pt x="1041" y="705"/>
                    </a:lnTo>
                    <a:lnTo>
                      <a:pt x="1126" y="701"/>
                    </a:lnTo>
                    <a:lnTo>
                      <a:pt x="1216" y="696"/>
                    </a:lnTo>
                    <a:lnTo>
                      <a:pt x="1301" y="686"/>
                    </a:lnTo>
                    <a:lnTo>
                      <a:pt x="1387" y="676"/>
                    </a:lnTo>
                    <a:lnTo>
                      <a:pt x="1476" y="662"/>
                    </a:lnTo>
                    <a:lnTo>
                      <a:pt x="1562" y="647"/>
                    </a:lnTo>
                    <a:lnTo>
                      <a:pt x="1647" y="633"/>
                    </a:lnTo>
                    <a:lnTo>
                      <a:pt x="1736" y="614"/>
                    </a:lnTo>
                    <a:lnTo>
                      <a:pt x="1822" y="589"/>
                    </a:lnTo>
                    <a:lnTo>
                      <a:pt x="1907" y="570"/>
                    </a:lnTo>
                    <a:lnTo>
                      <a:pt x="1997" y="541"/>
                    </a:lnTo>
                    <a:lnTo>
                      <a:pt x="2082" y="517"/>
                    </a:lnTo>
                    <a:lnTo>
                      <a:pt x="2167" y="488"/>
                    </a:lnTo>
                    <a:lnTo>
                      <a:pt x="2257" y="459"/>
                    </a:lnTo>
                    <a:lnTo>
                      <a:pt x="2342" y="425"/>
                    </a:lnTo>
                    <a:lnTo>
                      <a:pt x="2432" y="392"/>
                    </a:lnTo>
                    <a:lnTo>
                      <a:pt x="2517" y="358"/>
                    </a:lnTo>
                    <a:lnTo>
                      <a:pt x="2602" y="324"/>
                    </a:lnTo>
                    <a:lnTo>
                      <a:pt x="2692" y="290"/>
                    </a:lnTo>
                    <a:lnTo>
                      <a:pt x="2777" y="256"/>
                    </a:lnTo>
                    <a:lnTo>
                      <a:pt x="2863" y="218"/>
                    </a:lnTo>
                    <a:lnTo>
                      <a:pt x="2952" y="184"/>
                    </a:lnTo>
                    <a:lnTo>
                      <a:pt x="3037" y="145"/>
                    </a:lnTo>
                    <a:lnTo>
                      <a:pt x="3123" y="112"/>
                    </a:lnTo>
                    <a:lnTo>
                      <a:pt x="3212" y="73"/>
                    </a:lnTo>
                    <a:lnTo>
                      <a:pt x="3298" y="39"/>
                    </a:lnTo>
                    <a:lnTo>
                      <a:pt x="3387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59" name="Freeform 199">
                <a:extLst>
                  <a:ext uri="{FF2B5EF4-FFF2-40B4-BE49-F238E27FC236}">
                    <a16:creationId xmlns:a16="http://schemas.microsoft.com/office/drawing/2014/main" id="{72B9F6B6-3BA1-BBE8-13EA-85585435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" y="1563"/>
                <a:ext cx="3387" cy="729"/>
              </a:xfrm>
              <a:custGeom>
                <a:avLst/>
                <a:gdLst>
                  <a:gd name="T0" fmla="*/ 0 w 3387"/>
                  <a:gd name="T1" fmla="*/ 729 h 729"/>
                  <a:gd name="T2" fmla="*/ 1694 w 3387"/>
                  <a:gd name="T3" fmla="*/ 729 h 729"/>
                  <a:gd name="T4" fmla="*/ 3387 w 3387"/>
                  <a:gd name="T5" fmla="*/ 0 h 7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87" h="729">
                    <a:moveTo>
                      <a:pt x="0" y="729"/>
                    </a:moveTo>
                    <a:lnTo>
                      <a:pt x="1694" y="729"/>
                    </a:lnTo>
                    <a:lnTo>
                      <a:pt x="3387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357" name="Line 200">
              <a:extLst>
                <a:ext uri="{FF2B5EF4-FFF2-40B4-BE49-F238E27FC236}">
                  <a16:creationId xmlns:a16="http://schemas.microsoft.com/office/drawing/2014/main" id="{671C10DA-99E5-4A8B-C474-453F6C109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824"/>
              <a:ext cx="144" cy="19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>
            <a:extLst>
              <a:ext uri="{FF2B5EF4-FFF2-40B4-BE49-F238E27FC236}">
                <a16:creationId xmlns:a16="http://schemas.microsoft.com/office/drawing/2014/main" id="{6D563377-CD20-1E3D-65BA-EE9781595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95726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积分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603CBAE-229A-B71B-4970-E6EB3023C01C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462088"/>
            <a:ext cx="5867400" cy="790575"/>
            <a:chOff x="1056" y="2682"/>
            <a:chExt cx="3696" cy="498"/>
          </a:xfrm>
        </p:grpSpPr>
        <p:sp>
          <p:nvSpPr>
            <p:cNvPr id="94223" name="Rectangle 5">
              <a:extLst>
                <a:ext uri="{FF2B5EF4-FFF2-40B4-BE49-F238E27FC236}">
                  <a16:creationId xmlns:a16="http://schemas.microsoft.com/office/drawing/2014/main" id="{FCF3444F-4037-974C-9E8C-688FD8BF8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45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94224" name="Object 6">
              <a:extLst>
                <a:ext uri="{FF2B5EF4-FFF2-40B4-BE49-F238E27FC236}">
                  <a16:creationId xmlns:a16="http://schemas.microsoft.com/office/drawing/2014/main" id="{A010CE8B-4E8F-5B8D-3A28-008040AD63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8" y="2682"/>
            <a:ext cx="734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71252" imgH="393529" progId="Equation.3">
                    <p:embed/>
                  </p:oleObj>
                </mc:Choice>
                <mc:Fallback>
                  <p:oleObj r:id="rId3" imgW="571252" imgH="39352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2682"/>
                          <a:ext cx="734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D2636B3B-0E48-7061-5B6B-D562E0FC5377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176463"/>
            <a:ext cx="5638800" cy="896937"/>
            <a:chOff x="1056" y="3072"/>
            <a:chExt cx="3552" cy="565"/>
          </a:xfrm>
        </p:grpSpPr>
        <p:sp>
          <p:nvSpPr>
            <p:cNvPr id="94221" name="Rectangle 8">
              <a:extLst>
                <a:ext uri="{FF2B5EF4-FFF2-40B4-BE49-F238E27FC236}">
                  <a16:creationId xmlns:a16="http://schemas.microsoft.com/office/drawing/2014/main" id="{EC7D4715-646B-A838-8DDB-4D0418377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86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4222" name="Object 9">
              <a:extLst>
                <a:ext uri="{FF2B5EF4-FFF2-40B4-BE49-F238E27FC236}">
                  <a16:creationId xmlns:a16="http://schemas.microsoft.com/office/drawing/2014/main" id="{F2D05208-027E-37C5-3F71-C709C42859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3" y="3072"/>
            <a:ext cx="2015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485900" imgH="419100" progId="Equation.3">
                    <p:embed/>
                  </p:oleObj>
                </mc:Choice>
                <mc:Fallback>
                  <p:oleObj r:id="rId5" imgW="1485900" imgH="419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" y="3072"/>
                          <a:ext cx="2015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C58B1D9-3802-854A-A513-597524DE7BF4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016250"/>
            <a:ext cx="5257800" cy="920750"/>
            <a:chOff x="1056" y="3553"/>
            <a:chExt cx="3312" cy="580"/>
          </a:xfrm>
        </p:grpSpPr>
        <p:sp>
          <p:nvSpPr>
            <p:cNvPr id="94219" name="Rectangle 11">
              <a:extLst>
                <a:ext uri="{FF2B5EF4-FFF2-40B4-BE49-F238E27FC236}">
                  <a16:creationId xmlns:a16="http://schemas.microsoft.com/office/drawing/2014/main" id="{F823E86B-326F-4021-8809-61AF8B5C8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664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4220" name="Object 12">
              <a:extLst>
                <a:ext uri="{FF2B5EF4-FFF2-40B4-BE49-F238E27FC236}">
                  <a16:creationId xmlns:a16="http://schemas.microsoft.com/office/drawing/2014/main" id="{FA3B3CA5-EC26-D9D8-BC86-7D28C9D914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9" y="3553"/>
            <a:ext cx="957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47419" imgH="393529" progId="Equation.3">
                    <p:embed/>
                  </p:oleObj>
                </mc:Choice>
                <mc:Fallback>
                  <p:oleObj r:id="rId7" imgW="647419" imgH="39352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" y="3553"/>
                          <a:ext cx="957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53" name="Rectangle 13">
            <a:extLst>
              <a:ext uri="{FF2B5EF4-FFF2-40B4-BE49-F238E27FC236}">
                <a16:creationId xmlns:a16="http://schemas.microsoft.com/office/drawing/2014/main" id="{6B4313E0-013E-D4D7-39F5-1D8F4625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0052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C6A9B373-4535-F849-2EEC-64E3B3614999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687888"/>
            <a:ext cx="5257800" cy="519112"/>
            <a:chOff x="1056" y="1833"/>
            <a:chExt cx="3312" cy="327"/>
          </a:xfrm>
        </p:grpSpPr>
        <p:sp>
          <p:nvSpPr>
            <p:cNvPr id="94217" name="Rectangle 15">
              <a:extLst>
                <a:ext uri="{FF2B5EF4-FFF2-40B4-BE49-F238E27FC236}">
                  <a16:creationId xmlns:a16="http://schemas.microsoft.com/office/drawing/2014/main" id="{1649DDB8-FAD5-504F-841E-30127A58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33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4218" name="Object 16">
              <a:extLst>
                <a:ext uri="{FF2B5EF4-FFF2-40B4-BE49-F238E27FC236}">
                  <a16:creationId xmlns:a16="http://schemas.microsoft.com/office/drawing/2014/main" id="{364DE83E-B8B0-29F5-B2F6-85D0EFB460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01" y="1884"/>
            <a:ext cx="1475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79032" imgH="203112" progId="Equation.3">
                    <p:embed/>
                  </p:oleObj>
                </mc:Choice>
                <mc:Fallback>
                  <p:oleObj r:id="rId9" imgW="1079032" imgH="20311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" y="1884"/>
                          <a:ext cx="1475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57" name="Rectangle 17">
            <a:extLst>
              <a:ext uri="{FF2B5EF4-FFF2-40B4-BE49-F238E27FC236}">
                <a16:creationId xmlns:a16="http://schemas.microsoft.com/office/drawing/2014/main" id="{2CBE5FF4-02C0-1091-037A-21F1A725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373688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-90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3" grpId="0"/>
      <p:bldP spid="11265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3">
            <a:extLst>
              <a:ext uri="{FF2B5EF4-FFF2-40B4-BE49-F238E27FC236}">
                <a16:creationId xmlns:a16="http://schemas.microsoft.com/office/drawing/2014/main" id="{BF5749E9-45B5-2C70-5E93-5843447F6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017588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积分环节的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宋体" panose="02010600030101010101" pitchFamily="2" charset="-122"/>
              </a:rPr>
              <a:t>图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8C7BAD5-B980-B7E4-EDD9-87FD2483CF7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76400"/>
            <a:ext cx="6781800" cy="4953000"/>
            <a:chOff x="672" y="1152"/>
            <a:chExt cx="4272" cy="3120"/>
          </a:xfrm>
        </p:grpSpPr>
        <p:sp>
          <p:nvSpPr>
            <p:cNvPr id="96260" name="Rectangle 5">
              <a:extLst>
                <a:ext uri="{FF2B5EF4-FFF2-40B4-BE49-F238E27FC236}">
                  <a16:creationId xmlns:a16="http://schemas.microsoft.com/office/drawing/2014/main" id="{37330C83-B828-052F-EF62-FF43FE19D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10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6261" name="Freeform 6">
              <a:extLst>
                <a:ext uri="{FF2B5EF4-FFF2-40B4-BE49-F238E27FC236}">
                  <a16:creationId xmlns:a16="http://schemas.microsoft.com/office/drawing/2014/main" id="{C23F02DB-1A7F-F361-A8B2-8801EF8DD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2" name="Freeform 7">
              <a:extLst>
                <a:ext uri="{FF2B5EF4-FFF2-40B4-BE49-F238E27FC236}">
                  <a16:creationId xmlns:a16="http://schemas.microsoft.com/office/drawing/2014/main" id="{22F12DD2-BA42-24B5-112E-F880E6CCF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3" name="Freeform 8">
              <a:extLst>
                <a:ext uri="{FF2B5EF4-FFF2-40B4-BE49-F238E27FC236}">
                  <a16:creationId xmlns:a16="http://schemas.microsoft.com/office/drawing/2014/main" id="{73ED6EC9-CAAA-381A-905A-EDB940D97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4" name="Freeform 9">
              <a:extLst>
                <a:ext uri="{FF2B5EF4-FFF2-40B4-BE49-F238E27FC236}">
                  <a16:creationId xmlns:a16="http://schemas.microsoft.com/office/drawing/2014/main" id="{1D891EB9-5B96-14BC-EF75-CB640EE64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5" name="Freeform 10">
              <a:extLst>
                <a:ext uri="{FF2B5EF4-FFF2-40B4-BE49-F238E27FC236}">
                  <a16:creationId xmlns:a16="http://schemas.microsoft.com/office/drawing/2014/main" id="{E6D32AA6-18F3-F31E-08DE-3E8C061A3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54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6" name="Freeform 11">
              <a:extLst>
                <a:ext uri="{FF2B5EF4-FFF2-40B4-BE49-F238E27FC236}">
                  <a16:creationId xmlns:a16="http://schemas.microsoft.com/office/drawing/2014/main" id="{FC8A4EA1-40F4-F25D-D9AF-F52E10A14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35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7" name="Freeform 12">
              <a:extLst>
                <a:ext uri="{FF2B5EF4-FFF2-40B4-BE49-F238E27FC236}">
                  <a16:creationId xmlns:a16="http://schemas.microsoft.com/office/drawing/2014/main" id="{EBC120A1-C4DD-B170-DBD7-31922842A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17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8" name="Freeform 13">
              <a:extLst>
                <a:ext uri="{FF2B5EF4-FFF2-40B4-BE49-F238E27FC236}">
                  <a16:creationId xmlns:a16="http://schemas.microsoft.com/office/drawing/2014/main" id="{37DAA1B4-527D-79A4-A2CB-EC066AC89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98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9" name="Freeform 14">
              <a:extLst>
                <a:ext uri="{FF2B5EF4-FFF2-40B4-BE49-F238E27FC236}">
                  <a16:creationId xmlns:a16="http://schemas.microsoft.com/office/drawing/2014/main" id="{1307EB6E-3295-5018-49E2-49632B44F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80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0" name="Freeform 15">
              <a:extLst>
                <a:ext uri="{FF2B5EF4-FFF2-40B4-BE49-F238E27FC236}">
                  <a16:creationId xmlns:a16="http://schemas.microsoft.com/office/drawing/2014/main" id="{47BFBE48-9F97-5FB6-C567-856CEF9F2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61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1" name="Freeform 16">
              <a:extLst>
                <a:ext uri="{FF2B5EF4-FFF2-40B4-BE49-F238E27FC236}">
                  <a16:creationId xmlns:a16="http://schemas.microsoft.com/office/drawing/2014/main" id="{9A68FDB2-05B6-D63E-86D4-9029A32DF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2" name="Line 17">
              <a:extLst>
                <a:ext uri="{FF2B5EF4-FFF2-40B4-BE49-F238E27FC236}">
                  <a16:creationId xmlns:a16="http://schemas.microsoft.com/office/drawing/2014/main" id="{D7E1A35E-7B61-E25F-D89E-06D7DFAE1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Freeform 18">
              <a:extLst>
                <a:ext uri="{FF2B5EF4-FFF2-40B4-BE49-F238E27FC236}">
                  <a16:creationId xmlns:a16="http://schemas.microsoft.com/office/drawing/2014/main" id="{F4995378-4F59-91E3-110B-483FE341D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Line 19">
              <a:extLst>
                <a:ext uri="{FF2B5EF4-FFF2-40B4-BE49-F238E27FC236}">
                  <a16:creationId xmlns:a16="http://schemas.microsoft.com/office/drawing/2014/main" id="{3193C966-1183-681C-FE59-FF2887833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1436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Line 20">
              <a:extLst>
                <a:ext uri="{FF2B5EF4-FFF2-40B4-BE49-F238E27FC236}">
                  <a16:creationId xmlns:a16="http://schemas.microsoft.com/office/drawing/2014/main" id="{C6258B9B-6F25-2642-0F0F-219DA3F84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542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6" name="Line 21">
              <a:extLst>
                <a:ext uri="{FF2B5EF4-FFF2-40B4-BE49-F238E27FC236}">
                  <a16:creationId xmlns:a16="http://schemas.microsoft.com/office/drawing/2014/main" id="{85482A2C-864C-2AB4-43BD-04F081F0B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1436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Line 22">
              <a:extLst>
                <a:ext uri="{FF2B5EF4-FFF2-40B4-BE49-F238E27FC236}">
                  <a16:creationId xmlns:a16="http://schemas.microsoft.com/office/drawing/2014/main" id="{AAC1388D-D155-9CF0-9635-AE7C2289E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8" name="Line 23">
              <a:extLst>
                <a:ext uri="{FF2B5EF4-FFF2-40B4-BE49-F238E27FC236}">
                  <a16:creationId xmlns:a16="http://schemas.microsoft.com/office/drawing/2014/main" id="{97B2989A-C671-75AE-83B0-F8B3D7813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Freeform 24">
              <a:extLst>
                <a:ext uri="{FF2B5EF4-FFF2-40B4-BE49-F238E27FC236}">
                  <a16:creationId xmlns:a16="http://schemas.microsoft.com/office/drawing/2014/main" id="{4A64C63C-C769-442A-8AFD-370BB2AB2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Line 25">
              <a:extLst>
                <a:ext uri="{FF2B5EF4-FFF2-40B4-BE49-F238E27FC236}">
                  <a16:creationId xmlns:a16="http://schemas.microsoft.com/office/drawing/2014/main" id="{40FE0D8A-76F8-6005-A220-65B151A3C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26">
              <a:extLst>
                <a:ext uri="{FF2B5EF4-FFF2-40B4-BE49-F238E27FC236}">
                  <a16:creationId xmlns:a16="http://schemas.microsoft.com/office/drawing/2014/main" id="{DBAF800B-65FE-86CE-690C-061FD02DC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Line 27">
              <a:extLst>
                <a:ext uri="{FF2B5EF4-FFF2-40B4-BE49-F238E27FC236}">
                  <a16:creationId xmlns:a16="http://schemas.microsoft.com/office/drawing/2014/main" id="{B6C7BEB7-7BAB-2ACB-511B-B32B01F7D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3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3" name="Line 28">
              <a:extLst>
                <a:ext uri="{FF2B5EF4-FFF2-40B4-BE49-F238E27FC236}">
                  <a16:creationId xmlns:a16="http://schemas.microsoft.com/office/drawing/2014/main" id="{9C86AAD7-2243-5252-2C47-24FA615C5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4" name="Freeform 29">
              <a:extLst>
                <a:ext uri="{FF2B5EF4-FFF2-40B4-BE49-F238E27FC236}">
                  <a16:creationId xmlns:a16="http://schemas.microsoft.com/office/drawing/2014/main" id="{8C36E1DF-144C-54DC-8130-B83338583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Line 30">
              <a:extLst>
                <a:ext uri="{FF2B5EF4-FFF2-40B4-BE49-F238E27FC236}">
                  <a16:creationId xmlns:a16="http://schemas.microsoft.com/office/drawing/2014/main" id="{85D64FA1-A4AB-91FB-5976-6FD94A536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6" name="Line 31">
              <a:extLst>
                <a:ext uri="{FF2B5EF4-FFF2-40B4-BE49-F238E27FC236}">
                  <a16:creationId xmlns:a16="http://schemas.microsoft.com/office/drawing/2014/main" id="{15766D87-EDE7-04A2-0878-27D14AC7D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Freeform 32">
              <a:extLst>
                <a:ext uri="{FF2B5EF4-FFF2-40B4-BE49-F238E27FC236}">
                  <a16:creationId xmlns:a16="http://schemas.microsoft.com/office/drawing/2014/main" id="{C95083F2-C3FE-5626-5D3B-4C67D5D90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8" name="Line 33">
              <a:extLst>
                <a:ext uri="{FF2B5EF4-FFF2-40B4-BE49-F238E27FC236}">
                  <a16:creationId xmlns:a16="http://schemas.microsoft.com/office/drawing/2014/main" id="{7C07A685-1F1A-2229-3CE1-21C66F85F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9" name="Line 34">
              <a:extLst>
                <a:ext uri="{FF2B5EF4-FFF2-40B4-BE49-F238E27FC236}">
                  <a16:creationId xmlns:a16="http://schemas.microsoft.com/office/drawing/2014/main" id="{3E8F0D23-5D8F-8E91-9E7D-83F4CB3A7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0" name="Freeform 35">
              <a:extLst>
                <a:ext uri="{FF2B5EF4-FFF2-40B4-BE49-F238E27FC236}">
                  <a16:creationId xmlns:a16="http://schemas.microsoft.com/office/drawing/2014/main" id="{4BD2AF93-5C3C-FF7F-2C8A-F234540AF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Line 36">
              <a:extLst>
                <a:ext uri="{FF2B5EF4-FFF2-40B4-BE49-F238E27FC236}">
                  <a16:creationId xmlns:a16="http://schemas.microsoft.com/office/drawing/2014/main" id="{58ED7193-ED7B-4ADC-0661-9C066FFA6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1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2" name="Line 37">
              <a:extLst>
                <a:ext uri="{FF2B5EF4-FFF2-40B4-BE49-F238E27FC236}">
                  <a16:creationId xmlns:a16="http://schemas.microsoft.com/office/drawing/2014/main" id="{F9DD81EB-73C1-BFB6-8C59-9DEE53DC9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3" name="Freeform 38">
              <a:extLst>
                <a:ext uri="{FF2B5EF4-FFF2-40B4-BE49-F238E27FC236}">
                  <a16:creationId xmlns:a16="http://schemas.microsoft.com/office/drawing/2014/main" id="{32A666AE-CBF7-CB5F-4990-A4481E2DF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4" name="Line 39">
              <a:extLst>
                <a:ext uri="{FF2B5EF4-FFF2-40B4-BE49-F238E27FC236}">
                  <a16:creationId xmlns:a16="http://schemas.microsoft.com/office/drawing/2014/main" id="{3FE3B7E3-9BF1-B04F-239F-A082E109A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5" name="Line 40">
              <a:extLst>
                <a:ext uri="{FF2B5EF4-FFF2-40B4-BE49-F238E27FC236}">
                  <a16:creationId xmlns:a16="http://schemas.microsoft.com/office/drawing/2014/main" id="{CA7D85D1-A33B-4B33-7C3C-B27E7C31B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6" name="Freeform 41">
              <a:extLst>
                <a:ext uri="{FF2B5EF4-FFF2-40B4-BE49-F238E27FC236}">
                  <a16:creationId xmlns:a16="http://schemas.microsoft.com/office/drawing/2014/main" id="{B1DECBDE-2214-603D-31CC-82F8E308D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7" name="Line 42">
              <a:extLst>
                <a:ext uri="{FF2B5EF4-FFF2-40B4-BE49-F238E27FC236}">
                  <a16:creationId xmlns:a16="http://schemas.microsoft.com/office/drawing/2014/main" id="{782F3AD7-A692-949D-92A2-F6F5D6D6F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8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8" name="Line 43">
              <a:extLst>
                <a:ext uri="{FF2B5EF4-FFF2-40B4-BE49-F238E27FC236}">
                  <a16:creationId xmlns:a16="http://schemas.microsoft.com/office/drawing/2014/main" id="{C40B5559-3421-3088-F8C3-AB8C0C3AE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8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9" name="Freeform 44">
              <a:extLst>
                <a:ext uri="{FF2B5EF4-FFF2-40B4-BE49-F238E27FC236}">
                  <a16:creationId xmlns:a16="http://schemas.microsoft.com/office/drawing/2014/main" id="{EB39D800-7BA9-D14B-D672-421CDD40B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0" name="Line 45">
              <a:extLst>
                <a:ext uri="{FF2B5EF4-FFF2-40B4-BE49-F238E27FC236}">
                  <a16:creationId xmlns:a16="http://schemas.microsoft.com/office/drawing/2014/main" id="{1CDC20DB-2167-92CF-CAFB-315B303DD6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1" name="Line 46">
              <a:extLst>
                <a:ext uri="{FF2B5EF4-FFF2-40B4-BE49-F238E27FC236}">
                  <a16:creationId xmlns:a16="http://schemas.microsoft.com/office/drawing/2014/main" id="{1C350C9B-CD80-6429-D0A5-64EB72D95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2" name="Freeform 47">
              <a:extLst>
                <a:ext uri="{FF2B5EF4-FFF2-40B4-BE49-F238E27FC236}">
                  <a16:creationId xmlns:a16="http://schemas.microsoft.com/office/drawing/2014/main" id="{EF0DE48D-48A1-6013-6A2D-1FE07EC2E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3" name="Line 48">
              <a:extLst>
                <a:ext uri="{FF2B5EF4-FFF2-40B4-BE49-F238E27FC236}">
                  <a16:creationId xmlns:a16="http://schemas.microsoft.com/office/drawing/2014/main" id="{C381495B-BE5D-2DF7-FF1C-152D17D3A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2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4" name="Line 49">
              <a:extLst>
                <a:ext uri="{FF2B5EF4-FFF2-40B4-BE49-F238E27FC236}">
                  <a16:creationId xmlns:a16="http://schemas.microsoft.com/office/drawing/2014/main" id="{BF45660A-9457-75A7-E58F-4382FA4B2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5" name="Freeform 50">
              <a:extLst>
                <a:ext uri="{FF2B5EF4-FFF2-40B4-BE49-F238E27FC236}">
                  <a16:creationId xmlns:a16="http://schemas.microsoft.com/office/drawing/2014/main" id="{A68D6D43-C460-83E9-F3F4-B4EB9F102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6" name="Line 51">
              <a:extLst>
                <a:ext uri="{FF2B5EF4-FFF2-40B4-BE49-F238E27FC236}">
                  <a16:creationId xmlns:a16="http://schemas.microsoft.com/office/drawing/2014/main" id="{D98AD6F9-E104-59E6-17BD-BF745A375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7" name="Line 52">
              <a:extLst>
                <a:ext uri="{FF2B5EF4-FFF2-40B4-BE49-F238E27FC236}">
                  <a16:creationId xmlns:a16="http://schemas.microsoft.com/office/drawing/2014/main" id="{8C0CF93D-2E18-A4F1-2C92-C4C07EC2D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8" name="Freeform 53">
              <a:extLst>
                <a:ext uri="{FF2B5EF4-FFF2-40B4-BE49-F238E27FC236}">
                  <a16:creationId xmlns:a16="http://schemas.microsoft.com/office/drawing/2014/main" id="{C62ADA6D-4129-07FD-BBD8-F5B43953A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9" name="Line 54">
              <a:extLst>
                <a:ext uri="{FF2B5EF4-FFF2-40B4-BE49-F238E27FC236}">
                  <a16:creationId xmlns:a16="http://schemas.microsoft.com/office/drawing/2014/main" id="{E302B96F-E390-BBF4-4D46-3F26FC6398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0" name="Line 55">
              <a:extLst>
                <a:ext uri="{FF2B5EF4-FFF2-40B4-BE49-F238E27FC236}">
                  <a16:creationId xmlns:a16="http://schemas.microsoft.com/office/drawing/2014/main" id="{3E4E3D6B-3978-83A9-5528-7E0AA666F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1" name="Line 56">
              <a:extLst>
                <a:ext uri="{FF2B5EF4-FFF2-40B4-BE49-F238E27FC236}">
                  <a16:creationId xmlns:a16="http://schemas.microsoft.com/office/drawing/2014/main" id="{B178C0A5-ED59-D99F-63C7-3FDA3901A3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3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2" name="Line 57">
              <a:extLst>
                <a:ext uri="{FF2B5EF4-FFF2-40B4-BE49-F238E27FC236}">
                  <a16:creationId xmlns:a16="http://schemas.microsoft.com/office/drawing/2014/main" id="{3B62D756-9703-D6AE-5C1B-9F00FB820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3" name="Freeform 58">
              <a:extLst>
                <a:ext uri="{FF2B5EF4-FFF2-40B4-BE49-F238E27FC236}">
                  <a16:creationId xmlns:a16="http://schemas.microsoft.com/office/drawing/2014/main" id="{7C4D85D4-DCEF-4595-58B8-57CB3AB9B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3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4" name="Line 59">
              <a:extLst>
                <a:ext uri="{FF2B5EF4-FFF2-40B4-BE49-F238E27FC236}">
                  <a16:creationId xmlns:a16="http://schemas.microsoft.com/office/drawing/2014/main" id="{5B1C8A32-ABC8-94F6-0710-CD3AD402F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5" name="Line 60">
              <a:extLst>
                <a:ext uri="{FF2B5EF4-FFF2-40B4-BE49-F238E27FC236}">
                  <a16:creationId xmlns:a16="http://schemas.microsoft.com/office/drawing/2014/main" id="{6058F548-A85C-98EB-CB32-BE28DA84F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6" name="Freeform 61">
              <a:extLst>
                <a:ext uri="{FF2B5EF4-FFF2-40B4-BE49-F238E27FC236}">
                  <a16:creationId xmlns:a16="http://schemas.microsoft.com/office/drawing/2014/main" id="{1755042F-9AC8-59FD-E275-14B7B5D5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7" name="Line 62">
              <a:extLst>
                <a:ext uri="{FF2B5EF4-FFF2-40B4-BE49-F238E27FC236}">
                  <a16:creationId xmlns:a16="http://schemas.microsoft.com/office/drawing/2014/main" id="{5E9A3855-5FED-6D31-A4F9-1A46EA78F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8" name="Line 63">
              <a:extLst>
                <a:ext uri="{FF2B5EF4-FFF2-40B4-BE49-F238E27FC236}">
                  <a16:creationId xmlns:a16="http://schemas.microsoft.com/office/drawing/2014/main" id="{9E54BAF0-A61D-CD90-3D05-D0A9BB390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9" name="Freeform 64">
              <a:extLst>
                <a:ext uri="{FF2B5EF4-FFF2-40B4-BE49-F238E27FC236}">
                  <a16:creationId xmlns:a16="http://schemas.microsoft.com/office/drawing/2014/main" id="{57E08D56-4DC9-BD01-2273-6E04594F4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0" name="Line 65">
              <a:extLst>
                <a:ext uri="{FF2B5EF4-FFF2-40B4-BE49-F238E27FC236}">
                  <a16:creationId xmlns:a16="http://schemas.microsoft.com/office/drawing/2014/main" id="{893EF9B6-D06E-E45D-388C-8312DCB5E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1" name="Line 66">
              <a:extLst>
                <a:ext uri="{FF2B5EF4-FFF2-40B4-BE49-F238E27FC236}">
                  <a16:creationId xmlns:a16="http://schemas.microsoft.com/office/drawing/2014/main" id="{9E0A32AC-7B32-5D89-53D4-285B70959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2" name="Freeform 67">
              <a:extLst>
                <a:ext uri="{FF2B5EF4-FFF2-40B4-BE49-F238E27FC236}">
                  <a16:creationId xmlns:a16="http://schemas.microsoft.com/office/drawing/2014/main" id="{DB909EFD-A726-F2D8-8C8A-30EA6222D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3" name="Line 68">
              <a:extLst>
                <a:ext uri="{FF2B5EF4-FFF2-40B4-BE49-F238E27FC236}">
                  <a16:creationId xmlns:a16="http://schemas.microsoft.com/office/drawing/2014/main" id="{76350FB5-6547-BB43-566D-BBF97F1F3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4" name="Line 69">
              <a:extLst>
                <a:ext uri="{FF2B5EF4-FFF2-40B4-BE49-F238E27FC236}">
                  <a16:creationId xmlns:a16="http://schemas.microsoft.com/office/drawing/2014/main" id="{A184E62B-C218-A047-663D-41EDDF740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5" name="Freeform 70">
              <a:extLst>
                <a:ext uri="{FF2B5EF4-FFF2-40B4-BE49-F238E27FC236}">
                  <a16:creationId xmlns:a16="http://schemas.microsoft.com/office/drawing/2014/main" id="{DC7A1C10-6106-6389-93A9-A359F2321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6" name="Line 71">
              <a:extLst>
                <a:ext uri="{FF2B5EF4-FFF2-40B4-BE49-F238E27FC236}">
                  <a16:creationId xmlns:a16="http://schemas.microsoft.com/office/drawing/2014/main" id="{8DD74387-AA09-C5E5-51CF-86F11CF58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7" name="Line 72">
              <a:extLst>
                <a:ext uri="{FF2B5EF4-FFF2-40B4-BE49-F238E27FC236}">
                  <a16:creationId xmlns:a16="http://schemas.microsoft.com/office/drawing/2014/main" id="{91EAAB4F-2595-54D8-B5ED-028C2D0A9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8" name="Freeform 73">
              <a:extLst>
                <a:ext uri="{FF2B5EF4-FFF2-40B4-BE49-F238E27FC236}">
                  <a16:creationId xmlns:a16="http://schemas.microsoft.com/office/drawing/2014/main" id="{5435BF1C-4701-984D-D27C-3E36E779D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9" name="Line 74">
              <a:extLst>
                <a:ext uri="{FF2B5EF4-FFF2-40B4-BE49-F238E27FC236}">
                  <a16:creationId xmlns:a16="http://schemas.microsoft.com/office/drawing/2014/main" id="{F2A6D1EF-8D3A-1CBE-04EB-1665949D1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0" name="Line 75">
              <a:extLst>
                <a:ext uri="{FF2B5EF4-FFF2-40B4-BE49-F238E27FC236}">
                  <a16:creationId xmlns:a16="http://schemas.microsoft.com/office/drawing/2014/main" id="{468208EC-0807-F649-027C-A047FD839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1" name="Freeform 76">
              <a:extLst>
                <a:ext uri="{FF2B5EF4-FFF2-40B4-BE49-F238E27FC236}">
                  <a16:creationId xmlns:a16="http://schemas.microsoft.com/office/drawing/2014/main" id="{8306832E-77A5-7402-2118-1E38E5370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2" name="Line 77">
              <a:extLst>
                <a:ext uri="{FF2B5EF4-FFF2-40B4-BE49-F238E27FC236}">
                  <a16:creationId xmlns:a16="http://schemas.microsoft.com/office/drawing/2014/main" id="{DA6E6955-9C4C-EA66-0767-FFB1C691A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2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3" name="Line 78">
              <a:extLst>
                <a:ext uri="{FF2B5EF4-FFF2-40B4-BE49-F238E27FC236}">
                  <a16:creationId xmlns:a16="http://schemas.microsoft.com/office/drawing/2014/main" id="{8DE2758C-A2EC-F4EA-29CF-78AE982E1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4" name="Freeform 79">
              <a:extLst>
                <a:ext uri="{FF2B5EF4-FFF2-40B4-BE49-F238E27FC236}">
                  <a16:creationId xmlns:a16="http://schemas.microsoft.com/office/drawing/2014/main" id="{D5376D3D-5721-DA26-826E-81350AACA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5" name="Line 80">
              <a:extLst>
                <a:ext uri="{FF2B5EF4-FFF2-40B4-BE49-F238E27FC236}">
                  <a16:creationId xmlns:a16="http://schemas.microsoft.com/office/drawing/2014/main" id="{B63B4912-524E-9348-8C86-021FA2200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6" name="Line 81">
              <a:extLst>
                <a:ext uri="{FF2B5EF4-FFF2-40B4-BE49-F238E27FC236}">
                  <a16:creationId xmlns:a16="http://schemas.microsoft.com/office/drawing/2014/main" id="{13E3DD21-3B9D-0963-83A6-04BAE5791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7" name="Freeform 82">
              <a:extLst>
                <a:ext uri="{FF2B5EF4-FFF2-40B4-BE49-F238E27FC236}">
                  <a16:creationId xmlns:a16="http://schemas.microsoft.com/office/drawing/2014/main" id="{51D71F33-666F-BAE1-38ED-77787F6F7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8" name="Line 83">
              <a:extLst>
                <a:ext uri="{FF2B5EF4-FFF2-40B4-BE49-F238E27FC236}">
                  <a16:creationId xmlns:a16="http://schemas.microsoft.com/office/drawing/2014/main" id="{BFE0AE3E-1F28-B6B7-CFFA-9B3CE2BD1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9" name="Line 84">
              <a:extLst>
                <a:ext uri="{FF2B5EF4-FFF2-40B4-BE49-F238E27FC236}">
                  <a16:creationId xmlns:a16="http://schemas.microsoft.com/office/drawing/2014/main" id="{C1DDF2FC-AAF3-0BFE-4F30-4919D339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0" name="Line 85">
              <a:extLst>
                <a:ext uri="{FF2B5EF4-FFF2-40B4-BE49-F238E27FC236}">
                  <a16:creationId xmlns:a16="http://schemas.microsoft.com/office/drawing/2014/main" id="{FE1C013E-0BBF-F868-1CEB-E19DE0518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1" name="Line 86">
              <a:extLst>
                <a:ext uri="{FF2B5EF4-FFF2-40B4-BE49-F238E27FC236}">
                  <a16:creationId xmlns:a16="http://schemas.microsoft.com/office/drawing/2014/main" id="{66C04AC2-D4E8-C418-ABEF-C381FC4E3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2" name="Freeform 87">
              <a:extLst>
                <a:ext uri="{FF2B5EF4-FFF2-40B4-BE49-F238E27FC236}">
                  <a16:creationId xmlns:a16="http://schemas.microsoft.com/office/drawing/2014/main" id="{FF792AA8-98DD-852D-31CC-47BDE8DD1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3" name="Line 88">
              <a:extLst>
                <a:ext uri="{FF2B5EF4-FFF2-40B4-BE49-F238E27FC236}">
                  <a16:creationId xmlns:a16="http://schemas.microsoft.com/office/drawing/2014/main" id="{C941167B-94A3-FA9D-003F-1098FD36E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4" name="Line 89">
              <a:extLst>
                <a:ext uri="{FF2B5EF4-FFF2-40B4-BE49-F238E27FC236}">
                  <a16:creationId xmlns:a16="http://schemas.microsoft.com/office/drawing/2014/main" id="{5D29F40A-918C-1B6C-2A06-8EABD660C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5" name="Freeform 90">
              <a:extLst>
                <a:ext uri="{FF2B5EF4-FFF2-40B4-BE49-F238E27FC236}">
                  <a16:creationId xmlns:a16="http://schemas.microsoft.com/office/drawing/2014/main" id="{627E479C-FDE6-A9F9-00DC-28C7D76CA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6" name="Line 91">
              <a:extLst>
                <a:ext uri="{FF2B5EF4-FFF2-40B4-BE49-F238E27FC236}">
                  <a16:creationId xmlns:a16="http://schemas.microsoft.com/office/drawing/2014/main" id="{AEA253B1-032C-82CA-38D3-8388C28CD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6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7" name="Line 92">
              <a:extLst>
                <a:ext uri="{FF2B5EF4-FFF2-40B4-BE49-F238E27FC236}">
                  <a16:creationId xmlns:a16="http://schemas.microsoft.com/office/drawing/2014/main" id="{5932D301-10C2-4293-14D3-6D7A2DF22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8" name="Freeform 93">
              <a:extLst>
                <a:ext uri="{FF2B5EF4-FFF2-40B4-BE49-F238E27FC236}">
                  <a16:creationId xmlns:a16="http://schemas.microsoft.com/office/drawing/2014/main" id="{4F4D86B3-279B-F5B0-FC3D-61123003E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9" name="Line 94">
              <a:extLst>
                <a:ext uri="{FF2B5EF4-FFF2-40B4-BE49-F238E27FC236}">
                  <a16:creationId xmlns:a16="http://schemas.microsoft.com/office/drawing/2014/main" id="{359BFAD5-3B38-F943-EF4D-484C0B859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7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0" name="Line 95">
              <a:extLst>
                <a:ext uri="{FF2B5EF4-FFF2-40B4-BE49-F238E27FC236}">
                  <a16:creationId xmlns:a16="http://schemas.microsoft.com/office/drawing/2014/main" id="{535DD04E-A477-CD4F-C42A-042417023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1" name="Freeform 96">
              <a:extLst>
                <a:ext uri="{FF2B5EF4-FFF2-40B4-BE49-F238E27FC236}">
                  <a16:creationId xmlns:a16="http://schemas.microsoft.com/office/drawing/2014/main" id="{9A628F62-EA46-024C-20A9-E5AFFAA97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2" name="Line 97">
              <a:extLst>
                <a:ext uri="{FF2B5EF4-FFF2-40B4-BE49-F238E27FC236}">
                  <a16:creationId xmlns:a16="http://schemas.microsoft.com/office/drawing/2014/main" id="{CE626E83-4E7E-3493-7755-93BD8488C3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9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3" name="Line 98">
              <a:extLst>
                <a:ext uri="{FF2B5EF4-FFF2-40B4-BE49-F238E27FC236}">
                  <a16:creationId xmlns:a16="http://schemas.microsoft.com/office/drawing/2014/main" id="{47789C73-601B-CADA-64AC-B61630987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9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4" name="Freeform 99">
              <a:extLst>
                <a:ext uri="{FF2B5EF4-FFF2-40B4-BE49-F238E27FC236}">
                  <a16:creationId xmlns:a16="http://schemas.microsoft.com/office/drawing/2014/main" id="{DF23D87E-842C-85F4-B11E-987972E82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5" name="Line 100">
              <a:extLst>
                <a:ext uri="{FF2B5EF4-FFF2-40B4-BE49-F238E27FC236}">
                  <a16:creationId xmlns:a16="http://schemas.microsoft.com/office/drawing/2014/main" id="{87D150ED-A2D5-92C5-ECEB-ACB101B13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4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6" name="Line 101">
              <a:extLst>
                <a:ext uri="{FF2B5EF4-FFF2-40B4-BE49-F238E27FC236}">
                  <a16:creationId xmlns:a16="http://schemas.microsoft.com/office/drawing/2014/main" id="{64195AB8-C09C-A7C8-8BA2-E54F9FDA5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4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7" name="Freeform 102">
              <a:extLst>
                <a:ext uri="{FF2B5EF4-FFF2-40B4-BE49-F238E27FC236}">
                  <a16:creationId xmlns:a16="http://schemas.microsoft.com/office/drawing/2014/main" id="{60D4E5F4-C121-FB0E-031C-B2EAB71FE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8" name="Line 103">
              <a:extLst>
                <a:ext uri="{FF2B5EF4-FFF2-40B4-BE49-F238E27FC236}">
                  <a16:creationId xmlns:a16="http://schemas.microsoft.com/office/drawing/2014/main" id="{DACFECA3-2650-7DE8-423B-9CFAC0AE4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0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59" name="Line 104">
              <a:extLst>
                <a:ext uri="{FF2B5EF4-FFF2-40B4-BE49-F238E27FC236}">
                  <a16:creationId xmlns:a16="http://schemas.microsoft.com/office/drawing/2014/main" id="{2A5884FD-CABB-9A25-19C8-AF753499C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0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0" name="Freeform 105">
              <a:extLst>
                <a:ext uri="{FF2B5EF4-FFF2-40B4-BE49-F238E27FC236}">
                  <a16:creationId xmlns:a16="http://schemas.microsoft.com/office/drawing/2014/main" id="{C5BFE100-51CE-615A-39C8-DDF2869DB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1" name="Line 106">
              <a:extLst>
                <a:ext uri="{FF2B5EF4-FFF2-40B4-BE49-F238E27FC236}">
                  <a16:creationId xmlns:a16="http://schemas.microsoft.com/office/drawing/2014/main" id="{33F1C302-663E-3C5E-56B3-14299521F5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2" name="Line 107">
              <a:extLst>
                <a:ext uri="{FF2B5EF4-FFF2-40B4-BE49-F238E27FC236}">
                  <a16:creationId xmlns:a16="http://schemas.microsoft.com/office/drawing/2014/main" id="{B5F20000-6AD3-C2F1-6A36-9C19ED72B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3" name="Freeform 108">
              <a:extLst>
                <a:ext uri="{FF2B5EF4-FFF2-40B4-BE49-F238E27FC236}">
                  <a16:creationId xmlns:a16="http://schemas.microsoft.com/office/drawing/2014/main" id="{E751EDF1-E658-0F09-EA3C-D092BF09D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4" name="Line 109">
              <a:extLst>
                <a:ext uri="{FF2B5EF4-FFF2-40B4-BE49-F238E27FC236}">
                  <a16:creationId xmlns:a16="http://schemas.microsoft.com/office/drawing/2014/main" id="{755D5C0F-5BBB-4852-6958-9276EEF85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2525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5" name="Line 110">
              <a:extLst>
                <a:ext uri="{FF2B5EF4-FFF2-40B4-BE49-F238E27FC236}">
                  <a16:creationId xmlns:a16="http://schemas.microsoft.com/office/drawing/2014/main" id="{0E1E1AA5-F496-088C-D394-206E20893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1436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6" name="Freeform 111">
              <a:extLst>
                <a:ext uri="{FF2B5EF4-FFF2-40B4-BE49-F238E27FC236}">
                  <a16:creationId xmlns:a16="http://schemas.microsoft.com/office/drawing/2014/main" id="{ED5BFAA3-FBDC-4E08-0EBA-89896768A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1436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7" name="Line 112">
              <a:extLst>
                <a:ext uri="{FF2B5EF4-FFF2-40B4-BE49-F238E27FC236}">
                  <a16:creationId xmlns:a16="http://schemas.microsoft.com/office/drawing/2014/main" id="{C6751E90-721D-8DFB-E230-19E1654AFF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2507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8" name="Line 113">
              <a:extLst>
                <a:ext uri="{FF2B5EF4-FFF2-40B4-BE49-F238E27FC236}">
                  <a16:creationId xmlns:a16="http://schemas.microsoft.com/office/drawing/2014/main" id="{B9CD13D0-BF40-9DA9-F1CF-80D489253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1436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9" name="Line 114">
              <a:extLst>
                <a:ext uri="{FF2B5EF4-FFF2-40B4-BE49-F238E27FC236}">
                  <a16:creationId xmlns:a16="http://schemas.microsoft.com/office/drawing/2014/main" id="{9B2C40EB-5A3D-4D4B-72CC-309AA1A69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54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0" name="Line 115">
              <a:extLst>
                <a:ext uri="{FF2B5EF4-FFF2-40B4-BE49-F238E27FC236}">
                  <a16:creationId xmlns:a16="http://schemas.microsoft.com/office/drawing/2014/main" id="{10CB3493-B366-FFD7-DECE-017F27821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54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1" name="Rectangle 116">
              <a:extLst>
                <a:ext uri="{FF2B5EF4-FFF2-40B4-BE49-F238E27FC236}">
                  <a16:creationId xmlns:a16="http://schemas.microsoft.com/office/drawing/2014/main" id="{81FEA22E-3544-3037-17DA-1F216C791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435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72" name="Line 117">
              <a:extLst>
                <a:ext uri="{FF2B5EF4-FFF2-40B4-BE49-F238E27FC236}">
                  <a16:creationId xmlns:a16="http://schemas.microsoft.com/office/drawing/2014/main" id="{BB486260-8103-4F93-1816-75F8BA574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35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3" name="Line 118">
              <a:extLst>
                <a:ext uri="{FF2B5EF4-FFF2-40B4-BE49-F238E27FC236}">
                  <a16:creationId xmlns:a16="http://schemas.microsoft.com/office/drawing/2014/main" id="{346832C6-BB06-AE15-A0FD-936205158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35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4" name="Line 119">
              <a:extLst>
                <a:ext uri="{FF2B5EF4-FFF2-40B4-BE49-F238E27FC236}">
                  <a16:creationId xmlns:a16="http://schemas.microsoft.com/office/drawing/2014/main" id="{3AACB174-B20B-795F-EAF4-F4806245B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17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5" name="Line 120">
              <a:extLst>
                <a:ext uri="{FF2B5EF4-FFF2-40B4-BE49-F238E27FC236}">
                  <a16:creationId xmlns:a16="http://schemas.microsoft.com/office/drawing/2014/main" id="{BE3E4A7A-0D9C-7F07-C266-524718036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17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6" name="Rectangle 121">
              <a:extLst>
                <a:ext uri="{FF2B5EF4-FFF2-40B4-BE49-F238E27FC236}">
                  <a16:creationId xmlns:a16="http://schemas.microsoft.com/office/drawing/2014/main" id="{FAF5EB9F-A704-7204-3B2D-8672CAC00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06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77" name="Line 122">
              <a:extLst>
                <a:ext uri="{FF2B5EF4-FFF2-40B4-BE49-F238E27FC236}">
                  <a16:creationId xmlns:a16="http://schemas.microsoft.com/office/drawing/2014/main" id="{EA58265E-E952-0C02-3C19-1DC976966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98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8" name="Line 123">
              <a:extLst>
                <a:ext uri="{FF2B5EF4-FFF2-40B4-BE49-F238E27FC236}">
                  <a16:creationId xmlns:a16="http://schemas.microsoft.com/office/drawing/2014/main" id="{D2AD124B-67EF-B106-316E-1C553518B2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98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79" name="Line 124">
              <a:extLst>
                <a:ext uri="{FF2B5EF4-FFF2-40B4-BE49-F238E27FC236}">
                  <a16:creationId xmlns:a16="http://schemas.microsoft.com/office/drawing/2014/main" id="{CAFEC969-413D-2DF7-90E8-67E277A53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80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0" name="Line 125">
              <a:extLst>
                <a:ext uri="{FF2B5EF4-FFF2-40B4-BE49-F238E27FC236}">
                  <a16:creationId xmlns:a16="http://schemas.microsoft.com/office/drawing/2014/main" id="{ACB66C5E-EF18-4C81-4C19-595FE89B5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80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1" name="Rectangle 126">
              <a:extLst>
                <a:ext uri="{FF2B5EF4-FFF2-40B4-BE49-F238E27FC236}">
                  <a16:creationId xmlns:a16="http://schemas.microsoft.com/office/drawing/2014/main" id="{F010E1B4-7F22-E92D-0E28-4B0A1B12A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170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82" name="Line 127">
              <a:extLst>
                <a:ext uri="{FF2B5EF4-FFF2-40B4-BE49-F238E27FC236}">
                  <a16:creationId xmlns:a16="http://schemas.microsoft.com/office/drawing/2014/main" id="{EF01AB92-04A2-7222-1A11-1D7F59410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61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3" name="Line 128">
              <a:extLst>
                <a:ext uri="{FF2B5EF4-FFF2-40B4-BE49-F238E27FC236}">
                  <a16:creationId xmlns:a16="http://schemas.microsoft.com/office/drawing/2014/main" id="{459AB847-98DC-00CD-D54A-3D988C06F3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61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4" name="Line 129">
              <a:extLst>
                <a:ext uri="{FF2B5EF4-FFF2-40B4-BE49-F238E27FC236}">
                  <a16:creationId xmlns:a16="http://schemas.microsoft.com/office/drawing/2014/main" id="{C9FF3EB1-2AA7-F16B-E846-001141AC2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5" name="Line 130">
              <a:extLst>
                <a:ext uri="{FF2B5EF4-FFF2-40B4-BE49-F238E27FC236}">
                  <a16:creationId xmlns:a16="http://schemas.microsoft.com/office/drawing/2014/main" id="{47606711-2B2A-0045-ABF9-CE79DD812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143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6" name="Rectangle 131">
              <a:extLst>
                <a:ext uri="{FF2B5EF4-FFF2-40B4-BE49-F238E27FC236}">
                  <a16:creationId xmlns:a16="http://schemas.microsoft.com/office/drawing/2014/main" id="{82F5F0EE-B6B3-D3D6-44EE-AB305CCC0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" y="1356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387" name="Line 132">
              <a:extLst>
                <a:ext uri="{FF2B5EF4-FFF2-40B4-BE49-F238E27FC236}">
                  <a16:creationId xmlns:a16="http://schemas.microsoft.com/office/drawing/2014/main" id="{DB0A1ABF-85E0-19FE-BE58-7C57D2ADC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436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8" name="Freeform 133">
              <a:extLst>
                <a:ext uri="{FF2B5EF4-FFF2-40B4-BE49-F238E27FC236}">
                  <a16:creationId xmlns:a16="http://schemas.microsoft.com/office/drawing/2014/main" id="{6F454D98-5691-D544-EF7A-B3AB30CC9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1436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9" name="Line 134">
              <a:extLst>
                <a:ext uri="{FF2B5EF4-FFF2-40B4-BE49-F238E27FC236}">
                  <a16:creationId xmlns:a16="http://schemas.microsoft.com/office/drawing/2014/main" id="{61B34B7F-6D1C-E6FF-49FB-A4D279AF8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1436"/>
              <a:ext cx="1" cy="11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0" name="Rectangle 135">
              <a:extLst>
                <a:ext uri="{FF2B5EF4-FFF2-40B4-BE49-F238E27FC236}">
                  <a16:creationId xmlns:a16="http://schemas.microsoft.com/office/drawing/2014/main" id="{3189AB99-ADCB-5958-46FC-A6E3FF8B6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1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6391" name="Freeform 136">
              <a:extLst>
                <a:ext uri="{FF2B5EF4-FFF2-40B4-BE49-F238E27FC236}">
                  <a16:creationId xmlns:a16="http://schemas.microsoft.com/office/drawing/2014/main" id="{BDE02DEC-F2EA-34D4-4C36-58D4CB82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2" name="Freeform 137">
              <a:extLst>
                <a:ext uri="{FF2B5EF4-FFF2-40B4-BE49-F238E27FC236}">
                  <a16:creationId xmlns:a16="http://schemas.microsoft.com/office/drawing/2014/main" id="{9AEF5764-52B6-F93B-E059-AEE431220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3" name="Freeform 138">
              <a:extLst>
                <a:ext uri="{FF2B5EF4-FFF2-40B4-BE49-F238E27FC236}">
                  <a16:creationId xmlns:a16="http://schemas.microsoft.com/office/drawing/2014/main" id="{C1A3B1CA-97F6-5144-C6FE-04B003D2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4" name="Freeform 139">
              <a:extLst>
                <a:ext uri="{FF2B5EF4-FFF2-40B4-BE49-F238E27FC236}">
                  <a16:creationId xmlns:a16="http://schemas.microsoft.com/office/drawing/2014/main" id="{FFCABA24-9E5A-3533-656F-62F09282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5" name="Freeform 140">
              <a:extLst>
                <a:ext uri="{FF2B5EF4-FFF2-40B4-BE49-F238E27FC236}">
                  <a16:creationId xmlns:a16="http://schemas.microsoft.com/office/drawing/2014/main" id="{17CF221E-9782-E2C1-F164-296B60F4B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6" name="Freeform 141">
              <a:extLst>
                <a:ext uri="{FF2B5EF4-FFF2-40B4-BE49-F238E27FC236}">
                  <a16:creationId xmlns:a16="http://schemas.microsoft.com/office/drawing/2014/main" id="{B08C83BC-C327-099A-20C7-C8931B00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987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7" name="Freeform 142">
              <a:extLst>
                <a:ext uri="{FF2B5EF4-FFF2-40B4-BE49-F238E27FC236}">
                  <a16:creationId xmlns:a16="http://schemas.microsoft.com/office/drawing/2014/main" id="{ACE10156-8108-D128-F396-2819EF7F6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264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8" name="Freeform 143">
              <a:extLst>
                <a:ext uri="{FF2B5EF4-FFF2-40B4-BE49-F238E27FC236}">
                  <a16:creationId xmlns:a16="http://schemas.microsoft.com/office/drawing/2014/main" id="{11618D09-F5EC-1B1E-B325-317402214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542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9" name="Freeform 144">
              <a:extLst>
                <a:ext uri="{FF2B5EF4-FFF2-40B4-BE49-F238E27FC236}">
                  <a16:creationId xmlns:a16="http://schemas.microsoft.com/office/drawing/2014/main" id="{F6262F3D-FDDE-FDC6-1526-E70F77577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819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0" name="Line 145">
              <a:extLst>
                <a:ext uri="{FF2B5EF4-FFF2-40B4-BE49-F238E27FC236}">
                  <a16:creationId xmlns:a16="http://schemas.microsoft.com/office/drawing/2014/main" id="{1A2890E9-0A98-FED0-0B2C-6713A4873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1" name="Freeform 146">
              <a:extLst>
                <a:ext uri="{FF2B5EF4-FFF2-40B4-BE49-F238E27FC236}">
                  <a16:creationId xmlns:a16="http://schemas.microsoft.com/office/drawing/2014/main" id="{7138728E-B32D-1A0C-F44F-EC9DB8589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2" name="Line 147">
              <a:extLst>
                <a:ext uri="{FF2B5EF4-FFF2-40B4-BE49-F238E27FC236}">
                  <a16:creationId xmlns:a16="http://schemas.microsoft.com/office/drawing/2014/main" id="{EB2DB626-8A35-E5A8-C206-3296FED07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709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3" name="Line 148">
              <a:extLst>
                <a:ext uri="{FF2B5EF4-FFF2-40B4-BE49-F238E27FC236}">
                  <a16:creationId xmlns:a16="http://schemas.microsoft.com/office/drawing/2014/main" id="{2B94E072-E9D0-B796-3CDA-7B78460EF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819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4" name="Line 149">
              <a:extLst>
                <a:ext uri="{FF2B5EF4-FFF2-40B4-BE49-F238E27FC236}">
                  <a16:creationId xmlns:a16="http://schemas.microsoft.com/office/drawing/2014/main" id="{F5604177-ED4B-4DC4-2FF2-94B395693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709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5" name="Line 150">
              <a:extLst>
                <a:ext uri="{FF2B5EF4-FFF2-40B4-BE49-F238E27FC236}">
                  <a16:creationId xmlns:a16="http://schemas.microsoft.com/office/drawing/2014/main" id="{8D6E2DDE-4122-91D1-6A6C-3C1B9E102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6" name="Line 151">
              <a:extLst>
                <a:ext uri="{FF2B5EF4-FFF2-40B4-BE49-F238E27FC236}">
                  <a16:creationId xmlns:a16="http://schemas.microsoft.com/office/drawing/2014/main" id="{D4B231C8-CCE7-45B5-33DF-8C9256D49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7" name="Freeform 152">
              <a:extLst>
                <a:ext uri="{FF2B5EF4-FFF2-40B4-BE49-F238E27FC236}">
                  <a16:creationId xmlns:a16="http://schemas.microsoft.com/office/drawing/2014/main" id="{1572A5F1-D751-1579-C6B9-16C191C93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8" name="Line 153">
              <a:extLst>
                <a:ext uri="{FF2B5EF4-FFF2-40B4-BE49-F238E27FC236}">
                  <a16:creationId xmlns:a16="http://schemas.microsoft.com/office/drawing/2014/main" id="{16B34F31-5C8F-6E4D-662C-A509339C1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9" name="Line 154">
              <a:extLst>
                <a:ext uri="{FF2B5EF4-FFF2-40B4-BE49-F238E27FC236}">
                  <a16:creationId xmlns:a16="http://schemas.microsoft.com/office/drawing/2014/main" id="{8A26171B-5DA1-B8A2-5DDC-F04B9FC4C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0" name="Line 155">
              <a:extLst>
                <a:ext uri="{FF2B5EF4-FFF2-40B4-BE49-F238E27FC236}">
                  <a16:creationId xmlns:a16="http://schemas.microsoft.com/office/drawing/2014/main" id="{D824846E-28E2-BE12-6BF5-CA0FAE58EB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3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1" name="Line 156">
              <a:extLst>
                <a:ext uri="{FF2B5EF4-FFF2-40B4-BE49-F238E27FC236}">
                  <a16:creationId xmlns:a16="http://schemas.microsoft.com/office/drawing/2014/main" id="{FBB44667-A286-85B2-1E34-7D848E41F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2" name="Freeform 157">
              <a:extLst>
                <a:ext uri="{FF2B5EF4-FFF2-40B4-BE49-F238E27FC236}">
                  <a16:creationId xmlns:a16="http://schemas.microsoft.com/office/drawing/2014/main" id="{DA9807ED-AFDF-AB73-422B-DA3BBF996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3" name="Line 158">
              <a:extLst>
                <a:ext uri="{FF2B5EF4-FFF2-40B4-BE49-F238E27FC236}">
                  <a16:creationId xmlns:a16="http://schemas.microsoft.com/office/drawing/2014/main" id="{9E51573C-D7CD-4347-74B6-07004617B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4" name="Line 159">
              <a:extLst>
                <a:ext uri="{FF2B5EF4-FFF2-40B4-BE49-F238E27FC236}">
                  <a16:creationId xmlns:a16="http://schemas.microsoft.com/office/drawing/2014/main" id="{68D96C66-2664-015A-5A6D-FCB3F6B2B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5" name="Freeform 160">
              <a:extLst>
                <a:ext uri="{FF2B5EF4-FFF2-40B4-BE49-F238E27FC236}">
                  <a16:creationId xmlns:a16="http://schemas.microsoft.com/office/drawing/2014/main" id="{361E9DE0-BD90-FDC4-993D-620935A4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6" name="Line 161">
              <a:extLst>
                <a:ext uri="{FF2B5EF4-FFF2-40B4-BE49-F238E27FC236}">
                  <a16:creationId xmlns:a16="http://schemas.microsoft.com/office/drawing/2014/main" id="{B369E85A-58AE-0E50-F482-72A45EAE3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7" name="Line 162">
              <a:extLst>
                <a:ext uri="{FF2B5EF4-FFF2-40B4-BE49-F238E27FC236}">
                  <a16:creationId xmlns:a16="http://schemas.microsoft.com/office/drawing/2014/main" id="{FC0A38BF-D223-37A0-415C-EAE56E08F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8" name="Freeform 163">
              <a:extLst>
                <a:ext uri="{FF2B5EF4-FFF2-40B4-BE49-F238E27FC236}">
                  <a16:creationId xmlns:a16="http://schemas.microsoft.com/office/drawing/2014/main" id="{BEB737D8-5B20-2BE8-2E2F-CF916F57E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9" name="Line 164">
              <a:extLst>
                <a:ext uri="{FF2B5EF4-FFF2-40B4-BE49-F238E27FC236}">
                  <a16:creationId xmlns:a16="http://schemas.microsoft.com/office/drawing/2014/main" id="{A955221A-5E68-85D9-B02A-17CB45B06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1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0" name="Line 165">
              <a:extLst>
                <a:ext uri="{FF2B5EF4-FFF2-40B4-BE49-F238E27FC236}">
                  <a16:creationId xmlns:a16="http://schemas.microsoft.com/office/drawing/2014/main" id="{EA9A5483-B3BD-05D1-9A93-CF2AB8564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1" name="Freeform 166">
              <a:extLst>
                <a:ext uri="{FF2B5EF4-FFF2-40B4-BE49-F238E27FC236}">
                  <a16:creationId xmlns:a16="http://schemas.microsoft.com/office/drawing/2014/main" id="{73D654D7-7ABE-325A-549D-F8DB636E3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2" name="Line 167">
              <a:extLst>
                <a:ext uri="{FF2B5EF4-FFF2-40B4-BE49-F238E27FC236}">
                  <a16:creationId xmlns:a16="http://schemas.microsoft.com/office/drawing/2014/main" id="{501050EB-9ABA-2851-392C-0D536CE8B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3" name="Line 168">
              <a:extLst>
                <a:ext uri="{FF2B5EF4-FFF2-40B4-BE49-F238E27FC236}">
                  <a16:creationId xmlns:a16="http://schemas.microsoft.com/office/drawing/2014/main" id="{23B7AC16-51D5-103F-E7B5-E48EA6DFF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4" name="Freeform 169">
              <a:extLst>
                <a:ext uri="{FF2B5EF4-FFF2-40B4-BE49-F238E27FC236}">
                  <a16:creationId xmlns:a16="http://schemas.microsoft.com/office/drawing/2014/main" id="{92D4CF67-F340-E04C-F574-69231681F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5" name="Line 170">
              <a:extLst>
                <a:ext uri="{FF2B5EF4-FFF2-40B4-BE49-F238E27FC236}">
                  <a16:creationId xmlns:a16="http://schemas.microsoft.com/office/drawing/2014/main" id="{5EA77BFD-33B9-4D65-3D3B-145793602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8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6" name="Line 171">
              <a:extLst>
                <a:ext uri="{FF2B5EF4-FFF2-40B4-BE49-F238E27FC236}">
                  <a16:creationId xmlns:a16="http://schemas.microsoft.com/office/drawing/2014/main" id="{18FAF839-3D16-349A-A39C-F9FC70F14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8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7" name="Freeform 172">
              <a:extLst>
                <a:ext uri="{FF2B5EF4-FFF2-40B4-BE49-F238E27FC236}">
                  <a16:creationId xmlns:a16="http://schemas.microsoft.com/office/drawing/2014/main" id="{86F675F7-DC7C-35ED-570A-4D86451D3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8" name="Line 173">
              <a:extLst>
                <a:ext uri="{FF2B5EF4-FFF2-40B4-BE49-F238E27FC236}">
                  <a16:creationId xmlns:a16="http://schemas.microsoft.com/office/drawing/2014/main" id="{B717A980-587A-F4C5-9E2A-FAA9F2D418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29" name="Line 174">
              <a:extLst>
                <a:ext uri="{FF2B5EF4-FFF2-40B4-BE49-F238E27FC236}">
                  <a16:creationId xmlns:a16="http://schemas.microsoft.com/office/drawing/2014/main" id="{39446F64-D0E9-37D6-C970-433632B6C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0" name="Freeform 175">
              <a:extLst>
                <a:ext uri="{FF2B5EF4-FFF2-40B4-BE49-F238E27FC236}">
                  <a16:creationId xmlns:a16="http://schemas.microsoft.com/office/drawing/2014/main" id="{613778C6-E891-2B14-11BD-7D92A356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1" name="Line 176">
              <a:extLst>
                <a:ext uri="{FF2B5EF4-FFF2-40B4-BE49-F238E27FC236}">
                  <a16:creationId xmlns:a16="http://schemas.microsoft.com/office/drawing/2014/main" id="{BBFF37BD-25A2-C3F6-A57F-4465AA199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2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2" name="Line 177">
              <a:extLst>
                <a:ext uri="{FF2B5EF4-FFF2-40B4-BE49-F238E27FC236}">
                  <a16:creationId xmlns:a16="http://schemas.microsoft.com/office/drawing/2014/main" id="{A5609857-695E-0DBB-A76C-B6E0859F4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3" name="Freeform 178">
              <a:extLst>
                <a:ext uri="{FF2B5EF4-FFF2-40B4-BE49-F238E27FC236}">
                  <a16:creationId xmlns:a16="http://schemas.microsoft.com/office/drawing/2014/main" id="{056B0884-8706-B4B5-0578-65D02C0EC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4" name="Line 179">
              <a:extLst>
                <a:ext uri="{FF2B5EF4-FFF2-40B4-BE49-F238E27FC236}">
                  <a16:creationId xmlns:a16="http://schemas.microsoft.com/office/drawing/2014/main" id="{F64E5E3D-690F-94F4-FFA4-87A46118B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5" name="Line 180">
              <a:extLst>
                <a:ext uri="{FF2B5EF4-FFF2-40B4-BE49-F238E27FC236}">
                  <a16:creationId xmlns:a16="http://schemas.microsoft.com/office/drawing/2014/main" id="{F3D18F4E-5FD0-F67F-22CC-ED5999D54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6" name="Freeform 181">
              <a:extLst>
                <a:ext uri="{FF2B5EF4-FFF2-40B4-BE49-F238E27FC236}">
                  <a16:creationId xmlns:a16="http://schemas.microsoft.com/office/drawing/2014/main" id="{58D3E52C-FE6B-7FEF-3158-339F3DC93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7" name="Line 182">
              <a:extLst>
                <a:ext uri="{FF2B5EF4-FFF2-40B4-BE49-F238E27FC236}">
                  <a16:creationId xmlns:a16="http://schemas.microsoft.com/office/drawing/2014/main" id="{54B3D804-9254-540C-0676-F7048CA9C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8" name="Line 183">
              <a:extLst>
                <a:ext uri="{FF2B5EF4-FFF2-40B4-BE49-F238E27FC236}">
                  <a16:creationId xmlns:a16="http://schemas.microsoft.com/office/drawing/2014/main" id="{20438700-FDF0-867D-B869-4A2D55449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39" name="Line 184">
              <a:extLst>
                <a:ext uri="{FF2B5EF4-FFF2-40B4-BE49-F238E27FC236}">
                  <a16:creationId xmlns:a16="http://schemas.microsoft.com/office/drawing/2014/main" id="{3AAF000A-DC30-11CC-E8E2-60B5DF49A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3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0" name="Line 185">
              <a:extLst>
                <a:ext uri="{FF2B5EF4-FFF2-40B4-BE49-F238E27FC236}">
                  <a16:creationId xmlns:a16="http://schemas.microsoft.com/office/drawing/2014/main" id="{AA27527D-BD24-0B0D-C501-6DF0121D3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1" name="Freeform 186">
              <a:extLst>
                <a:ext uri="{FF2B5EF4-FFF2-40B4-BE49-F238E27FC236}">
                  <a16:creationId xmlns:a16="http://schemas.microsoft.com/office/drawing/2014/main" id="{81CE4D8A-27B7-1F88-CB61-A0DE50402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3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2" name="Line 187">
              <a:extLst>
                <a:ext uri="{FF2B5EF4-FFF2-40B4-BE49-F238E27FC236}">
                  <a16:creationId xmlns:a16="http://schemas.microsoft.com/office/drawing/2014/main" id="{9764270F-4012-975D-C90A-88B642EDD5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3" name="Line 188">
              <a:extLst>
                <a:ext uri="{FF2B5EF4-FFF2-40B4-BE49-F238E27FC236}">
                  <a16:creationId xmlns:a16="http://schemas.microsoft.com/office/drawing/2014/main" id="{4CB22C30-2586-7B0A-57D7-ECD9E7554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4" name="Freeform 189">
              <a:extLst>
                <a:ext uri="{FF2B5EF4-FFF2-40B4-BE49-F238E27FC236}">
                  <a16:creationId xmlns:a16="http://schemas.microsoft.com/office/drawing/2014/main" id="{FF77A448-E90D-7EEF-5C99-5733F0CD8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5" name="Line 190">
              <a:extLst>
                <a:ext uri="{FF2B5EF4-FFF2-40B4-BE49-F238E27FC236}">
                  <a16:creationId xmlns:a16="http://schemas.microsoft.com/office/drawing/2014/main" id="{D9F4430E-D52B-C963-1B8B-6892B1C4E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6" name="Line 191">
              <a:extLst>
                <a:ext uri="{FF2B5EF4-FFF2-40B4-BE49-F238E27FC236}">
                  <a16:creationId xmlns:a16="http://schemas.microsoft.com/office/drawing/2014/main" id="{90F42203-0CFA-7E2A-ED38-F5368AE1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7" name="Freeform 192">
              <a:extLst>
                <a:ext uri="{FF2B5EF4-FFF2-40B4-BE49-F238E27FC236}">
                  <a16:creationId xmlns:a16="http://schemas.microsoft.com/office/drawing/2014/main" id="{7066474A-60C1-33EA-68CC-F28D60B9B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8" name="Line 193">
              <a:extLst>
                <a:ext uri="{FF2B5EF4-FFF2-40B4-BE49-F238E27FC236}">
                  <a16:creationId xmlns:a16="http://schemas.microsoft.com/office/drawing/2014/main" id="{1885EEE6-4236-7B43-1C6E-B7A947023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49" name="Line 194">
              <a:extLst>
                <a:ext uri="{FF2B5EF4-FFF2-40B4-BE49-F238E27FC236}">
                  <a16:creationId xmlns:a16="http://schemas.microsoft.com/office/drawing/2014/main" id="{0ACC78E8-62C4-4B9E-3D3E-516B48245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0" name="Freeform 195">
              <a:extLst>
                <a:ext uri="{FF2B5EF4-FFF2-40B4-BE49-F238E27FC236}">
                  <a16:creationId xmlns:a16="http://schemas.microsoft.com/office/drawing/2014/main" id="{B483FF91-5393-4CE2-5616-F4BA19CDC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1" name="Line 196">
              <a:extLst>
                <a:ext uri="{FF2B5EF4-FFF2-40B4-BE49-F238E27FC236}">
                  <a16:creationId xmlns:a16="http://schemas.microsoft.com/office/drawing/2014/main" id="{F20FEB92-AF61-81B4-4D52-6EEC7D627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2" name="Line 197">
              <a:extLst>
                <a:ext uri="{FF2B5EF4-FFF2-40B4-BE49-F238E27FC236}">
                  <a16:creationId xmlns:a16="http://schemas.microsoft.com/office/drawing/2014/main" id="{EB95A780-D378-CCE8-A088-06435080D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3" name="Freeform 198">
              <a:extLst>
                <a:ext uri="{FF2B5EF4-FFF2-40B4-BE49-F238E27FC236}">
                  <a16:creationId xmlns:a16="http://schemas.microsoft.com/office/drawing/2014/main" id="{AA312C92-5015-0DC3-DF26-B14FC5C13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4" name="Line 199">
              <a:extLst>
                <a:ext uri="{FF2B5EF4-FFF2-40B4-BE49-F238E27FC236}">
                  <a16:creationId xmlns:a16="http://schemas.microsoft.com/office/drawing/2014/main" id="{7AAEC52B-7524-D27B-D1A0-16A1AEA94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5" name="Line 200">
              <a:extLst>
                <a:ext uri="{FF2B5EF4-FFF2-40B4-BE49-F238E27FC236}">
                  <a16:creationId xmlns:a16="http://schemas.microsoft.com/office/drawing/2014/main" id="{4676C3C7-3C39-691C-9B03-4B65A5AA6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6" name="Freeform 201">
              <a:extLst>
                <a:ext uri="{FF2B5EF4-FFF2-40B4-BE49-F238E27FC236}">
                  <a16:creationId xmlns:a16="http://schemas.microsoft.com/office/drawing/2014/main" id="{53F9749B-26AB-DC91-F5AC-82B3957F0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7" name="Line 202">
              <a:extLst>
                <a:ext uri="{FF2B5EF4-FFF2-40B4-BE49-F238E27FC236}">
                  <a16:creationId xmlns:a16="http://schemas.microsoft.com/office/drawing/2014/main" id="{FC654091-34BC-9083-078E-CC3B2537C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8" name="Line 203">
              <a:extLst>
                <a:ext uri="{FF2B5EF4-FFF2-40B4-BE49-F238E27FC236}">
                  <a16:creationId xmlns:a16="http://schemas.microsoft.com/office/drawing/2014/main" id="{970C7A67-9E70-76A6-A208-3FCFBF44A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59" name="Freeform 204">
              <a:extLst>
                <a:ext uri="{FF2B5EF4-FFF2-40B4-BE49-F238E27FC236}">
                  <a16:creationId xmlns:a16="http://schemas.microsoft.com/office/drawing/2014/main" id="{29B37A0E-E27F-2630-A16B-C1BFBE8B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0" name="Line 205">
              <a:extLst>
                <a:ext uri="{FF2B5EF4-FFF2-40B4-BE49-F238E27FC236}">
                  <a16:creationId xmlns:a16="http://schemas.microsoft.com/office/drawing/2014/main" id="{C060EC43-1457-DE47-956A-E4DE15DBD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2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1" name="Line 206">
              <a:extLst>
                <a:ext uri="{FF2B5EF4-FFF2-40B4-BE49-F238E27FC236}">
                  <a16:creationId xmlns:a16="http://schemas.microsoft.com/office/drawing/2014/main" id="{4010D18D-4444-A2E9-9B02-D2EF000CD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2" name="Freeform 207">
              <a:extLst>
                <a:ext uri="{FF2B5EF4-FFF2-40B4-BE49-F238E27FC236}">
                  <a16:creationId xmlns:a16="http://schemas.microsoft.com/office/drawing/2014/main" id="{952F198E-566B-4AB7-CF4F-CEA57860F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3" name="Line 208">
              <a:extLst>
                <a:ext uri="{FF2B5EF4-FFF2-40B4-BE49-F238E27FC236}">
                  <a16:creationId xmlns:a16="http://schemas.microsoft.com/office/drawing/2014/main" id="{D04D9FB2-EABB-B080-9D08-1044FF01F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4" name="Line 209">
              <a:extLst>
                <a:ext uri="{FF2B5EF4-FFF2-40B4-BE49-F238E27FC236}">
                  <a16:creationId xmlns:a16="http://schemas.microsoft.com/office/drawing/2014/main" id="{43B290CD-BB9A-72D3-8A3B-59A2D342F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5" name="Freeform 210">
              <a:extLst>
                <a:ext uri="{FF2B5EF4-FFF2-40B4-BE49-F238E27FC236}">
                  <a16:creationId xmlns:a16="http://schemas.microsoft.com/office/drawing/2014/main" id="{3458E27D-C071-7B64-DCBC-D987783FF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6" name="Line 211">
              <a:extLst>
                <a:ext uri="{FF2B5EF4-FFF2-40B4-BE49-F238E27FC236}">
                  <a16:creationId xmlns:a16="http://schemas.microsoft.com/office/drawing/2014/main" id="{D39318A4-12C4-1943-2868-80C2AE288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7" name="Line 212">
              <a:extLst>
                <a:ext uri="{FF2B5EF4-FFF2-40B4-BE49-F238E27FC236}">
                  <a16:creationId xmlns:a16="http://schemas.microsoft.com/office/drawing/2014/main" id="{BBEB0789-8374-5AAE-515E-852D87F1A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8" name="Line 213">
              <a:extLst>
                <a:ext uri="{FF2B5EF4-FFF2-40B4-BE49-F238E27FC236}">
                  <a16:creationId xmlns:a16="http://schemas.microsoft.com/office/drawing/2014/main" id="{1B0E251A-96B3-101D-04F5-7833A5496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9" name="Line 214">
              <a:extLst>
                <a:ext uri="{FF2B5EF4-FFF2-40B4-BE49-F238E27FC236}">
                  <a16:creationId xmlns:a16="http://schemas.microsoft.com/office/drawing/2014/main" id="{4068E5F7-D7FA-DCF2-9D61-7EA310589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0" name="Freeform 215">
              <a:extLst>
                <a:ext uri="{FF2B5EF4-FFF2-40B4-BE49-F238E27FC236}">
                  <a16:creationId xmlns:a16="http://schemas.microsoft.com/office/drawing/2014/main" id="{BC4C3125-E461-16C3-B5E8-F8932EB92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1" name="Line 216">
              <a:extLst>
                <a:ext uri="{FF2B5EF4-FFF2-40B4-BE49-F238E27FC236}">
                  <a16:creationId xmlns:a16="http://schemas.microsoft.com/office/drawing/2014/main" id="{28F7B166-B5E6-9294-976E-A47442C07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2" name="Line 217">
              <a:extLst>
                <a:ext uri="{FF2B5EF4-FFF2-40B4-BE49-F238E27FC236}">
                  <a16:creationId xmlns:a16="http://schemas.microsoft.com/office/drawing/2014/main" id="{435358AC-F369-2497-80D3-FA5CB02FA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3" name="Freeform 218">
              <a:extLst>
                <a:ext uri="{FF2B5EF4-FFF2-40B4-BE49-F238E27FC236}">
                  <a16:creationId xmlns:a16="http://schemas.microsoft.com/office/drawing/2014/main" id="{3940180D-5B32-468B-890B-87DF2D7B7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4" name="Line 219">
              <a:extLst>
                <a:ext uri="{FF2B5EF4-FFF2-40B4-BE49-F238E27FC236}">
                  <a16:creationId xmlns:a16="http://schemas.microsoft.com/office/drawing/2014/main" id="{C5033D01-7055-02B8-FED8-76636163E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6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5" name="Line 220">
              <a:extLst>
                <a:ext uri="{FF2B5EF4-FFF2-40B4-BE49-F238E27FC236}">
                  <a16:creationId xmlns:a16="http://schemas.microsoft.com/office/drawing/2014/main" id="{406EC856-AB22-D753-EF37-D3540DB9C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6" name="Freeform 221">
              <a:extLst>
                <a:ext uri="{FF2B5EF4-FFF2-40B4-BE49-F238E27FC236}">
                  <a16:creationId xmlns:a16="http://schemas.microsoft.com/office/drawing/2014/main" id="{8D0B9CD0-6737-B9A1-093E-D18198E61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7" name="Line 222">
              <a:extLst>
                <a:ext uri="{FF2B5EF4-FFF2-40B4-BE49-F238E27FC236}">
                  <a16:creationId xmlns:a16="http://schemas.microsoft.com/office/drawing/2014/main" id="{36E571AA-778F-D175-9415-9BC4ADDFA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7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8" name="Line 223">
              <a:extLst>
                <a:ext uri="{FF2B5EF4-FFF2-40B4-BE49-F238E27FC236}">
                  <a16:creationId xmlns:a16="http://schemas.microsoft.com/office/drawing/2014/main" id="{423CA72B-0972-5204-9245-14164B3B2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79" name="Freeform 224">
              <a:extLst>
                <a:ext uri="{FF2B5EF4-FFF2-40B4-BE49-F238E27FC236}">
                  <a16:creationId xmlns:a16="http://schemas.microsoft.com/office/drawing/2014/main" id="{FEDA933E-A33B-D5D8-9DB1-C9A31F1B8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0" name="Line 225">
              <a:extLst>
                <a:ext uri="{FF2B5EF4-FFF2-40B4-BE49-F238E27FC236}">
                  <a16:creationId xmlns:a16="http://schemas.microsoft.com/office/drawing/2014/main" id="{E4463E8D-D493-620F-DB44-AA86B116F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9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1" name="Line 226">
              <a:extLst>
                <a:ext uri="{FF2B5EF4-FFF2-40B4-BE49-F238E27FC236}">
                  <a16:creationId xmlns:a16="http://schemas.microsoft.com/office/drawing/2014/main" id="{C4B9510D-99E6-43DB-5F28-BCDDAA9E7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9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2" name="Freeform 227">
              <a:extLst>
                <a:ext uri="{FF2B5EF4-FFF2-40B4-BE49-F238E27FC236}">
                  <a16:creationId xmlns:a16="http://schemas.microsoft.com/office/drawing/2014/main" id="{0CF91A1A-DB59-F5C2-40F2-4B44D4663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3" name="Line 228">
              <a:extLst>
                <a:ext uri="{FF2B5EF4-FFF2-40B4-BE49-F238E27FC236}">
                  <a16:creationId xmlns:a16="http://schemas.microsoft.com/office/drawing/2014/main" id="{C6B0DFFC-4C57-7C02-AAE7-12A499364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4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4" name="Line 229">
              <a:extLst>
                <a:ext uri="{FF2B5EF4-FFF2-40B4-BE49-F238E27FC236}">
                  <a16:creationId xmlns:a16="http://schemas.microsoft.com/office/drawing/2014/main" id="{942DAEC7-9F2A-EFEC-DE3A-825528D19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4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5" name="Freeform 230">
              <a:extLst>
                <a:ext uri="{FF2B5EF4-FFF2-40B4-BE49-F238E27FC236}">
                  <a16:creationId xmlns:a16="http://schemas.microsoft.com/office/drawing/2014/main" id="{262778F5-40E0-4478-8321-5C8576C7B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6" name="Line 231">
              <a:extLst>
                <a:ext uri="{FF2B5EF4-FFF2-40B4-BE49-F238E27FC236}">
                  <a16:creationId xmlns:a16="http://schemas.microsoft.com/office/drawing/2014/main" id="{E5A7EC4B-59B5-40B5-F1C6-D13567C99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0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7" name="Line 232">
              <a:extLst>
                <a:ext uri="{FF2B5EF4-FFF2-40B4-BE49-F238E27FC236}">
                  <a16:creationId xmlns:a16="http://schemas.microsoft.com/office/drawing/2014/main" id="{DF4774D9-039B-74C6-7A88-99ADB86BB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0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8" name="Freeform 233">
              <a:extLst>
                <a:ext uri="{FF2B5EF4-FFF2-40B4-BE49-F238E27FC236}">
                  <a16:creationId xmlns:a16="http://schemas.microsoft.com/office/drawing/2014/main" id="{86AD84FE-82DA-9B8A-B696-89F4F2CDD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89" name="Line 234">
              <a:extLst>
                <a:ext uri="{FF2B5EF4-FFF2-40B4-BE49-F238E27FC236}">
                  <a16:creationId xmlns:a16="http://schemas.microsoft.com/office/drawing/2014/main" id="{620C74AE-F141-351B-8E24-01D3E9FC6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0" name="Line 235">
              <a:extLst>
                <a:ext uri="{FF2B5EF4-FFF2-40B4-BE49-F238E27FC236}">
                  <a16:creationId xmlns:a16="http://schemas.microsoft.com/office/drawing/2014/main" id="{9E5DD0DC-3546-B251-7CB9-125D1E304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1" name="Freeform 236">
              <a:extLst>
                <a:ext uri="{FF2B5EF4-FFF2-40B4-BE49-F238E27FC236}">
                  <a16:creationId xmlns:a16="http://schemas.microsoft.com/office/drawing/2014/main" id="{EA2D95A6-CBE0-8B63-B96B-D10ECFACD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2" name="Line 237">
              <a:extLst>
                <a:ext uri="{FF2B5EF4-FFF2-40B4-BE49-F238E27FC236}">
                  <a16:creationId xmlns:a16="http://schemas.microsoft.com/office/drawing/2014/main" id="{C1EA4D52-EE0F-364D-12AA-8EB1F9404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3802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3" name="Line 238">
              <a:extLst>
                <a:ext uri="{FF2B5EF4-FFF2-40B4-BE49-F238E27FC236}">
                  <a16:creationId xmlns:a16="http://schemas.microsoft.com/office/drawing/2014/main" id="{191C0916-D773-5F27-43BD-EFF263BE9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2709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4" name="Freeform 239">
              <a:extLst>
                <a:ext uri="{FF2B5EF4-FFF2-40B4-BE49-F238E27FC236}">
                  <a16:creationId xmlns:a16="http://schemas.microsoft.com/office/drawing/2014/main" id="{4ED0803B-AEEC-DFC9-B928-206BFBF1B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709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5" name="Line 240">
              <a:extLst>
                <a:ext uri="{FF2B5EF4-FFF2-40B4-BE49-F238E27FC236}">
                  <a16:creationId xmlns:a16="http://schemas.microsoft.com/office/drawing/2014/main" id="{A231147E-7BD4-926E-DEC4-A6E072899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5" y="3784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6" name="Line 241">
              <a:extLst>
                <a:ext uri="{FF2B5EF4-FFF2-40B4-BE49-F238E27FC236}">
                  <a16:creationId xmlns:a16="http://schemas.microsoft.com/office/drawing/2014/main" id="{E646D1CB-36E7-507C-CA08-7ACFA2CAD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" y="2709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7" name="Line 242">
              <a:extLst>
                <a:ext uri="{FF2B5EF4-FFF2-40B4-BE49-F238E27FC236}">
                  <a16:creationId xmlns:a16="http://schemas.microsoft.com/office/drawing/2014/main" id="{A158897B-AF97-93EB-38F1-5C3B409C2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8" name="Line 243">
              <a:extLst>
                <a:ext uri="{FF2B5EF4-FFF2-40B4-BE49-F238E27FC236}">
                  <a16:creationId xmlns:a16="http://schemas.microsoft.com/office/drawing/2014/main" id="{117AB085-37BA-FAD8-32AE-CC2B9C5C1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70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99" name="Rectangle 244">
              <a:extLst>
                <a:ext uri="{FF2B5EF4-FFF2-40B4-BE49-F238E27FC236}">
                  <a16:creationId xmlns:a16="http://schemas.microsoft.com/office/drawing/2014/main" id="{CE009E1E-A05D-ABBE-8554-41FB2CE45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2640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0°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6500" name="Line 245">
              <a:extLst>
                <a:ext uri="{FF2B5EF4-FFF2-40B4-BE49-F238E27FC236}">
                  <a16:creationId xmlns:a16="http://schemas.microsoft.com/office/drawing/2014/main" id="{B48BD140-5413-7563-6036-5B3D2BA14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987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1" name="Line 246">
              <a:extLst>
                <a:ext uri="{FF2B5EF4-FFF2-40B4-BE49-F238E27FC236}">
                  <a16:creationId xmlns:a16="http://schemas.microsoft.com/office/drawing/2014/main" id="{7A10AC67-A7A6-A9E5-C23B-1C82DE78A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2987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2" name="Rectangle 247">
              <a:extLst>
                <a:ext uri="{FF2B5EF4-FFF2-40B4-BE49-F238E27FC236}">
                  <a16:creationId xmlns:a16="http://schemas.microsoft.com/office/drawing/2014/main" id="{10799FBD-2751-1C85-5BF5-0355F40C3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2894"/>
              <a:ext cx="37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-45°</a:t>
              </a:r>
            </a:p>
          </p:txBody>
        </p:sp>
        <p:sp>
          <p:nvSpPr>
            <p:cNvPr id="96503" name="Line 248">
              <a:extLst>
                <a:ext uri="{FF2B5EF4-FFF2-40B4-BE49-F238E27FC236}">
                  <a16:creationId xmlns:a16="http://schemas.microsoft.com/office/drawing/2014/main" id="{802DF0EE-0427-9B71-A9B6-1C4E0DEFE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264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4" name="Line 249">
              <a:extLst>
                <a:ext uri="{FF2B5EF4-FFF2-40B4-BE49-F238E27FC236}">
                  <a16:creationId xmlns:a16="http://schemas.microsoft.com/office/drawing/2014/main" id="{F0DAE79E-A334-992E-2093-00727E604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3264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5" name="Rectangle 250">
              <a:extLst>
                <a:ext uri="{FF2B5EF4-FFF2-40B4-BE49-F238E27FC236}">
                  <a16:creationId xmlns:a16="http://schemas.microsoft.com/office/drawing/2014/main" id="{6E9C2035-CE0E-BEFD-F56D-D4D68D73C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3171"/>
              <a:ext cx="37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-90°</a:t>
              </a:r>
            </a:p>
          </p:txBody>
        </p:sp>
        <p:sp>
          <p:nvSpPr>
            <p:cNvPr id="96506" name="Line 251">
              <a:extLst>
                <a:ext uri="{FF2B5EF4-FFF2-40B4-BE49-F238E27FC236}">
                  <a16:creationId xmlns:a16="http://schemas.microsoft.com/office/drawing/2014/main" id="{BEF9D990-C715-46A3-A8BA-AD7428FF5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542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7" name="Line 252">
              <a:extLst>
                <a:ext uri="{FF2B5EF4-FFF2-40B4-BE49-F238E27FC236}">
                  <a16:creationId xmlns:a16="http://schemas.microsoft.com/office/drawing/2014/main" id="{C2D61422-9F09-CC0B-029F-4230D7B1F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3542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08" name="Rectangle 253">
              <a:extLst>
                <a:ext uri="{FF2B5EF4-FFF2-40B4-BE49-F238E27FC236}">
                  <a16:creationId xmlns:a16="http://schemas.microsoft.com/office/drawing/2014/main" id="{C5A4499B-AEF5-FD77-0741-794212ED9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456"/>
              <a:ext cx="4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-135°</a:t>
              </a:r>
            </a:p>
          </p:txBody>
        </p:sp>
        <p:sp>
          <p:nvSpPr>
            <p:cNvPr id="96509" name="Line 254">
              <a:extLst>
                <a:ext uri="{FF2B5EF4-FFF2-40B4-BE49-F238E27FC236}">
                  <a16:creationId xmlns:a16="http://schemas.microsoft.com/office/drawing/2014/main" id="{313FB6EC-8ED7-D606-C180-0313B9E3E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3819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0" name="Line 255">
              <a:extLst>
                <a:ext uri="{FF2B5EF4-FFF2-40B4-BE49-F238E27FC236}">
                  <a16:creationId xmlns:a16="http://schemas.microsoft.com/office/drawing/2014/main" id="{04003587-DB8F-5AE1-8594-85DAA3712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9" y="3819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1" name="Rectangle 256">
              <a:extLst>
                <a:ext uri="{FF2B5EF4-FFF2-40B4-BE49-F238E27FC236}">
                  <a16:creationId xmlns:a16="http://schemas.microsoft.com/office/drawing/2014/main" id="{D036D427-9AA7-C4CA-9568-1A636A5E9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696"/>
              <a:ext cx="4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-180°</a:t>
              </a:r>
            </a:p>
          </p:txBody>
        </p:sp>
        <p:sp>
          <p:nvSpPr>
            <p:cNvPr id="96512" name="Line 257">
              <a:extLst>
                <a:ext uri="{FF2B5EF4-FFF2-40B4-BE49-F238E27FC236}">
                  <a16:creationId xmlns:a16="http://schemas.microsoft.com/office/drawing/2014/main" id="{77769288-B8E5-AE65-F237-60C87DF79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2709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3" name="Freeform 258">
              <a:extLst>
                <a:ext uri="{FF2B5EF4-FFF2-40B4-BE49-F238E27FC236}">
                  <a16:creationId xmlns:a16="http://schemas.microsoft.com/office/drawing/2014/main" id="{DD0E758E-A41E-7935-342E-BFF25A7FA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709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4" name="Line 259">
              <a:extLst>
                <a:ext uri="{FF2B5EF4-FFF2-40B4-BE49-F238E27FC236}">
                  <a16:creationId xmlns:a16="http://schemas.microsoft.com/office/drawing/2014/main" id="{BA9D3760-3495-FD0E-BB62-17093FE98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9" y="2709"/>
              <a:ext cx="1" cy="1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5" name="Freeform 260">
              <a:extLst>
                <a:ext uri="{FF2B5EF4-FFF2-40B4-BE49-F238E27FC236}">
                  <a16:creationId xmlns:a16="http://schemas.microsoft.com/office/drawing/2014/main" id="{C92ED75A-3D30-1651-18E0-C96F121B6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264"/>
              <a:ext cx="3446" cy="1"/>
            </a:xfrm>
            <a:custGeom>
              <a:avLst/>
              <a:gdLst>
                <a:gd name="T0" fmla="*/ 0 w 3446"/>
                <a:gd name="T1" fmla="*/ 0 h 1"/>
                <a:gd name="T2" fmla="*/ 84 w 3446"/>
                <a:gd name="T3" fmla="*/ 0 h 1"/>
                <a:gd name="T4" fmla="*/ 167 w 3446"/>
                <a:gd name="T5" fmla="*/ 0 h 1"/>
                <a:gd name="T6" fmla="*/ 251 w 3446"/>
                <a:gd name="T7" fmla="*/ 0 h 1"/>
                <a:gd name="T8" fmla="*/ 335 w 3446"/>
                <a:gd name="T9" fmla="*/ 0 h 1"/>
                <a:gd name="T10" fmla="*/ 419 w 3446"/>
                <a:gd name="T11" fmla="*/ 0 h 1"/>
                <a:gd name="T12" fmla="*/ 502 w 3446"/>
                <a:gd name="T13" fmla="*/ 0 h 1"/>
                <a:gd name="T14" fmla="*/ 586 w 3446"/>
                <a:gd name="T15" fmla="*/ 0 h 1"/>
                <a:gd name="T16" fmla="*/ 670 w 3446"/>
                <a:gd name="T17" fmla="*/ 0 h 1"/>
                <a:gd name="T18" fmla="*/ 753 w 3446"/>
                <a:gd name="T19" fmla="*/ 0 h 1"/>
                <a:gd name="T20" fmla="*/ 837 w 3446"/>
                <a:gd name="T21" fmla="*/ 0 h 1"/>
                <a:gd name="T22" fmla="*/ 921 w 3446"/>
                <a:gd name="T23" fmla="*/ 0 h 1"/>
                <a:gd name="T24" fmla="*/ 1005 w 3446"/>
                <a:gd name="T25" fmla="*/ 0 h 1"/>
                <a:gd name="T26" fmla="*/ 1088 w 3446"/>
                <a:gd name="T27" fmla="*/ 0 h 1"/>
                <a:gd name="T28" fmla="*/ 1176 w 3446"/>
                <a:gd name="T29" fmla="*/ 0 h 1"/>
                <a:gd name="T30" fmla="*/ 1260 w 3446"/>
                <a:gd name="T31" fmla="*/ 0 h 1"/>
                <a:gd name="T32" fmla="*/ 1344 w 3446"/>
                <a:gd name="T33" fmla="*/ 0 h 1"/>
                <a:gd name="T34" fmla="*/ 1428 w 3446"/>
                <a:gd name="T35" fmla="*/ 0 h 1"/>
                <a:gd name="T36" fmla="*/ 1511 w 3446"/>
                <a:gd name="T37" fmla="*/ 0 h 1"/>
                <a:gd name="T38" fmla="*/ 1595 w 3446"/>
                <a:gd name="T39" fmla="*/ 0 h 1"/>
                <a:gd name="T40" fmla="*/ 1679 w 3446"/>
                <a:gd name="T41" fmla="*/ 0 h 1"/>
                <a:gd name="T42" fmla="*/ 1762 w 3446"/>
                <a:gd name="T43" fmla="*/ 0 h 1"/>
                <a:gd name="T44" fmla="*/ 1846 w 3446"/>
                <a:gd name="T45" fmla="*/ 0 h 1"/>
                <a:gd name="T46" fmla="*/ 1930 w 3446"/>
                <a:gd name="T47" fmla="*/ 0 h 1"/>
                <a:gd name="T48" fmla="*/ 2014 w 3446"/>
                <a:gd name="T49" fmla="*/ 0 h 1"/>
                <a:gd name="T50" fmla="*/ 2097 w 3446"/>
                <a:gd name="T51" fmla="*/ 0 h 1"/>
                <a:gd name="T52" fmla="*/ 2181 w 3446"/>
                <a:gd name="T53" fmla="*/ 0 h 1"/>
                <a:gd name="T54" fmla="*/ 2265 w 3446"/>
                <a:gd name="T55" fmla="*/ 0 h 1"/>
                <a:gd name="T56" fmla="*/ 2353 w 3446"/>
                <a:gd name="T57" fmla="*/ 0 h 1"/>
                <a:gd name="T58" fmla="*/ 2437 w 3446"/>
                <a:gd name="T59" fmla="*/ 0 h 1"/>
                <a:gd name="T60" fmla="*/ 2520 w 3446"/>
                <a:gd name="T61" fmla="*/ 0 h 1"/>
                <a:gd name="T62" fmla="*/ 2604 w 3446"/>
                <a:gd name="T63" fmla="*/ 0 h 1"/>
                <a:gd name="T64" fmla="*/ 2688 w 3446"/>
                <a:gd name="T65" fmla="*/ 0 h 1"/>
                <a:gd name="T66" fmla="*/ 2771 w 3446"/>
                <a:gd name="T67" fmla="*/ 0 h 1"/>
                <a:gd name="T68" fmla="*/ 2855 w 3446"/>
                <a:gd name="T69" fmla="*/ 0 h 1"/>
                <a:gd name="T70" fmla="*/ 2939 w 3446"/>
                <a:gd name="T71" fmla="*/ 0 h 1"/>
                <a:gd name="T72" fmla="*/ 3023 w 3446"/>
                <a:gd name="T73" fmla="*/ 0 h 1"/>
                <a:gd name="T74" fmla="*/ 3106 w 3446"/>
                <a:gd name="T75" fmla="*/ 0 h 1"/>
                <a:gd name="T76" fmla="*/ 3190 w 3446"/>
                <a:gd name="T77" fmla="*/ 0 h 1"/>
                <a:gd name="T78" fmla="*/ 3274 w 3446"/>
                <a:gd name="T79" fmla="*/ 0 h 1"/>
                <a:gd name="T80" fmla="*/ 3357 w 3446"/>
                <a:gd name="T81" fmla="*/ 0 h 1"/>
                <a:gd name="T82" fmla="*/ 3446 w 3446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446" h="1">
                  <a:moveTo>
                    <a:pt x="0" y="0"/>
                  </a:moveTo>
                  <a:lnTo>
                    <a:pt x="84" y="0"/>
                  </a:lnTo>
                  <a:lnTo>
                    <a:pt x="167" y="0"/>
                  </a:lnTo>
                  <a:lnTo>
                    <a:pt x="251" y="0"/>
                  </a:lnTo>
                  <a:lnTo>
                    <a:pt x="335" y="0"/>
                  </a:lnTo>
                  <a:lnTo>
                    <a:pt x="419" y="0"/>
                  </a:lnTo>
                  <a:lnTo>
                    <a:pt x="502" y="0"/>
                  </a:lnTo>
                  <a:lnTo>
                    <a:pt x="586" y="0"/>
                  </a:lnTo>
                  <a:lnTo>
                    <a:pt x="670" y="0"/>
                  </a:lnTo>
                  <a:lnTo>
                    <a:pt x="753" y="0"/>
                  </a:lnTo>
                  <a:lnTo>
                    <a:pt x="837" y="0"/>
                  </a:lnTo>
                  <a:lnTo>
                    <a:pt x="921" y="0"/>
                  </a:lnTo>
                  <a:lnTo>
                    <a:pt x="1005" y="0"/>
                  </a:lnTo>
                  <a:lnTo>
                    <a:pt x="1088" y="0"/>
                  </a:lnTo>
                  <a:lnTo>
                    <a:pt x="1176" y="0"/>
                  </a:lnTo>
                  <a:lnTo>
                    <a:pt x="1260" y="0"/>
                  </a:lnTo>
                  <a:lnTo>
                    <a:pt x="1344" y="0"/>
                  </a:lnTo>
                  <a:lnTo>
                    <a:pt x="1428" y="0"/>
                  </a:lnTo>
                  <a:lnTo>
                    <a:pt x="1511" y="0"/>
                  </a:lnTo>
                  <a:lnTo>
                    <a:pt x="1595" y="0"/>
                  </a:lnTo>
                  <a:lnTo>
                    <a:pt x="1679" y="0"/>
                  </a:lnTo>
                  <a:lnTo>
                    <a:pt x="1762" y="0"/>
                  </a:lnTo>
                  <a:lnTo>
                    <a:pt x="1846" y="0"/>
                  </a:lnTo>
                  <a:lnTo>
                    <a:pt x="1930" y="0"/>
                  </a:lnTo>
                  <a:lnTo>
                    <a:pt x="2014" y="0"/>
                  </a:lnTo>
                  <a:lnTo>
                    <a:pt x="2097" y="0"/>
                  </a:lnTo>
                  <a:lnTo>
                    <a:pt x="2181" y="0"/>
                  </a:lnTo>
                  <a:lnTo>
                    <a:pt x="2265" y="0"/>
                  </a:lnTo>
                  <a:lnTo>
                    <a:pt x="2353" y="0"/>
                  </a:lnTo>
                  <a:lnTo>
                    <a:pt x="2437" y="0"/>
                  </a:lnTo>
                  <a:lnTo>
                    <a:pt x="2520" y="0"/>
                  </a:lnTo>
                  <a:lnTo>
                    <a:pt x="2604" y="0"/>
                  </a:lnTo>
                  <a:lnTo>
                    <a:pt x="2688" y="0"/>
                  </a:lnTo>
                  <a:lnTo>
                    <a:pt x="2771" y="0"/>
                  </a:lnTo>
                  <a:lnTo>
                    <a:pt x="2855" y="0"/>
                  </a:lnTo>
                  <a:lnTo>
                    <a:pt x="2939" y="0"/>
                  </a:lnTo>
                  <a:lnTo>
                    <a:pt x="3023" y="0"/>
                  </a:lnTo>
                  <a:lnTo>
                    <a:pt x="3106" y="0"/>
                  </a:lnTo>
                  <a:lnTo>
                    <a:pt x="3190" y="0"/>
                  </a:lnTo>
                  <a:lnTo>
                    <a:pt x="3274" y="0"/>
                  </a:lnTo>
                  <a:lnTo>
                    <a:pt x="3357" y="0"/>
                  </a:lnTo>
                  <a:lnTo>
                    <a:pt x="3446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516" name="Text Box 261">
              <a:extLst>
                <a:ext uri="{FF2B5EF4-FFF2-40B4-BE49-F238E27FC236}">
                  <a16:creationId xmlns:a16="http://schemas.microsoft.com/office/drawing/2014/main" id="{BED798CB-CB73-A486-DE1F-B656402A8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830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96517" name="Text Box 262">
              <a:extLst>
                <a:ext uri="{FF2B5EF4-FFF2-40B4-BE49-F238E27FC236}">
                  <a16:creationId xmlns:a16="http://schemas.microsoft.com/office/drawing/2014/main" id="{B82C4457-3EBC-30D0-2B20-0609E8FFB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83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6518" name="Text Box 263">
              <a:extLst>
                <a:ext uri="{FF2B5EF4-FFF2-40B4-BE49-F238E27FC236}">
                  <a16:creationId xmlns:a16="http://schemas.microsoft.com/office/drawing/2014/main" id="{F47703BE-886A-9535-3515-9B34B4C28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7" y="3830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96519" name="Text Box 264">
              <a:extLst>
                <a:ext uri="{FF2B5EF4-FFF2-40B4-BE49-F238E27FC236}">
                  <a16:creationId xmlns:a16="http://schemas.microsoft.com/office/drawing/2014/main" id="{53327082-4DF1-6173-1E2F-9DD054BFB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3830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96520" name="Rectangle 265">
              <a:extLst>
                <a:ext uri="{FF2B5EF4-FFF2-40B4-BE49-F238E27FC236}">
                  <a16:creationId xmlns:a16="http://schemas.microsoft.com/office/drawing/2014/main" id="{A6FED7C3-BF21-C7FB-D776-AF8E9B9FD4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48" y="1860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96521" name="Rectangle 266">
              <a:extLst>
                <a:ext uri="{FF2B5EF4-FFF2-40B4-BE49-F238E27FC236}">
                  <a16:creationId xmlns:a16="http://schemas.microsoft.com/office/drawing/2014/main" id="{E8D36051-B480-87E6-CC9C-41EBBF052D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70" y="3102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96522" name="Rectangle 267">
              <a:extLst>
                <a:ext uri="{FF2B5EF4-FFF2-40B4-BE49-F238E27FC236}">
                  <a16:creationId xmlns:a16="http://schemas.microsoft.com/office/drawing/2014/main" id="{95EA3C0F-3658-8E5F-C20E-FF953A07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1152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  <p:sp>
          <p:nvSpPr>
            <p:cNvPr id="96523" name="Rectangle 268">
              <a:extLst>
                <a:ext uri="{FF2B5EF4-FFF2-40B4-BE49-F238E27FC236}">
                  <a16:creationId xmlns:a16="http://schemas.microsoft.com/office/drawing/2014/main" id="{70261F65-2D82-79CE-B0DF-23A8E8A5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983"/>
              <a:ext cx="10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 useBgFill="1">
          <p:nvSpPr>
            <p:cNvPr id="96524" name="Rectangle 269">
              <a:extLst>
                <a:ext uri="{FF2B5EF4-FFF2-40B4-BE49-F238E27FC236}">
                  <a16:creationId xmlns:a16="http://schemas.microsoft.com/office/drawing/2014/main" id="{D02F8600-8786-EA1D-8EB4-72B334CE6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" y="1824"/>
              <a:ext cx="1043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latin typeface="Times New Roman" panose="02020603050405020304" pitchFamily="18" charset="0"/>
                </a:rPr>
                <a:t>20dB/dec</a:t>
              </a:r>
            </a:p>
          </p:txBody>
        </p:sp>
        <p:sp>
          <p:nvSpPr>
            <p:cNvPr id="96525" name="Line 270">
              <a:extLst>
                <a:ext uri="{FF2B5EF4-FFF2-40B4-BE49-F238E27FC236}">
                  <a16:creationId xmlns:a16="http://schemas.microsoft.com/office/drawing/2014/main" id="{91480825-73B4-1C05-B320-AC70F987B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1440"/>
              <a:ext cx="3446" cy="1104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>
            <a:extLst>
              <a:ext uri="{FF2B5EF4-FFF2-40B4-BE49-F238E27FC236}">
                <a16:creationId xmlns:a16="http://schemas.microsoft.com/office/drawing/2014/main" id="{D643407A-5CA8-A362-4642-C46DE21D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0525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纯微分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CA70AEF-8D4E-FD18-6C07-3288DDE13CC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5867400" cy="519113"/>
            <a:chOff x="1056" y="1311"/>
            <a:chExt cx="3696" cy="327"/>
          </a:xfrm>
        </p:grpSpPr>
        <p:sp>
          <p:nvSpPr>
            <p:cNvPr id="98319" name="Rectangle 5">
              <a:extLst>
                <a:ext uri="{FF2B5EF4-FFF2-40B4-BE49-F238E27FC236}">
                  <a16:creationId xmlns:a16="http://schemas.microsoft.com/office/drawing/2014/main" id="{9E27791C-00AA-B40B-966D-4C1B79611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98320" name="Object 6">
              <a:extLst>
                <a:ext uri="{FF2B5EF4-FFF2-40B4-BE49-F238E27FC236}">
                  <a16:creationId xmlns:a16="http://schemas.microsoft.com/office/drawing/2014/main" id="{D027B02B-8F2F-F70D-DCCB-A4C35C0658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4" y="1368"/>
            <a:ext cx="70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45626" imgH="203024" progId="Equation.3">
                    <p:embed/>
                  </p:oleObj>
                </mc:Choice>
                <mc:Fallback>
                  <p:oleObj r:id="rId3" imgW="545626" imgH="20302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4" y="1368"/>
                          <a:ext cx="70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E7DA06FF-D646-A298-4702-515B6D7F3FD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590800"/>
            <a:ext cx="5638800" cy="525463"/>
            <a:chOff x="1056" y="1709"/>
            <a:chExt cx="3552" cy="331"/>
          </a:xfrm>
        </p:grpSpPr>
        <p:sp>
          <p:nvSpPr>
            <p:cNvPr id="98317" name="Rectangle 8">
              <a:extLst>
                <a:ext uri="{FF2B5EF4-FFF2-40B4-BE49-F238E27FC236}">
                  <a16:creationId xmlns:a16="http://schemas.microsoft.com/office/drawing/2014/main" id="{E9A99175-09DC-65BE-6E28-2D9944797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09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8318" name="Object 9">
              <a:extLst>
                <a:ext uri="{FF2B5EF4-FFF2-40B4-BE49-F238E27FC236}">
                  <a16:creationId xmlns:a16="http://schemas.microsoft.com/office/drawing/2014/main" id="{8D68DDD4-0485-EBF2-792E-DFDF9BC4EC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" y="1715"/>
            <a:ext cx="182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346200" imgH="241300" progId="Equation.3">
                    <p:embed/>
                  </p:oleObj>
                </mc:Choice>
                <mc:Fallback>
                  <p:oleObj r:id="rId5" imgW="13462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" y="1715"/>
                          <a:ext cx="182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02" name="Rectangle 10">
            <a:extLst>
              <a:ext uri="{FF2B5EF4-FFF2-40B4-BE49-F238E27FC236}">
                <a16:creationId xmlns:a16="http://schemas.microsoft.com/office/drawing/2014/main" id="{B4DEC5C3-450D-0572-2DF9-75185DF6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01332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对数相频特性：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D2636122-A301-F569-D035-30A293A2B2F0}"/>
              </a:ext>
            </a:extLst>
          </p:cNvPr>
          <p:cNvGrpSpPr>
            <a:grpSpLocks/>
          </p:cNvGrpSpPr>
          <p:nvPr/>
        </p:nvGrpSpPr>
        <p:grpSpPr bwMode="auto">
          <a:xfrm>
            <a:off x="1779588" y="4432300"/>
            <a:ext cx="5257800" cy="519113"/>
            <a:chOff x="1056" y="2937"/>
            <a:chExt cx="3312" cy="327"/>
          </a:xfrm>
        </p:grpSpPr>
        <p:sp>
          <p:nvSpPr>
            <p:cNvPr id="98315" name="Rectangle 12">
              <a:extLst>
                <a:ext uri="{FF2B5EF4-FFF2-40B4-BE49-F238E27FC236}">
                  <a16:creationId xmlns:a16="http://schemas.microsoft.com/office/drawing/2014/main" id="{6B763EDC-31D6-BCB7-5D61-5F1F9FF55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37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8316" name="Object 13">
              <a:extLst>
                <a:ext uri="{FF2B5EF4-FFF2-40B4-BE49-F238E27FC236}">
                  <a16:creationId xmlns:a16="http://schemas.microsoft.com/office/drawing/2014/main" id="{9A3279DF-4349-CF2C-3940-6A65CC2480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2" y="2988"/>
            <a:ext cx="135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90170" imgH="203112" progId="Equation.3">
                    <p:embed/>
                  </p:oleObj>
                </mc:Choice>
                <mc:Fallback>
                  <p:oleObj r:id="rId7" imgW="990170" imgH="203112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988"/>
                          <a:ext cx="1353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C3A918EE-D331-E554-E7AC-DE87FB6DFE8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27375"/>
            <a:ext cx="5257800" cy="546100"/>
            <a:chOff x="1056" y="1970"/>
            <a:chExt cx="3312" cy="344"/>
          </a:xfrm>
        </p:grpSpPr>
        <p:sp>
          <p:nvSpPr>
            <p:cNvPr id="98313" name="Rectangle 15">
              <a:extLst>
                <a:ext uri="{FF2B5EF4-FFF2-40B4-BE49-F238E27FC236}">
                  <a16:creationId xmlns:a16="http://schemas.microsoft.com/office/drawing/2014/main" id="{C07B6510-8A14-CF1A-944C-0EBDB34E7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70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8314" name="Object 16">
              <a:extLst>
                <a:ext uri="{FF2B5EF4-FFF2-40B4-BE49-F238E27FC236}">
                  <a16:creationId xmlns:a16="http://schemas.microsoft.com/office/drawing/2014/main" id="{C709E824-1EF8-5AB4-15F4-C94F45F1B4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7" y="2009"/>
            <a:ext cx="93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22030" imgH="203112" progId="Equation.3">
                    <p:embed/>
                  </p:oleObj>
                </mc:Choice>
                <mc:Fallback>
                  <p:oleObj r:id="rId9" imgW="622030" imgH="20311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" y="2009"/>
                          <a:ext cx="937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09" name="Rectangle 17">
            <a:extLst>
              <a:ext uri="{FF2B5EF4-FFF2-40B4-BE49-F238E27FC236}">
                <a16:creationId xmlns:a16="http://schemas.microsoft.com/office/drawing/2014/main" id="{7C75A7C3-499A-3E42-DB83-49C2AB0A6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57600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相频特性：      </a:t>
            </a:r>
            <a:r>
              <a:rPr lang="zh-CN" altLang="en-US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= 90</a:t>
            </a:r>
            <a:r>
              <a:rPr lang="en-US" altLang="zh-CN" sz="2800">
                <a:latin typeface="Times New Roman" panose="02020603050405020304" pitchFamily="18" charset="0"/>
              </a:rPr>
              <a:t>°</a:t>
            </a:r>
            <a:endParaRPr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2" grpId="0"/>
      <p:bldP spid="1106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03E3A6CF-C2DB-2264-C33E-D8BA67C5832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76400"/>
            <a:ext cx="6781800" cy="4953000"/>
            <a:chOff x="768" y="1056"/>
            <a:chExt cx="4272" cy="3120"/>
          </a:xfrm>
        </p:grpSpPr>
        <p:sp>
          <p:nvSpPr>
            <p:cNvPr id="100356" name="Rectangle 4">
              <a:extLst>
                <a:ext uri="{FF2B5EF4-FFF2-40B4-BE49-F238E27FC236}">
                  <a16:creationId xmlns:a16="http://schemas.microsoft.com/office/drawing/2014/main" id="{9A8F8993-7AE7-8570-65E2-48A6A7000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10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00357" name="Freeform 5">
              <a:extLst>
                <a:ext uri="{FF2B5EF4-FFF2-40B4-BE49-F238E27FC236}">
                  <a16:creationId xmlns:a16="http://schemas.microsoft.com/office/drawing/2014/main" id="{BD236F32-D3E4-FDDF-CDD3-54E93ABC2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58" name="Freeform 6">
              <a:extLst>
                <a:ext uri="{FF2B5EF4-FFF2-40B4-BE49-F238E27FC236}">
                  <a16:creationId xmlns:a16="http://schemas.microsoft.com/office/drawing/2014/main" id="{9441BE9C-03D5-19FB-D7D1-1E61B6ACA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59" name="Freeform 7">
              <a:extLst>
                <a:ext uri="{FF2B5EF4-FFF2-40B4-BE49-F238E27FC236}">
                  <a16:creationId xmlns:a16="http://schemas.microsoft.com/office/drawing/2014/main" id="{3EDA7F79-2281-1AF0-8DDE-0E015AFD2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0" name="Freeform 8">
              <a:extLst>
                <a:ext uri="{FF2B5EF4-FFF2-40B4-BE49-F238E27FC236}">
                  <a16:creationId xmlns:a16="http://schemas.microsoft.com/office/drawing/2014/main" id="{D3BE109F-21CF-2D68-611C-B6982C291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1" name="Freeform 9">
              <a:extLst>
                <a:ext uri="{FF2B5EF4-FFF2-40B4-BE49-F238E27FC236}">
                  <a16:creationId xmlns:a16="http://schemas.microsoft.com/office/drawing/2014/main" id="{DC95FDA8-6C69-B441-50FA-7D6E87CFF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44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2" name="Freeform 10">
              <a:extLst>
                <a:ext uri="{FF2B5EF4-FFF2-40B4-BE49-F238E27FC236}">
                  <a16:creationId xmlns:a16="http://schemas.microsoft.com/office/drawing/2014/main" id="{5072D86B-A4C6-D3BB-71D6-CC5BE5219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26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3" name="Freeform 11">
              <a:extLst>
                <a:ext uri="{FF2B5EF4-FFF2-40B4-BE49-F238E27FC236}">
                  <a16:creationId xmlns:a16="http://schemas.microsoft.com/office/drawing/2014/main" id="{C8ECD95B-29CD-7D7E-5388-8CE37F41F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07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4" name="Freeform 12">
              <a:extLst>
                <a:ext uri="{FF2B5EF4-FFF2-40B4-BE49-F238E27FC236}">
                  <a16:creationId xmlns:a16="http://schemas.microsoft.com/office/drawing/2014/main" id="{BBDF245D-1CAC-CF66-DDD7-8CF826625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89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5" name="Freeform 13">
              <a:extLst>
                <a:ext uri="{FF2B5EF4-FFF2-40B4-BE49-F238E27FC236}">
                  <a16:creationId xmlns:a16="http://schemas.microsoft.com/office/drawing/2014/main" id="{16646A54-9409-8D0B-9869-20F9799E8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70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6" name="Freeform 14">
              <a:extLst>
                <a:ext uri="{FF2B5EF4-FFF2-40B4-BE49-F238E27FC236}">
                  <a16:creationId xmlns:a16="http://schemas.microsoft.com/office/drawing/2014/main" id="{FE7C37FA-C8E9-7249-A5F5-3A8DA1616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52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7" name="Freeform 15">
              <a:extLst>
                <a:ext uri="{FF2B5EF4-FFF2-40B4-BE49-F238E27FC236}">
                  <a16:creationId xmlns:a16="http://schemas.microsoft.com/office/drawing/2014/main" id="{C569B69C-12C9-B399-F2C8-6CEA538C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8" name="Line 16">
              <a:extLst>
                <a:ext uri="{FF2B5EF4-FFF2-40B4-BE49-F238E27FC236}">
                  <a16:creationId xmlns:a16="http://schemas.microsoft.com/office/drawing/2014/main" id="{6D4870D2-99FE-8099-83FF-A142D1637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9" name="Freeform 17">
              <a:extLst>
                <a:ext uri="{FF2B5EF4-FFF2-40B4-BE49-F238E27FC236}">
                  <a16:creationId xmlns:a16="http://schemas.microsoft.com/office/drawing/2014/main" id="{7638049E-8298-DF2A-B15A-2E64015D1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0" name="Line 18">
              <a:extLst>
                <a:ext uri="{FF2B5EF4-FFF2-40B4-BE49-F238E27FC236}">
                  <a16:creationId xmlns:a16="http://schemas.microsoft.com/office/drawing/2014/main" id="{983FFA23-8BD0-47FA-67C3-757FC0E56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1340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1" name="Line 19">
              <a:extLst>
                <a:ext uri="{FF2B5EF4-FFF2-40B4-BE49-F238E27FC236}">
                  <a16:creationId xmlns:a16="http://schemas.microsoft.com/office/drawing/2014/main" id="{EBDAEA5F-7C0A-8E30-27D2-998C14790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46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2" name="Line 20">
              <a:extLst>
                <a:ext uri="{FF2B5EF4-FFF2-40B4-BE49-F238E27FC236}">
                  <a16:creationId xmlns:a16="http://schemas.microsoft.com/office/drawing/2014/main" id="{C5C94B6F-F6A2-6D60-634C-7E15294AB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1340"/>
              <a:ext cx="1" cy="1106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3" name="Line 21">
              <a:extLst>
                <a:ext uri="{FF2B5EF4-FFF2-40B4-BE49-F238E27FC236}">
                  <a16:creationId xmlns:a16="http://schemas.microsoft.com/office/drawing/2014/main" id="{D52C8DC8-03B9-EE7B-BDD5-188089C2E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4" name="Line 22">
              <a:extLst>
                <a:ext uri="{FF2B5EF4-FFF2-40B4-BE49-F238E27FC236}">
                  <a16:creationId xmlns:a16="http://schemas.microsoft.com/office/drawing/2014/main" id="{BF6D311B-04A5-2722-08EF-F9A2931F9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5" name="Freeform 23">
              <a:extLst>
                <a:ext uri="{FF2B5EF4-FFF2-40B4-BE49-F238E27FC236}">
                  <a16:creationId xmlns:a16="http://schemas.microsoft.com/office/drawing/2014/main" id="{16FD35D1-1FEC-7CB6-6CD7-BB0F7CC9B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6" name="Line 24">
              <a:extLst>
                <a:ext uri="{FF2B5EF4-FFF2-40B4-BE49-F238E27FC236}">
                  <a16:creationId xmlns:a16="http://schemas.microsoft.com/office/drawing/2014/main" id="{CAC69374-1AA3-F338-8666-29582A1BA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7" name="Line 25">
              <a:extLst>
                <a:ext uri="{FF2B5EF4-FFF2-40B4-BE49-F238E27FC236}">
                  <a16:creationId xmlns:a16="http://schemas.microsoft.com/office/drawing/2014/main" id="{76D85968-A051-DEC1-7E1A-677334B52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8" name="Line 26">
              <a:extLst>
                <a:ext uri="{FF2B5EF4-FFF2-40B4-BE49-F238E27FC236}">
                  <a16:creationId xmlns:a16="http://schemas.microsoft.com/office/drawing/2014/main" id="{95EC5D73-9A34-5090-815D-17248D5FC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9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9" name="Line 27">
              <a:extLst>
                <a:ext uri="{FF2B5EF4-FFF2-40B4-BE49-F238E27FC236}">
                  <a16:creationId xmlns:a16="http://schemas.microsoft.com/office/drawing/2014/main" id="{EEF04CC3-0D93-1C7D-7ED5-7B4A6F5A8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0" name="Freeform 28">
              <a:extLst>
                <a:ext uri="{FF2B5EF4-FFF2-40B4-BE49-F238E27FC236}">
                  <a16:creationId xmlns:a16="http://schemas.microsoft.com/office/drawing/2014/main" id="{83D7078E-59F4-6F33-C283-39A420F4E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1" name="Line 29">
              <a:extLst>
                <a:ext uri="{FF2B5EF4-FFF2-40B4-BE49-F238E27FC236}">
                  <a16:creationId xmlns:a16="http://schemas.microsoft.com/office/drawing/2014/main" id="{04EC8265-102A-788A-89EE-0704C282A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2" name="Line 30">
              <a:extLst>
                <a:ext uri="{FF2B5EF4-FFF2-40B4-BE49-F238E27FC236}">
                  <a16:creationId xmlns:a16="http://schemas.microsoft.com/office/drawing/2014/main" id="{B6FD4879-2558-3557-2299-16C04C812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3" name="Freeform 31">
              <a:extLst>
                <a:ext uri="{FF2B5EF4-FFF2-40B4-BE49-F238E27FC236}">
                  <a16:creationId xmlns:a16="http://schemas.microsoft.com/office/drawing/2014/main" id="{253CC280-6D57-CED8-B654-3B2F8C57C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4" name="Line 32">
              <a:extLst>
                <a:ext uri="{FF2B5EF4-FFF2-40B4-BE49-F238E27FC236}">
                  <a16:creationId xmlns:a16="http://schemas.microsoft.com/office/drawing/2014/main" id="{A0A341AB-9C08-8C9B-4B99-FB55AD4A9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5" name="Line 33">
              <a:extLst>
                <a:ext uri="{FF2B5EF4-FFF2-40B4-BE49-F238E27FC236}">
                  <a16:creationId xmlns:a16="http://schemas.microsoft.com/office/drawing/2014/main" id="{BFD2F78B-5BB0-A44E-8640-E63594701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6" name="Freeform 34">
              <a:extLst>
                <a:ext uri="{FF2B5EF4-FFF2-40B4-BE49-F238E27FC236}">
                  <a16:creationId xmlns:a16="http://schemas.microsoft.com/office/drawing/2014/main" id="{F6D6C18C-77BF-4AB7-757F-8D6CC4E20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Line 35">
              <a:extLst>
                <a:ext uri="{FF2B5EF4-FFF2-40B4-BE49-F238E27FC236}">
                  <a16:creationId xmlns:a16="http://schemas.microsoft.com/office/drawing/2014/main" id="{57DD4475-788C-B2F6-C3BA-AAC4208F1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7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8" name="Line 36">
              <a:extLst>
                <a:ext uri="{FF2B5EF4-FFF2-40B4-BE49-F238E27FC236}">
                  <a16:creationId xmlns:a16="http://schemas.microsoft.com/office/drawing/2014/main" id="{DACAC269-D60C-B9D7-0CA0-5CB20B3D0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7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9" name="Freeform 37">
              <a:extLst>
                <a:ext uri="{FF2B5EF4-FFF2-40B4-BE49-F238E27FC236}">
                  <a16:creationId xmlns:a16="http://schemas.microsoft.com/office/drawing/2014/main" id="{28C8CB6C-6B05-4AA5-B773-1161E9544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0" name="Line 38">
              <a:extLst>
                <a:ext uri="{FF2B5EF4-FFF2-40B4-BE49-F238E27FC236}">
                  <a16:creationId xmlns:a16="http://schemas.microsoft.com/office/drawing/2014/main" id="{6DB35E75-D488-7410-01E5-9CC40A68A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1" name="Line 39">
              <a:extLst>
                <a:ext uri="{FF2B5EF4-FFF2-40B4-BE49-F238E27FC236}">
                  <a16:creationId xmlns:a16="http://schemas.microsoft.com/office/drawing/2014/main" id="{598CDF1B-E634-F943-7F74-DC246C7E1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2" name="Freeform 40">
              <a:extLst>
                <a:ext uri="{FF2B5EF4-FFF2-40B4-BE49-F238E27FC236}">
                  <a16:creationId xmlns:a16="http://schemas.microsoft.com/office/drawing/2014/main" id="{66E0110C-5326-1935-FB52-62BCF4B81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3" name="Line 41">
              <a:extLst>
                <a:ext uri="{FF2B5EF4-FFF2-40B4-BE49-F238E27FC236}">
                  <a16:creationId xmlns:a16="http://schemas.microsoft.com/office/drawing/2014/main" id="{4CF5DF17-CE4A-6E7F-E888-0A8488B37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4" name="Line 42">
              <a:extLst>
                <a:ext uri="{FF2B5EF4-FFF2-40B4-BE49-F238E27FC236}">
                  <a16:creationId xmlns:a16="http://schemas.microsoft.com/office/drawing/2014/main" id="{837A2692-6390-557E-B602-5AE77B7CA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5" name="Freeform 43">
              <a:extLst>
                <a:ext uri="{FF2B5EF4-FFF2-40B4-BE49-F238E27FC236}">
                  <a16:creationId xmlns:a16="http://schemas.microsoft.com/office/drawing/2014/main" id="{41D4795B-BE42-B22A-DD80-AF14CE911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6" name="Line 44">
              <a:extLst>
                <a:ext uri="{FF2B5EF4-FFF2-40B4-BE49-F238E27FC236}">
                  <a16:creationId xmlns:a16="http://schemas.microsoft.com/office/drawing/2014/main" id="{088E337B-1BEF-FEEC-357C-2EEBBCB93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7" name="Line 45">
              <a:extLst>
                <a:ext uri="{FF2B5EF4-FFF2-40B4-BE49-F238E27FC236}">
                  <a16:creationId xmlns:a16="http://schemas.microsoft.com/office/drawing/2014/main" id="{8A358563-61F2-A6E6-34DF-FDD14930F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8" name="Freeform 46">
              <a:extLst>
                <a:ext uri="{FF2B5EF4-FFF2-40B4-BE49-F238E27FC236}">
                  <a16:creationId xmlns:a16="http://schemas.microsoft.com/office/drawing/2014/main" id="{93D518E8-D618-CC0C-0029-E512A0789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9" name="Line 47">
              <a:extLst>
                <a:ext uri="{FF2B5EF4-FFF2-40B4-BE49-F238E27FC236}">
                  <a16:creationId xmlns:a16="http://schemas.microsoft.com/office/drawing/2014/main" id="{111D96B4-C377-F842-E3D0-FA4E72120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0" name="Line 48">
              <a:extLst>
                <a:ext uri="{FF2B5EF4-FFF2-40B4-BE49-F238E27FC236}">
                  <a16:creationId xmlns:a16="http://schemas.microsoft.com/office/drawing/2014/main" id="{078B5942-AFCD-756B-6BB1-0F94AAE8C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8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1" name="Freeform 49">
              <a:extLst>
                <a:ext uri="{FF2B5EF4-FFF2-40B4-BE49-F238E27FC236}">
                  <a16:creationId xmlns:a16="http://schemas.microsoft.com/office/drawing/2014/main" id="{AA913AAC-2898-83A5-D86E-0924A9D6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2" name="Line 50">
              <a:extLst>
                <a:ext uri="{FF2B5EF4-FFF2-40B4-BE49-F238E27FC236}">
                  <a16:creationId xmlns:a16="http://schemas.microsoft.com/office/drawing/2014/main" id="{95E0A163-3A03-8711-1575-2D88B6271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3" name="Line 51">
              <a:extLst>
                <a:ext uri="{FF2B5EF4-FFF2-40B4-BE49-F238E27FC236}">
                  <a16:creationId xmlns:a16="http://schemas.microsoft.com/office/drawing/2014/main" id="{D33AC08A-7A57-E99D-C839-0B256F456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4" name="Freeform 52">
              <a:extLst>
                <a:ext uri="{FF2B5EF4-FFF2-40B4-BE49-F238E27FC236}">
                  <a16:creationId xmlns:a16="http://schemas.microsoft.com/office/drawing/2014/main" id="{9785111E-81D2-7BD0-9A53-FF4C1D76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5" name="Line 53">
              <a:extLst>
                <a:ext uri="{FF2B5EF4-FFF2-40B4-BE49-F238E27FC236}">
                  <a16:creationId xmlns:a16="http://schemas.microsoft.com/office/drawing/2014/main" id="{08679CDA-81A9-7425-E227-F0F55E216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6" name="Line 54">
              <a:extLst>
                <a:ext uri="{FF2B5EF4-FFF2-40B4-BE49-F238E27FC236}">
                  <a16:creationId xmlns:a16="http://schemas.microsoft.com/office/drawing/2014/main" id="{E3F7A307-F85C-E068-B25A-08F71678F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7" name="Line 55">
              <a:extLst>
                <a:ext uri="{FF2B5EF4-FFF2-40B4-BE49-F238E27FC236}">
                  <a16:creationId xmlns:a16="http://schemas.microsoft.com/office/drawing/2014/main" id="{9D46C3BE-03EA-F192-0B16-C6B598CFC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8" name="Line 56">
              <a:extLst>
                <a:ext uri="{FF2B5EF4-FFF2-40B4-BE49-F238E27FC236}">
                  <a16:creationId xmlns:a16="http://schemas.microsoft.com/office/drawing/2014/main" id="{41CA9AC6-430A-A0AE-5338-ECDAE5CB8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9" name="Freeform 57">
              <a:extLst>
                <a:ext uri="{FF2B5EF4-FFF2-40B4-BE49-F238E27FC236}">
                  <a16:creationId xmlns:a16="http://schemas.microsoft.com/office/drawing/2014/main" id="{C0DA8C97-F725-CB4C-3672-18BDD07CD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0" name="Line 58">
              <a:extLst>
                <a:ext uri="{FF2B5EF4-FFF2-40B4-BE49-F238E27FC236}">
                  <a16:creationId xmlns:a16="http://schemas.microsoft.com/office/drawing/2014/main" id="{3F9065E3-0F9E-DF05-881C-3F45BB434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1" name="Line 59">
              <a:extLst>
                <a:ext uri="{FF2B5EF4-FFF2-40B4-BE49-F238E27FC236}">
                  <a16:creationId xmlns:a16="http://schemas.microsoft.com/office/drawing/2014/main" id="{BAD60AFD-FEE2-4994-0031-B43530088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2" name="Freeform 60">
              <a:extLst>
                <a:ext uri="{FF2B5EF4-FFF2-40B4-BE49-F238E27FC236}">
                  <a16:creationId xmlns:a16="http://schemas.microsoft.com/office/drawing/2014/main" id="{3CE32DA5-40CA-8C6F-B4B8-9731ABFB7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3" name="Line 61">
              <a:extLst>
                <a:ext uri="{FF2B5EF4-FFF2-40B4-BE49-F238E27FC236}">
                  <a16:creationId xmlns:a16="http://schemas.microsoft.com/office/drawing/2014/main" id="{323F4F97-01EC-1770-991C-2DFF4E23F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4" name="Line 62">
              <a:extLst>
                <a:ext uri="{FF2B5EF4-FFF2-40B4-BE49-F238E27FC236}">
                  <a16:creationId xmlns:a16="http://schemas.microsoft.com/office/drawing/2014/main" id="{6A968BBF-4C88-F72F-F2C5-4DE735842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5" name="Freeform 63">
              <a:extLst>
                <a:ext uri="{FF2B5EF4-FFF2-40B4-BE49-F238E27FC236}">
                  <a16:creationId xmlns:a16="http://schemas.microsoft.com/office/drawing/2014/main" id="{77DC8E50-4AA5-2895-0937-D9F482E48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6" name="Line 64">
              <a:extLst>
                <a:ext uri="{FF2B5EF4-FFF2-40B4-BE49-F238E27FC236}">
                  <a16:creationId xmlns:a16="http://schemas.microsoft.com/office/drawing/2014/main" id="{987E582E-9846-F0F0-962A-F54972D6A1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7" name="Line 65">
              <a:extLst>
                <a:ext uri="{FF2B5EF4-FFF2-40B4-BE49-F238E27FC236}">
                  <a16:creationId xmlns:a16="http://schemas.microsoft.com/office/drawing/2014/main" id="{84713E05-C97D-6922-8903-D980B03A8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8" name="Freeform 66">
              <a:extLst>
                <a:ext uri="{FF2B5EF4-FFF2-40B4-BE49-F238E27FC236}">
                  <a16:creationId xmlns:a16="http://schemas.microsoft.com/office/drawing/2014/main" id="{7C71A775-A3CB-9E00-F025-D31903420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19" name="Line 67">
              <a:extLst>
                <a:ext uri="{FF2B5EF4-FFF2-40B4-BE49-F238E27FC236}">
                  <a16:creationId xmlns:a16="http://schemas.microsoft.com/office/drawing/2014/main" id="{C38CABDE-451D-D124-E7ED-4113EDA29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0" name="Line 68">
              <a:extLst>
                <a:ext uri="{FF2B5EF4-FFF2-40B4-BE49-F238E27FC236}">
                  <a16:creationId xmlns:a16="http://schemas.microsoft.com/office/drawing/2014/main" id="{61BE4261-3951-35E7-B860-228FE79E8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1" name="Freeform 69">
              <a:extLst>
                <a:ext uri="{FF2B5EF4-FFF2-40B4-BE49-F238E27FC236}">
                  <a16:creationId xmlns:a16="http://schemas.microsoft.com/office/drawing/2014/main" id="{941B2343-2B4F-016B-146F-6052933A4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2" name="Line 70">
              <a:extLst>
                <a:ext uri="{FF2B5EF4-FFF2-40B4-BE49-F238E27FC236}">
                  <a16:creationId xmlns:a16="http://schemas.microsoft.com/office/drawing/2014/main" id="{E5E959C1-456B-237D-94C4-25E3807F6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3" name="Line 71">
              <a:extLst>
                <a:ext uri="{FF2B5EF4-FFF2-40B4-BE49-F238E27FC236}">
                  <a16:creationId xmlns:a16="http://schemas.microsoft.com/office/drawing/2014/main" id="{E68B97F3-88B8-8613-8F1E-73C1D646C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4" name="Freeform 72">
              <a:extLst>
                <a:ext uri="{FF2B5EF4-FFF2-40B4-BE49-F238E27FC236}">
                  <a16:creationId xmlns:a16="http://schemas.microsoft.com/office/drawing/2014/main" id="{166F4968-434F-5C38-CBE9-7671CB46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5" name="Line 73">
              <a:extLst>
                <a:ext uri="{FF2B5EF4-FFF2-40B4-BE49-F238E27FC236}">
                  <a16:creationId xmlns:a16="http://schemas.microsoft.com/office/drawing/2014/main" id="{35F2B4CB-AF10-8E91-6A8D-AECAA94B9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6" name="Line 74">
              <a:extLst>
                <a:ext uri="{FF2B5EF4-FFF2-40B4-BE49-F238E27FC236}">
                  <a16:creationId xmlns:a16="http://schemas.microsoft.com/office/drawing/2014/main" id="{7E683C4C-6F98-BD6D-FB54-0A7AB6315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7" name="Freeform 75">
              <a:extLst>
                <a:ext uri="{FF2B5EF4-FFF2-40B4-BE49-F238E27FC236}">
                  <a16:creationId xmlns:a16="http://schemas.microsoft.com/office/drawing/2014/main" id="{C7430F61-D86B-55C2-9A5D-C82A18675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8" name="Line 76">
              <a:extLst>
                <a:ext uri="{FF2B5EF4-FFF2-40B4-BE49-F238E27FC236}">
                  <a16:creationId xmlns:a16="http://schemas.microsoft.com/office/drawing/2014/main" id="{066CD63A-92E6-5B71-DD0C-5D5D89E00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8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29" name="Line 77">
              <a:extLst>
                <a:ext uri="{FF2B5EF4-FFF2-40B4-BE49-F238E27FC236}">
                  <a16:creationId xmlns:a16="http://schemas.microsoft.com/office/drawing/2014/main" id="{6A6FC4E5-22A6-1450-461A-E5EFF1A23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0" name="Freeform 78">
              <a:extLst>
                <a:ext uri="{FF2B5EF4-FFF2-40B4-BE49-F238E27FC236}">
                  <a16:creationId xmlns:a16="http://schemas.microsoft.com/office/drawing/2014/main" id="{9085ACE7-FA14-6121-80CA-19FC4AA97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1" name="Line 79">
              <a:extLst>
                <a:ext uri="{FF2B5EF4-FFF2-40B4-BE49-F238E27FC236}">
                  <a16:creationId xmlns:a16="http://schemas.microsoft.com/office/drawing/2014/main" id="{5548B811-7DAB-3C00-B556-C0601DB9D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2" name="Line 80">
              <a:extLst>
                <a:ext uri="{FF2B5EF4-FFF2-40B4-BE49-F238E27FC236}">
                  <a16:creationId xmlns:a16="http://schemas.microsoft.com/office/drawing/2014/main" id="{5DDF9767-E418-DB54-B4F6-034195FC3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3" name="Freeform 81">
              <a:extLst>
                <a:ext uri="{FF2B5EF4-FFF2-40B4-BE49-F238E27FC236}">
                  <a16:creationId xmlns:a16="http://schemas.microsoft.com/office/drawing/2014/main" id="{A781E76C-3794-8DC3-E690-722D1DA25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4" name="Line 82">
              <a:extLst>
                <a:ext uri="{FF2B5EF4-FFF2-40B4-BE49-F238E27FC236}">
                  <a16:creationId xmlns:a16="http://schemas.microsoft.com/office/drawing/2014/main" id="{92A2EC33-27FE-3D8B-439D-006037E54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5" name="Line 83">
              <a:extLst>
                <a:ext uri="{FF2B5EF4-FFF2-40B4-BE49-F238E27FC236}">
                  <a16:creationId xmlns:a16="http://schemas.microsoft.com/office/drawing/2014/main" id="{2430B954-F6DE-4369-DA90-C3CF20837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6" name="Line 84">
              <a:extLst>
                <a:ext uri="{FF2B5EF4-FFF2-40B4-BE49-F238E27FC236}">
                  <a16:creationId xmlns:a16="http://schemas.microsoft.com/office/drawing/2014/main" id="{290FB0F6-195C-B1EA-DD27-514AAFF43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4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7" name="Line 85">
              <a:extLst>
                <a:ext uri="{FF2B5EF4-FFF2-40B4-BE49-F238E27FC236}">
                  <a16:creationId xmlns:a16="http://schemas.microsoft.com/office/drawing/2014/main" id="{A6CF2998-B8DE-C515-6506-CCCDCBA65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8" name="Freeform 86">
              <a:extLst>
                <a:ext uri="{FF2B5EF4-FFF2-40B4-BE49-F238E27FC236}">
                  <a16:creationId xmlns:a16="http://schemas.microsoft.com/office/drawing/2014/main" id="{E3C17799-0F84-91C6-2A45-E935A68DE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9" name="Line 87">
              <a:extLst>
                <a:ext uri="{FF2B5EF4-FFF2-40B4-BE49-F238E27FC236}">
                  <a16:creationId xmlns:a16="http://schemas.microsoft.com/office/drawing/2014/main" id="{FEAC783B-73B2-B399-FF14-5D5264B80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0" name="Line 88">
              <a:extLst>
                <a:ext uri="{FF2B5EF4-FFF2-40B4-BE49-F238E27FC236}">
                  <a16:creationId xmlns:a16="http://schemas.microsoft.com/office/drawing/2014/main" id="{EBA38B9D-AF04-64FF-BE30-CF6046A23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1" name="Freeform 89">
              <a:extLst>
                <a:ext uri="{FF2B5EF4-FFF2-40B4-BE49-F238E27FC236}">
                  <a16:creationId xmlns:a16="http://schemas.microsoft.com/office/drawing/2014/main" id="{CF0CF6C8-1670-632A-E000-B36D43214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2" name="Line 90">
              <a:extLst>
                <a:ext uri="{FF2B5EF4-FFF2-40B4-BE49-F238E27FC236}">
                  <a16:creationId xmlns:a16="http://schemas.microsoft.com/office/drawing/2014/main" id="{A3834895-7BEB-5C94-C677-5424FFBB5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2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3" name="Line 91">
              <a:extLst>
                <a:ext uri="{FF2B5EF4-FFF2-40B4-BE49-F238E27FC236}">
                  <a16:creationId xmlns:a16="http://schemas.microsoft.com/office/drawing/2014/main" id="{AC60ED4F-1E9B-CD38-2E14-9AABD3C94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4" name="Freeform 92">
              <a:extLst>
                <a:ext uri="{FF2B5EF4-FFF2-40B4-BE49-F238E27FC236}">
                  <a16:creationId xmlns:a16="http://schemas.microsoft.com/office/drawing/2014/main" id="{2EB85E1E-237E-430A-2023-5FED60366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5" name="Line 93">
              <a:extLst>
                <a:ext uri="{FF2B5EF4-FFF2-40B4-BE49-F238E27FC236}">
                  <a16:creationId xmlns:a16="http://schemas.microsoft.com/office/drawing/2014/main" id="{2FFB2B44-3A0E-FC92-F858-822BA45F7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3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6" name="Line 94">
              <a:extLst>
                <a:ext uri="{FF2B5EF4-FFF2-40B4-BE49-F238E27FC236}">
                  <a16:creationId xmlns:a16="http://schemas.microsoft.com/office/drawing/2014/main" id="{C01D067B-EFCC-9A61-CF42-200A356C5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7" name="Freeform 95">
              <a:extLst>
                <a:ext uri="{FF2B5EF4-FFF2-40B4-BE49-F238E27FC236}">
                  <a16:creationId xmlns:a16="http://schemas.microsoft.com/office/drawing/2014/main" id="{E8DC3B4B-E448-0C73-571F-413DF1EA7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8" name="Line 96">
              <a:extLst>
                <a:ext uri="{FF2B5EF4-FFF2-40B4-BE49-F238E27FC236}">
                  <a16:creationId xmlns:a16="http://schemas.microsoft.com/office/drawing/2014/main" id="{08944257-8EAF-3E84-6DC3-26496AEB9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5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9" name="Line 97">
              <a:extLst>
                <a:ext uri="{FF2B5EF4-FFF2-40B4-BE49-F238E27FC236}">
                  <a16:creationId xmlns:a16="http://schemas.microsoft.com/office/drawing/2014/main" id="{9EAF4F8D-518A-E6AC-010C-F9C76409A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5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0" name="Freeform 98">
              <a:extLst>
                <a:ext uri="{FF2B5EF4-FFF2-40B4-BE49-F238E27FC236}">
                  <a16:creationId xmlns:a16="http://schemas.microsoft.com/office/drawing/2014/main" id="{10FA1981-4E8A-FDB0-77D3-2E781538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1" name="Line 99">
              <a:extLst>
                <a:ext uri="{FF2B5EF4-FFF2-40B4-BE49-F238E27FC236}">
                  <a16:creationId xmlns:a16="http://schemas.microsoft.com/office/drawing/2014/main" id="{1285F688-9E94-5FD6-1A31-4D42BD421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0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2" name="Line 100">
              <a:extLst>
                <a:ext uri="{FF2B5EF4-FFF2-40B4-BE49-F238E27FC236}">
                  <a16:creationId xmlns:a16="http://schemas.microsoft.com/office/drawing/2014/main" id="{9E5811F6-BF61-87C5-EA95-BC7067A60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3" name="Freeform 101">
              <a:extLst>
                <a:ext uri="{FF2B5EF4-FFF2-40B4-BE49-F238E27FC236}">
                  <a16:creationId xmlns:a16="http://schemas.microsoft.com/office/drawing/2014/main" id="{1002CAF7-5407-404A-0209-A9973619A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4" name="Line 102">
              <a:extLst>
                <a:ext uri="{FF2B5EF4-FFF2-40B4-BE49-F238E27FC236}">
                  <a16:creationId xmlns:a16="http://schemas.microsoft.com/office/drawing/2014/main" id="{C9EB96B9-5FE0-9F63-FD76-0F0FC18309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6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5" name="Line 103">
              <a:extLst>
                <a:ext uri="{FF2B5EF4-FFF2-40B4-BE49-F238E27FC236}">
                  <a16:creationId xmlns:a16="http://schemas.microsoft.com/office/drawing/2014/main" id="{47D5552E-50E6-D120-5DDD-ED5DC2A71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6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6" name="Freeform 104">
              <a:extLst>
                <a:ext uri="{FF2B5EF4-FFF2-40B4-BE49-F238E27FC236}">
                  <a16:creationId xmlns:a16="http://schemas.microsoft.com/office/drawing/2014/main" id="{3189DF4D-ABFC-F368-4EDB-69EFF158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7" name="Line 105">
              <a:extLst>
                <a:ext uri="{FF2B5EF4-FFF2-40B4-BE49-F238E27FC236}">
                  <a16:creationId xmlns:a16="http://schemas.microsoft.com/office/drawing/2014/main" id="{0EA162DE-AFD5-9F3F-47A4-D20FF58A34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8" name="Line 106">
              <a:extLst>
                <a:ext uri="{FF2B5EF4-FFF2-40B4-BE49-F238E27FC236}">
                  <a16:creationId xmlns:a16="http://schemas.microsoft.com/office/drawing/2014/main" id="{D257D440-B885-5CEA-710C-B0C4EB078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59" name="Freeform 107">
              <a:extLst>
                <a:ext uri="{FF2B5EF4-FFF2-40B4-BE49-F238E27FC236}">
                  <a16:creationId xmlns:a16="http://schemas.microsoft.com/office/drawing/2014/main" id="{E9572ADE-A965-20DA-6F3D-119320DC4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0" name="Line 108">
              <a:extLst>
                <a:ext uri="{FF2B5EF4-FFF2-40B4-BE49-F238E27FC236}">
                  <a16:creationId xmlns:a16="http://schemas.microsoft.com/office/drawing/2014/main" id="{8337C539-07B9-6700-AD7F-1D2A9A2F06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2429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1" name="Line 109">
              <a:extLst>
                <a:ext uri="{FF2B5EF4-FFF2-40B4-BE49-F238E27FC236}">
                  <a16:creationId xmlns:a16="http://schemas.microsoft.com/office/drawing/2014/main" id="{B915C62F-2C31-510A-DDD8-F926B145F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1340"/>
              <a:ext cx="1" cy="14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2" name="Freeform 110">
              <a:extLst>
                <a:ext uri="{FF2B5EF4-FFF2-40B4-BE49-F238E27FC236}">
                  <a16:creationId xmlns:a16="http://schemas.microsoft.com/office/drawing/2014/main" id="{253C1734-DCE5-7132-E6D4-5B1725636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1340"/>
              <a:ext cx="1" cy="1106"/>
            </a:xfrm>
            <a:custGeom>
              <a:avLst/>
              <a:gdLst>
                <a:gd name="T0" fmla="*/ 0 w 1"/>
                <a:gd name="T1" fmla="*/ 21472 h 251"/>
                <a:gd name="T2" fmla="*/ 0 w 1"/>
                <a:gd name="T3" fmla="*/ 0 h 2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1">
                  <a:moveTo>
                    <a:pt x="0" y="251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3" name="Line 111">
              <a:extLst>
                <a:ext uri="{FF2B5EF4-FFF2-40B4-BE49-F238E27FC236}">
                  <a16:creationId xmlns:a16="http://schemas.microsoft.com/office/drawing/2014/main" id="{47F2A23D-73FE-DEE5-F8A4-5B90E5EF0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2411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4" name="Line 112">
              <a:extLst>
                <a:ext uri="{FF2B5EF4-FFF2-40B4-BE49-F238E27FC236}">
                  <a16:creationId xmlns:a16="http://schemas.microsoft.com/office/drawing/2014/main" id="{5BCC972B-9112-1522-169A-DE52C029E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1340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5" name="Line 113">
              <a:extLst>
                <a:ext uri="{FF2B5EF4-FFF2-40B4-BE49-F238E27FC236}">
                  <a16:creationId xmlns:a16="http://schemas.microsoft.com/office/drawing/2014/main" id="{41599DC3-E198-B93C-ACB1-1AA38F1D9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4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6" name="Line 114">
              <a:extLst>
                <a:ext uri="{FF2B5EF4-FFF2-40B4-BE49-F238E27FC236}">
                  <a16:creationId xmlns:a16="http://schemas.microsoft.com/office/drawing/2014/main" id="{58F2B792-50C0-DC7A-6518-F51DCF1B8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44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7" name="Rectangle 115">
              <a:extLst>
                <a:ext uri="{FF2B5EF4-FFF2-40B4-BE49-F238E27FC236}">
                  <a16:creationId xmlns:a16="http://schemas.microsoft.com/office/drawing/2014/main" id="{9A9753B3-A396-9E9E-74A0-EB35A20E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3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-20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68" name="Line 116">
              <a:extLst>
                <a:ext uri="{FF2B5EF4-FFF2-40B4-BE49-F238E27FC236}">
                  <a16:creationId xmlns:a16="http://schemas.microsoft.com/office/drawing/2014/main" id="{A33ABD41-27E1-7736-4C39-A14024AE8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26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69" name="Line 117">
              <a:extLst>
                <a:ext uri="{FF2B5EF4-FFF2-40B4-BE49-F238E27FC236}">
                  <a16:creationId xmlns:a16="http://schemas.microsoft.com/office/drawing/2014/main" id="{528B6EDC-38F4-BB5C-9B53-3A96833E7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26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0" name="Line 118">
              <a:extLst>
                <a:ext uri="{FF2B5EF4-FFF2-40B4-BE49-F238E27FC236}">
                  <a16:creationId xmlns:a16="http://schemas.microsoft.com/office/drawing/2014/main" id="{35F42444-5588-949E-DEFC-1957F4B72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07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1" name="Line 119">
              <a:extLst>
                <a:ext uri="{FF2B5EF4-FFF2-40B4-BE49-F238E27FC236}">
                  <a16:creationId xmlns:a16="http://schemas.microsoft.com/office/drawing/2014/main" id="{68150FBD-9026-8B90-2328-572FC1552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07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2" name="Rectangle 120">
              <a:extLst>
                <a:ext uri="{FF2B5EF4-FFF2-40B4-BE49-F238E27FC236}">
                  <a16:creationId xmlns:a16="http://schemas.microsoft.com/office/drawing/2014/main" id="{306E78F9-31BD-3845-44AC-5DB28662B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96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73" name="Line 121">
              <a:extLst>
                <a:ext uri="{FF2B5EF4-FFF2-40B4-BE49-F238E27FC236}">
                  <a16:creationId xmlns:a16="http://schemas.microsoft.com/office/drawing/2014/main" id="{5F0108E8-00DF-BA7C-C557-C240AC9FA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89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4" name="Line 122">
              <a:extLst>
                <a:ext uri="{FF2B5EF4-FFF2-40B4-BE49-F238E27FC236}">
                  <a16:creationId xmlns:a16="http://schemas.microsoft.com/office/drawing/2014/main" id="{245EC594-A3C3-C2FE-CA65-0BE84F0EF7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89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5" name="Line 123">
              <a:extLst>
                <a:ext uri="{FF2B5EF4-FFF2-40B4-BE49-F238E27FC236}">
                  <a16:creationId xmlns:a16="http://schemas.microsoft.com/office/drawing/2014/main" id="{9C40D7CF-7D15-907C-8E50-840106E4D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70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6" name="Line 124">
              <a:extLst>
                <a:ext uri="{FF2B5EF4-FFF2-40B4-BE49-F238E27FC236}">
                  <a16:creationId xmlns:a16="http://schemas.microsoft.com/office/drawing/2014/main" id="{80C57AE3-65CD-6D67-CA82-D5CBF8542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70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7" name="Rectangle 125">
              <a:extLst>
                <a:ext uri="{FF2B5EF4-FFF2-40B4-BE49-F238E27FC236}">
                  <a16:creationId xmlns:a16="http://schemas.microsoft.com/office/drawing/2014/main" id="{B14287C1-4B6E-05C9-754F-F9D0DF5C0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611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78" name="Line 126">
              <a:extLst>
                <a:ext uri="{FF2B5EF4-FFF2-40B4-BE49-F238E27FC236}">
                  <a16:creationId xmlns:a16="http://schemas.microsoft.com/office/drawing/2014/main" id="{8D9A1837-B556-86B8-2712-F85C761F3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52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79" name="Line 127">
              <a:extLst>
                <a:ext uri="{FF2B5EF4-FFF2-40B4-BE49-F238E27FC236}">
                  <a16:creationId xmlns:a16="http://schemas.microsoft.com/office/drawing/2014/main" id="{F7413F9E-90C0-B1E3-9571-85D7771FB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52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0" name="Line 128">
              <a:extLst>
                <a:ext uri="{FF2B5EF4-FFF2-40B4-BE49-F238E27FC236}">
                  <a16:creationId xmlns:a16="http://schemas.microsoft.com/office/drawing/2014/main" id="{FD8BB712-4D46-52A9-141D-427562FE1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1" name="Line 129">
              <a:extLst>
                <a:ext uri="{FF2B5EF4-FFF2-40B4-BE49-F238E27FC236}">
                  <a16:creationId xmlns:a16="http://schemas.microsoft.com/office/drawing/2014/main" id="{553358E7-DB31-4BEA-8325-F5E5E806D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1340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2" name="Rectangle 130">
              <a:extLst>
                <a:ext uri="{FF2B5EF4-FFF2-40B4-BE49-F238E27FC236}">
                  <a16:creationId xmlns:a16="http://schemas.microsoft.com/office/drawing/2014/main" id="{84B161C3-BF2C-7EDE-BD40-2C718C348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1260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483" name="Line 131">
              <a:extLst>
                <a:ext uri="{FF2B5EF4-FFF2-40B4-BE49-F238E27FC236}">
                  <a16:creationId xmlns:a16="http://schemas.microsoft.com/office/drawing/2014/main" id="{810BCFB7-8865-B77D-EA4E-B8371BA82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340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4" name="Freeform 132">
              <a:extLst>
                <a:ext uri="{FF2B5EF4-FFF2-40B4-BE49-F238E27FC236}">
                  <a16:creationId xmlns:a16="http://schemas.microsoft.com/office/drawing/2014/main" id="{24E0307B-68FD-DE75-6BD2-5B9306328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340"/>
              <a:ext cx="3446" cy="1106"/>
            </a:xfrm>
            <a:custGeom>
              <a:avLst/>
              <a:gdLst>
                <a:gd name="T0" fmla="*/ 0 w 782"/>
                <a:gd name="T1" fmla="*/ 21472 h 251"/>
                <a:gd name="T2" fmla="*/ 66915 w 782"/>
                <a:gd name="T3" fmla="*/ 21472 h 251"/>
                <a:gd name="T4" fmla="*/ 66915 w 782"/>
                <a:gd name="T5" fmla="*/ 0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1">
                  <a:moveTo>
                    <a:pt x="0" y="251"/>
                  </a:moveTo>
                  <a:lnTo>
                    <a:pt x="782" y="251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5" name="Line 133">
              <a:extLst>
                <a:ext uri="{FF2B5EF4-FFF2-40B4-BE49-F238E27FC236}">
                  <a16:creationId xmlns:a16="http://schemas.microsoft.com/office/drawing/2014/main" id="{AD2B3462-1348-0920-B257-D144FE572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1340"/>
              <a:ext cx="1" cy="11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6" name="Rectangle 134">
              <a:extLst>
                <a:ext uri="{FF2B5EF4-FFF2-40B4-BE49-F238E27FC236}">
                  <a16:creationId xmlns:a16="http://schemas.microsoft.com/office/drawing/2014/main" id="{46C81AC3-3ABB-B605-C172-978F9C59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1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00487" name="Freeform 135">
              <a:extLst>
                <a:ext uri="{FF2B5EF4-FFF2-40B4-BE49-F238E27FC236}">
                  <a16:creationId xmlns:a16="http://schemas.microsoft.com/office/drawing/2014/main" id="{B52E0663-375B-5E07-14E4-365BEC144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8" name="Freeform 136">
              <a:extLst>
                <a:ext uri="{FF2B5EF4-FFF2-40B4-BE49-F238E27FC236}">
                  <a16:creationId xmlns:a16="http://schemas.microsoft.com/office/drawing/2014/main" id="{194F16E9-803A-DD8C-B1B7-658495913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89" name="Freeform 137">
              <a:extLst>
                <a:ext uri="{FF2B5EF4-FFF2-40B4-BE49-F238E27FC236}">
                  <a16:creationId xmlns:a16="http://schemas.microsoft.com/office/drawing/2014/main" id="{BAC7B348-A3E1-33D8-ADC1-56E8C977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0" name="Freeform 138">
              <a:extLst>
                <a:ext uri="{FF2B5EF4-FFF2-40B4-BE49-F238E27FC236}">
                  <a16:creationId xmlns:a16="http://schemas.microsoft.com/office/drawing/2014/main" id="{5BB51EF4-1EEC-9C01-2060-04803EFBC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1" name="Freeform 139">
              <a:extLst>
                <a:ext uri="{FF2B5EF4-FFF2-40B4-BE49-F238E27FC236}">
                  <a16:creationId xmlns:a16="http://schemas.microsoft.com/office/drawing/2014/main" id="{3083A722-E991-585A-BB67-268698B11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2" name="Freeform 140">
              <a:extLst>
                <a:ext uri="{FF2B5EF4-FFF2-40B4-BE49-F238E27FC236}">
                  <a16:creationId xmlns:a16="http://schemas.microsoft.com/office/drawing/2014/main" id="{D1996EFE-9316-238C-23A5-2837CF073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891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3" name="Freeform 141">
              <a:extLst>
                <a:ext uri="{FF2B5EF4-FFF2-40B4-BE49-F238E27FC236}">
                  <a16:creationId xmlns:a16="http://schemas.microsoft.com/office/drawing/2014/main" id="{49206603-665A-E771-4DCC-574F52DB2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168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4" name="Freeform 142">
              <a:extLst>
                <a:ext uri="{FF2B5EF4-FFF2-40B4-BE49-F238E27FC236}">
                  <a16:creationId xmlns:a16="http://schemas.microsoft.com/office/drawing/2014/main" id="{3F0AAF16-8E66-AD1C-E8C2-F672111F8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446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5" name="Freeform 143">
              <a:extLst>
                <a:ext uri="{FF2B5EF4-FFF2-40B4-BE49-F238E27FC236}">
                  <a16:creationId xmlns:a16="http://schemas.microsoft.com/office/drawing/2014/main" id="{E39C7B9E-2F87-9625-2DE7-FC2CF233D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23"/>
              <a:ext cx="3446" cy="1"/>
            </a:xfrm>
            <a:custGeom>
              <a:avLst/>
              <a:gdLst>
                <a:gd name="T0" fmla="*/ 0 w 782"/>
                <a:gd name="T1" fmla="*/ 0 h 1"/>
                <a:gd name="T2" fmla="*/ 66915 w 7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2" h="1">
                  <a:moveTo>
                    <a:pt x="0" y="0"/>
                  </a:move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6" name="Line 144">
              <a:extLst>
                <a:ext uri="{FF2B5EF4-FFF2-40B4-BE49-F238E27FC236}">
                  <a16:creationId xmlns:a16="http://schemas.microsoft.com/office/drawing/2014/main" id="{6AF929E8-0327-D4D2-3C84-D0C8B847A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7" name="Freeform 145">
              <a:extLst>
                <a:ext uri="{FF2B5EF4-FFF2-40B4-BE49-F238E27FC236}">
                  <a16:creationId xmlns:a16="http://schemas.microsoft.com/office/drawing/2014/main" id="{D6B6D665-FE9C-00CF-6275-D2C68C9B8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8" name="Line 146">
              <a:extLst>
                <a:ext uri="{FF2B5EF4-FFF2-40B4-BE49-F238E27FC236}">
                  <a16:creationId xmlns:a16="http://schemas.microsoft.com/office/drawing/2014/main" id="{9FF1CC89-CA29-59DB-A753-A3235793C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613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99" name="Line 147">
              <a:extLst>
                <a:ext uri="{FF2B5EF4-FFF2-40B4-BE49-F238E27FC236}">
                  <a16:creationId xmlns:a16="http://schemas.microsoft.com/office/drawing/2014/main" id="{B4602DF2-45BA-5895-A1F9-0FB8018E9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723"/>
              <a:ext cx="344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0" name="Line 148">
              <a:extLst>
                <a:ext uri="{FF2B5EF4-FFF2-40B4-BE49-F238E27FC236}">
                  <a16:creationId xmlns:a16="http://schemas.microsoft.com/office/drawing/2014/main" id="{CFB75E1A-5F16-C834-022A-AABD9BEB7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613"/>
              <a:ext cx="1" cy="1110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1" name="Line 149">
              <a:extLst>
                <a:ext uri="{FF2B5EF4-FFF2-40B4-BE49-F238E27FC236}">
                  <a16:creationId xmlns:a16="http://schemas.microsoft.com/office/drawing/2014/main" id="{CF5B8FBC-C1E5-0235-1EEF-DE76DF369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2" name="Line 150">
              <a:extLst>
                <a:ext uri="{FF2B5EF4-FFF2-40B4-BE49-F238E27FC236}">
                  <a16:creationId xmlns:a16="http://schemas.microsoft.com/office/drawing/2014/main" id="{B557074C-95E8-2D4A-C522-96571B8FB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3" name="Freeform 151">
              <a:extLst>
                <a:ext uri="{FF2B5EF4-FFF2-40B4-BE49-F238E27FC236}">
                  <a16:creationId xmlns:a16="http://schemas.microsoft.com/office/drawing/2014/main" id="{9B665CED-EEBE-CA48-4E39-7298D3EB6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4" name="Line 152">
              <a:extLst>
                <a:ext uri="{FF2B5EF4-FFF2-40B4-BE49-F238E27FC236}">
                  <a16:creationId xmlns:a16="http://schemas.microsoft.com/office/drawing/2014/main" id="{7D1B6552-6108-54AC-2272-3DF9A6CCC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5" name="Line 153">
              <a:extLst>
                <a:ext uri="{FF2B5EF4-FFF2-40B4-BE49-F238E27FC236}">
                  <a16:creationId xmlns:a16="http://schemas.microsoft.com/office/drawing/2014/main" id="{B65FC829-43F4-D877-2FD7-32836E22B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6" name="Line 154">
              <a:extLst>
                <a:ext uri="{FF2B5EF4-FFF2-40B4-BE49-F238E27FC236}">
                  <a16:creationId xmlns:a16="http://schemas.microsoft.com/office/drawing/2014/main" id="{6F736B5F-5648-12AC-7F8F-5D1708817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9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7" name="Line 155">
              <a:extLst>
                <a:ext uri="{FF2B5EF4-FFF2-40B4-BE49-F238E27FC236}">
                  <a16:creationId xmlns:a16="http://schemas.microsoft.com/office/drawing/2014/main" id="{84E8E07A-6D44-5604-636D-1BC82BB1D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8" name="Freeform 156">
              <a:extLst>
                <a:ext uri="{FF2B5EF4-FFF2-40B4-BE49-F238E27FC236}">
                  <a16:creationId xmlns:a16="http://schemas.microsoft.com/office/drawing/2014/main" id="{073014E1-5149-CB0E-D768-DC8B3CA7E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09" name="Line 157">
              <a:extLst>
                <a:ext uri="{FF2B5EF4-FFF2-40B4-BE49-F238E27FC236}">
                  <a16:creationId xmlns:a16="http://schemas.microsoft.com/office/drawing/2014/main" id="{82D1AD57-8294-0225-3849-C4C767856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0" name="Line 158">
              <a:extLst>
                <a:ext uri="{FF2B5EF4-FFF2-40B4-BE49-F238E27FC236}">
                  <a16:creationId xmlns:a16="http://schemas.microsoft.com/office/drawing/2014/main" id="{70EAF2F0-1023-366F-9F2E-521F4F592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1" name="Freeform 159">
              <a:extLst>
                <a:ext uri="{FF2B5EF4-FFF2-40B4-BE49-F238E27FC236}">
                  <a16:creationId xmlns:a16="http://schemas.microsoft.com/office/drawing/2014/main" id="{DB8888F5-D3D2-5DA7-F3EC-4C1EA4972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2" name="Line 160">
              <a:extLst>
                <a:ext uri="{FF2B5EF4-FFF2-40B4-BE49-F238E27FC236}">
                  <a16:creationId xmlns:a16="http://schemas.microsoft.com/office/drawing/2014/main" id="{1EE5E426-3E51-E258-7B0D-F2595EDBE2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3" name="Line 161">
              <a:extLst>
                <a:ext uri="{FF2B5EF4-FFF2-40B4-BE49-F238E27FC236}">
                  <a16:creationId xmlns:a16="http://schemas.microsoft.com/office/drawing/2014/main" id="{CECE25E5-F80A-1E4D-9182-788F3F1F8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4" name="Freeform 162">
              <a:extLst>
                <a:ext uri="{FF2B5EF4-FFF2-40B4-BE49-F238E27FC236}">
                  <a16:creationId xmlns:a16="http://schemas.microsoft.com/office/drawing/2014/main" id="{0072F56D-043D-288B-23AE-4E0A5CADA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5" name="Line 163">
              <a:extLst>
                <a:ext uri="{FF2B5EF4-FFF2-40B4-BE49-F238E27FC236}">
                  <a16:creationId xmlns:a16="http://schemas.microsoft.com/office/drawing/2014/main" id="{63B530D6-AB1A-A450-6D0E-4E08272C3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7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6" name="Line 164">
              <a:extLst>
                <a:ext uri="{FF2B5EF4-FFF2-40B4-BE49-F238E27FC236}">
                  <a16:creationId xmlns:a16="http://schemas.microsoft.com/office/drawing/2014/main" id="{A4438E77-8A1B-88FE-2215-DD0FD54A8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7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7" name="Freeform 165">
              <a:extLst>
                <a:ext uri="{FF2B5EF4-FFF2-40B4-BE49-F238E27FC236}">
                  <a16:creationId xmlns:a16="http://schemas.microsoft.com/office/drawing/2014/main" id="{100A2E54-CFD9-3E4C-AC8D-1D0A41509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8" name="Line 166">
              <a:extLst>
                <a:ext uri="{FF2B5EF4-FFF2-40B4-BE49-F238E27FC236}">
                  <a16:creationId xmlns:a16="http://schemas.microsoft.com/office/drawing/2014/main" id="{BAC58EF0-B771-8C01-9EB1-FB2FD6270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19" name="Line 167">
              <a:extLst>
                <a:ext uri="{FF2B5EF4-FFF2-40B4-BE49-F238E27FC236}">
                  <a16:creationId xmlns:a16="http://schemas.microsoft.com/office/drawing/2014/main" id="{6293BAC5-F1FA-8C2C-0913-109CF9056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0" name="Freeform 168">
              <a:extLst>
                <a:ext uri="{FF2B5EF4-FFF2-40B4-BE49-F238E27FC236}">
                  <a16:creationId xmlns:a16="http://schemas.microsoft.com/office/drawing/2014/main" id="{9882E53C-C5C0-9BF6-30CC-D144AF072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1" name="Line 169">
              <a:extLst>
                <a:ext uri="{FF2B5EF4-FFF2-40B4-BE49-F238E27FC236}">
                  <a16:creationId xmlns:a16="http://schemas.microsoft.com/office/drawing/2014/main" id="{D6C26E51-8CFB-3566-420B-C650D71CB1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2" name="Line 170">
              <a:extLst>
                <a:ext uri="{FF2B5EF4-FFF2-40B4-BE49-F238E27FC236}">
                  <a16:creationId xmlns:a16="http://schemas.microsoft.com/office/drawing/2014/main" id="{9FB73498-D9B7-FE08-4243-986A47514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3" name="Freeform 171">
              <a:extLst>
                <a:ext uri="{FF2B5EF4-FFF2-40B4-BE49-F238E27FC236}">
                  <a16:creationId xmlns:a16="http://schemas.microsoft.com/office/drawing/2014/main" id="{074CF757-0459-C94D-AE2F-02300D3DD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4" name="Line 172">
              <a:extLst>
                <a:ext uri="{FF2B5EF4-FFF2-40B4-BE49-F238E27FC236}">
                  <a16:creationId xmlns:a16="http://schemas.microsoft.com/office/drawing/2014/main" id="{3E2EC04F-0012-3221-1142-DB15DE51AE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5" name="Line 173">
              <a:extLst>
                <a:ext uri="{FF2B5EF4-FFF2-40B4-BE49-F238E27FC236}">
                  <a16:creationId xmlns:a16="http://schemas.microsoft.com/office/drawing/2014/main" id="{853FDB36-5E61-1728-E74B-2FFEF6E4A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6" name="Freeform 174">
              <a:extLst>
                <a:ext uri="{FF2B5EF4-FFF2-40B4-BE49-F238E27FC236}">
                  <a16:creationId xmlns:a16="http://schemas.microsoft.com/office/drawing/2014/main" id="{18DB4B18-BF53-B747-AFF7-097889B34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7" name="Line 175">
              <a:extLst>
                <a:ext uri="{FF2B5EF4-FFF2-40B4-BE49-F238E27FC236}">
                  <a16:creationId xmlns:a16="http://schemas.microsoft.com/office/drawing/2014/main" id="{A2249B2D-765D-F6D6-2474-026C79442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8" name="Line 176">
              <a:extLst>
                <a:ext uri="{FF2B5EF4-FFF2-40B4-BE49-F238E27FC236}">
                  <a16:creationId xmlns:a16="http://schemas.microsoft.com/office/drawing/2014/main" id="{C23AF5DD-37AB-94E7-536C-B0569CFCE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8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29" name="Freeform 177">
              <a:extLst>
                <a:ext uri="{FF2B5EF4-FFF2-40B4-BE49-F238E27FC236}">
                  <a16:creationId xmlns:a16="http://schemas.microsoft.com/office/drawing/2014/main" id="{794A3ECB-B1C2-6CBB-D3C2-BD794DE89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0" name="Line 178">
              <a:extLst>
                <a:ext uri="{FF2B5EF4-FFF2-40B4-BE49-F238E27FC236}">
                  <a16:creationId xmlns:a16="http://schemas.microsoft.com/office/drawing/2014/main" id="{4EF3B3C4-3F5C-C314-7C83-CDE6391514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1" name="Line 179">
              <a:extLst>
                <a:ext uri="{FF2B5EF4-FFF2-40B4-BE49-F238E27FC236}">
                  <a16:creationId xmlns:a16="http://schemas.microsoft.com/office/drawing/2014/main" id="{283D0A7F-E8C5-BE75-CF52-F594014BB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2" name="Freeform 180">
              <a:extLst>
                <a:ext uri="{FF2B5EF4-FFF2-40B4-BE49-F238E27FC236}">
                  <a16:creationId xmlns:a16="http://schemas.microsoft.com/office/drawing/2014/main" id="{AD74DFBA-1675-E6D4-2B8E-B8C20D499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3" name="Line 181">
              <a:extLst>
                <a:ext uri="{FF2B5EF4-FFF2-40B4-BE49-F238E27FC236}">
                  <a16:creationId xmlns:a16="http://schemas.microsoft.com/office/drawing/2014/main" id="{1E74E431-151F-5E55-EDA0-04AA0FDD1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1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4" name="Line 182">
              <a:extLst>
                <a:ext uri="{FF2B5EF4-FFF2-40B4-BE49-F238E27FC236}">
                  <a16:creationId xmlns:a16="http://schemas.microsoft.com/office/drawing/2014/main" id="{DBBAC743-5E8A-A78B-63DF-1745FEDE8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5" name="Line 183">
              <a:extLst>
                <a:ext uri="{FF2B5EF4-FFF2-40B4-BE49-F238E27FC236}">
                  <a16:creationId xmlns:a16="http://schemas.microsoft.com/office/drawing/2014/main" id="{8E93794A-69A7-0DB5-DC96-0975475D8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6" name="Line 184">
              <a:extLst>
                <a:ext uri="{FF2B5EF4-FFF2-40B4-BE49-F238E27FC236}">
                  <a16:creationId xmlns:a16="http://schemas.microsoft.com/office/drawing/2014/main" id="{93405DF9-09C2-458B-2A31-9F78FC48F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7" name="Freeform 185">
              <a:extLst>
                <a:ext uri="{FF2B5EF4-FFF2-40B4-BE49-F238E27FC236}">
                  <a16:creationId xmlns:a16="http://schemas.microsoft.com/office/drawing/2014/main" id="{B202B4E7-C735-7736-C37E-52296D1DB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8" name="Line 186">
              <a:extLst>
                <a:ext uri="{FF2B5EF4-FFF2-40B4-BE49-F238E27FC236}">
                  <a16:creationId xmlns:a16="http://schemas.microsoft.com/office/drawing/2014/main" id="{6882D6AF-6B90-A40C-87FA-632C7C4A7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39" name="Line 187">
              <a:extLst>
                <a:ext uri="{FF2B5EF4-FFF2-40B4-BE49-F238E27FC236}">
                  <a16:creationId xmlns:a16="http://schemas.microsoft.com/office/drawing/2014/main" id="{9C9E7FE6-0C8D-0275-C573-8912CEF6E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0" name="Freeform 188">
              <a:extLst>
                <a:ext uri="{FF2B5EF4-FFF2-40B4-BE49-F238E27FC236}">
                  <a16:creationId xmlns:a16="http://schemas.microsoft.com/office/drawing/2014/main" id="{719F47E2-3378-348E-CE7C-A92931899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1" name="Line 189">
              <a:extLst>
                <a:ext uri="{FF2B5EF4-FFF2-40B4-BE49-F238E27FC236}">
                  <a16:creationId xmlns:a16="http://schemas.microsoft.com/office/drawing/2014/main" id="{028CAA04-69C6-EF4A-4636-DBDD8087F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2" name="Line 190">
              <a:extLst>
                <a:ext uri="{FF2B5EF4-FFF2-40B4-BE49-F238E27FC236}">
                  <a16:creationId xmlns:a16="http://schemas.microsoft.com/office/drawing/2014/main" id="{6D1CC28B-A1A8-279C-185F-B9BAD12A4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3" name="Freeform 191">
              <a:extLst>
                <a:ext uri="{FF2B5EF4-FFF2-40B4-BE49-F238E27FC236}">
                  <a16:creationId xmlns:a16="http://schemas.microsoft.com/office/drawing/2014/main" id="{9ED94CBE-D649-3FB5-B724-07AA0D2D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4" name="Line 192">
              <a:extLst>
                <a:ext uri="{FF2B5EF4-FFF2-40B4-BE49-F238E27FC236}">
                  <a16:creationId xmlns:a16="http://schemas.microsoft.com/office/drawing/2014/main" id="{1F9235B7-99A5-CF92-D16C-E2A1C7CAD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5" name="Line 193">
              <a:extLst>
                <a:ext uri="{FF2B5EF4-FFF2-40B4-BE49-F238E27FC236}">
                  <a16:creationId xmlns:a16="http://schemas.microsoft.com/office/drawing/2014/main" id="{0EAC6B10-5172-8C0B-E388-B239BA459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6" name="Freeform 194">
              <a:extLst>
                <a:ext uri="{FF2B5EF4-FFF2-40B4-BE49-F238E27FC236}">
                  <a16:creationId xmlns:a16="http://schemas.microsoft.com/office/drawing/2014/main" id="{393F27DF-FB93-C8B1-7A2A-7734581EE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7" name="Line 195">
              <a:extLst>
                <a:ext uri="{FF2B5EF4-FFF2-40B4-BE49-F238E27FC236}">
                  <a16:creationId xmlns:a16="http://schemas.microsoft.com/office/drawing/2014/main" id="{6D4CF023-D3E0-9768-2D8B-C016F07CC6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8" name="Line 196">
              <a:extLst>
                <a:ext uri="{FF2B5EF4-FFF2-40B4-BE49-F238E27FC236}">
                  <a16:creationId xmlns:a16="http://schemas.microsoft.com/office/drawing/2014/main" id="{2DC61038-92E5-9459-9C4D-17B4B1989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49" name="Freeform 197">
              <a:extLst>
                <a:ext uri="{FF2B5EF4-FFF2-40B4-BE49-F238E27FC236}">
                  <a16:creationId xmlns:a16="http://schemas.microsoft.com/office/drawing/2014/main" id="{9BDEF01F-ADBC-A97C-5982-D45AD9681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0" name="Line 198">
              <a:extLst>
                <a:ext uri="{FF2B5EF4-FFF2-40B4-BE49-F238E27FC236}">
                  <a16:creationId xmlns:a16="http://schemas.microsoft.com/office/drawing/2014/main" id="{709E9409-660A-F782-F7C3-6EC53CD52D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1" name="Line 199">
              <a:extLst>
                <a:ext uri="{FF2B5EF4-FFF2-40B4-BE49-F238E27FC236}">
                  <a16:creationId xmlns:a16="http://schemas.microsoft.com/office/drawing/2014/main" id="{82AE38ED-40AF-86A0-1FD2-2FD93B7F1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2" name="Freeform 200">
              <a:extLst>
                <a:ext uri="{FF2B5EF4-FFF2-40B4-BE49-F238E27FC236}">
                  <a16:creationId xmlns:a16="http://schemas.microsoft.com/office/drawing/2014/main" id="{CD871A95-1107-6B5B-0A6D-A4581F1A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3" name="Line 201">
              <a:extLst>
                <a:ext uri="{FF2B5EF4-FFF2-40B4-BE49-F238E27FC236}">
                  <a16:creationId xmlns:a16="http://schemas.microsoft.com/office/drawing/2014/main" id="{420BD2CF-D54E-40EB-E4B4-784385B0B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4" name="Line 202">
              <a:extLst>
                <a:ext uri="{FF2B5EF4-FFF2-40B4-BE49-F238E27FC236}">
                  <a16:creationId xmlns:a16="http://schemas.microsoft.com/office/drawing/2014/main" id="{DA3B8654-A5A8-ED6B-BB8E-437C599D8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5" name="Freeform 203">
              <a:extLst>
                <a:ext uri="{FF2B5EF4-FFF2-40B4-BE49-F238E27FC236}">
                  <a16:creationId xmlns:a16="http://schemas.microsoft.com/office/drawing/2014/main" id="{C726B61F-2B16-6ECD-7A2D-DCDE487DE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6" name="Line 204">
              <a:extLst>
                <a:ext uri="{FF2B5EF4-FFF2-40B4-BE49-F238E27FC236}">
                  <a16:creationId xmlns:a16="http://schemas.microsoft.com/office/drawing/2014/main" id="{7292E22D-7EAE-09BB-582C-A744C1B30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8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7" name="Line 205">
              <a:extLst>
                <a:ext uri="{FF2B5EF4-FFF2-40B4-BE49-F238E27FC236}">
                  <a16:creationId xmlns:a16="http://schemas.microsoft.com/office/drawing/2014/main" id="{E697AA5E-CBFE-1666-91E4-3B2E46848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8" name="Freeform 206">
              <a:extLst>
                <a:ext uri="{FF2B5EF4-FFF2-40B4-BE49-F238E27FC236}">
                  <a16:creationId xmlns:a16="http://schemas.microsoft.com/office/drawing/2014/main" id="{8B704841-2680-3545-CBC5-0C8AD0E1D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59" name="Line 207">
              <a:extLst>
                <a:ext uri="{FF2B5EF4-FFF2-40B4-BE49-F238E27FC236}">
                  <a16:creationId xmlns:a16="http://schemas.microsoft.com/office/drawing/2014/main" id="{AC557243-5F2C-EA8A-EA2C-571B6E558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0" name="Line 208">
              <a:extLst>
                <a:ext uri="{FF2B5EF4-FFF2-40B4-BE49-F238E27FC236}">
                  <a16:creationId xmlns:a16="http://schemas.microsoft.com/office/drawing/2014/main" id="{3FB4D1AA-7137-B167-81C2-7FE781C2D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1" name="Freeform 209">
              <a:extLst>
                <a:ext uri="{FF2B5EF4-FFF2-40B4-BE49-F238E27FC236}">
                  <a16:creationId xmlns:a16="http://schemas.microsoft.com/office/drawing/2014/main" id="{65CB62BA-04FB-82C1-B01A-C8B9DB8E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2" name="Line 210">
              <a:extLst>
                <a:ext uri="{FF2B5EF4-FFF2-40B4-BE49-F238E27FC236}">
                  <a16:creationId xmlns:a16="http://schemas.microsoft.com/office/drawing/2014/main" id="{F17E8A6C-0637-8C68-0A5D-BF609CE3D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3" name="Line 211">
              <a:extLst>
                <a:ext uri="{FF2B5EF4-FFF2-40B4-BE49-F238E27FC236}">
                  <a16:creationId xmlns:a16="http://schemas.microsoft.com/office/drawing/2014/main" id="{30D85E40-0F1B-6CB9-BEB0-27B36D049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4" name="Line 212">
              <a:extLst>
                <a:ext uri="{FF2B5EF4-FFF2-40B4-BE49-F238E27FC236}">
                  <a16:creationId xmlns:a16="http://schemas.microsoft.com/office/drawing/2014/main" id="{15989606-3B83-E754-4A4E-72952C710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4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5" name="Line 213">
              <a:extLst>
                <a:ext uri="{FF2B5EF4-FFF2-40B4-BE49-F238E27FC236}">
                  <a16:creationId xmlns:a16="http://schemas.microsoft.com/office/drawing/2014/main" id="{7EF4D14D-51CC-8E86-48E6-45FB00DE9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6" name="Freeform 214">
              <a:extLst>
                <a:ext uri="{FF2B5EF4-FFF2-40B4-BE49-F238E27FC236}">
                  <a16:creationId xmlns:a16="http://schemas.microsoft.com/office/drawing/2014/main" id="{C8E6FB88-78D9-CAB2-EEEB-079BF4F5D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7" name="Line 215">
              <a:extLst>
                <a:ext uri="{FF2B5EF4-FFF2-40B4-BE49-F238E27FC236}">
                  <a16:creationId xmlns:a16="http://schemas.microsoft.com/office/drawing/2014/main" id="{A1394408-7E13-1012-9A6C-2B9A7889F7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8" name="Line 216">
              <a:extLst>
                <a:ext uri="{FF2B5EF4-FFF2-40B4-BE49-F238E27FC236}">
                  <a16:creationId xmlns:a16="http://schemas.microsoft.com/office/drawing/2014/main" id="{43D97781-7C68-95B2-CEF0-80E47751D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69" name="Freeform 217">
              <a:extLst>
                <a:ext uri="{FF2B5EF4-FFF2-40B4-BE49-F238E27FC236}">
                  <a16:creationId xmlns:a16="http://schemas.microsoft.com/office/drawing/2014/main" id="{BA2B76AF-61A3-6E8C-95F1-E19986AE6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0" name="Line 218">
              <a:extLst>
                <a:ext uri="{FF2B5EF4-FFF2-40B4-BE49-F238E27FC236}">
                  <a16:creationId xmlns:a16="http://schemas.microsoft.com/office/drawing/2014/main" id="{A5293C09-BCDC-AB01-0709-B84B10FA7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2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1" name="Line 219">
              <a:extLst>
                <a:ext uri="{FF2B5EF4-FFF2-40B4-BE49-F238E27FC236}">
                  <a16:creationId xmlns:a16="http://schemas.microsoft.com/office/drawing/2014/main" id="{4750AD2D-3E7D-CE0A-E261-F0630BF46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2" name="Freeform 220">
              <a:extLst>
                <a:ext uri="{FF2B5EF4-FFF2-40B4-BE49-F238E27FC236}">
                  <a16:creationId xmlns:a16="http://schemas.microsoft.com/office/drawing/2014/main" id="{C0FA74E1-55FB-A9F4-B645-EC3E5037F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3" name="Line 221">
              <a:extLst>
                <a:ext uri="{FF2B5EF4-FFF2-40B4-BE49-F238E27FC236}">
                  <a16:creationId xmlns:a16="http://schemas.microsoft.com/office/drawing/2014/main" id="{8DC85928-FCC3-3847-D71E-3BEAA89B62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3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4" name="Line 222">
              <a:extLst>
                <a:ext uri="{FF2B5EF4-FFF2-40B4-BE49-F238E27FC236}">
                  <a16:creationId xmlns:a16="http://schemas.microsoft.com/office/drawing/2014/main" id="{096FF147-FBA6-A4E6-0324-D385DD008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5" name="Freeform 223">
              <a:extLst>
                <a:ext uri="{FF2B5EF4-FFF2-40B4-BE49-F238E27FC236}">
                  <a16:creationId xmlns:a16="http://schemas.microsoft.com/office/drawing/2014/main" id="{E3B9D17C-6A72-ADEA-040D-6B6C5BE49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6" name="Line 224">
              <a:extLst>
                <a:ext uri="{FF2B5EF4-FFF2-40B4-BE49-F238E27FC236}">
                  <a16:creationId xmlns:a16="http://schemas.microsoft.com/office/drawing/2014/main" id="{6619DAE5-9A05-0808-FD9D-A0AF7A0662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5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7" name="Line 225">
              <a:extLst>
                <a:ext uri="{FF2B5EF4-FFF2-40B4-BE49-F238E27FC236}">
                  <a16:creationId xmlns:a16="http://schemas.microsoft.com/office/drawing/2014/main" id="{1CC4ED2F-FE53-A1BE-D22A-A9A2097AB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5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8" name="Freeform 226">
              <a:extLst>
                <a:ext uri="{FF2B5EF4-FFF2-40B4-BE49-F238E27FC236}">
                  <a16:creationId xmlns:a16="http://schemas.microsoft.com/office/drawing/2014/main" id="{8B5B4C51-EB0E-61C2-4BD7-42ECFB29D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79" name="Line 227">
              <a:extLst>
                <a:ext uri="{FF2B5EF4-FFF2-40B4-BE49-F238E27FC236}">
                  <a16:creationId xmlns:a16="http://schemas.microsoft.com/office/drawing/2014/main" id="{681DDEC6-3DEC-24A1-0CE1-4ACCD3418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0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0" name="Line 228">
              <a:extLst>
                <a:ext uri="{FF2B5EF4-FFF2-40B4-BE49-F238E27FC236}">
                  <a16:creationId xmlns:a16="http://schemas.microsoft.com/office/drawing/2014/main" id="{10847513-83EB-4CC0-6756-F5F11018D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1" name="Freeform 229">
              <a:extLst>
                <a:ext uri="{FF2B5EF4-FFF2-40B4-BE49-F238E27FC236}">
                  <a16:creationId xmlns:a16="http://schemas.microsoft.com/office/drawing/2014/main" id="{D3A0B12F-7407-DB08-5799-89DFF3125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2" name="Line 230">
              <a:extLst>
                <a:ext uri="{FF2B5EF4-FFF2-40B4-BE49-F238E27FC236}">
                  <a16:creationId xmlns:a16="http://schemas.microsoft.com/office/drawing/2014/main" id="{90639E66-16A0-C0F2-B238-914F5C898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6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3" name="Line 231">
              <a:extLst>
                <a:ext uri="{FF2B5EF4-FFF2-40B4-BE49-F238E27FC236}">
                  <a16:creationId xmlns:a16="http://schemas.microsoft.com/office/drawing/2014/main" id="{D5C98115-4166-76DE-3806-F869F9ECE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6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4" name="Freeform 232">
              <a:extLst>
                <a:ext uri="{FF2B5EF4-FFF2-40B4-BE49-F238E27FC236}">
                  <a16:creationId xmlns:a16="http://schemas.microsoft.com/office/drawing/2014/main" id="{66CB65F0-78D8-1E61-8570-DEDCCD08C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5" name="Line 233">
              <a:extLst>
                <a:ext uri="{FF2B5EF4-FFF2-40B4-BE49-F238E27FC236}">
                  <a16:creationId xmlns:a16="http://schemas.microsoft.com/office/drawing/2014/main" id="{18B2FE50-38D8-AFFF-DB33-D9CB166B4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6" name="Line 234">
              <a:extLst>
                <a:ext uri="{FF2B5EF4-FFF2-40B4-BE49-F238E27FC236}">
                  <a16:creationId xmlns:a16="http://schemas.microsoft.com/office/drawing/2014/main" id="{95364183-1D58-1BEB-0A1A-0AA05B56E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7" name="Freeform 235">
              <a:extLst>
                <a:ext uri="{FF2B5EF4-FFF2-40B4-BE49-F238E27FC236}">
                  <a16:creationId xmlns:a16="http://schemas.microsoft.com/office/drawing/2014/main" id="{6ADB6640-DEF7-35B2-68DA-F2D288A9A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8" name="Line 236">
              <a:extLst>
                <a:ext uri="{FF2B5EF4-FFF2-40B4-BE49-F238E27FC236}">
                  <a16:creationId xmlns:a16="http://schemas.microsoft.com/office/drawing/2014/main" id="{B4218C1F-BEA2-5C24-21AD-5AF54BD0E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3706"/>
              <a:ext cx="1" cy="17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89" name="Line 237">
              <a:extLst>
                <a:ext uri="{FF2B5EF4-FFF2-40B4-BE49-F238E27FC236}">
                  <a16:creationId xmlns:a16="http://schemas.microsoft.com/office/drawing/2014/main" id="{10329423-F897-58FA-6C17-E1B22ABA2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2613"/>
              <a:ext cx="1" cy="13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0" name="Freeform 238">
              <a:extLst>
                <a:ext uri="{FF2B5EF4-FFF2-40B4-BE49-F238E27FC236}">
                  <a16:creationId xmlns:a16="http://schemas.microsoft.com/office/drawing/2014/main" id="{AC7912EC-9CC9-5DBC-3ED5-7F3F665A6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613"/>
              <a:ext cx="1" cy="1110"/>
            </a:xfrm>
            <a:custGeom>
              <a:avLst/>
              <a:gdLst>
                <a:gd name="T0" fmla="*/ 0 w 1"/>
                <a:gd name="T1" fmla="*/ 21535 h 252"/>
                <a:gd name="T2" fmla="*/ 0 w 1"/>
                <a:gd name="T3" fmla="*/ 0 h 2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6666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1" name="Line 239">
              <a:extLst>
                <a:ext uri="{FF2B5EF4-FFF2-40B4-BE49-F238E27FC236}">
                  <a16:creationId xmlns:a16="http://schemas.microsoft.com/office/drawing/2014/main" id="{A354092B-B40A-FD98-359E-9ED8520A3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1" y="3688"/>
              <a:ext cx="1" cy="35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2" name="Line 240">
              <a:extLst>
                <a:ext uri="{FF2B5EF4-FFF2-40B4-BE49-F238E27FC236}">
                  <a16:creationId xmlns:a16="http://schemas.microsoft.com/office/drawing/2014/main" id="{190F1DAE-222F-DC04-1D1C-5A1600E72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2613"/>
              <a:ext cx="1" cy="3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3" name="Line 241">
              <a:extLst>
                <a:ext uri="{FF2B5EF4-FFF2-40B4-BE49-F238E27FC236}">
                  <a16:creationId xmlns:a16="http://schemas.microsoft.com/office/drawing/2014/main" id="{343DEA6C-A1A7-F921-18C5-CF5DBDCC3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4" name="Line 242">
              <a:extLst>
                <a:ext uri="{FF2B5EF4-FFF2-40B4-BE49-F238E27FC236}">
                  <a16:creationId xmlns:a16="http://schemas.microsoft.com/office/drawing/2014/main" id="{23003148-8EBE-C59C-EAC5-043F36692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613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5" name="Rectangle 243">
              <a:extLst>
                <a:ext uri="{FF2B5EF4-FFF2-40B4-BE49-F238E27FC236}">
                  <a16:creationId xmlns:a16="http://schemas.microsoft.com/office/drawing/2014/main" id="{B5FB7C62-9353-FA43-E18F-91294FF33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6" y="3600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0°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0596" name="Line 244">
              <a:extLst>
                <a:ext uri="{FF2B5EF4-FFF2-40B4-BE49-F238E27FC236}">
                  <a16:creationId xmlns:a16="http://schemas.microsoft.com/office/drawing/2014/main" id="{FF788D7E-2BD6-EE27-AE24-C67AF9059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891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7" name="Line 245">
              <a:extLst>
                <a:ext uri="{FF2B5EF4-FFF2-40B4-BE49-F238E27FC236}">
                  <a16:creationId xmlns:a16="http://schemas.microsoft.com/office/drawing/2014/main" id="{848CCD10-DEFC-D905-3919-F0C459D19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2891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598" name="Rectangle 246">
              <a:extLst>
                <a:ext uri="{FF2B5EF4-FFF2-40B4-BE49-F238E27FC236}">
                  <a16:creationId xmlns:a16="http://schemas.microsoft.com/office/drawing/2014/main" id="{150070EA-7AFE-DB7A-3CC5-4254FCBA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3366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45°</a:t>
              </a:r>
            </a:p>
          </p:txBody>
        </p:sp>
        <p:sp>
          <p:nvSpPr>
            <p:cNvPr id="100599" name="Line 247">
              <a:extLst>
                <a:ext uri="{FF2B5EF4-FFF2-40B4-BE49-F238E27FC236}">
                  <a16:creationId xmlns:a16="http://schemas.microsoft.com/office/drawing/2014/main" id="{81CEBD47-F88B-2268-5140-19E7ED443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168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0" name="Line 248">
              <a:extLst>
                <a:ext uri="{FF2B5EF4-FFF2-40B4-BE49-F238E27FC236}">
                  <a16:creationId xmlns:a16="http://schemas.microsoft.com/office/drawing/2014/main" id="{E35BBBA9-8ABA-BAC5-BBB3-6D0D69A80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3168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1" name="Rectangle 249">
              <a:extLst>
                <a:ext uri="{FF2B5EF4-FFF2-40B4-BE49-F238E27FC236}">
                  <a16:creationId xmlns:a16="http://schemas.microsoft.com/office/drawing/2014/main" id="{56CB3955-19F2-DAB9-17F1-B8C7A268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075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90°</a:t>
              </a:r>
            </a:p>
          </p:txBody>
        </p:sp>
        <p:sp>
          <p:nvSpPr>
            <p:cNvPr id="100602" name="Line 250">
              <a:extLst>
                <a:ext uri="{FF2B5EF4-FFF2-40B4-BE49-F238E27FC236}">
                  <a16:creationId xmlns:a16="http://schemas.microsoft.com/office/drawing/2014/main" id="{4B6479C8-A731-670A-74F7-69BAADF00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446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3" name="Line 251">
              <a:extLst>
                <a:ext uri="{FF2B5EF4-FFF2-40B4-BE49-F238E27FC236}">
                  <a16:creationId xmlns:a16="http://schemas.microsoft.com/office/drawing/2014/main" id="{B744C7D3-6533-BFDD-851A-E6E9C2A93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3446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4" name="Rectangle 252">
              <a:extLst>
                <a:ext uri="{FF2B5EF4-FFF2-40B4-BE49-F238E27FC236}">
                  <a16:creationId xmlns:a16="http://schemas.microsoft.com/office/drawing/2014/main" id="{2887091E-1540-34DE-ED86-1CFC24DD5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2784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135°</a:t>
              </a:r>
            </a:p>
          </p:txBody>
        </p:sp>
        <p:sp>
          <p:nvSpPr>
            <p:cNvPr id="100605" name="Line 253">
              <a:extLst>
                <a:ext uri="{FF2B5EF4-FFF2-40B4-BE49-F238E27FC236}">
                  <a16:creationId xmlns:a16="http://schemas.microsoft.com/office/drawing/2014/main" id="{248D593D-CB9E-1DB9-AA17-EB35ED772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723"/>
              <a:ext cx="31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6" name="Line 254">
              <a:extLst>
                <a:ext uri="{FF2B5EF4-FFF2-40B4-BE49-F238E27FC236}">
                  <a16:creationId xmlns:a16="http://schemas.microsoft.com/office/drawing/2014/main" id="{25A97480-7094-0755-6FD2-C85519044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5" y="3723"/>
              <a:ext cx="36" cy="1"/>
            </a:xfrm>
            <a:prstGeom prst="line">
              <a:avLst/>
            </a:prstGeom>
            <a:noFill/>
            <a:ln w="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7" name="Rectangle 255">
              <a:extLst>
                <a:ext uri="{FF2B5EF4-FFF2-40B4-BE49-F238E27FC236}">
                  <a16:creationId xmlns:a16="http://schemas.microsoft.com/office/drawing/2014/main" id="{DF2A0DFF-1766-201E-5BA1-515365780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23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</a:rPr>
                <a:t>180°</a:t>
              </a:r>
            </a:p>
          </p:txBody>
        </p:sp>
        <p:sp>
          <p:nvSpPr>
            <p:cNvPr id="100608" name="Line 256">
              <a:extLst>
                <a:ext uri="{FF2B5EF4-FFF2-40B4-BE49-F238E27FC236}">
                  <a16:creationId xmlns:a16="http://schemas.microsoft.com/office/drawing/2014/main" id="{3088A5C0-F5F5-222A-37BA-34750DE27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613"/>
              <a:ext cx="34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09" name="Freeform 257">
              <a:extLst>
                <a:ext uri="{FF2B5EF4-FFF2-40B4-BE49-F238E27FC236}">
                  <a16:creationId xmlns:a16="http://schemas.microsoft.com/office/drawing/2014/main" id="{75F6CB0D-9972-BA20-B7A5-710096804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613"/>
              <a:ext cx="3446" cy="1110"/>
            </a:xfrm>
            <a:custGeom>
              <a:avLst/>
              <a:gdLst>
                <a:gd name="T0" fmla="*/ 0 w 782"/>
                <a:gd name="T1" fmla="*/ 21535 h 252"/>
                <a:gd name="T2" fmla="*/ 66915 w 782"/>
                <a:gd name="T3" fmla="*/ 21535 h 252"/>
                <a:gd name="T4" fmla="*/ 66915 w 782"/>
                <a:gd name="T5" fmla="*/ 0 h 2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2" h="252">
                  <a:moveTo>
                    <a:pt x="0" y="252"/>
                  </a:moveTo>
                  <a:lnTo>
                    <a:pt x="782" y="252"/>
                  </a:lnTo>
                  <a:lnTo>
                    <a:pt x="7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10" name="Line 258">
              <a:extLst>
                <a:ext uri="{FF2B5EF4-FFF2-40B4-BE49-F238E27FC236}">
                  <a16:creationId xmlns:a16="http://schemas.microsoft.com/office/drawing/2014/main" id="{F5A4DB7B-82B6-89EE-296E-70156ECEE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5" y="2613"/>
              <a:ext cx="1" cy="1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11" name="Freeform 259">
              <a:extLst>
                <a:ext uri="{FF2B5EF4-FFF2-40B4-BE49-F238E27FC236}">
                  <a16:creationId xmlns:a16="http://schemas.microsoft.com/office/drawing/2014/main" id="{E976B502-BCDC-611E-63D2-C55278C32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168"/>
              <a:ext cx="3446" cy="1"/>
            </a:xfrm>
            <a:custGeom>
              <a:avLst/>
              <a:gdLst>
                <a:gd name="T0" fmla="*/ 0 w 3446"/>
                <a:gd name="T1" fmla="*/ 0 h 1"/>
                <a:gd name="T2" fmla="*/ 84 w 3446"/>
                <a:gd name="T3" fmla="*/ 0 h 1"/>
                <a:gd name="T4" fmla="*/ 167 w 3446"/>
                <a:gd name="T5" fmla="*/ 0 h 1"/>
                <a:gd name="T6" fmla="*/ 251 w 3446"/>
                <a:gd name="T7" fmla="*/ 0 h 1"/>
                <a:gd name="T8" fmla="*/ 335 w 3446"/>
                <a:gd name="T9" fmla="*/ 0 h 1"/>
                <a:gd name="T10" fmla="*/ 419 w 3446"/>
                <a:gd name="T11" fmla="*/ 0 h 1"/>
                <a:gd name="T12" fmla="*/ 502 w 3446"/>
                <a:gd name="T13" fmla="*/ 0 h 1"/>
                <a:gd name="T14" fmla="*/ 586 w 3446"/>
                <a:gd name="T15" fmla="*/ 0 h 1"/>
                <a:gd name="T16" fmla="*/ 670 w 3446"/>
                <a:gd name="T17" fmla="*/ 0 h 1"/>
                <a:gd name="T18" fmla="*/ 753 w 3446"/>
                <a:gd name="T19" fmla="*/ 0 h 1"/>
                <a:gd name="T20" fmla="*/ 837 w 3446"/>
                <a:gd name="T21" fmla="*/ 0 h 1"/>
                <a:gd name="T22" fmla="*/ 921 w 3446"/>
                <a:gd name="T23" fmla="*/ 0 h 1"/>
                <a:gd name="T24" fmla="*/ 1005 w 3446"/>
                <a:gd name="T25" fmla="*/ 0 h 1"/>
                <a:gd name="T26" fmla="*/ 1088 w 3446"/>
                <a:gd name="T27" fmla="*/ 0 h 1"/>
                <a:gd name="T28" fmla="*/ 1176 w 3446"/>
                <a:gd name="T29" fmla="*/ 0 h 1"/>
                <a:gd name="T30" fmla="*/ 1260 w 3446"/>
                <a:gd name="T31" fmla="*/ 0 h 1"/>
                <a:gd name="T32" fmla="*/ 1344 w 3446"/>
                <a:gd name="T33" fmla="*/ 0 h 1"/>
                <a:gd name="T34" fmla="*/ 1428 w 3446"/>
                <a:gd name="T35" fmla="*/ 0 h 1"/>
                <a:gd name="T36" fmla="*/ 1511 w 3446"/>
                <a:gd name="T37" fmla="*/ 0 h 1"/>
                <a:gd name="T38" fmla="*/ 1595 w 3446"/>
                <a:gd name="T39" fmla="*/ 0 h 1"/>
                <a:gd name="T40" fmla="*/ 1679 w 3446"/>
                <a:gd name="T41" fmla="*/ 0 h 1"/>
                <a:gd name="T42" fmla="*/ 1762 w 3446"/>
                <a:gd name="T43" fmla="*/ 0 h 1"/>
                <a:gd name="T44" fmla="*/ 1846 w 3446"/>
                <a:gd name="T45" fmla="*/ 0 h 1"/>
                <a:gd name="T46" fmla="*/ 1930 w 3446"/>
                <a:gd name="T47" fmla="*/ 0 h 1"/>
                <a:gd name="T48" fmla="*/ 2014 w 3446"/>
                <a:gd name="T49" fmla="*/ 0 h 1"/>
                <a:gd name="T50" fmla="*/ 2097 w 3446"/>
                <a:gd name="T51" fmla="*/ 0 h 1"/>
                <a:gd name="T52" fmla="*/ 2181 w 3446"/>
                <a:gd name="T53" fmla="*/ 0 h 1"/>
                <a:gd name="T54" fmla="*/ 2265 w 3446"/>
                <a:gd name="T55" fmla="*/ 0 h 1"/>
                <a:gd name="T56" fmla="*/ 2353 w 3446"/>
                <a:gd name="T57" fmla="*/ 0 h 1"/>
                <a:gd name="T58" fmla="*/ 2437 w 3446"/>
                <a:gd name="T59" fmla="*/ 0 h 1"/>
                <a:gd name="T60" fmla="*/ 2520 w 3446"/>
                <a:gd name="T61" fmla="*/ 0 h 1"/>
                <a:gd name="T62" fmla="*/ 2604 w 3446"/>
                <a:gd name="T63" fmla="*/ 0 h 1"/>
                <a:gd name="T64" fmla="*/ 2688 w 3446"/>
                <a:gd name="T65" fmla="*/ 0 h 1"/>
                <a:gd name="T66" fmla="*/ 2771 w 3446"/>
                <a:gd name="T67" fmla="*/ 0 h 1"/>
                <a:gd name="T68" fmla="*/ 2855 w 3446"/>
                <a:gd name="T69" fmla="*/ 0 h 1"/>
                <a:gd name="T70" fmla="*/ 2939 w 3446"/>
                <a:gd name="T71" fmla="*/ 0 h 1"/>
                <a:gd name="T72" fmla="*/ 3023 w 3446"/>
                <a:gd name="T73" fmla="*/ 0 h 1"/>
                <a:gd name="T74" fmla="*/ 3106 w 3446"/>
                <a:gd name="T75" fmla="*/ 0 h 1"/>
                <a:gd name="T76" fmla="*/ 3190 w 3446"/>
                <a:gd name="T77" fmla="*/ 0 h 1"/>
                <a:gd name="T78" fmla="*/ 3274 w 3446"/>
                <a:gd name="T79" fmla="*/ 0 h 1"/>
                <a:gd name="T80" fmla="*/ 3357 w 3446"/>
                <a:gd name="T81" fmla="*/ 0 h 1"/>
                <a:gd name="T82" fmla="*/ 3446 w 3446"/>
                <a:gd name="T83" fmla="*/ 0 h 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446" h="1">
                  <a:moveTo>
                    <a:pt x="0" y="0"/>
                  </a:moveTo>
                  <a:lnTo>
                    <a:pt x="84" y="0"/>
                  </a:lnTo>
                  <a:lnTo>
                    <a:pt x="167" y="0"/>
                  </a:lnTo>
                  <a:lnTo>
                    <a:pt x="251" y="0"/>
                  </a:lnTo>
                  <a:lnTo>
                    <a:pt x="335" y="0"/>
                  </a:lnTo>
                  <a:lnTo>
                    <a:pt x="419" y="0"/>
                  </a:lnTo>
                  <a:lnTo>
                    <a:pt x="502" y="0"/>
                  </a:lnTo>
                  <a:lnTo>
                    <a:pt x="586" y="0"/>
                  </a:lnTo>
                  <a:lnTo>
                    <a:pt x="670" y="0"/>
                  </a:lnTo>
                  <a:lnTo>
                    <a:pt x="753" y="0"/>
                  </a:lnTo>
                  <a:lnTo>
                    <a:pt x="837" y="0"/>
                  </a:lnTo>
                  <a:lnTo>
                    <a:pt x="921" y="0"/>
                  </a:lnTo>
                  <a:lnTo>
                    <a:pt x="1005" y="0"/>
                  </a:lnTo>
                  <a:lnTo>
                    <a:pt x="1088" y="0"/>
                  </a:lnTo>
                  <a:lnTo>
                    <a:pt x="1176" y="0"/>
                  </a:lnTo>
                  <a:lnTo>
                    <a:pt x="1260" y="0"/>
                  </a:lnTo>
                  <a:lnTo>
                    <a:pt x="1344" y="0"/>
                  </a:lnTo>
                  <a:lnTo>
                    <a:pt x="1428" y="0"/>
                  </a:lnTo>
                  <a:lnTo>
                    <a:pt x="1511" y="0"/>
                  </a:lnTo>
                  <a:lnTo>
                    <a:pt x="1595" y="0"/>
                  </a:lnTo>
                  <a:lnTo>
                    <a:pt x="1679" y="0"/>
                  </a:lnTo>
                  <a:lnTo>
                    <a:pt x="1762" y="0"/>
                  </a:lnTo>
                  <a:lnTo>
                    <a:pt x="1846" y="0"/>
                  </a:lnTo>
                  <a:lnTo>
                    <a:pt x="1930" y="0"/>
                  </a:lnTo>
                  <a:lnTo>
                    <a:pt x="2014" y="0"/>
                  </a:lnTo>
                  <a:lnTo>
                    <a:pt x="2097" y="0"/>
                  </a:lnTo>
                  <a:lnTo>
                    <a:pt x="2181" y="0"/>
                  </a:lnTo>
                  <a:lnTo>
                    <a:pt x="2265" y="0"/>
                  </a:lnTo>
                  <a:lnTo>
                    <a:pt x="2353" y="0"/>
                  </a:lnTo>
                  <a:lnTo>
                    <a:pt x="2437" y="0"/>
                  </a:lnTo>
                  <a:lnTo>
                    <a:pt x="2520" y="0"/>
                  </a:lnTo>
                  <a:lnTo>
                    <a:pt x="2604" y="0"/>
                  </a:lnTo>
                  <a:lnTo>
                    <a:pt x="2688" y="0"/>
                  </a:lnTo>
                  <a:lnTo>
                    <a:pt x="2771" y="0"/>
                  </a:lnTo>
                  <a:lnTo>
                    <a:pt x="2855" y="0"/>
                  </a:lnTo>
                  <a:lnTo>
                    <a:pt x="2939" y="0"/>
                  </a:lnTo>
                  <a:lnTo>
                    <a:pt x="3023" y="0"/>
                  </a:lnTo>
                  <a:lnTo>
                    <a:pt x="3106" y="0"/>
                  </a:lnTo>
                  <a:lnTo>
                    <a:pt x="3190" y="0"/>
                  </a:lnTo>
                  <a:lnTo>
                    <a:pt x="3274" y="0"/>
                  </a:lnTo>
                  <a:lnTo>
                    <a:pt x="3357" y="0"/>
                  </a:lnTo>
                  <a:lnTo>
                    <a:pt x="3446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612" name="Text Box 260">
              <a:extLst>
                <a:ext uri="{FF2B5EF4-FFF2-40B4-BE49-F238E27FC236}">
                  <a16:creationId xmlns:a16="http://schemas.microsoft.com/office/drawing/2014/main" id="{A6D0F387-90A0-92E8-46A7-B13A13BE7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734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100613" name="Text Box 261">
              <a:extLst>
                <a:ext uri="{FF2B5EF4-FFF2-40B4-BE49-F238E27FC236}">
                  <a16:creationId xmlns:a16="http://schemas.microsoft.com/office/drawing/2014/main" id="{F78DBD66-4387-0B1C-FBA5-561C0B58D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3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614" name="Text Box 262">
              <a:extLst>
                <a:ext uri="{FF2B5EF4-FFF2-40B4-BE49-F238E27FC236}">
                  <a16:creationId xmlns:a16="http://schemas.microsoft.com/office/drawing/2014/main" id="{0DC9702F-37A4-AB2B-00FF-1D11F02E2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734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0615" name="Text Box 263">
              <a:extLst>
                <a:ext uri="{FF2B5EF4-FFF2-40B4-BE49-F238E27FC236}">
                  <a16:creationId xmlns:a16="http://schemas.microsoft.com/office/drawing/2014/main" id="{F0031A8B-30DC-4E61-000E-A5BBDA6FD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4" y="3734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00616" name="Rectangle 264">
              <a:extLst>
                <a:ext uri="{FF2B5EF4-FFF2-40B4-BE49-F238E27FC236}">
                  <a16:creationId xmlns:a16="http://schemas.microsoft.com/office/drawing/2014/main" id="{2DA90002-E439-121C-BAA1-31D01956A4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44" y="1764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L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)/ (dB)</a:t>
              </a:r>
            </a:p>
          </p:txBody>
        </p:sp>
        <p:sp>
          <p:nvSpPr>
            <p:cNvPr id="100617" name="Rectangle 265">
              <a:extLst>
                <a:ext uri="{FF2B5EF4-FFF2-40B4-BE49-F238E27FC236}">
                  <a16:creationId xmlns:a16="http://schemas.microsoft.com/office/drawing/2014/main" id="{F9D3A1FE-4157-953E-04E7-7E54A68FE5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66" y="3006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>
          <p:nvSpPr>
            <p:cNvPr id="100618" name="Rectangle 266">
              <a:extLst>
                <a:ext uri="{FF2B5EF4-FFF2-40B4-BE49-F238E27FC236}">
                  <a16:creationId xmlns:a16="http://schemas.microsoft.com/office/drawing/2014/main" id="{8DF27F29-9AC1-2DAA-A0CA-69E23A0A4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056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  <p:sp>
          <p:nvSpPr>
            <p:cNvPr id="100619" name="Rectangle 267">
              <a:extLst>
                <a:ext uri="{FF2B5EF4-FFF2-40B4-BE49-F238E27FC236}">
                  <a16:creationId xmlns:a16="http://schemas.microsoft.com/office/drawing/2014/main" id="{C503EB5F-E47D-26AA-4667-837B438B3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887"/>
              <a:ext cx="10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  <p:sp useBgFill="1">
          <p:nvSpPr>
            <p:cNvPr id="100620" name="Rectangle 268">
              <a:extLst>
                <a:ext uri="{FF2B5EF4-FFF2-40B4-BE49-F238E27FC236}">
                  <a16:creationId xmlns:a16="http://schemas.microsoft.com/office/drawing/2014/main" id="{792A06BC-7263-F48C-455A-AAF2D103C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776"/>
              <a:ext cx="851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20dB/dec</a:t>
              </a:r>
            </a:p>
          </p:txBody>
        </p:sp>
        <p:sp>
          <p:nvSpPr>
            <p:cNvPr id="100621" name="Line 269">
              <a:extLst>
                <a:ext uri="{FF2B5EF4-FFF2-40B4-BE49-F238E27FC236}">
                  <a16:creationId xmlns:a16="http://schemas.microsoft.com/office/drawing/2014/main" id="{57C2D33B-F19A-5ED6-F97E-CFCEC9980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2" y="1344"/>
              <a:ext cx="3446" cy="1088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355" name="Text Box 270">
            <a:extLst>
              <a:ext uri="{FF2B5EF4-FFF2-40B4-BE49-F238E27FC236}">
                <a16:creationId xmlns:a16="http://schemas.microsoft.com/office/drawing/2014/main" id="{5022B0E3-BCE3-7C7B-E3A2-560454BE2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066800"/>
            <a:ext cx="7010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纯微分环节的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>
            <a:extLst>
              <a:ext uri="{FF2B5EF4-FFF2-40B4-BE49-F238E27FC236}">
                <a16:creationId xmlns:a16="http://schemas.microsoft.com/office/drawing/2014/main" id="{5E557FD2-FFA4-E2EF-CF93-D422ADF8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125538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振荡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AC0360D-F945-75FE-7EF2-2A9E897AA8D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81213"/>
            <a:ext cx="6781800" cy="1500187"/>
            <a:chOff x="1056" y="1311"/>
            <a:chExt cx="4272" cy="945"/>
          </a:xfrm>
        </p:grpSpPr>
        <p:sp>
          <p:nvSpPr>
            <p:cNvPr id="102407" name="Rectangle 5">
              <a:extLst>
                <a:ext uri="{FF2B5EF4-FFF2-40B4-BE49-F238E27FC236}">
                  <a16:creationId xmlns:a16="http://schemas.microsoft.com/office/drawing/2014/main" id="{02DCF85A-5211-47A4-341A-E95EF8DDB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02408" name="Object 6">
              <a:extLst>
                <a:ext uri="{FF2B5EF4-FFF2-40B4-BE49-F238E27FC236}">
                  <a16:creationId xmlns:a16="http://schemas.microsoft.com/office/drawing/2014/main" id="{A67AAECE-77F3-8A4D-B869-11EC9C8025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3" y="1678"/>
            <a:ext cx="4245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302000" imgH="457200" progId="Equation.3">
                    <p:embed/>
                  </p:oleObj>
                </mc:Choice>
                <mc:Fallback>
                  <p:oleObj r:id="rId3" imgW="3302000" imgH="457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" y="1678"/>
                          <a:ext cx="4245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A21A815E-3C82-B1D2-3ADC-E7C81E35295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24288"/>
            <a:ext cx="6705600" cy="2043112"/>
            <a:chOff x="1056" y="2409"/>
            <a:chExt cx="4224" cy="1287"/>
          </a:xfrm>
        </p:grpSpPr>
        <p:sp>
          <p:nvSpPr>
            <p:cNvPr id="102405" name="Rectangle 8">
              <a:extLst>
                <a:ext uri="{FF2B5EF4-FFF2-40B4-BE49-F238E27FC236}">
                  <a16:creationId xmlns:a16="http://schemas.microsoft.com/office/drawing/2014/main" id="{B6ACDFC8-CC08-1842-5D4F-68E14247E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09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406" name="Object 9">
              <a:extLst>
                <a:ext uri="{FF2B5EF4-FFF2-40B4-BE49-F238E27FC236}">
                  <a16:creationId xmlns:a16="http://schemas.microsoft.com/office/drawing/2014/main" id="{2579BDE8-57E9-8EC8-C7D0-B49D2D885A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3" y="2765"/>
            <a:ext cx="4197" cy="9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263900" imgH="736600" progId="Equation.3">
                    <p:embed/>
                  </p:oleObj>
                </mc:Choice>
                <mc:Fallback>
                  <p:oleObj r:id="rId5" imgW="3263900" imgH="736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3" y="2765"/>
                          <a:ext cx="4197" cy="9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3">
            <a:extLst>
              <a:ext uri="{FF2B5EF4-FFF2-40B4-BE49-F238E27FC236}">
                <a16:creationId xmlns:a16="http://schemas.microsoft.com/office/drawing/2014/main" id="{5A427193-4E24-A8DA-6279-52E787503EE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600200"/>
            <a:ext cx="5638800" cy="2341563"/>
            <a:chOff x="1056" y="1008"/>
            <a:chExt cx="3552" cy="1475"/>
          </a:xfrm>
        </p:grpSpPr>
        <p:graphicFrame>
          <p:nvGraphicFramePr>
            <p:cNvPr id="104454" name="Object 4">
              <a:extLst>
                <a:ext uri="{FF2B5EF4-FFF2-40B4-BE49-F238E27FC236}">
                  <a16:creationId xmlns:a16="http://schemas.microsoft.com/office/drawing/2014/main" id="{83D9E480-2F29-27AF-486D-66E74156DF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9" y="1392"/>
            <a:ext cx="2857" cy="1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222500" imgH="863600" progId="Equation.3">
                    <p:embed/>
                  </p:oleObj>
                </mc:Choice>
                <mc:Fallback>
                  <p:oleObj r:id="rId3" imgW="2222500" imgH="863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1392"/>
                          <a:ext cx="2857" cy="10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55" name="Rectangle 5">
              <a:extLst>
                <a:ext uri="{FF2B5EF4-FFF2-40B4-BE49-F238E27FC236}">
                  <a16:creationId xmlns:a16="http://schemas.microsoft.com/office/drawing/2014/main" id="{A9A73800-64B1-6844-2A73-9CD9259DE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00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31534650-F352-AD76-0943-15C7F1C067B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052888"/>
            <a:ext cx="5638800" cy="2271712"/>
            <a:chOff x="1056" y="2553"/>
            <a:chExt cx="3552" cy="1431"/>
          </a:xfrm>
        </p:grpSpPr>
        <p:sp>
          <p:nvSpPr>
            <p:cNvPr id="104452" name="Rectangle 7">
              <a:extLst>
                <a:ext uri="{FF2B5EF4-FFF2-40B4-BE49-F238E27FC236}">
                  <a16:creationId xmlns:a16="http://schemas.microsoft.com/office/drawing/2014/main" id="{A033ADA6-DA58-A40A-1154-E90529690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5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4453" name="Object 8">
              <a:extLst>
                <a:ext uri="{FF2B5EF4-FFF2-40B4-BE49-F238E27FC236}">
                  <a16:creationId xmlns:a16="http://schemas.microsoft.com/office/drawing/2014/main" id="{7F8A96AF-1C7F-A544-6FC9-DA359FA995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4" y="2813"/>
            <a:ext cx="2024" cy="1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74800" imgH="927100" progId="Equation.3">
                    <p:embed/>
                  </p:oleObj>
                </mc:Choice>
                <mc:Fallback>
                  <p:oleObj r:id="rId5" imgW="1574800" imgH="9271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813"/>
                          <a:ext cx="2024" cy="1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3">
            <a:extLst>
              <a:ext uri="{FF2B5EF4-FFF2-40B4-BE49-F238E27FC236}">
                <a16:creationId xmlns:a16="http://schemas.microsoft.com/office/drawing/2014/main" id="{F6864DDD-5FA1-3D7D-4480-786547331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05251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振荡环节的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graphicFrame>
        <p:nvGraphicFramePr>
          <p:cNvPr id="106500" name="Object 4">
            <a:extLst>
              <a:ext uri="{FF2B5EF4-FFF2-40B4-BE49-F238E27FC236}">
                <a16:creationId xmlns:a16="http://schemas.microsoft.com/office/drawing/2014/main" id="{339B7F2F-1638-B167-C55B-4DF0CE01F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1425" y="2590800"/>
          <a:ext cx="5489575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78100" imgH="673100" progId="Equation.3">
                  <p:embed/>
                </p:oleObj>
              </mc:Choice>
              <mc:Fallback>
                <p:oleObj r:id="rId3" imgW="2578100" imgH="673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2590800"/>
                        <a:ext cx="5489575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Rectangle 5">
            <a:extLst>
              <a:ext uri="{FF2B5EF4-FFF2-40B4-BE49-F238E27FC236}">
                <a16:creationId xmlns:a16="http://schemas.microsoft.com/office/drawing/2014/main" id="{B0E7D8AA-95A4-798B-DE0A-D7A2B8CB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03041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对数幅频特性	</a:t>
            </a:r>
            <a:endParaRPr lang="zh-CN" altLang="en-US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33FB6070-C384-8CE2-265D-9D207768C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114800"/>
            <a:ext cx="6705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低频段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&lt;&lt;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106503" name="Object 7">
            <a:extLst>
              <a:ext uri="{FF2B5EF4-FFF2-40B4-BE49-F238E27FC236}">
                <a16:creationId xmlns:a16="http://schemas.microsoft.com/office/drawing/2014/main" id="{D43C0D2A-C894-BE1A-A72D-8E8729204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8563" y="4926013"/>
          <a:ext cx="26368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67893" imgH="203112" progId="Equation.3">
                  <p:embed/>
                </p:oleObj>
              </mc:Choice>
              <mc:Fallback>
                <p:oleObj r:id="rId5" imgW="1167893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4926013"/>
                        <a:ext cx="26368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4" name="Text Box 8">
            <a:extLst>
              <a:ext uri="{FF2B5EF4-FFF2-40B4-BE49-F238E27FC236}">
                <a16:creationId xmlns:a16="http://schemas.microsoft.com/office/drawing/2014/main" id="{06A6835B-9406-350E-B4BA-FE3EC7A2E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529263"/>
            <a:ext cx="61722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即低频渐近线为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</a:t>
            </a:r>
            <a:r>
              <a:rPr lang="zh-CN" altLang="en-US" sz="2800">
                <a:latin typeface="宋体" panose="02010600030101010101" pitchFamily="2" charset="-122"/>
              </a:rPr>
              <a:t>的水平线。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/>
      <p:bldP spid="106502" grpId="0"/>
      <p:bldP spid="10650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5" name="Object 3">
            <a:extLst>
              <a:ext uri="{FF2B5EF4-FFF2-40B4-BE49-F238E27FC236}">
                <a16:creationId xmlns:a16="http://schemas.microsoft.com/office/drawing/2014/main" id="{6FEF7E6F-877C-96E2-0B74-43BABF906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5675" y="3119438"/>
          <a:ext cx="6477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59100" imgH="520700" progId="Equation.3">
                  <p:embed/>
                </p:oleObj>
              </mc:Choice>
              <mc:Fallback>
                <p:oleObj r:id="rId3" imgW="2959100" imgH="520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3119438"/>
                        <a:ext cx="64770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6" name="Text Box 4">
            <a:extLst>
              <a:ext uri="{FF2B5EF4-FFF2-40B4-BE49-F238E27FC236}">
                <a16:creationId xmlns:a16="http://schemas.microsoft.com/office/drawing/2014/main" id="{8B006CD3-F3DE-F409-C2D6-6ACB8F626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402138"/>
            <a:ext cx="684053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即高频渐近线为斜率为</a:t>
            </a:r>
            <a:r>
              <a:rPr lang="en-US" altLang="zh-CN" sz="2800">
                <a:latin typeface="宋体" panose="02010600030101010101" pitchFamily="2" charset="-122"/>
              </a:rPr>
              <a:t>-4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dB/dec </a:t>
            </a:r>
            <a:r>
              <a:rPr lang="zh-CN" altLang="en-US" sz="2800">
                <a:latin typeface="宋体" panose="02010600030101010101" pitchFamily="2" charset="-122"/>
              </a:rPr>
              <a:t>的直线。</a:t>
            </a:r>
          </a:p>
        </p:txBody>
      </p:sp>
      <p:sp>
        <p:nvSpPr>
          <p:cNvPr id="108548" name="Text Box 5">
            <a:extLst>
              <a:ext uri="{FF2B5EF4-FFF2-40B4-BE49-F238E27FC236}">
                <a16:creationId xmlns:a16="http://schemas.microsoft.com/office/drawing/2014/main" id="{94694D97-74DF-2E21-0176-22F4F7590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052513"/>
            <a:ext cx="67056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宋体" panose="02010600030101010101" pitchFamily="2" charset="-122"/>
              </a:rPr>
              <a:t>高频段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800" i="1">
                <a:latin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&gt;&gt;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05478" name="Text Box 6">
            <a:extLst>
              <a:ext uri="{FF2B5EF4-FFF2-40B4-BE49-F238E27FC236}">
                <a16:creationId xmlns:a16="http://schemas.microsoft.com/office/drawing/2014/main" id="{F73D0C86-EB66-44F9-9F92-5A7006C42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941888"/>
            <a:ext cx="6629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两条渐近线的交点为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宋体" panose="02010600030101010101" pitchFamily="2" charset="-122"/>
              </a:rPr>
              <a:t>。即振荡环节的转折频率等于其无阻尼固有频率。</a:t>
            </a:r>
          </a:p>
        </p:txBody>
      </p:sp>
      <p:graphicFrame>
        <p:nvGraphicFramePr>
          <p:cNvPr id="105479" name="Object 7">
            <a:extLst>
              <a:ext uri="{FF2B5EF4-FFF2-40B4-BE49-F238E27FC236}">
                <a16:creationId xmlns:a16="http://schemas.microsoft.com/office/drawing/2014/main" id="{C1889D1F-5FB4-6F21-BD51-A956A84E1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6075" y="1671638"/>
          <a:ext cx="5486400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78100" imgH="673100" progId="Equation.3">
                  <p:embed/>
                </p:oleObj>
              </mc:Choice>
              <mc:Fallback>
                <p:oleObj r:id="rId5" imgW="2578100" imgH="673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671638"/>
                        <a:ext cx="5486400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/>
      <p:bldP spid="10547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>
            <a:extLst>
              <a:ext uri="{FF2B5EF4-FFF2-40B4-BE49-F238E27FC236}">
                <a16:creationId xmlns:a16="http://schemas.microsoft.com/office/drawing/2014/main" id="{704A6BED-1085-2FA7-A568-A64D1F03C3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2650" y="2333625"/>
          <a:ext cx="3213100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74800" imgH="927100" progId="Equation.3">
                  <p:embed/>
                </p:oleObj>
              </mc:Choice>
              <mc:Fallback>
                <p:oleObj r:id="rId3" imgW="1574800" imgH="927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2333625"/>
                        <a:ext cx="3213100" cy="185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5" name="Rectangle 4">
            <a:extLst>
              <a:ext uri="{FF2B5EF4-FFF2-40B4-BE49-F238E27FC236}">
                <a16:creationId xmlns:a16="http://schemas.microsoft.com/office/drawing/2014/main" id="{C201472A-6C7D-5826-67D5-CD08E3E5D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7732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对数相频特性	</a:t>
            </a:r>
            <a:endParaRPr lang="zh-CN" altLang="en-US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4453" name="Object 5">
            <a:extLst>
              <a:ext uri="{FF2B5EF4-FFF2-40B4-BE49-F238E27FC236}">
                <a16:creationId xmlns:a16="http://schemas.microsoft.com/office/drawing/2014/main" id="{3EE16FA5-5283-6F85-7B51-F2FF413E1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5030788"/>
          <a:ext cx="19431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63225" imgH="228501" progId="Equation.3">
                  <p:embed/>
                </p:oleObj>
              </mc:Choice>
              <mc:Fallback>
                <p:oleObj r:id="rId5" imgW="863225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5030788"/>
                        <a:ext cx="19431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850C2F02-E54C-8493-99E0-EFEC65566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5619750"/>
          <a:ext cx="19716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76300" imgH="203200" progId="Equation.3">
                  <p:embed/>
                </p:oleObj>
              </mc:Choice>
              <mc:Fallback>
                <p:oleObj r:id="rId7" imgW="8763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5619750"/>
                        <a:ext cx="19716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DF9E85EB-8E67-2092-A877-F5EA3ED8AADD}"/>
              </a:ext>
            </a:extLst>
          </p:cNvPr>
          <p:cNvGrpSpPr>
            <a:grpSpLocks/>
          </p:cNvGrpSpPr>
          <p:nvPr/>
        </p:nvGrpSpPr>
        <p:grpSpPr bwMode="auto">
          <a:xfrm>
            <a:off x="2044700" y="4391025"/>
            <a:ext cx="2698750" cy="582613"/>
            <a:chOff x="1324" y="2928"/>
            <a:chExt cx="1700" cy="367"/>
          </a:xfrm>
        </p:grpSpPr>
        <p:graphicFrame>
          <p:nvGraphicFramePr>
            <p:cNvPr id="110599" name="Object 8">
              <a:extLst>
                <a:ext uri="{FF2B5EF4-FFF2-40B4-BE49-F238E27FC236}">
                  <a16:creationId xmlns:a16="http://schemas.microsoft.com/office/drawing/2014/main" id="{BC5F6026-A8FB-95D4-CDCC-05FED80AAE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3006"/>
            <a:ext cx="86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09336" imgH="203112" progId="Equation.3">
                    <p:embed/>
                  </p:oleObj>
                </mc:Choice>
                <mc:Fallback>
                  <p:oleObj r:id="rId9" imgW="609336" imgH="203112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006"/>
                          <a:ext cx="86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00" name="Rectangle 9">
              <a:extLst>
                <a:ext uri="{FF2B5EF4-FFF2-40B4-BE49-F238E27FC236}">
                  <a16:creationId xmlns:a16="http://schemas.microsoft.com/office/drawing/2014/main" id="{AE6218CB-07A6-3B98-D861-FB6EAA434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" y="2928"/>
              <a:ext cx="78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易知：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42" name="Group 3">
            <a:extLst>
              <a:ext uri="{FF2B5EF4-FFF2-40B4-BE49-F238E27FC236}">
                <a16:creationId xmlns:a16="http://schemas.microsoft.com/office/drawing/2014/main" id="{CC8FF1E4-2C78-82C3-3758-39B419EC044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219200"/>
            <a:ext cx="6886575" cy="5562600"/>
            <a:chOff x="606" y="768"/>
            <a:chExt cx="4338" cy="3504"/>
          </a:xfrm>
        </p:grpSpPr>
        <p:grpSp>
          <p:nvGrpSpPr>
            <p:cNvPr id="112643" name="Group 4">
              <a:extLst>
                <a:ext uri="{FF2B5EF4-FFF2-40B4-BE49-F238E27FC236}">
                  <a16:creationId xmlns:a16="http://schemas.microsoft.com/office/drawing/2014/main" id="{8CD517C7-42FB-DCD8-2429-27AF8AC73E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" y="2637"/>
              <a:ext cx="4336" cy="1635"/>
              <a:chOff x="608" y="2637"/>
              <a:chExt cx="4336" cy="1635"/>
            </a:xfrm>
          </p:grpSpPr>
          <p:sp>
            <p:nvSpPr>
              <p:cNvPr id="112773" name="Rectangle 5">
                <a:extLst>
                  <a:ext uri="{FF2B5EF4-FFF2-40B4-BE49-F238E27FC236}">
                    <a16:creationId xmlns:a16="http://schemas.microsoft.com/office/drawing/2014/main" id="{27821DA0-F448-6798-11DB-7112AF839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2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774" name="Rectangle 6">
                <a:extLst>
                  <a:ext uri="{FF2B5EF4-FFF2-40B4-BE49-F238E27FC236}">
                    <a16:creationId xmlns:a16="http://schemas.microsoft.com/office/drawing/2014/main" id="{9AD2DA12-6FA5-4B7E-9F60-1735BD34D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213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775" name="Freeform 7">
                <a:extLst>
                  <a:ext uri="{FF2B5EF4-FFF2-40B4-BE49-F238E27FC236}">
                    <a16:creationId xmlns:a16="http://schemas.microsoft.com/office/drawing/2014/main" id="{A414058C-9EBA-A118-9F10-09EFD58EA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6" name="Freeform 8">
                <a:extLst>
                  <a:ext uri="{FF2B5EF4-FFF2-40B4-BE49-F238E27FC236}">
                    <a16:creationId xmlns:a16="http://schemas.microsoft.com/office/drawing/2014/main" id="{B0B2B109-1727-061C-63A4-ED73D38FD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7" name="Freeform 9">
                <a:extLst>
                  <a:ext uri="{FF2B5EF4-FFF2-40B4-BE49-F238E27FC236}">
                    <a16:creationId xmlns:a16="http://schemas.microsoft.com/office/drawing/2014/main" id="{4A17E8ED-4E8D-B24A-CFAC-41E2447AD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8" name="Freeform 10">
                <a:extLst>
                  <a:ext uri="{FF2B5EF4-FFF2-40B4-BE49-F238E27FC236}">
                    <a16:creationId xmlns:a16="http://schemas.microsoft.com/office/drawing/2014/main" id="{12666D18-45AC-9E7B-C43B-0908B5150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903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9" name="Freeform 11">
                <a:extLst>
                  <a:ext uri="{FF2B5EF4-FFF2-40B4-BE49-F238E27FC236}">
                    <a16:creationId xmlns:a16="http://schemas.microsoft.com/office/drawing/2014/main" id="{D2B834AC-43F4-7DBA-CCED-889827D59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598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0" name="Freeform 12">
                <a:extLst>
                  <a:ext uri="{FF2B5EF4-FFF2-40B4-BE49-F238E27FC236}">
                    <a16:creationId xmlns:a16="http://schemas.microsoft.com/office/drawing/2014/main" id="{7E7FBC63-0788-DAF7-CC10-BF03072A4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294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1" name="Freeform 13">
                <a:extLst>
                  <a:ext uri="{FF2B5EF4-FFF2-40B4-BE49-F238E27FC236}">
                    <a16:creationId xmlns:a16="http://schemas.microsoft.com/office/drawing/2014/main" id="{4D57F028-9AB2-B6B8-489D-E336F9B9D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989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2" name="Freeform 14">
                <a:extLst>
                  <a:ext uri="{FF2B5EF4-FFF2-40B4-BE49-F238E27FC236}">
                    <a16:creationId xmlns:a16="http://schemas.microsoft.com/office/drawing/2014/main" id="{4931BEF0-E6C5-DE4A-6A74-A380409E0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3" name="Line 15">
                <a:extLst>
                  <a:ext uri="{FF2B5EF4-FFF2-40B4-BE49-F238E27FC236}">
                    <a16:creationId xmlns:a16="http://schemas.microsoft.com/office/drawing/2014/main" id="{816EAA21-A82E-D1B6-A7DC-F37C5B389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364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4" name="Freeform 16">
                <a:extLst>
                  <a:ext uri="{FF2B5EF4-FFF2-40B4-BE49-F238E27FC236}">
                    <a16:creationId xmlns:a16="http://schemas.microsoft.com/office/drawing/2014/main" id="{CAB8415D-4F13-1AD9-AFB1-F079EEE0E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3647" cy="1213"/>
              </a:xfrm>
              <a:custGeom>
                <a:avLst/>
                <a:gdLst>
                  <a:gd name="T0" fmla="*/ 0 w 794"/>
                  <a:gd name="T1" fmla="*/ 34637 h 227"/>
                  <a:gd name="T2" fmla="*/ 76941 w 794"/>
                  <a:gd name="T3" fmla="*/ 34637 h 227"/>
                  <a:gd name="T4" fmla="*/ 76941 w 794"/>
                  <a:gd name="T5" fmla="*/ 0 h 2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4" h="227">
                    <a:moveTo>
                      <a:pt x="0" y="227"/>
                    </a:moveTo>
                    <a:lnTo>
                      <a:pt x="794" y="227"/>
                    </a:lnTo>
                    <a:lnTo>
                      <a:pt x="794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5" name="Line 17">
                <a:extLst>
                  <a:ext uri="{FF2B5EF4-FFF2-40B4-BE49-F238E27FC236}">
                    <a16:creationId xmlns:a16="http://schemas.microsoft.com/office/drawing/2014/main" id="{DAD012A3-9D14-7B23-281C-374334210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690"/>
                <a:ext cx="1" cy="121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6" name="Line 18">
                <a:extLst>
                  <a:ext uri="{FF2B5EF4-FFF2-40B4-BE49-F238E27FC236}">
                    <a16:creationId xmlns:a16="http://schemas.microsoft.com/office/drawing/2014/main" id="{C4FB6FC9-7F99-A3E1-B68D-B57BA514F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903"/>
                <a:ext cx="3647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7" name="Line 19">
                <a:extLst>
                  <a:ext uri="{FF2B5EF4-FFF2-40B4-BE49-F238E27FC236}">
                    <a16:creationId xmlns:a16="http://schemas.microsoft.com/office/drawing/2014/main" id="{C01F4526-6434-3E8D-347D-0DDAF5CB5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690"/>
                <a:ext cx="1" cy="121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8" name="Line 20">
                <a:extLst>
                  <a:ext uri="{FF2B5EF4-FFF2-40B4-BE49-F238E27FC236}">
                    <a16:creationId xmlns:a16="http://schemas.microsoft.com/office/drawing/2014/main" id="{905FDB2E-3300-2815-A0AA-05A5B2888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9" name="Line 21">
                <a:extLst>
                  <a:ext uri="{FF2B5EF4-FFF2-40B4-BE49-F238E27FC236}">
                    <a16:creationId xmlns:a16="http://schemas.microsoft.com/office/drawing/2014/main" id="{DAF003E6-7351-B568-7CAD-F112E90F3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0" name="Freeform 22">
                <a:extLst>
                  <a:ext uri="{FF2B5EF4-FFF2-40B4-BE49-F238E27FC236}">
                    <a16:creationId xmlns:a16="http://schemas.microsoft.com/office/drawing/2014/main" id="{8DCACD86-82B6-47C4-1D4E-825387F1F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1" name="Line 23">
                <a:extLst>
                  <a:ext uri="{FF2B5EF4-FFF2-40B4-BE49-F238E27FC236}">
                    <a16:creationId xmlns:a16="http://schemas.microsoft.com/office/drawing/2014/main" id="{1EDB3983-962E-C27B-25C1-4432CBD9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3860"/>
                <a:ext cx="1" cy="4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2" name="Line 24">
                <a:extLst>
                  <a:ext uri="{FF2B5EF4-FFF2-40B4-BE49-F238E27FC236}">
                    <a16:creationId xmlns:a16="http://schemas.microsoft.com/office/drawing/2014/main" id="{7F852B8D-FACF-E906-9F45-C13B2B54B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3" name="Line 25">
                <a:extLst>
                  <a:ext uri="{FF2B5EF4-FFF2-40B4-BE49-F238E27FC236}">
                    <a16:creationId xmlns:a16="http://schemas.microsoft.com/office/drawing/2014/main" id="{DFD43B03-440B-B1F2-A2DB-E7F90BC75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1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4" name="Line 26">
                <a:extLst>
                  <a:ext uri="{FF2B5EF4-FFF2-40B4-BE49-F238E27FC236}">
                    <a16:creationId xmlns:a16="http://schemas.microsoft.com/office/drawing/2014/main" id="{66DE01B6-6D19-B04C-81B8-710636F6D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1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5" name="Freeform 27">
                <a:extLst>
                  <a:ext uri="{FF2B5EF4-FFF2-40B4-BE49-F238E27FC236}">
                    <a16:creationId xmlns:a16="http://schemas.microsoft.com/office/drawing/2014/main" id="{F5894CAD-EC45-B976-5544-D2ECB6D9C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1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6" name="Line 28">
                <a:extLst>
                  <a:ext uri="{FF2B5EF4-FFF2-40B4-BE49-F238E27FC236}">
                    <a16:creationId xmlns:a16="http://schemas.microsoft.com/office/drawing/2014/main" id="{A6E83286-DCF7-C17C-EE89-F5E6B4C90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2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7" name="Line 29">
                <a:extLst>
                  <a:ext uri="{FF2B5EF4-FFF2-40B4-BE49-F238E27FC236}">
                    <a16:creationId xmlns:a16="http://schemas.microsoft.com/office/drawing/2014/main" id="{92A068C4-4268-AAEC-D550-084A747C6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2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8" name="Freeform 30">
                <a:extLst>
                  <a:ext uri="{FF2B5EF4-FFF2-40B4-BE49-F238E27FC236}">
                    <a16:creationId xmlns:a16="http://schemas.microsoft.com/office/drawing/2014/main" id="{0183F463-9C50-453A-F854-29795FF52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9" name="Line 31">
                <a:extLst>
                  <a:ext uri="{FF2B5EF4-FFF2-40B4-BE49-F238E27FC236}">
                    <a16:creationId xmlns:a16="http://schemas.microsoft.com/office/drawing/2014/main" id="{A63DF60A-D4A8-31EF-D8CC-DD70DD036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2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0" name="Line 32">
                <a:extLst>
                  <a:ext uri="{FF2B5EF4-FFF2-40B4-BE49-F238E27FC236}">
                    <a16:creationId xmlns:a16="http://schemas.microsoft.com/office/drawing/2014/main" id="{335A5531-0458-4D11-122C-B28FCB306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1" name="Freeform 33">
                <a:extLst>
                  <a:ext uri="{FF2B5EF4-FFF2-40B4-BE49-F238E27FC236}">
                    <a16:creationId xmlns:a16="http://schemas.microsoft.com/office/drawing/2014/main" id="{58E0FDAE-AC3F-7FB0-8815-5E827BCC8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2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2" name="Line 34">
                <a:extLst>
                  <a:ext uri="{FF2B5EF4-FFF2-40B4-BE49-F238E27FC236}">
                    <a16:creationId xmlns:a16="http://schemas.microsoft.com/office/drawing/2014/main" id="{FD693804-B764-89E1-914C-82D4DF611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6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3" name="Line 35">
                <a:extLst>
                  <a:ext uri="{FF2B5EF4-FFF2-40B4-BE49-F238E27FC236}">
                    <a16:creationId xmlns:a16="http://schemas.microsoft.com/office/drawing/2014/main" id="{A738730C-260F-B65E-7714-013C6046E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6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4" name="Freeform 36">
                <a:extLst>
                  <a:ext uri="{FF2B5EF4-FFF2-40B4-BE49-F238E27FC236}">
                    <a16:creationId xmlns:a16="http://schemas.microsoft.com/office/drawing/2014/main" id="{937CD49F-B7DA-41A2-9BD6-912E594A1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6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5" name="Line 37">
                <a:extLst>
                  <a:ext uri="{FF2B5EF4-FFF2-40B4-BE49-F238E27FC236}">
                    <a16:creationId xmlns:a16="http://schemas.microsoft.com/office/drawing/2014/main" id="{1ABC25E8-2F43-41E0-3EC9-29F1AF844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9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6" name="Line 38">
                <a:extLst>
                  <a:ext uri="{FF2B5EF4-FFF2-40B4-BE49-F238E27FC236}">
                    <a16:creationId xmlns:a16="http://schemas.microsoft.com/office/drawing/2014/main" id="{1EF12745-976D-D23D-B0CE-CCA3B67EF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9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7" name="Freeform 39">
                <a:extLst>
                  <a:ext uri="{FF2B5EF4-FFF2-40B4-BE49-F238E27FC236}">
                    <a16:creationId xmlns:a16="http://schemas.microsoft.com/office/drawing/2014/main" id="{E2C47C1F-2F55-EF42-5B07-A1437B766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9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8" name="Line 40">
                <a:extLst>
                  <a:ext uri="{FF2B5EF4-FFF2-40B4-BE49-F238E27FC236}">
                    <a16:creationId xmlns:a16="http://schemas.microsoft.com/office/drawing/2014/main" id="{91C5A826-2061-81BD-B309-56C861507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9" name="Line 41">
                <a:extLst>
                  <a:ext uri="{FF2B5EF4-FFF2-40B4-BE49-F238E27FC236}">
                    <a16:creationId xmlns:a16="http://schemas.microsoft.com/office/drawing/2014/main" id="{8D6D9876-F028-477B-D79F-634F60D00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0" name="Freeform 42">
                <a:extLst>
                  <a:ext uri="{FF2B5EF4-FFF2-40B4-BE49-F238E27FC236}">
                    <a16:creationId xmlns:a16="http://schemas.microsoft.com/office/drawing/2014/main" id="{C26F399F-12FE-70D2-78D8-01F155FD8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1" name="Line 43">
                <a:extLst>
                  <a:ext uri="{FF2B5EF4-FFF2-40B4-BE49-F238E27FC236}">
                    <a16:creationId xmlns:a16="http://schemas.microsoft.com/office/drawing/2014/main" id="{0F2F8A41-5B8B-A377-761C-0812412A6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9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2" name="Line 44">
                <a:extLst>
                  <a:ext uri="{FF2B5EF4-FFF2-40B4-BE49-F238E27FC236}">
                    <a16:creationId xmlns:a16="http://schemas.microsoft.com/office/drawing/2014/main" id="{CC57C037-20C5-0BA1-A11B-096898B6A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3" name="Freeform 45">
                <a:extLst>
                  <a:ext uri="{FF2B5EF4-FFF2-40B4-BE49-F238E27FC236}">
                    <a16:creationId xmlns:a16="http://schemas.microsoft.com/office/drawing/2014/main" id="{EC1AB9C9-8D91-1DFA-1EAF-62537E8BC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4" name="Line 46">
                <a:extLst>
                  <a:ext uri="{FF2B5EF4-FFF2-40B4-BE49-F238E27FC236}">
                    <a16:creationId xmlns:a16="http://schemas.microsoft.com/office/drawing/2014/main" id="{6F48119E-EDF0-1BE4-EF84-FFF249A75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0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5" name="Line 47">
                <a:extLst>
                  <a:ext uri="{FF2B5EF4-FFF2-40B4-BE49-F238E27FC236}">
                    <a16:creationId xmlns:a16="http://schemas.microsoft.com/office/drawing/2014/main" id="{C00AB9CB-92D9-82DA-F77B-060B4EF78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6" name="Freeform 48">
                <a:extLst>
                  <a:ext uri="{FF2B5EF4-FFF2-40B4-BE49-F238E27FC236}">
                    <a16:creationId xmlns:a16="http://schemas.microsoft.com/office/drawing/2014/main" id="{A5841538-C229-F32E-8E50-23C0AC243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7" name="Line 49">
                <a:extLst>
                  <a:ext uri="{FF2B5EF4-FFF2-40B4-BE49-F238E27FC236}">
                    <a16:creationId xmlns:a16="http://schemas.microsoft.com/office/drawing/2014/main" id="{C442B58F-B27B-58A3-D9D6-67C72E6E0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8" name="Line 50">
                <a:extLst>
                  <a:ext uri="{FF2B5EF4-FFF2-40B4-BE49-F238E27FC236}">
                    <a16:creationId xmlns:a16="http://schemas.microsoft.com/office/drawing/2014/main" id="{B8F95274-2574-CEF5-6785-52F0F2287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9" name="Freeform 51">
                <a:extLst>
                  <a:ext uri="{FF2B5EF4-FFF2-40B4-BE49-F238E27FC236}">
                    <a16:creationId xmlns:a16="http://schemas.microsoft.com/office/drawing/2014/main" id="{0D73B8BD-ADA0-6A23-B9DC-093A9EEB7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0" name="Line 52">
                <a:extLst>
                  <a:ext uri="{FF2B5EF4-FFF2-40B4-BE49-F238E27FC236}">
                    <a16:creationId xmlns:a16="http://schemas.microsoft.com/office/drawing/2014/main" id="{057F6DD5-7AE8-F691-D49B-8FB178D3D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3860"/>
                <a:ext cx="1" cy="4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1" name="Line 53">
                <a:extLst>
                  <a:ext uri="{FF2B5EF4-FFF2-40B4-BE49-F238E27FC236}">
                    <a16:creationId xmlns:a16="http://schemas.microsoft.com/office/drawing/2014/main" id="{86D3A3D1-0A5F-94DC-C3AC-E6D77354E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2690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2" name="Line 54">
                <a:extLst>
                  <a:ext uri="{FF2B5EF4-FFF2-40B4-BE49-F238E27FC236}">
                    <a16:creationId xmlns:a16="http://schemas.microsoft.com/office/drawing/2014/main" id="{0A9577E4-65D5-1C0E-68C6-E8B3AC4D2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3" name="Line 55">
                <a:extLst>
                  <a:ext uri="{FF2B5EF4-FFF2-40B4-BE49-F238E27FC236}">
                    <a16:creationId xmlns:a16="http://schemas.microsoft.com/office/drawing/2014/main" id="{A1ADFCF3-E92D-DD4B-0F96-2D660CCA0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4" name="Freeform 56">
                <a:extLst>
                  <a:ext uri="{FF2B5EF4-FFF2-40B4-BE49-F238E27FC236}">
                    <a16:creationId xmlns:a16="http://schemas.microsoft.com/office/drawing/2014/main" id="{734CC70D-6DE4-30D6-952F-DBC106CFB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5" name="Line 57">
                <a:extLst>
                  <a:ext uri="{FF2B5EF4-FFF2-40B4-BE49-F238E27FC236}">
                    <a16:creationId xmlns:a16="http://schemas.microsoft.com/office/drawing/2014/main" id="{CDC90D1F-AF20-4BB5-7B97-E4B1BD4D7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6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6" name="Line 58">
                <a:extLst>
                  <a:ext uri="{FF2B5EF4-FFF2-40B4-BE49-F238E27FC236}">
                    <a16:creationId xmlns:a16="http://schemas.microsoft.com/office/drawing/2014/main" id="{B0301AF9-8455-5BD6-57FE-AAA898E56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7" name="Freeform 59">
                <a:extLst>
                  <a:ext uri="{FF2B5EF4-FFF2-40B4-BE49-F238E27FC236}">
                    <a16:creationId xmlns:a16="http://schemas.microsoft.com/office/drawing/2014/main" id="{25B6B788-9F4A-5020-06DE-CCCBD8ACA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6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8" name="Line 60">
                <a:extLst>
                  <a:ext uri="{FF2B5EF4-FFF2-40B4-BE49-F238E27FC236}">
                    <a16:creationId xmlns:a16="http://schemas.microsoft.com/office/drawing/2014/main" id="{6E173030-C60E-5BD7-49B7-6B186DA53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6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29" name="Line 61">
                <a:extLst>
                  <a:ext uri="{FF2B5EF4-FFF2-40B4-BE49-F238E27FC236}">
                    <a16:creationId xmlns:a16="http://schemas.microsoft.com/office/drawing/2014/main" id="{15422380-F671-8A8D-3461-59E2BB5C45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6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0" name="Freeform 62">
                <a:extLst>
                  <a:ext uri="{FF2B5EF4-FFF2-40B4-BE49-F238E27FC236}">
                    <a16:creationId xmlns:a16="http://schemas.microsoft.com/office/drawing/2014/main" id="{18B77872-467F-8423-DBEE-F5A9DF6EB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6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1" name="Line 63">
                <a:extLst>
                  <a:ext uri="{FF2B5EF4-FFF2-40B4-BE49-F238E27FC236}">
                    <a16:creationId xmlns:a16="http://schemas.microsoft.com/office/drawing/2014/main" id="{07683132-6EA7-29F2-3757-3FD83A699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0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2" name="Line 64">
                <a:extLst>
                  <a:ext uri="{FF2B5EF4-FFF2-40B4-BE49-F238E27FC236}">
                    <a16:creationId xmlns:a16="http://schemas.microsoft.com/office/drawing/2014/main" id="{4FAE1B9F-C5AF-C53D-5D58-4A555CD07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3" name="Freeform 65">
                <a:extLst>
                  <a:ext uri="{FF2B5EF4-FFF2-40B4-BE49-F238E27FC236}">
                    <a16:creationId xmlns:a16="http://schemas.microsoft.com/office/drawing/2014/main" id="{8F0314C1-62DB-3BC0-E235-82F38980D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4" name="Line 66">
                <a:extLst>
                  <a:ext uri="{FF2B5EF4-FFF2-40B4-BE49-F238E27FC236}">
                    <a16:creationId xmlns:a16="http://schemas.microsoft.com/office/drawing/2014/main" id="{51815A7B-5F3F-E0A5-906E-51C47DD08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3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5" name="Line 67">
                <a:extLst>
                  <a:ext uri="{FF2B5EF4-FFF2-40B4-BE49-F238E27FC236}">
                    <a16:creationId xmlns:a16="http://schemas.microsoft.com/office/drawing/2014/main" id="{C4987CBD-E7DC-C10B-BAC8-FE704E785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3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6" name="Freeform 68">
                <a:extLst>
                  <a:ext uri="{FF2B5EF4-FFF2-40B4-BE49-F238E27FC236}">
                    <a16:creationId xmlns:a16="http://schemas.microsoft.com/office/drawing/2014/main" id="{8A8B4942-88D3-3472-10EF-58C64BD4B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3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7" name="Line 69">
                <a:extLst>
                  <a:ext uri="{FF2B5EF4-FFF2-40B4-BE49-F238E27FC236}">
                    <a16:creationId xmlns:a16="http://schemas.microsoft.com/office/drawing/2014/main" id="{5D563239-E4DE-BAEA-7B08-EB12654DCB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97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8" name="Line 70">
                <a:extLst>
                  <a:ext uri="{FF2B5EF4-FFF2-40B4-BE49-F238E27FC236}">
                    <a16:creationId xmlns:a16="http://schemas.microsoft.com/office/drawing/2014/main" id="{F760EF0B-BBA1-3E07-4500-FD8631CE1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7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9" name="Freeform 71">
                <a:extLst>
                  <a:ext uri="{FF2B5EF4-FFF2-40B4-BE49-F238E27FC236}">
                    <a16:creationId xmlns:a16="http://schemas.microsoft.com/office/drawing/2014/main" id="{F3D3122D-00A6-630F-91B8-4582FBB98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0" name="Line 72">
                <a:extLst>
                  <a:ext uri="{FF2B5EF4-FFF2-40B4-BE49-F238E27FC236}">
                    <a16:creationId xmlns:a16="http://schemas.microsoft.com/office/drawing/2014/main" id="{0284D366-C70C-ABA6-F486-40898B924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2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1" name="Line 73">
                <a:extLst>
                  <a:ext uri="{FF2B5EF4-FFF2-40B4-BE49-F238E27FC236}">
                    <a16:creationId xmlns:a16="http://schemas.microsoft.com/office/drawing/2014/main" id="{416CFB15-FDB2-428F-B2D3-36D165D8D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2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2" name="Freeform 74">
                <a:extLst>
                  <a:ext uri="{FF2B5EF4-FFF2-40B4-BE49-F238E27FC236}">
                    <a16:creationId xmlns:a16="http://schemas.microsoft.com/office/drawing/2014/main" id="{5ED9E3B5-CE8F-6C17-C9D3-BA50878F8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2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3" name="Line 75">
                <a:extLst>
                  <a:ext uri="{FF2B5EF4-FFF2-40B4-BE49-F238E27FC236}">
                    <a16:creationId xmlns:a16="http://schemas.microsoft.com/office/drawing/2014/main" id="{60F8C1B1-9554-FC0B-6F7E-4C98E0079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4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4" name="Line 76">
                <a:extLst>
                  <a:ext uri="{FF2B5EF4-FFF2-40B4-BE49-F238E27FC236}">
                    <a16:creationId xmlns:a16="http://schemas.microsoft.com/office/drawing/2014/main" id="{63E4D2AE-E2A2-36FF-D007-4010BF6D2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4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5" name="Freeform 77">
                <a:extLst>
                  <a:ext uri="{FF2B5EF4-FFF2-40B4-BE49-F238E27FC236}">
                    <a16:creationId xmlns:a16="http://schemas.microsoft.com/office/drawing/2014/main" id="{0E713AC7-286A-E32C-46FB-30240029E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4" y="2690"/>
                <a:ext cx="1" cy="1213"/>
              </a:xfrm>
              <a:custGeom>
                <a:avLst/>
                <a:gdLst>
                  <a:gd name="T0" fmla="*/ 0 w 1"/>
                  <a:gd name="T1" fmla="*/ 34637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6" name="Line 78">
                <a:extLst>
                  <a:ext uri="{FF2B5EF4-FFF2-40B4-BE49-F238E27FC236}">
                    <a16:creationId xmlns:a16="http://schemas.microsoft.com/office/drawing/2014/main" id="{5F10DA04-73D5-A8D7-88CA-3C97CE072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3882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7" name="Line 79">
                <a:extLst>
                  <a:ext uri="{FF2B5EF4-FFF2-40B4-BE49-F238E27FC236}">
                    <a16:creationId xmlns:a16="http://schemas.microsoft.com/office/drawing/2014/main" id="{3FEFB3B1-D0C6-8C3D-A814-8BB549D40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26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8" name="Line 80">
                <a:extLst>
                  <a:ext uri="{FF2B5EF4-FFF2-40B4-BE49-F238E27FC236}">
                    <a16:creationId xmlns:a16="http://schemas.microsoft.com/office/drawing/2014/main" id="{A24A140C-3336-3C89-4C35-EBD902170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3860"/>
                <a:ext cx="1" cy="4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9" name="Line 81">
                <a:extLst>
                  <a:ext uri="{FF2B5EF4-FFF2-40B4-BE49-F238E27FC236}">
                    <a16:creationId xmlns:a16="http://schemas.microsoft.com/office/drawing/2014/main" id="{FA9ABE4F-4896-8797-5A0C-07AF2B01B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2690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0" name="Line 82">
                <a:extLst>
                  <a:ext uri="{FF2B5EF4-FFF2-40B4-BE49-F238E27FC236}">
                    <a16:creationId xmlns:a16="http://schemas.microsoft.com/office/drawing/2014/main" id="{2CC9697A-FBF4-7283-2981-0073EF234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903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1" name="Line 83">
                <a:extLst>
                  <a:ext uri="{FF2B5EF4-FFF2-40B4-BE49-F238E27FC236}">
                    <a16:creationId xmlns:a16="http://schemas.microsoft.com/office/drawing/2014/main" id="{49B1A36E-261E-ACE8-4148-7106BB308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3903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2" name="Rectangle 84">
                <a:extLst>
                  <a:ext uri="{FF2B5EF4-FFF2-40B4-BE49-F238E27FC236}">
                    <a16:creationId xmlns:a16="http://schemas.microsoft.com/office/drawing/2014/main" id="{9C0CB406-BF2D-86F9-4B73-12D588B25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805"/>
                <a:ext cx="2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-180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53" name="Line 85">
                <a:extLst>
                  <a:ext uri="{FF2B5EF4-FFF2-40B4-BE49-F238E27FC236}">
                    <a16:creationId xmlns:a16="http://schemas.microsoft.com/office/drawing/2014/main" id="{4A9BF7F3-55ED-1591-6FA6-B8EFFC252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598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4" name="Line 86">
                <a:extLst>
                  <a:ext uri="{FF2B5EF4-FFF2-40B4-BE49-F238E27FC236}">
                    <a16:creationId xmlns:a16="http://schemas.microsoft.com/office/drawing/2014/main" id="{A71866FD-53AE-BA9A-C1AC-71A562747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3598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5" name="Rectangle 87">
                <a:extLst>
                  <a:ext uri="{FF2B5EF4-FFF2-40B4-BE49-F238E27FC236}">
                    <a16:creationId xmlns:a16="http://schemas.microsoft.com/office/drawing/2014/main" id="{DD56E6AD-F0FB-8E34-AAC5-191C9CE4E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501"/>
                <a:ext cx="2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-135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56" name="Line 88">
                <a:extLst>
                  <a:ext uri="{FF2B5EF4-FFF2-40B4-BE49-F238E27FC236}">
                    <a16:creationId xmlns:a16="http://schemas.microsoft.com/office/drawing/2014/main" id="{965CC338-A4AB-56B4-DE64-944EF0603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294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7" name="Line 89">
                <a:extLst>
                  <a:ext uri="{FF2B5EF4-FFF2-40B4-BE49-F238E27FC236}">
                    <a16:creationId xmlns:a16="http://schemas.microsoft.com/office/drawing/2014/main" id="{D83E3E78-B2F4-015A-E6F2-B09807769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3294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8" name="Rectangle 90">
                <a:extLst>
                  <a:ext uri="{FF2B5EF4-FFF2-40B4-BE49-F238E27FC236}">
                    <a16:creationId xmlns:a16="http://schemas.microsoft.com/office/drawing/2014/main" id="{87BDBB56-A0BB-093D-82A5-81CC1F277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" y="3196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-90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59" name="Rectangle 91">
                <a:extLst>
                  <a:ext uri="{FF2B5EF4-FFF2-40B4-BE49-F238E27FC236}">
                    <a16:creationId xmlns:a16="http://schemas.microsoft.com/office/drawing/2014/main" id="{369CC6DC-05F1-CE88-3924-980B01E9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" y="2892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-45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0" name="Line 92">
                <a:extLst>
                  <a:ext uri="{FF2B5EF4-FFF2-40B4-BE49-F238E27FC236}">
                    <a16:creationId xmlns:a16="http://schemas.microsoft.com/office/drawing/2014/main" id="{C0B4B562-C49B-D992-7775-7C1B85252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1" name="Line 93">
                <a:extLst>
                  <a:ext uri="{FF2B5EF4-FFF2-40B4-BE49-F238E27FC236}">
                    <a16:creationId xmlns:a16="http://schemas.microsoft.com/office/drawing/2014/main" id="{D14A3EB1-C85E-FDD2-6C4B-D8BAF1482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2690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2" name="Rectangle 94">
                <a:extLst>
                  <a:ext uri="{FF2B5EF4-FFF2-40B4-BE49-F238E27FC236}">
                    <a16:creationId xmlns:a16="http://schemas.microsoft.com/office/drawing/2014/main" id="{3627E602-CBD5-8685-38DC-001637387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8" y="2637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3" name="Line 95">
                <a:extLst>
                  <a:ext uri="{FF2B5EF4-FFF2-40B4-BE49-F238E27FC236}">
                    <a16:creationId xmlns:a16="http://schemas.microsoft.com/office/drawing/2014/main" id="{E195D83D-1CD2-BCED-11B8-990157462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690"/>
                <a:ext cx="1" cy="121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864" name="Group 96">
                <a:extLst>
                  <a:ext uri="{FF2B5EF4-FFF2-40B4-BE49-F238E27FC236}">
                    <a16:creationId xmlns:a16="http://schemas.microsoft.com/office/drawing/2014/main" id="{3A67D112-8012-F56B-A146-6E21F7D638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4" y="2695"/>
                <a:ext cx="3647" cy="1197"/>
                <a:chOff x="1250" y="2647"/>
                <a:chExt cx="3647" cy="1197"/>
              </a:xfrm>
            </p:grpSpPr>
            <p:sp>
              <p:nvSpPr>
                <p:cNvPr id="112879" name="Freeform 97">
                  <a:extLst>
                    <a:ext uri="{FF2B5EF4-FFF2-40B4-BE49-F238E27FC236}">
                      <a16:creationId xmlns:a16="http://schemas.microsoft.com/office/drawing/2014/main" id="{62C8DED5-58A0-378F-94C7-B501FD7EA8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47"/>
                  <a:ext cx="3647" cy="1197"/>
                </a:xfrm>
                <a:custGeom>
                  <a:avLst/>
                  <a:gdLst>
                    <a:gd name="T0" fmla="*/ 0 w 3647"/>
                    <a:gd name="T1" fmla="*/ 0 h 1197"/>
                    <a:gd name="T2" fmla="*/ 87 w 3647"/>
                    <a:gd name="T3" fmla="*/ 0 h 1197"/>
                    <a:gd name="T4" fmla="*/ 175 w 3647"/>
                    <a:gd name="T5" fmla="*/ 0 h 1197"/>
                    <a:gd name="T6" fmla="*/ 266 w 3647"/>
                    <a:gd name="T7" fmla="*/ 6 h 1197"/>
                    <a:gd name="T8" fmla="*/ 354 w 3647"/>
                    <a:gd name="T9" fmla="*/ 6 h 1197"/>
                    <a:gd name="T10" fmla="*/ 441 w 3647"/>
                    <a:gd name="T11" fmla="*/ 6 h 1197"/>
                    <a:gd name="T12" fmla="*/ 533 w 3647"/>
                    <a:gd name="T13" fmla="*/ 6 h 1197"/>
                    <a:gd name="T14" fmla="*/ 620 w 3647"/>
                    <a:gd name="T15" fmla="*/ 11 h 1197"/>
                    <a:gd name="T16" fmla="*/ 707 w 3647"/>
                    <a:gd name="T17" fmla="*/ 11 h 1197"/>
                    <a:gd name="T18" fmla="*/ 799 w 3647"/>
                    <a:gd name="T19" fmla="*/ 17 h 1197"/>
                    <a:gd name="T20" fmla="*/ 887 w 3647"/>
                    <a:gd name="T21" fmla="*/ 17 h 1197"/>
                    <a:gd name="T22" fmla="*/ 978 w 3647"/>
                    <a:gd name="T23" fmla="*/ 22 h 1197"/>
                    <a:gd name="T24" fmla="*/ 1066 w 3647"/>
                    <a:gd name="T25" fmla="*/ 27 h 1197"/>
                    <a:gd name="T26" fmla="*/ 1153 w 3647"/>
                    <a:gd name="T27" fmla="*/ 33 h 1197"/>
                    <a:gd name="T28" fmla="*/ 1245 w 3647"/>
                    <a:gd name="T29" fmla="*/ 43 h 1197"/>
                    <a:gd name="T30" fmla="*/ 1263 w 3647"/>
                    <a:gd name="T31" fmla="*/ 43 h 1197"/>
                    <a:gd name="T32" fmla="*/ 1341 w 3647"/>
                    <a:gd name="T33" fmla="*/ 54 h 1197"/>
                    <a:gd name="T34" fmla="*/ 1410 w 3647"/>
                    <a:gd name="T35" fmla="*/ 65 h 1197"/>
                    <a:gd name="T36" fmla="*/ 1470 w 3647"/>
                    <a:gd name="T37" fmla="*/ 75 h 1197"/>
                    <a:gd name="T38" fmla="*/ 1525 w 3647"/>
                    <a:gd name="T39" fmla="*/ 91 h 1197"/>
                    <a:gd name="T40" fmla="*/ 1576 w 3647"/>
                    <a:gd name="T41" fmla="*/ 113 h 1197"/>
                    <a:gd name="T42" fmla="*/ 1617 w 3647"/>
                    <a:gd name="T43" fmla="*/ 134 h 1197"/>
                    <a:gd name="T44" fmla="*/ 1658 w 3647"/>
                    <a:gd name="T45" fmla="*/ 166 h 1197"/>
                    <a:gd name="T46" fmla="*/ 1690 w 3647"/>
                    <a:gd name="T47" fmla="*/ 204 h 1197"/>
                    <a:gd name="T48" fmla="*/ 1723 w 3647"/>
                    <a:gd name="T49" fmla="*/ 252 h 1197"/>
                    <a:gd name="T50" fmla="*/ 1750 w 3647"/>
                    <a:gd name="T51" fmla="*/ 310 h 1197"/>
                    <a:gd name="T52" fmla="*/ 1773 w 3647"/>
                    <a:gd name="T53" fmla="*/ 385 h 1197"/>
                    <a:gd name="T54" fmla="*/ 1796 w 3647"/>
                    <a:gd name="T55" fmla="*/ 471 h 1197"/>
                    <a:gd name="T56" fmla="*/ 1815 w 3647"/>
                    <a:gd name="T57" fmla="*/ 561 h 1197"/>
                    <a:gd name="T58" fmla="*/ 1833 w 3647"/>
                    <a:gd name="T59" fmla="*/ 652 h 1197"/>
                    <a:gd name="T60" fmla="*/ 1856 w 3647"/>
                    <a:gd name="T61" fmla="*/ 748 h 1197"/>
                    <a:gd name="T62" fmla="*/ 1879 w 3647"/>
                    <a:gd name="T63" fmla="*/ 839 h 1197"/>
                    <a:gd name="T64" fmla="*/ 1906 w 3647"/>
                    <a:gd name="T65" fmla="*/ 914 h 1197"/>
                    <a:gd name="T66" fmla="*/ 1939 w 3647"/>
                    <a:gd name="T67" fmla="*/ 973 h 1197"/>
                    <a:gd name="T68" fmla="*/ 1971 w 3647"/>
                    <a:gd name="T69" fmla="*/ 1016 h 1197"/>
                    <a:gd name="T70" fmla="*/ 2007 w 3647"/>
                    <a:gd name="T71" fmla="*/ 1053 h 1197"/>
                    <a:gd name="T72" fmla="*/ 2053 w 3647"/>
                    <a:gd name="T73" fmla="*/ 1080 h 1197"/>
                    <a:gd name="T74" fmla="*/ 2099 w 3647"/>
                    <a:gd name="T75" fmla="*/ 1101 h 1197"/>
                    <a:gd name="T76" fmla="*/ 2154 w 3647"/>
                    <a:gd name="T77" fmla="*/ 1117 h 1197"/>
                    <a:gd name="T78" fmla="*/ 2219 w 3647"/>
                    <a:gd name="T79" fmla="*/ 1133 h 1197"/>
                    <a:gd name="T80" fmla="*/ 2288 w 3647"/>
                    <a:gd name="T81" fmla="*/ 1144 h 1197"/>
                    <a:gd name="T82" fmla="*/ 2366 w 3647"/>
                    <a:gd name="T83" fmla="*/ 1155 h 1197"/>
                    <a:gd name="T84" fmla="*/ 2398 w 3647"/>
                    <a:gd name="T85" fmla="*/ 1155 h 1197"/>
                    <a:gd name="T86" fmla="*/ 2490 w 3647"/>
                    <a:gd name="T87" fmla="*/ 1165 h 1197"/>
                    <a:gd name="T88" fmla="*/ 2577 w 3647"/>
                    <a:gd name="T89" fmla="*/ 1171 h 1197"/>
                    <a:gd name="T90" fmla="*/ 2664 w 3647"/>
                    <a:gd name="T91" fmla="*/ 1176 h 1197"/>
                    <a:gd name="T92" fmla="*/ 2756 w 3647"/>
                    <a:gd name="T93" fmla="*/ 1181 h 1197"/>
                    <a:gd name="T94" fmla="*/ 2844 w 3647"/>
                    <a:gd name="T95" fmla="*/ 1181 h 1197"/>
                    <a:gd name="T96" fmla="*/ 2935 w 3647"/>
                    <a:gd name="T97" fmla="*/ 1187 h 1197"/>
                    <a:gd name="T98" fmla="*/ 3023 w 3647"/>
                    <a:gd name="T99" fmla="*/ 1187 h 1197"/>
                    <a:gd name="T100" fmla="*/ 3110 w 3647"/>
                    <a:gd name="T101" fmla="*/ 1192 h 1197"/>
                    <a:gd name="T102" fmla="*/ 3202 w 3647"/>
                    <a:gd name="T103" fmla="*/ 1192 h 1197"/>
                    <a:gd name="T104" fmla="*/ 3289 w 3647"/>
                    <a:gd name="T105" fmla="*/ 1192 h 1197"/>
                    <a:gd name="T106" fmla="*/ 3376 w 3647"/>
                    <a:gd name="T107" fmla="*/ 1192 h 1197"/>
                    <a:gd name="T108" fmla="*/ 3468 w 3647"/>
                    <a:gd name="T109" fmla="*/ 1197 h 1197"/>
                    <a:gd name="T110" fmla="*/ 3556 w 3647"/>
                    <a:gd name="T111" fmla="*/ 1197 h 1197"/>
                    <a:gd name="T112" fmla="*/ 3647 w 3647"/>
                    <a:gd name="T113" fmla="*/ 1197 h 1197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97">
                      <a:moveTo>
                        <a:pt x="0" y="0"/>
                      </a:moveTo>
                      <a:lnTo>
                        <a:pt x="87" y="0"/>
                      </a:lnTo>
                      <a:lnTo>
                        <a:pt x="175" y="0"/>
                      </a:lnTo>
                      <a:lnTo>
                        <a:pt x="266" y="6"/>
                      </a:lnTo>
                      <a:lnTo>
                        <a:pt x="354" y="6"/>
                      </a:lnTo>
                      <a:lnTo>
                        <a:pt x="441" y="6"/>
                      </a:lnTo>
                      <a:lnTo>
                        <a:pt x="533" y="6"/>
                      </a:lnTo>
                      <a:lnTo>
                        <a:pt x="620" y="11"/>
                      </a:lnTo>
                      <a:lnTo>
                        <a:pt x="707" y="11"/>
                      </a:lnTo>
                      <a:lnTo>
                        <a:pt x="799" y="17"/>
                      </a:lnTo>
                      <a:lnTo>
                        <a:pt x="887" y="17"/>
                      </a:lnTo>
                      <a:lnTo>
                        <a:pt x="978" y="22"/>
                      </a:lnTo>
                      <a:lnTo>
                        <a:pt x="1066" y="27"/>
                      </a:lnTo>
                      <a:lnTo>
                        <a:pt x="1153" y="33"/>
                      </a:lnTo>
                      <a:lnTo>
                        <a:pt x="1245" y="43"/>
                      </a:lnTo>
                      <a:lnTo>
                        <a:pt x="1263" y="43"/>
                      </a:lnTo>
                      <a:lnTo>
                        <a:pt x="1341" y="54"/>
                      </a:lnTo>
                      <a:lnTo>
                        <a:pt x="1410" y="65"/>
                      </a:lnTo>
                      <a:lnTo>
                        <a:pt x="1470" y="75"/>
                      </a:lnTo>
                      <a:lnTo>
                        <a:pt x="1525" y="91"/>
                      </a:lnTo>
                      <a:lnTo>
                        <a:pt x="1576" y="113"/>
                      </a:lnTo>
                      <a:lnTo>
                        <a:pt x="1617" y="134"/>
                      </a:lnTo>
                      <a:lnTo>
                        <a:pt x="1658" y="166"/>
                      </a:lnTo>
                      <a:lnTo>
                        <a:pt x="1690" y="204"/>
                      </a:lnTo>
                      <a:lnTo>
                        <a:pt x="1723" y="252"/>
                      </a:lnTo>
                      <a:lnTo>
                        <a:pt x="1750" y="310"/>
                      </a:lnTo>
                      <a:lnTo>
                        <a:pt x="1773" y="385"/>
                      </a:lnTo>
                      <a:lnTo>
                        <a:pt x="1796" y="471"/>
                      </a:lnTo>
                      <a:lnTo>
                        <a:pt x="1815" y="561"/>
                      </a:lnTo>
                      <a:lnTo>
                        <a:pt x="1833" y="652"/>
                      </a:lnTo>
                      <a:lnTo>
                        <a:pt x="1856" y="748"/>
                      </a:lnTo>
                      <a:lnTo>
                        <a:pt x="1879" y="839"/>
                      </a:lnTo>
                      <a:lnTo>
                        <a:pt x="1906" y="914"/>
                      </a:lnTo>
                      <a:lnTo>
                        <a:pt x="1939" y="973"/>
                      </a:lnTo>
                      <a:lnTo>
                        <a:pt x="1971" y="1016"/>
                      </a:lnTo>
                      <a:lnTo>
                        <a:pt x="2007" y="1053"/>
                      </a:lnTo>
                      <a:lnTo>
                        <a:pt x="2053" y="1080"/>
                      </a:lnTo>
                      <a:lnTo>
                        <a:pt x="2099" y="1101"/>
                      </a:lnTo>
                      <a:lnTo>
                        <a:pt x="2154" y="1117"/>
                      </a:lnTo>
                      <a:lnTo>
                        <a:pt x="2219" y="1133"/>
                      </a:lnTo>
                      <a:lnTo>
                        <a:pt x="2288" y="1144"/>
                      </a:lnTo>
                      <a:lnTo>
                        <a:pt x="2366" y="1155"/>
                      </a:lnTo>
                      <a:lnTo>
                        <a:pt x="2398" y="1155"/>
                      </a:lnTo>
                      <a:lnTo>
                        <a:pt x="2490" y="1165"/>
                      </a:lnTo>
                      <a:lnTo>
                        <a:pt x="2577" y="1171"/>
                      </a:lnTo>
                      <a:lnTo>
                        <a:pt x="2664" y="1176"/>
                      </a:lnTo>
                      <a:lnTo>
                        <a:pt x="2756" y="1181"/>
                      </a:lnTo>
                      <a:lnTo>
                        <a:pt x="2844" y="1181"/>
                      </a:lnTo>
                      <a:lnTo>
                        <a:pt x="2935" y="1187"/>
                      </a:lnTo>
                      <a:lnTo>
                        <a:pt x="3023" y="1187"/>
                      </a:lnTo>
                      <a:lnTo>
                        <a:pt x="3110" y="1192"/>
                      </a:lnTo>
                      <a:lnTo>
                        <a:pt x="3202" y="1192"/>
                      </a:lnTo>
                      <a:lnTo>
                        <a:pt x="3289" y="1192"/>
                      </a:lnTo>
                      <a:lnTo>
                        <a:pt x="3376" y="1192"/>
                      </a:lnTo>
                      <a:lnTo>
                        <a:pt x="3468" y="1197"/>
                      </a:lnTo>
                      <a:lnTo>
                        <a:pt x="3556" y="1197"/>
                      </a:lnTo>
                      <a:lnTo>
                        <a:pt x="3647" y="1197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0" name="Freeform 98">
                  <a:extLst>
                    <a:ext uri="{FF2B5EF4-FFF2-40B4-BE49-F238E27FC236}">
                      <a16:creationId xmlns:a16="http://schemas.microsoft.com/office/drawing/2014/main" id="{4BB5A231-3994-36F3-4859-E09D93A51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53"/>
                  <a:ext cx="3647" cy="1186"/>
                </a:xfrm>
                <a:custGeom>
                  <a:avLst/>
                  <a:gdLst>
                    <a:gd name="T0" fmla="*/ 0 w 3647"/>
                    <a:gd name="T1" fmla="*/ 0 h 1186"/>
                    <a:gd name="T2" fmla="*/ 87 w 3647"/>
                    <a:gd name="T3" fmla="*/ 5 h 1186"/>
                    <a:gd name="T4" fmla="*/ 175 w 3647"/>
                    <a:gd name="T5" fmla="*/ 5 h 1186"/>
                    <a:gd name="T6" fmla="*/ 266 w 3647"/>
                    <a:gd name="T7" fmla="*/ 11 h 1186"/>
                    <a:gd name="T8" fmla="*/ 354 w 3647"/>
                    <a:gd name="T9" fmla="*/ 11 h 1186"/>
                    <a:gd name="T10" fmla="*/ 441 w 3647"/>
                    <a:gd name="T11" fmla="*/ 16 h 1186"/>
                    <a:gd name="T12" fmla="*/ 533 w 3647"/>
                    <a:gd name="T13" fmla="*/ 16 h 1186"/>
                    <a:gd name="T14" fmla="*/ 620 w 3647"/>
                    <a:gd name="T15" fmla="*/ 21 h 1186"/>
                    <a:gd name="T16" fmla="*/ 707 w 3647"/>
                    <a:gd name="T17" fmla="*/ 27 h 1186"/>
                    <a:gd name="T18" fmla="*/ 799 w 3647"/>
                    <a:gd name="T19" fmla="*/ 32 h 1186"/>
                    <a:gd name="T20" fmla="*/ 887 w 3647"/>
                    <a:gd name="T21" fmla="*/ 37 h 1186"/>
                    <a:gd name="T22" fmla="*/ 978 w 3647"/>
                    <a:gd name="T23" fmla="*/ 48 h 1186"/>
                    <a:gd name="T24" fmla="*/ 1066 w 3647"/>
                    <a:gd name="T25" fmla="*/ 53 h 1186"/>
                    <a:gd name="T26" fmla="*/ 1153 w 3647"/>
                    <a:gd name="T27" fmla="*/ 69 h 1186"/>
                    <a:gd name="T28" fmla="*/ 1245 w 3647"/>
                    <a:gd name="T29" fmla="*/ 80 h 1186"/>
                    <a:gd name="T30" fmla="*/ 1263 w 3647"/>
                    <a:gd name="T31" fmla="*/ 85 h 1186"/>
                    <a:gd name="T32" fmla="*/ 1341 w 3647"/>
                    <a:gd name="T33" fmla="*/ 101 h 1186"/>
                    <a:gd name="T34" fmla="*/ 1410 w 3647"/>
                    <a:gd name="T35" fmla="*/ 123 h 1186"/>
                    <a:gd name="T36" fmla="*/ 1470 w 3647"/>
                    <a:gd name="T37" fmla="*/ 144 h 1186"/>
                    <a:gd name="T38" fmla="*/ 1525 w 3647"/>
                    <a:gd name="T39" fmla="*/ 171 h 1186"/>
                    <a:gd name="T40" fmla="*/ 1576 w 3647"/>
                    <a:gd name="T41" fmla="*/ 203 h 1186"/>
                    <a:gd name="T42" fmla="*/ 1617 w 3647"/>
                    <a:gd name="T43" fmla="*/ 240 h 1186"/>
                    <a:gd name="T44" fmla="*/ 1658 w 3647"/>
                    <a:gd name="T45" fmla="*/ 278 h 1186"/>
                    <a:gd name="T46" fmla="*/ 1690 w 3647"/>
                    <a:gd name="T47" fmla="*/ 326 h 1186"/>
                    <a:gd name="T48" fmla="*/ 1723 w 3647"/>
                    <a:gd name="T49" fmla="*/ 374 h 1186"/>
                    <a:gd name="T50" fmla="*/ 1750 w 3647"/>
                    <a:gd name="T51" fmla="*/ 427 h 1186"/>
                    <a:gd name="T52" fmla="*/ 1773 w 3647"/>
                    <a:gd name="T53" fmla="*/ 475 h 1186"/>
                    <a:gd name="T54" fmla="*/ 1796 w 3647"/>
                    <a:gd name="T55" fmla="*/ 529 h 1186"/>
                    <a:gd name="T56" fmla="*/ 1815 w 3647"/>
                    <a:gd name="T57" fmla="*/ 572 h 1186"/>
                    <a:gd name="T58" fmla="*/ 1833 w 3647"/>
                    <a:gd name="T59" fmla="*/ 620 h 1186"/>
                    <a:gd name="T60" fmla="*/ 1856 w 3647"/>
                    <a:gd name="T61" fmla="*/ 673 h 1186"/>
                    <a:gd name="T62" fmla="*/ 1879 w 3647"/>
                    <a:gd name="T63" fmla="*/ 726 h 1186"/>
                    <a:gd name="T64" fmla="*/ 1906 w 3647"/>
                    <a:gd name="T65" fmla="*/ 780 h 1186"/>
                    <a:gd name="T66" fmla="*/ 1939 w 3647"/>
                    <a:gd name="T67" fmla="*/ 833 h 1186"/>
                    <a:gd name="T68" fmla="*/ 1971 w 3647"/>
                    <a:gd name="T69" fmla="*/ 887 h 1186"/>
                    <a:gd name="T70" fmla="*/ 2007 w 3647"/>
                    <a:gd name="T71" fmla="*/ 929 h 1186"/>
                    <a:gd name="T72" fmla="*/ 2053 w 3647"/>
                    <a:gd name="T73" fmla="*/ 972 h 1186"/>
                    <a:gd name="T74" fmla="*/ 2099 w 3647"/>
                    <a:gd name="T75" fmla="*/ 1004 h 1186"/>
                    <a:gd name="T76" fmla="*/ 2154 w 3647"/>
                    <a:gd name="T77" fmla="*/ 1031 h 1186"/>
                    <a:gd name="T78" fmla="*/ 2219 w 3647"/>
                    <a:gd name="T79" fmla="*/ 1058 h 1186"/>
                    <a:gd name="T80" fmla="*/ 2288 w 3647"/>
                    <a:gd name="T81" fmla="*/ 1079 h 1186"/>
                    <a:gd name="T82" fmla="*/ 2366 w 3647"/>
                    <a:gd name="T83" fmla="*/ 1095 h 1186"/>
                    <a:gd name="T84" fmla="*/ 2398 w 3647"/>
                    <a:gd name="T85" fmla="*/ 1106 h 1186"/>
                    <a:gd name="T86" fmla="*/ 2490 w 3647"/>
                    <a:gd name="T87" fmla="*/ 1116 h 1186"/>
                    <a:gd name="T88" fmla="*/ 2577 w 3647"/>
                    <a:gd name="T89" fmla="*/ 1133 h 1186"/>
                    <a:gd name="T90" fmla="*/ 2664 w 3647"/>
                    <a:gd name="T91" fmla="*/ 1138 h 1186"/>
                    <a:gd name="T92" fmla="*/ 2756 w 3647"/>
                    <a:gd name="T93" fmla="*/ 1149 h 1186"/>
                    <a:gd name="T94" fmla="*/ 2844 w 3647"/>
                    <a:gd name="T95" fmla="*/ 1154 h 1186"/>
                    <a:gd name="T96" fmla="*/ 2935 w 3647"/>
                    <a:gd name="T97" fmla="*/ 1159 h 1186"/>
                    <a:gd name="T98" fmla="*/ 3023 w 3647"/>
                    <a:gd name="T99" fmla="*/ 1165 h 1186"/>
                    <a:gd name="T100" fmla="*/ 3110 w 3647"/>
                    <a:gd name="T101" fmla="*/ 1170 h 1186"/>
                    <a:gd name="T102" fmla="*/ 3202 w 3647"/>
                    <a:gd name="T103" fmla="*/ 1170 h 1186"/>
                    <a:gd name="T104" fmla="*/ 3289 w 3647"/>
                    <a:gd name="T105" fmla="*/ 1175 h 1186"/>
                    <a:gd name="T106" fmla="*/ 3376 w 3647"/>
                    <a:gd name="T107" fmla="*/ 1175 h 1186"/>
                    <a:gd name="T108" fmla="*/ 3468 w 3647"/>
                    <a:gd name="T109" fmla="*/ 1181 h 1186"/>
                    <a:gd name="T110" fmla="*/ 3556 w 3647"/>
                    <a:gd name="T111" fmla="*/ 1181 h 1186"/>
                    <a:gd name="T112" fmla="*/ 3647 w 3647"/>
                    <a:gd name="T113" fmla="*/ 1186 h 118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86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5"/>
                      </a:lnTo>
                      <a:lnTo>
                        <a:pt x="266" y="11"/>
                      </a:lnTo>
                      <a:lnTo>
                        <a:pt x="354" y="11"/>
                      </a:lnTo>
                      <a:lnTo>
                        <a:pt x="441" y="16"/>
                      </a:lnTo>
                      <a:lnTo>
                        <a:pt x="533" y="16"/>
                      </a:lnTo>
                      <a:lnTo>
                        <a:pt x="620" y="21"/>
                      </a:lnTo>
                      <a:lnTo>
                        <a:pt x="707" y="27"/>
                      </a:lnTo>
                      <a:lnTo>
                        <a:pt x="799" y="32"/>
                      </a:lnTo>
                      <a:lnTo>
                        <a:pt x="887" y="37"/>
                      </a:lnTo>
                      <a:lnTo>
                        <a:pt x="978" y="48"/>
                      </a:lnTo>
                      <a:lnTo>
                        <a:pt x="1066" y="53"/>
                      </a:lnTo>
                      <a:lnTo>
                        <a:pt x="1153" y="69"/>
                      </a:lnTo>
                      <a:lnTo>
                        <a:pt x="1245" y="80"/>
                      </a:lnTo>
                      <a:lnTo>
                        <a:pt x="1263" y="85"/>
                      </a:lnTo>
                      <a:lnTo>
                        <a:pt x="1341" y="101"/>
                      </a:lnTo>
                      <a:lnTo>
                        <a:pt x="1410" y="123"/>
                      </a:lnTo>
                      <a:lnTo>
                        <a:pt x="1470" y="144"/>
                      </a:lnTo>
                      <a:lnTo>
                        <a:pt x="1525" y="171"/>
                      </a:lnTo>
                      <a:lnTo>
                        <a:pt x="1576" y="203"/>
                      </a:lnTo>
                      <a:lnTo>
                        <a:pt x="1617" y="240"/>
                      </a:lnTo>
                      <a:lnTo>
                        <a:pt x="1658" y="278"/>
                      </a:lnTo>
                      <a:lnTo>
                        <a:pt x="1690" y="326"/>
                      </a:lnTo>
                      <a:lnTo>
                        <a:pt x="1723" y="374"/>
                      </a:lnTo>
                      <a:lnTo>
                        <a:pt x="1750" y="427"/>
                      </a:lnTo>
                      <a:lnTo>
                        <a:pt x="1773" y="475"/>
                      </a:lnTo>
                      <a:lnTo>
                        <a:pt x="1796" y="529"/>
                      </a:lnTo>
                      <a:lnTo>
                        <a:pt x="1815" y="572"/>
                      </a:lnTo>
                      <a:lnTo>
                        <a:pt x="1833" y="620"/>
                      </a:lnTo>
                      <a:lnTo>
                        <a:pt x="1856" y="673"/>
                      </a:lnTo>
                      <a:lnTo>
                        <a:pt x="1879" y="726"/>
                      </a:lnTo>
                      <a:lnTo>
                        <a:pt x="1906" y="780"/>
                      </a:lnTo>
                      <a:lnTo>
                        <a:pt x="1939" y="833"/>
                      </a:lnTo>
                      <a:lnTo>
                        <a:pt x="1971" y="887"/>
                      </a:lnTo>
                      <a:lnTo>
                        <a:pt x="2007" y="929"/>
                      </a:lnTo>
                      <a:lnTo>
                        <a:pt x="2053" y="972"/>
                      </a:lnTo>
                      <a:lnTo>
                        <a:pt x="2099" y="1004"/>
                      </a:lnTo>
                      <a:lnTo>
                        <a:pt x="2154" y="1031"/>
                      </a:lnTo>
                      <a:lnTo>
                        <a:pt x="2219" y="1058"/>
                      </a:lnTo>
                      <a:lnTo>
                        <a:pt x="2288" y="1079"/>
                      </a:lnTo>
                      <a:lnTo>
                        <a:pt x="2366" y="1095"/>
                      </a:lnTo>
                      <a:lnTo>
                        <a:pt x="2398" y="1106"/>
                      </a:lnTo>
                      <a:lnTo>
                        <a:pt x="2490" y="1116"/>
                      </a:lnTo>
                      <a:lnTo>
                        <a:pt x="2577" y="1133"/>
                      </a:lnTo>
                      <a:lnTo>
                        <a:pt x="2664" y="1138"/>
                      </a:lnTo>
                      <a:lnTo>
                        <a:pt x="2756" y="1149"/>
                      </a:lnTo>
                      <a:lnTo>
                        <a:pt x="2844" y="1154"/>
                      </a:lnTo>
                      <a:lnTo>
                        <a:pt x="2935" y="1159"/>
                      </a:lnTo>
                      <a:lnTo>
                        <a:pt x="3023" y="1165"/>
                      </a:lnTo>
                      <a:lnTo>
                        <a:pt x="3110" y="1170"/>
                      </a:lnTo>
                      <a:lnTo>
                        <a:pt x="3202" y="1170"/>
                      </a:lnTo>
                      <a:lnTo>
                        <a:pt x="3289" y="1175"/>
                      </a:lnTo>
                      <a:lnTo>
                        <a:pt x="3376" y="1175"/>
                      </a:lnTo>
                      <a:lnTo>
                        <a:pt x="3468" y="1181"/>
                      </a:lnTo>
                      <a:lnTo>
                        <a:pt x="3556" y="1181"/>
                      </a:lnTo>
                      <a:lnTo>
                        <a:pt x="3647" y="1186"/>
                      </a:lnTo>
                    </a:path>
                  </a:pathLst>
                </a:custGeom>
                <a:noFill/>
                <a:ln w="22225">
                  <a:solidFill>
                    <a:srgbClr val="007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1" name="Freeform 99">
                  <a:extLst>
                    <a:ext uri="{FF2B5EF4-FFF2-40B4-BE49-F238E27FC236}">
                      <a16:creationId xmlns:a16="http://schemas.microsoft.com/office/drawing/2014/main" id="{699A363E-1B05-539D-EF49-E05E9035B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64"/>
                  <a:ext cx="3647" cy="1164"/>
                </a:xfrm>
                <a:custGeom>
                  <a:avLst/>
                  <a:gdLst>
                    <a:gd name="T0" fmla="*/ 0 w 3647"/>
                    <a:gd name="T1" fmla="*/ 0 h 1164"/>
                    <a:gd name="T2" fmla="*/ 87 w 3647"/>
                    <a:gd name="T3" fmla="*/ 0 h 1164"/>
                    <a:gd name="T4" fmla="*/ 175 w 3647"/>
                    <a:gd name="T5" fmla="*/ 5 h 1164"/>
                    <a:gd name="T6" fmla="*/ 266 w 3647"/>
                    <a:gd name="T7" fmla="*/ 10 h 1164"/>
                    <a:gd name="T8" fmla="*/ 354 w 3647"/>
                    <a:gd name="T9" fmla="*/ 10 h 1164"/>
                    <a:gd name="T10" fmla="*/ 441 w 3647"/>
                    <a:gd name="T11" fmla="*/ 16 h 1164"/>
                    <a:gd name="T12" fmla="*/ 533 w 3647"/>
                    <a:gd name="T13" fmla="*/ 21 h 1164"/>
                    <a:gd name="T14" fmla="*/ 620 w 3647"/>
                    <a:gd name="T15" fmla="*/ 26 h 1164"/>
                    <a:gd name="T16" fmla="*/ 707 w 3647"/>
                    <a:gd name="T17" fmla="*/ 37 h 1164"/>
                    <a:gd name="T18" fmla="*/ 799 w 3647"/>
                    <a:gd name="T19" fmla="*/ 42 h 1164"/>
                    <a:gd name="T20" fmla="*/ 887 w 3647"/>
                    <a:gd name="T21" fmla="*/ 53 h 1164"/>
                    <a:gd name="T22" fmla="*/ 978 w 3647"/>
                    <a:gd name="T23" fmla="*/ 64 h 1164"/>
                    <a:gd name="T24" fmla="*/ 1066 w 3647"/>
                    <a:gd name="T25" fmla="*/ 80 h 1164"/>
                    <a:gd name="T26" fmla="*/ 1153 w 3647"/>
                    <a:gd name="T27" fmla="*/ 96 h 1164"/>
                    <a:gd name="T28" fmla="*/ 1245 w 3647"/>
                    <a:gd name="T29" fmla="*/ 117 h 1164"/>
                    <a:gd name="T30" fmla="*/ 1263 w 3647"/>
                    <a:gd name="T31" fmla="*/ 122 h 1164"/>
                    <a:gd name="T32" fmla="*/ 1341 w 3647"/>
                    <a:gd name="T33" fmla="*/ 144 h 1164"/>
                    <a:gd name="T34" fmla="*/ 1410 w 3647"/>
                    <a:gd name="T35" fmla="*/ 170 h 1164"/>
                    <a:gd name="T36" fmla="*/ 1470 w 3647"/>
                    <a:gd name="T37" fmla="*/ 197 h 1164"/>
                    <a:gd name="T38" fmla="*/ 1525 w 3647"/>
                    <a:gd name="T39" fmla="*/ 235 h 1164"/>
                    <a:gd name="T40" fmla="*/ 1576 w 3647"/>
                    <a:gd name="T41" fmla="*/ 267 h 1164"/>
                    <a:gd name="T42" fmla="*/ 1617 w 3647"/>
                    <a:gd name="T43" fmla="*/ 304 h 1164"/>
                    <a:gd name="T44" fmla="*/ 1658 w 3647"/>
                    <a:gd name="T45" fmla="*/ 347 h 1164"/>
                    <a:gd name="T46" fmla="*/ 1690 w 3647"/>
                    <a:gd name="T47" fmla="*/ 384 h 1164"/>
                    <a:gd name="T48" fmla="*/ 1723 w 3647"/>
                    <a:gd name="T49" fmla="*/ 427 h 1164"/>
                    <a:gd name="T50" fmla="*/ 1750 w 3647"/>
                    <a:gd name="T51" fmla="*/ 464 h 1164"/>
                    <a:gd name="T52" fmla="*/ 1773 w 3647"/>
                    <a:gd name="T53" fmla="*/ 502 h 1164"/>
                    <a:gd name="T54" fmla="*/ 1796 w 3647"/>
                    <a:gd name="T55" fmla="*/ 539 h 1164"/>
                    <a:gd name="T56" fmla="*/ 1815 w 3647"/>
                    <a:gd name="T57" fmla="*/ 571 h 1164"/>
                    <a:gd name="T58" fmla="*/ 1833 w 3647"/>
                    <a:gd name="T59" fmla="*/ 598 h 1164"/>
                    <a:gd name="T60" fmla="*/ 1856 w 3647"/>
                    <a:gd name="T61" fmla="*/ 635 h 1164"/>
                    <a:gd name="T62" fmla="*/ 1879 w 3647"/>
                    <a:gd name="T63" fmla="*/ 673 h 1164"/>
                    <a:gd name="T64" fmla="*/ 1906 w 3647"/>
                    <a:gd name="T65" fmla="*/ 715 h 1164"/>
                    <a:gd name="T66" fmla="*/ 1939 w 3647"/>
                    <a:gd name="T67" fmla="*/ 758 h 1164"/>
                    <a:gd name="T68" fmla="*/ 1971 w 3647"/>
                    <a:gd name="T69" fmla="*/ 801 h 1164"/>
                    <a:gd name="T70" fmla="*/ 2007 w 3647"/>
                    <a:gd name="T71" fmla="*/ 844 h 1164"/>
                    <a:gd name="T72" fmla="*/ 2053 w 3647"/>
                    <a:gd name="T73" fmla="*/ 881 h 1164"/>
                    <a:gd name="T74" fmla="*/ 2099 w 3647"/>
                    <a:gd name="T75" fmla="*/ 918 h 1164"/>
                    <a:gd name="T76" fmla="*/ 2154 w 3647"/>
                    <a:gd name="T77" fmla="*/ 956 h 1164"/>
                    <a:gd name="T78" fmla="*/ 2219 w 3647"/>
                    <a:gd name="T79" fmla="*/ 988 h 1164"/>
                    <a:gd name="T80" fmla="*/ 2288 w 3647"/>
                    <a:gd name="T81" fmla="*/ 1015 h 1164"/>
                    <a:gd name="T82" fmla="*/ 2366 w 3647"/>
                    <a:gd name="T83" fmla="*/ 1041 h 1164"/>
                    <a:gd name="T84" fmla="*/ 2398 w 3647"/>
                    <a:gd name="T85" fmla="*/ 1047 h 1164"/>
                    <a:gd name="T86" fmla="*/ 2490 w 3647"/>
                    <a:gd name="T87" fmla="*/ 1068 h 1164"/>
                    <a:gd name="T88" fmla="*/ 2577 w 3647"/>
                    <a:gd name="T89" fmla="*/ 1084 h 1164"/>
                    <a:gd name="T90" fmla="*/ 2664 w 3647"/>
                    <a:gd name="T91" fmla="*/ 1100 h 1164"/>
                    <a:gd name="T92" fmla="*/ 2756 w 3647"/>
                    <a:gd name="T93" fmla="*/ 1111 h 1164"/>
                    <a:gd name="T94" fmla="*/ 2844 w 3647"/>
                    <a:gd name="T95" fmla="*/ 1122 h 1164"/>
                    <a:gd name="T96" fmla="*/ 2935 w 3647"/>
                    <a:gd name="T97" fmla="*/ 1127 h 1164"/>
                    <a:gd name="T98" fmla="*/ 3023 w 3647"/>
                    <a:gd name="T99" fmla="*/ 1138 h 1164"/>
                    <a:gd name="T100" fmla="*/ 3110 w 3647"/>
                    <a:gd name="T101" fmla="*/ 1143 h 1164"/>
                    <a:gd name="T102" fmla="*/ 3202 w 3647"/>
                    <a:gd name="T103" fmla="*/ 1148 h 1164"/>
                    <a:gd name="T104" fmla="*/ 3289 w 3647"/>
                    <a:gd name="T105" fmla="*/ 1154 h 1164"/>
                    <a:gd name="T106" fmla="*/ 3376 w 3647"/>
                    <a:gd name="T107" fmla="*/ 1154 h 1164"/>
                    <a:gd name="T108" fmla="*/ 3468 w 3647"/>
                    <a:gd name="T109" fmla="*/ 1159 h 1164"/>
                    <a:gd name="T110" fmla="*/ 3556 w 3647"/>
                    <a:gd name="T111" fmla="*/ 1164 h 1164"/>
                    <a:gd name="T112" fmla="*/ 3647 w 3647"/>
                    <a:gd name="T113" fmla="*/ 1164 h 1164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64">
                      <a:moveTo>
                        <a:pt x="0" y="0"/>
                      </a:moveTo>
                      <a:lnTo>
                        <a:pt x="87" y="0"/>
                      </a:lnTo>
                      <a:lnTo>
                        <a:pt x="175" y="5"/>
                      </a:lnTo>
                      <a:lnTo>
                        <a:pt x="266" y="10"/>
                      </a:lnTo>
                      <a:lnTo>
                        <a:pt x="354" y="10"/>
                      </a:lnTo>
                      <a:lnTo>
                        <a:pt x="441" y="16"/>
                      </a:lnTo>
                      <a:lnTo>
                        <a:pt x="533" y="21"/>
                      </a:lnTo>
                      <a:lnTo>
                        <a:pt x="620" y="26"/>
                      </a:lnTo>
                      <a:lnTo>
                        <a:pt x="707" y="37"/>
                      </a:lnTo>
                      <a:lnTo>
                        <a:pt x="799" y="42"/>
                      </a:lnTo>
                      <a:lnTo>
                        <a:pt x="887" y="53"/>
                      </a:lnTo>
                      <a:lnTo>
                        <a:pt x="978" y="64"/>
                      </a:lnTo>
                      <a:lnTo>
                        <a:pt x="1066" y="80"/>
                      </a:lnTo>
                      <a:lnTo>
                        <a:pt x="1153" y="96"/>
                      </a:lnTo>
                      <a:lnTo>
                        <a:pt x="1245" y="117"/>
                      </a:lnTo>
                      <a:lnTo>
                        <a:pt x="1263" y="122"/>
                      </a:lnTo>
                      <a:lnTo>
                        <a:pt x="1341" y="144"/>
                      </a:lnTo>
                      <a:lnTo>
                        <a:pt x="1410" y="170"/>
                      </a:lnTo>
                      <a:lnTo>
                        <a:pt x="1470" y="197"/>
                      </a:lnTo>
                      <a:lnTo>
                        <a:pt x="1525" y="235"/>
                      </a:lnTo>
                      <a:lnTo>
                        <a:pt x="1576" y="267"/>
                      </a:lnTo>
                      <a:lnTo>
                        <a:pt x="1617" y="304"/>
                      </a:lnTo>
                      <a:lnTo>
                        <a:pt x="1658" y="347"/>
                      </a:lnTo>
                      <a:lnTo>
                        <a:pt x="1690" y="384"/>
                      </a:lnTo>
                      <a:lnTo>
                        <a:pt x="1723" y="427"/>
                      </a:lnTo>
                      <a:lnTo>
                        <a:pt x="1750" y="464"/>
                      </a:lnTo>
                      <a:lnTo>
                        <a:pt x="1773" y="502"/>
                      </a:lnTo>
                      <a:lnTo>
                        <a:pt x="1796" y="539"/>
                      </a:lnTo>
                      <a:lnTo>
                        <a:pt x="1815" y="571"/>
                      </a:lnTo>
                      <a:lnTo>
                        <a:pt x="1833" y="598"/>
                      </a:lnTo>
                      <a:lnTo>
                        <a:pt x="1856" y="635"/>
                      </a:lnTo>
                      <a:lnTo>
                        <a:pt x="1879" y="673"/>
                      </a:lnTo>
                      <a:lnTo>
                        <a:pt x="1906" y="715"/>
                      </a:lnTo>
                      <a:lnTo>
                        <a:pt x="1939" y="758"/>
                      </a:lnTo>
                      <a:lnTo>
                        <a:pt x="1971" y="801"/>
                      </a:lnTo>
                      <a:lnTo>
                        <a:pt x="2007" y="844"/>
                      </a:lnTo>
                      <a:lnTo>
                        <a:pt x="2053" y="881"/>
                      </a:lnTo>
                      <a:lnTo>
                        <a:pt x="2099" y="918"/>
                      </a:lnTo>
                      <a:lnTo>
                        <a:pt x="2154" y="956"/>
                      </a:lnTo>
                      <a:lnTo>
                        <a:pt x="2219" y="988"/>
                      </a:lnTo>
                      <a:lnTo>
                        <a:pt x="2288" y="1015"/>
                      </a:lnTo>
                      <a:lnTo>
                        <a:pt x="2366" y="1041"/>
                      </a:lnTo>
                      <a:lnTo>
                        <a:pt x="2398" y="1047"/>
                      </a:lnTo>
                      <a:lnTo>
                        <a:pt x="2490" y="1068"/>
                      </a:lnTo>
                      <a:lnTo>
                        <a:pt x="2577" y="1084"/>
                      </a:lnTo>
                      <a:lnTo>
                        <a:pt x="2664" y="1100"/>
                      </a:lnTo>
                      <a:lnTo>
                        <a:pt x="2756" y="1111"/>
                      </a:lnTo>
                      <a:lnTo>
                        <a:pt x="2844" y="1122"/>
                      </a:lnTo>
                      <a:lnTo>
                        <a:pt x="2935" y="1127"/>
                      </a:lnTo>
                      <a:lnTo>
                        <a:pt x="3023" y="1138"/>
                      </a:lnTo>
                      <a:lnTo>
                        <a:pt x="3110" y="1143"/>
                      </a:lnTo>
                      <a:lnTo>
                        <a:pt x="3202" y="1148"/>
                      </a:lnTo>
                      <a:lnTo>
                        <a:pt x="3289" y="1154"/>
                      </a:lnTo>
                      <a:lnTo>
                        <a:pt x="3376" y="1154"/>
                      </a:lnTo>
                      <a:lnTo>
                        <a:pt x="3468" y="1159"/>
                      </a:lnTo>
                      <a:lnTo>
                        <a:pt x="3556" y="1164"/>
                      </a:lnTo>
                      <a:lnTo>
                        <a:pt x="3647" y="1164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2" name="Freeform 100">
                  <a:extLst>
                    <a:ext uri="{FF2B5EF4-FFF2-40B4-BE49-F238E27FC236}">
                      <a16:creationId xmlns:a16="http://schemas.microsoft.com/office/drawing/2014/main" id="{D0B9CE05-597F-0F9D-D72F-51A45C1A0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80"/>
                  <a:ext cx="3647" cy="1132"/>
                </a:xfrm>
                <a:custGeom>
                  <a:avLst/>
                  <a:gdLst>
                    <a:gd name="T0" fmla="*/ 0 w 3647"/>
                    <a:gd name="T1" fmla="*/ 0 h 1132"/>
                    <a:gd name="T2" fmla="*/ 87 w 3647"/>
                    <a:gd name="T3" fmla="*/ 5 h 1132"/>
                    <a:gd name="T4" fmla="*/ 175 w 3647"/>
                    <a:gd name="T5" fmla="*/ 10 h 1132"/>
                    <a:gd name="T6" fmla="*/ 266 w 3647"/>
                    <a:gd name="T7" fmla="*/ 16 h 1132"/>
                    <a:gd name="T8" fmla="*/ 354 w 3647"/>
                    <a:gd name="T9" fmla="*/ 21 h 1132"/>
                    <a:gd name="T10" fmla="*/ 441 w 3647"/>
                    <a:gd name="T11" fmla="*/ 26 h 1132"/>
                    <a:gd name="T12" fmla="*/ 533 w 3647"/>
                    <a:gd name="T13" fmla="*/ 37 h 1132"/>
                    <a:gd name="T14" fmla="*/ 620 w 3647"/>
                    <a:gd name="T15" fmla="*/ 48 h 1132"/>
                    <a:gd name="T16" fmla="*/ 707 w 3647"/>
                    <a:gd name="T17" fmla="*/ 58 h 1132"/>
                    <a:gd name="T18" fmla="*/ 799 w 3647"/>
                    <a:gd name="T19" fmla="*/ 69 h 1132"/>
                    <a:gd name="T20" fmla="*/ 887 w 3647"/>
                    <a:gd name="T21" fmla="*/ 85 h 1132"/>
                    <a:gd name="T22" fmla="*/ 978 w 3647"/>
                    <a:gd name="T23" fmla="*/ 101 h 1132"/>
                    <a:gd name="T24" fmla="*/ 1066 w 3647"/>
                    <a:gd name="T25" fmla="*/ 122 h 1132"/>
                    <a:gd name="T26" fmla="*/ 1153 w 3647"/>
                    <a:gd name="T27" fmla="*/ 149 h 1132"/>
                    <a:gd name="T28" fmla="*/ 1245 w 3647"/>
                    <a:gd name="T29" fmla="*/ 176 h 1132"/>
                    <a:gd name="T30" fmla="*/ 1263 w 3647"/>
                    <a:gd name="T31" fmla="*/ 181 h 1132"/>
                    <a:gd name="T32" fmla="*/ 1341 w 3647"/>
                    <a:gd name="T33" fmla="*/ 213 h 1132"/>
                    <a:gd name="T34" fmla="*/ 1410 w 3647"/>
                    <a:gd name="T35" fmla="*/ 245 h 1132"/>
                    <a:gd name="T36" fmla="*/ 1470 w 3647"/>
                    <a:gd name="T37" fmla="*/ 277 h 1132"/>
                    <a:gd name="T38" fmla="*/ 1525 w 3647"/>
                    <a:gd name="T39" fmla="*/ 315 h 1132"/>
                    <a:gd name="T40" fmla="*/ 1576 w 3647"/>
                    <a:gd name="T41" fmla="*/ 347 h 1132"/>
                    <a:gd name="T42" fmla="*/ 1617 w 3647"/>
                    <a:gd name="T43" fmla="*/ 379 h 1132"/>
                    <a:gd name="T44" fmla="*/ 1658 w 3647"/>
                    <a:gd name="T45" fmla="*/ 411 h 1132"/>
                    <a:gd name="T46" fmla="*/ 1690 w 3647"/>
                    <a:gd name="T47" fmla="*/ 443 h 1132"/>
                    <a:gd name="T48" fmla="*/ 1723 w 3647"/>
                    <a:gd name="T49" fmla="*/ 470 h 1132"/>
                    <a:gd name="T50" fmla="*/ 1750 w 3647"/>
                    <a:gd name="T51" fmla="*/ 496 h 1132"/>
                    <a:gd name="T52" fmla="*/ 1773 w 3647"/>
                    <a:gd name="T53" fmla="*/ 518 h 1132"/>
                    <a:gd name="T54" fmla="*/ 1796 w 3647"/>
                    <a:gd name="T55" fmla="*/ 539 h 1132"/>
                    <a:gd name="T56" fmla="*/ 1815 w 3647"/>
                    <a:gd name="T57" fmla="*/ 561 h 1132"/>
                    <a:gd name="T58" fmla="*/ 1833 w 3647"/>
                    <a:gd name="T59" fmla="*/ 577 h 1132"/>
                    <a:gd name="T60" fmla="*/ 1856 w 3647"/>
                    <a:gd name="T61" fmla="*/ 598 h 1132"/>
                    <a:gd name="T62" fmla="*/ 1879 w 3647"/>
                    <a:gd name="T63" fmla="*/ 619 h 1132"/>
                    <a:gd name="T64" fmla="*/ 1906 w 3647"/>
                    <a:gd name="T65" fmla="*/ 646 h 1132"/>
                    <a:gd name="T66" fmla="*/ 1939 w 3647"/>
                    <a:gd name="T67" fmla="*/ 673 h 1132"/>
                    <a:gd name="T68" fmla="*/ 1971 w 3647"/>
                    <a:gd name="T69" fmla="*/ 705 h 1132"/>
                    <a:gd name="T70" fmla="*/ 2007 w 3647"/>
                    <a:gd name="T71" fmla="*/ 737 h 1132"/>
                    <a:gd name="T72" fmla="*/ 2053 w 3647"/>
                    <a:gd name="T73" fmla="*/ 774 h 1132"/>
                    <a:gd name="T74" fmla="*/ 2099 w 3647"/>
                    <a:gd name="T75" fmla="*/ 806 h 1132"/>
                    <a:gd name="T76" fmla="*/ 2154 w 3647"/>
                    <a:gd name="T77" fmla="*/ 844 h 1132"/>
                    <a:gd name="T78" fmla="*/ 2219 w 3647"/>
                    <a:gd name="T79" fmla="*/ 876 h 1132"/>
                    <a:gd name="T80" fmla="*/ 2288 w 3647"/>
                    <a:gd name="T81" fmla="*/ 913 h 1132"/>
                    <a:gd name="T82" fmla="*/ 2366 w 3647"/>
                    <a:gd name="T83" fmla="*/ 945 h 1132"/>
                    <a:gd name="T84" fmla="*/ 2398 w 3647"/>
                    <a:gd name="T85" fmla="*/ 956 h 1132"/>
                    <a:gd name="T86" fmla="*/ 2490 w 3647"/>
                    <a:gd name="T87" fmla="*/ 983 h 1132"/>
                    <a:gd name="T88" fmla="*/ 2577 w 3647"/>
                    <a:gd name="T89" fmla="*/ 1009 h 1132"/>
                    <a:gd name="T90" fmla="*/ 2664 w 3647"/>
                    <a:gd name="T91" fmla="*/ 1031 h 1132"/>
                    <a:gd name="T92" fmla="*/ 2756 w 3647"/>
                    <a:gd name="T93" fmla="*/ 1047 h 1132"/>
                    <a:gd name="T94" fmla="*/ 2844 w 3647"/>
                    <a:gd name="T95" fmla="*/ 1063 h 1132"/>
                    <a:gd name="T96" fmla="*/ 2935 w 3647"/>
                    <a:gd name="T97" fmla="*/ 1073 h 1132"/>
                    <a:gd name="T98" fmla="*/ 3023 w 3647"/>
                    <a:gd name="T99" fmla="*/ 1084 h 1132"/>
                    <a:gd name="T100" fmla="*/ 3110 w 3647"/>
                    <a:gd name="T101" fmla="*/ 1095 h 1132"/>
                    <a:gd name="T102" fmla="*/ 3202 w 3647"/>
                    <a:gd name="T103" fmla="*/ 1106 h 1132"/>
                    <a:gd name="T104" fmla="*/ 3289 w 3647"/>
                    <a:gd name="T105" fmla="*/ 1111 h 1132"/>
                    <a:gd name="T106" fmla="*/ 3376 w 3647"/>
                    <a:gd name="T107" fmla="*/ 1116 h 1132"/>
                    <a:gd name="T108" fmla="*/ 3468 w 3647"/>
                    <a:gd name="T109" fmla="*/ 1122 h 1132"/>
                    <a:gd name="T110" fmla="*/ 3556 w 3647"/>
                    <a:gd name="T111" fmla="*/ 1127 h 1132"/>
                    <a:gd name="T112" fmla="*/ 3647 w 3647"/>
                    <a:gd name="T113" fmla="*/ 1132 h 113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32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10"/>
                      </a:lnTo>
                      <a:lnTo>
                        <a:pt x="266" y="16"/>
                      </a:lnTo>
                      <a:lnTo>
                        <a:pt x="354" y="21"/>
                      </a:lnTo>
                      <a:lnTo>
                        <a:pt x="441" y="26"/>
                      </a:lnTo>
                      <a:lnTo>
                        <a:pt x="533" y="37"/>
                      </a:lnTo>
                      <a:lnTo>
                        <a:pt x="620" y="48"/>
                      </a:lnTo>
                      <a:lnTo>
                        <a:pt x="707" y="58"/>
                      </a:lnTo>
                      <a:lnTo>
                        <a:pt x="799" y="69"/>
                      </a:lnTo>
                      <a:lnTo>
                        <a:pt x="887" y="85"/>
                      </a:lnTo>
                      <a:lnTo>
                        <a:pt x="978" y="101"/>
                      </a:lnTo>
                      <a:lnTo>
                        <a:pt x="1066" y="122"/>
                      </a:lnTo>
                      <a:lnTo>
                        <a:pt x="1153" y="149"/>
                      </a:lnTo>
                      <a:lnTo>
                        <a:pt x="1245" y="176"/>
                      </a:lnTo>
                      <a:lnTo>
                        <a:pt x="1263" y="181"/>
                      </a:lnTo>
                      <a:lnTo>
                        <a:pt x="1341" y="213"/>
                      </a:lnTo>
                      <a:lnTo>
                        <a:pt x="1410" y="245"/>
                      </a:lnTo>
                      <a:lnTo>
                        <a:pt x="1470" y="277"/>
                      </a:lnTo>
                      <a:lnTo>
                        <a:pt x="1525" y="315"/>
                      </a:lnTo>
                      <a:lnTo>
                        <a:pt x="1576" y="347"/>
                      </a:lnTo>
                      <a:lnTo>
                        <a:pt x="1617" y="379"/>
                      </a:lnTo>
                      <a:lnTo>
                        <a:pt x="1658" y="411"/>
                      </a:lnTo>
                      <a:lnTo>
                        <a:pt x="1690" y="443"/>
                      </a:lnTo>
                      <a:lnTo>
                        <a:pt x="1723" y="470"/>
                      </a:lnTo>
                      <a:lnTo>
                        <a:pt x="1750" y="496"/>
                      </a:lnTo>
                      <a:lnTo>
                        <a:pt x="1773" y="518"/>
                      </a:lnTo>
                      <a:lnTo>
                        <a:pt x="1796" y="539"/>
                      </a:lnTo>
                      <a:lnTo>
                        <a:pt x="1815" y="561"/>
                      </a:lnTo>
                      <a:lnTo>
                        <a:pt x="1833" y="577"/>
                      </a:lnTo>
                      <a:lnTo>
                        <a:pt x="1856" y="598"/>
                      </a:lnTo>
                      <a:lnTo>
                        <a:pt x="1879" y="619"/>
                      </a:lnTo>
                      <a:lnTo>
                        <a:pt x="1906" y="646"/>
                      </a:lnTo>
                      <a:lnTo>
                        <a:pt x="1939" y="673"/>
                      </a:lnTo>
                      <a:lnTo>
                        <a:pt x="1971" y="705"/>
                      </a:lnTo>
                      <a:lnTo>
                        <a:pt x="2007" y="737"/>
                      </a:lnTo>
                      <a:lnTo>
                        <a:pt x="2053" y="774"/>
                      </a:lnTo>
                      <a:lnTo>
                        <a:pt x="2099" y="806"/>
                      </a:lnTo>
                      <a:lnTo>
                        <a:pt x="2154" y="844"/>
                      </a:lnTo>
                      <a:lnTo>
                        <a:pt x="2219" y="876"/>
                      </a:lnTo>
                      <a:lnTo>
                        <a:pt x="2288" y="913"/>
                      </a:lnTo>
                      <a:lnTo>
                        <a:pt x="2366" y="945"/>
                      </a:lnTo>
                      <a:lnTo>
                        <a:pt x="2398" y="956"/>
                      </a:lnTo>
                      <a:lnTo>
                        <a:pt x="2490" y="983"/>
                      </a:lnTo>
                      <a:lnTo>
                        <a:pt x="2577" y="1009"/>
                      </a:lnTo>
                      <a:lnTo>
                        <a:pt x="2664" y="1031"/>
                      </a:lnTo>
                      <a:lnTo>
                        <a:pt x="2756" y="1047"/>
                      </a:lnTo>
                      <a:lnTo>
                        <a:pt x="2844" y="1063"/>
                      </a:lnTo>
                      <a:lnTo>
                        <a:pt x="2935" y="1073"/>
                      </a:lnTo>
                      <a:lnTo>
                        <a:pt x="3023" y="1084"/>
                      </a:lnTo>
                      <a:lnTo>
                        <a:pt x="3110" y="1095"/>
                      </a:lnTo>
                      <a:lnTo>
                        <a:pt x="3202" y="1106"/>
                      </a:lnTo>
                      <a:lnTo>
                        <a:pt x="3289" y="1111"/>
                      </a:lnTo>
                      <a:lnTo>
                        <a:pt x="3376" y="1116"/>
                      </a:lnTo>
                      <a:lnTo>
                        <a:pt x="3468" y="1122"/>
                      </a:lnTo>
                      <a:lnTo>
                        <a:pt x="3556" y="1127"/>
                      </a:lnTo>
                      <a:lnTo>
                        <a:pt x="3647" y="1132"/>
                      </a:lnTo>
                    </a:path>
                  </a:pathLst>
                </a:custGeom>
                <a:noFill/>
                <a:ln w="22225">
                  <a:solidFill>
                    <a:srgbClr val="00BF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3" name="Freeform 101">
                  <a:extLst>
                    <a:ext uri="{FF2B5EF4-FFF2-40B4-BE49-F238E27FC236}">
                      <a16:creationId xmlns:a16="http://schemas.microsoft.com/office/drawing/2014/main" id="{8B20E2D8-E866-1C59-5ADD-7D1B0DEA8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696"/>
                  <a:ext cx="3647" cy="1100"/>
                </a:xfrm>
                <a:custGeom>
                  <a:avLst/>
                  <a:gdLst>
                    <a:gd name="T0" fmla="*/ 0 w 3647"/>
                    <a:gd name="T1" fmla="*/ 0 h 1100"/>
                    <a:gd name="T2" fmla="*/ 87 w 3647"/>
                    <a:gd name="T3" fmla="*/ 5 h 1100"/>
                    <a:gd name="T4" fmla="*/ 175 w 3647"/>
                    <a:gd name="T5" fmla="*/ 10 h 1100"/>
                    <a:gd name="T6" fmla="*/ 266 w 3647"/>
                    <a:gd name="T7" fmla="*/ 21 h 1100"/>
                    <a:gd name="T8" fmla="*/ 354 w 3647"/>
                    <a:gd name="T9" fmla="*/ 32 h 1100"/>
                    <a:gd name="T10" fmla="*/ 441 w 3647"/>
                    <a:gd name="T11" fmla="*/ 42 h 1100"/>
                    <a:gd name="T12" fmla="*/ 533 w 3647"/>
                    <a:gd name="T13" fmla="*/ 53 h 1100"/>
                    <a:gd name="T14" fmla="*/ 620 w 3647"/>
                    <a:gd name="T15" fmla="*/ 64 h 1100"/>
                    <a:gd name="T16" fmla="*/ 707 w 3647"/>
                    <a:gd name="T17" fmla="*/ 80 h 1100"/>
                    <a:gd name="T18" fmla="*/ 799 w 3647"/>
                    <a:gd name="T19" fmla="*/ 96 h 1100"/>
                    <a:gd name="T20" fmla="*/ 887 w 3647"/>
                    <a:gd name="T21" fmla="*/ 117 h 1100"/>
                    <a:gd name="T22" fmla="*/ 978 w 3647"/>
                    <a:gd name="T23" fmla="*/ 138 h 1100"/>
                    <a:gd name="T24" fmla="*/ 1066 w 3647"/>
                    <a:gd name="T25" fmla="*/ 165 h 1100"/>
                    <a:gd name="T26" fmla="*/ 1153 w 3647"/>
                    <a:gd name="T27" fmla="*/ 192 h 1100"/>
                    <a:gd name="T28" fmla="*/ 1245 w 3647"/>
                    <a:gd name="T29" fmla="*/ 224 h 1100"/>
                    <a:gd name="T30" fmla="*/ 1263 w 3647"/>
                    <a:gd name="T31" fmla="*/ 229 h 1100"/>
                    <a:gd name="T32" fmla="*/ 1341 w 3647"/>
                    <a:gd name="T33" fmla="*/ 267 h 1100"/>
                    <a:gd name="T34" fmla="*/ 1410 w 3647"/>
                    <a:gd name="T35" fmla="*/ 299 h 1100"/>
                    <a:gd name="T36" fmla="*/ 1470 w 3647"/>
                    <a:gd name="T37" fmla="*/ 331 h 1100"/>
                    <a:gd name="T38" fmla="*/ 1525 w 3647"/>
                    <a:gd name="T39" fmla="*/ 358 h 1100"/>
                    <a:gd name="T40" fmla="*/ 1576 w 3647"/>
                    <a:gd name="T41" fmla="*/ 390 h 1100"/>
                    <a:gd name="T42" fmla="*/ 1617 w 3647"/>
                    <a:gd name="T43" fmla="*/ 416 h 1100"/>
                    <a:gd name="T44" fmla="*/ 1658 w 3647"/>
                    <a:gd name="T45" fmla="*/ 438 h 1100"/>
                    <a:gd name="T46" fmla="*/ 1690 w 3647"/>
                    <a:gd name="T47" fmla="*/ 459 h 1100"/>
                    <a:gd name="T48" fmla="*/ 1723 w 3647"/>
                    <a:gd name="T49" fmla="*/ 480 h 1100"/>
                    <a:gd name="T50" fmla="*/ 1750 w 3647"/>
                    <a:gd name="T51" fmla="*/ 502 h 1100"/>
                    <a:gd name="T52" fmla="*/ 1773 w 3647"/>
                    <a:gd name="T53" fmla="*/ 518 h 1100"/>
                    <a:gd name="T54" fmla="*/ 1796 w 3647"/>
                    <a:gd name="T55" fmla="*/ 529 h 1100"/>
                    <a:gd name="T56" fmla="*/ 1815 w 3647"/>
                    <a:gd name="T57" fmla="*/ 545 h 1100"/>
                    <a:gd name="T58" fmla="*/ 1833 w 3647"/>
                    <a:gd name="T59" fmla="*/ 555 h 1100"/>
                    <a:gd name="T60" fmla="*/ 1856 w 3647"/>
                    <a:gd name="T61" fmla="*/ 571 h 1100"/>
                    <a:gd name="T62" fmla="*/ 1879 w 3647"/>
                    <a:gd name="T63" fmla="*/ 587 h 1100"/>
                    <a:gd name="T64" fmla="*/ 1906 w 3647"/>
                    <a:gd name="T65" fmla="*/ 609 h 1100"/>
                    <a:gd name="T66" fmla="*/ 1939 w 3647"/>
                    <a:gd name="T67" fmla="*/ 630 h 1100"/>
                    <a:gd name="T68" fmla="*/ 1971 w 3647"/>
                    <a:gd name="T69" fmla="*/ 651 h 1100"/>
                    <a:gd name="T70" fmla="*/ 2007 w 3647"/>
                    <a:gd name="T71" fmla="*/ 678 h 1100"/>
                    <a:gd name="T72" fmla="*/ 2053 w 3647"/>
                    <a:gd name="T73" fmla="*/ 705 h 1100"/>
                    <a:gd name="T74" fmla="*/ 2099 w 3647"/>
                    <a:gd name="T75" fmla="*/ 732 h 1100"/>
                    <a:gd name="T76" fmla="*/ 2154 w 3647"/>
                    <a:gd name="T77" fmla="*/ 764 h 1100"/>
                    <a:gd name="T78" fmla="*/ 2219 w 3647"/>
                    <a:gd name="T79" fmla="*/ 796 h 1100"/>
                    <a:gd name="T80" fmla="*/ 2288 w 3647"/>
                    <a:gd name="T81" fmla="*/ 828 h 1100"/>
                    <a:gd name="T82" fmla="*/ 2366 w 3647"/>
                    <a:gd name="T83" fmla="*/ 860 h 1100"/>
                    <a:gd name="T84" fmla="*/ 2398 w 3647"/>
                    <a:gd name="T85" fmla="*/ 876 h 1100"/>
                    <a:gd name="T86" fmla="*/ 2490 w 3647"/>
                    <a:gd name="T87" fmla="*/ 908 h 1100"/>
                    <a:gd name="T88" fmla="*/ 2577 w 3647"/>
                    <a:gd name="T89" fmla="*/ 935 h 1100"/>
                    <a:gd name="T90" fmla="*/ 2664 w 3647"/>
                    <a:gd name="T91" fmla="*/ 961 h 1100"/>
                    <a:gd name="T92" fmla="*/ 2756 w 3647"/>
                    <a:gd name="T93" fmla="*/ 983 h 1100"/>
                    <a:gd name="T94" fmla="*/ 2844 w 3647"/>
                    <a:gd name="T95" fmla="*/ 1004 h 1100"/>
                    <a:gd name="T96" fmla="*/ 2935 w 3647"/>
                    <a:gd name="T97" fmla="*/ 1020 h 1100"/>
                    <a:gd name="T98" fmla="*/ 3023 w 3647"/>
                    <a:gd name="T99" fmla="*/ 1036 h 1100"/>
                    <a:gd name="T100" fmla="*/ 3110 w 3647"/>
                    <a:gd name="T101" fmla="*/ 1047 h 1100"/>
                    <a:gd name="T102" fmla="*/ 3202 w 3647"/>
                    <a:gd name="T103" fmla="*/ 1057 h 1100"/>
                    <a:gd name="T104" fmla="*/ 3289 w 3647"/>
                    <a:gd name="T105" fmla="*/ 1068 h 1100"/>
                    <a:gd name="T106" fmla="*/ 3376 w 3647"/>
                    <a:gd name="T107" fmla="*/ 1079 h 1100"/>
                    <a:gd name="T108" fmla="*/ 3468 w 3647"/>
                    <a:gd name="T109" fmla="*/ 1090 h 1100"/>
                    <a:gd name="T110" fmla="*/ 3556 w 3647"/>
                    <a:gd name="T111" fmla="*/ 1095 h 1100"/>
                    <a:gd name="T112" fmla="*/ 3647 w 3647"/>
                    <a:gd name="T113" fmla="*/ 1100 h 1100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100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10"/>
                      </a:lnTo>
                      <a:lnTo>
                        <a:pt x="266" y="21"/>
                      </a:lnTo>
                      <a:lnTo>
                        <a:pt x="354" y="32"/>
                      </a:lnTo>
                      <a:lnTo>
                        <a:pt x="441" y="42"/>
                      </a:lnTo>
                      <a:lnTo>
                        <a:pt x="533" y="53"/>
                      </a:lnTo>
                      <a:lnTo>
                        <a:pt x="620" y="64"/>
                      </a:lnTo>
                      <a:lnTo>
                        <a:pt x="707" y="80"/>
                      </a:lnTo>
                      <a:lnTo>
                        <a:pt x="799" y="96"/>
                      </a:lnTo>
                      <a:lnTo>
                        <a:pt x="887" y="117"/>
                      </a:lnTo>
                      <a:lnTo>
                        <a:pt x="978" y="138"/>
                      </a:lnTo>
                      <a:lnTo>
                        <a:pt x="1066" y="165"/>
                      </a:lnTo>
                      <a:lnTo>
                        <a:pt x="1153" y="192"/>
                      </a:lnTo>
                      <a:lnTo>
                        <a:pt x="1245" y="224"/>
                      </a:lnTo>
                      <a:lnTo>
                        <a:pt x="1263" y="229"/>
                      </a:lnTo>
                      <a:lnTo>
                        <a:pt x="1341" y="267"/>
                      </a:lnTo>
                      <a:lnTo>
                        <a:pt x="1410" y="299"/>
                      </a:lnTo>
                      <a:lnTo>
                        <a:pt x="1470" y="331"/>
                      </a:lnTo>
                      <a:lnTo>
                        <a:pt x="1525" y="358"/>
                      </a:lnTo>
                      <a:lnTo>
                        <a:pt x="1576" y="390"/>
                      </a:lnTo>
                      <a:lnTo>
                        <a:pt x="1617" y="416"/>
                      </a:lnTo>
                      <a:lnTo>
                        <a:pt x="1658" y="438"/>
                      </a:lnTo>
                      <a:lnTo>
                        <a:pt x="1690" y="459"/>
                      </a:lnTo>
                      <a:lnTo>
                        <a:pt x="1723" y="480"/>
                      </a:lnTo>
                      <a:lnTo>
                        <a:pt x="1750" y="502"/>
                      </a:lnTo>
                      <a:lnTo>
                        <a:pt x="1773" y="518"/>
                      </a:lnTo>
                      <a:lnTo>
                        <a:pt x="1796" y="529"/>
                      </a:lnTo>
                      <a:lnTo>
                        <a:pt x="1815" y="545"/>
                      </a:lnTo>
                      <a:lnTo>
                        <a:pt x="1833" y="555"/>
                      </a:lnTo>
                      <a:lnTo>
                        <a:pt x="1856" y="571"/>
                      </a:lnTo>
                      <a:lnTo>
                        <a:pt x="1879" y="587"/>
                      </a:lnTo>
                      <a:lnTo>
                        <a:pt x="1906" y="609"/>
                      </a:lnTo>
                      <a:lnTo>
                        <a:pt x="1939" y="630"/>
                      </a:lnTo>
                      <a:lnTo>
                        <a:pt x="1971" y="651"/>
                      </a:lnTo>
                      <a:lnTo>
                        <a:pt x="2007" y="678"/>
                      </a:lnTo>
                      <a:lnTo>
                        <a:pt x="2053" y="705"/>
                      </a:lnTo>
                      <a:lnTo>
                        <a:pt x="2099" y="732"/>
                      </a:lnTo>
                      <a:lnTo>
                        <a:pt x="2154" y="764"/>
                      </a:lnTo>
                      <a:lnTo>
                        <a:pt x="2219" y="796"/>
                      </a:lnTo>
                      <a:lnTo>
                        <a:pt x="2288" y="828"/>
                      </a:lnTo>
                      <a:lnTo>
                        <a:pt x="2366" y="860"/>
                      </a:lnTo>
                      <a:lnTo>
                        <a:pt x="2398" y="876"/>
                      </a:lnTo>
                      <a:lnTo>
                        <a:pt x="2490" y="908"/>
                      </a:lnTo>
                      <a:lnTo>
                        <a:pt x="2577" y="935"/>
                      </a:lnTo>
                      <a:lnTo>
                        <a:pt x="2664" y="961"/>
                      </a:lnTo>
                      <a:lnTo>
                        <a:pt x="2756" y="983"/>
                      </a:lnTo>
                      <a:lnTo>
                        <a:pt x="2844" y="1004"/>
                      </a:lnTo>
                      <a:lnTo>
                        <a:pt x="2935" y="1020"/>
                      </a:lnTo>
                      <a:lnTo>
                        <a:pt x="3023" y="1036"/>
                      </a:lnTo>
                      <a:lnTo>
                        <a:pt x="3110" y="1047"/>
                      </a:lnTo>
                      <a:lnTo>
                        <a:pt x="3202" y="1057"/>
                      </a:lnTo>
                      <a:lnTo>
                        <a:pt x="3289" y="1068"/>
                      </a:lnTo>
                      <a:lnTo>
                        <a:pt x="3376" y="1079"/>
                      </a:lnTo>
                      <a:lnTo>
                        <a:pt x="3468" y="1090"/>
                      </a:lnTo>
                      <a:lnTo>
                        <a:pt x="3556" y="1095"/>
                      </a:lnTo>
                      <a:lnTo>
                        <a:pt x="3647" y="1100"/>
                      </a:lnTo>
                    </a:path>
                  </a:pathLst>
                </a:custGeom>
                <a:noFill/>
                <a:ln w="22225">
                  <a:solidFill>
                    <a:srgbClr val="BF00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4" name="Freeform 102">
                  <a:extLst>
                    <a:ext uri="{FF2B5EF4-FFF2-40B4-BE49-F238E27FC236}">
                      <a16:creationId xmlns:a16="http://schemas.microsoft.com/office/drawing/2014/main" id="{CFD4C0DB-02E9-AB44-C2D8-D5652946C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0" y="2717"/>
                  <a:ext cx="3647" cy="1058"/>
                </a:xfrm>
                <a:custGeom>
                  <a:avLst/>
                  <a:gdLst>
                    <a:gd name="T0" fmla="*/ 0 w 3647"/>
                    <a:gd name="T1" fmla="*/ 0 h 1058"/>
                    <a:gd name="T2" fmla="*/ 87 w 3647"/>
                    <a:gd name="T3" fmla="*/ 11 h 1058"/>
                    <a:gd name="T4" fmla="*/ 175 w 3647"/>
                    <a:gd name="T5" fmla="*/ 16 h 1058"/>
                    <a:gd name="T6" fmla="*/ 266 w 3647"/>
                    <a:gd name="T7" fmla="*/ 32 h 1058"/>
                    <a:gd name="T8" fmla="*/ 354 w 3647"/>
                    <a:gd name="T9" fmla="*/ 43 h 1058"/>
                    <a:gd name="T10" fmla="*/ 441 w 3647"/>
                    <a:gd name="T11" fmla="*/ 59 h 1058"/>
                    <a:gd name="T12" fmla="*/ 533 w 3647"/>
                    <a:gd name="T13" fmla="*/ 69 h 1058"/>
                    <a:gd name="T14" fmla="*/ 620 w 3647"/>
                    <a:gd name="T15" fmla="*/ 91 h 1058"/>
                    <a:gd name="T16" fmla="*/ 707 w 3647"/>
                    <a:gd name="T17" fmla="*/ 107 h 1058"/>
                    <a:gd name="T18" fmla="*/ 799 w 3647"/>
                    <a:gd name="T19" fmla="*/ 128 h 1058"/>
                    <a:gd name="T20" fmla="*/ 887 w 3647"/>
                    <a:gd name="T21" fmla="*/ 155 h 1058"/>
                    <a:gd name="T22" fmla="*/ 978 w 3647"/>
                    <a:gd name="T23" fmla="*/ 176 h 1058"/>
                    <a:gd name="T24" fmla="*/ 1066 w 3647"/>
                    <a:gd name="T25" fmla="*/ 208 h 1058"/>
                    <a:gd name="T26" fmla="*/ 1153 w 3647"/>
                    <a:gd name="T27" fmla="*/ 235 h 1058"/>
                    <a:gd name="T28" fmla="*/ 1245 w 3647"/>
                    <a:gd name="T29" fmla="*/ 267 h 1058"/>
                    <a:gd name="T30" fmla="*/ 1263 w 3647"/>
                    <a:gd name="T31" fmla="*/ 278 h 1058"/>
                    <a:gd name="T32" fmla="*/ 1341 w 3647"/>
                    <a:gd name="T33" fmla="*/ 310 h 1058"/>
                    <a:gd name="T34" fmla="*/ 1410 w 3647"/>
                    <a:gd name="T35" fmla="*/ 337 h 1058"/>
                    <a:gd name="T36" fmla="*/ 1470 w 3647"/>
                    <a:gd name="T37" fmla="*/ 363 h 1058"/>
                    <a:gd name="T38" fmla="*/ 1525 w 3647"/>
                    <a:gd name="T39" fmla="*/ 390 h 1058"/>
                    <a:gd name="T40" fmla="*/ 1576 w 3647"/>
                    <a:gd name="T41" fmla="*/ 411 h 1058"/>
                    <a:gd name="T42" fmla="*/ 1617 w 3647"/>
                    <a:gd name="T43" fmla="*/ 433 h 1058"/>
                    <a:gd name="T44" fmla="*/ 1658 w 3647"/>
                    <a:gd name="T45" fmla="*/ 449 h 1058"/>
                    <a:gd name="T46" fmla="*/ 1690 w 3647"/>
                    <a:gd name="T47" fmla="*/ 465 h 1058"/>
                    <a:gd name="T48" fmla="*/ 1723 w 3647"/>
                    <a:gd name="T49" fmla="*/ 481 h 1058"/>
                    <a:gd name="T50" fmla="*/ 1750 w 3647"/>
                    <a:gd name="T51" fmla="*/ 491 h 1058"/>
                    <a:gd name="T52" fmla="*/ 1773 w 3647"/>
                    <a:gd name="T53" fmla="*/ 508 h 1058"/>
                    <a:gd name="T54" fmla="*/ 1796 w 3647"/>
                    <a:gd name="T55" fmla="*/ 518 h 1058"/>
                    <a:gd name="T56" fmla="*/ 1815 w 3647"/>
                    <a:gd name="T57" fmla="*/ 524 h 1058"/>
                    <a:gd name="T58" fmla="*/ 1833 w 3647"/>
                    <a:gd name="T59" fmla="*/ 534 h 1058"/>
                    <a:gd name="T60" fmla="*/ 1856 w 3647"/>
                    <a:gd name="T61" fmla="*/ 545 h 1058"/>
                    <a:gd name="T62" fmla="*/ 1879 w 3647"/>
                    <a:gd name="T63" fmla="*/ 556 h 1058"/>
                    <a:gd name="T64" fmla="*/ 1906 w 3647"/>
                    <a:gd name="T65" fmla="*/ 572 h 1058"/>
                    <a:gd name="T66" fmla="*/ 1939 w 3647"/>
                    <a:gd name="T67" fmla="*/ 582 h 1058"/>
                    <a:gd name="T68" fmla="*/ 1971 w 3647"/>
                    <a:gd name="T69" fmla="*/ 604 h 1058"/>
                    <a:gd name="T70" fmla="*/ 2007 w 3647"/>
                    <a:gd name="T71" fmla="*/ 620 h 1058"/>
                    <a:gd name="T72" fmla="*/ 2053 w 3647"/>
                    <a:gd name="T73" fmla="*/ 641 h 1058"/>
                    <a:gd name="T74" fmla="*/ 2099 w 3647"/>
                    <a:gd name="T75" fmla="*/ 662 h 1058"/>
                    <a:gd name="T76" fmla="*/ 2154 w 3647"/>
                    <a:gd name="T77" fmla="*/ 689 h 1058"/>
                    <a:gd name="T78" fmla="*/ 2219 w 3647"/>
                    <a:gd name="T79" fmla="*/ 716 h 1058"/>
                    <a:gd name="T80" fmla="*/ 2288 w 3647"/>
                    <a:gd name="T81" fmla="*/ 743 h 1058"/>
                    <a:gd name="T82" fmla="*/ 2366 w 3647"/>
                    <a:gd name="T83" fmla="*/ 775 h 1058"/>
                    <a:gd name="T84" fmla="*/ 2398 w 3647"/>
                    <a:gd name="T85" fmla="*/ 791 h 1058"/>
                    <a:gd name="T86" fmla="*/ 2490 w 3647"/>
                    <a:gd name="T87" fmla="*/ 823 h 1058"/>
                    <a:gd name="T88" fmla="*/ 2577 w 3647"/>
                    <a:gd name="T89" fmla="*/ 849 h 1058"/>
                    <a:gd name="T90" fmla="*/ 2664 w 3647"/>
                    <a:gd name="T91" fmla="*/ 882 h 1058"/>
                    <a:gd name="T92" fmla="*/ 2756 w 3647"/>
                    <a:gd name="T93" fmla="*/ 903 h 1058"/>
                    <a:gd name="T94" fmla="*/ 2844 w 3647"/>
                    <a:gd name="T95" fmla="*/ 930 h 1058"/>
                    <a:gd name="T96" fmla="*/ 2935 w 3647"/>
                    <a:gd name="T97" fmla="*/ 951 h 1058"/>
                    <a:gd name="T98" fmla="*/ 3023 w 3647"/>
                    <a:gd name="T99" fmla="*/ 967 h 1058"/>
                    <a:gd name="T100" fmla="*/ 3110 w 3647"/>
                    <a:gd name="T101" fmla="*/ 988 h 1058"/>
                    <a:gd name="T102" fmla="*/ 3202 w 3647"/>
                    <a:gd name="T103" fmla="*/ 999 h 1058"/>
                    <a:gd name="T104" fmla="*/ 3289 w 3647"/>
                    <a:gd name="T105" fmla="*/ 1015 h 1058"/>
                    <a:gd name="T106" fmla="*/ 3376 w 3647"/>
                    <a:gd name="T107" fmla="*/ 1026 h 1058"/>
                    <a:gd name="T108" fmla="*/ 3468 w 3647"/>
                    <a:gd name="T109" fmla="*/ 1042 h 1058"/>
                    <a:gd name="T110" fmla="*/ 3556 w 3647"/>
                    <a:gd name="T111" fmla="*/ 1047 h 1058"/>
                    <a:gd name="T112" fmla="*/ 3647 w 3647"/>
                    <a:gd name="T113" fmla="*/ 1058 h 105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058">
                      <a:moveTo>
                        <a:pt x="0" y="0"/>
                      </a:moveTo>
                      <a:lnTo>
                        <a:pt x="87" y="11"/>
                      </a:lnTo>
                      <a:lnTo>
                        <a:pt x="175" y="16"/>
                      </a:lnTo>
                      <a:lnTo>
                        <a:pt x="266" y="32"/>
                      </a:lnTo>
                      <a:lnTo>
                        <a:pt x="354" y="43"/>
                      </a:lnTo>
                      <a:lnTo>
                        <a:pt x="441" y="59"/>
                      </a:lnTo>
                      <a:lnTo>
                        <a:pt x="533" y="69"/>
                      </a:lnTo>
                      <a:lnTo>
                        <a:pt x="620" y="91"/>
                      </a:lnTo>
                      <a:lnTo>
                        <a:pt x="707" y="107"/>
                      </a:lnTo>
                      <a:lnTo>
                        <a:pt x="799" y="128"/>
                      </a:lnTo>
                      <a:lnTo>
                        <a:pt x="887" y="155"/>
                      </a:lnTo>
                      <a:lnTo>
                        <a:pt x="978" y="176"/>
                      </a:lnTo>
                      <a:lnTo>
                        <a:pt x="1066" y="208"/>
                      </a:lnTo>
                      <a:lnTo>
                        <a:pt x="1153" y="235"/>
                      </a:lnTo>
                      <a:lnTo>
                        <a:pt x="1245" y="267"/>
                      </a:lnTo>
                      <a:lnTo>
                        <a:pt x="1263" y="278"/>
                      </a:lnTo>
                      <a:lnTo>
                        <a:pt x="1341" y="310"/>
                      </a:lnTo>
                      <a:lnTo>
                        <a:pt x="1410" y="337"/>
                      </a:lnTo>
                      <a:lnTo>
                        <a:pt x="1470" y="363"/>
                      </a:lnTo>
                      <a:lnTo>
                        <a:pt x="1525" y="390"/>
                      </a:lnTo>
                      <a:lnTo>
                        <a:pt x="1576" y="411"/>
                      </a:lnTo>
                      <a:lnTo>
                        <a:pt x="1617" y="433"/>
                      </a:lnTo>
                      <a:lnTo>
                        <a:pt x="1658" y="449"/>
                      </a:lnTo>
                      <a:lnTo>
                        <a:pt x="1690" y="465"/>
                      </a:lnTo>
                      <a:lnTo>
                        <a:pt x="1723" y="481"/>
                      </a:lnTo>
                      <a:lnTo>
                        <a:pt x="1750" y="491"/>
                      </a:lnTo>
                      <a:lnTo>
                        <a:pt x="1773" y="508"/>
                      </a:lnTo>
                      <a:lnTo>
                        <a:pt x="1796" y="518"/>
                      </a:lnTo>
                      <a:lnTo>
                        <a:pt x="1815" y="524"/>
                      </a:lnTo>
                      <a:lnTo>
                        <a:pt x="1833" y="534"/>
                      </a:lnTo>
                      <a:lnTo>
                        <a:pt x="1856" y="545"/>
                      </a:lnTo>
                      <a:lnTo>
                        <a:pt x="1879" y="556"/>
                      </a:lnTo>
                      <a:lnTo>
                        <a:pt x="1906" y="572"/>
                      </a:lnTo>
                      <a:lnTo>
                        <a:pt x="1939" y="582"/>
                      </a:lnTo>
                      <a:lnTo>
                        <a:pt x="1971" y="604"/>
                      </a:lnTo>
                      <a:lnTo>
                        <a:pt x="2007" y="620"/>
                      </a:lnTo>
                      <a:lnTo>
                        <a:pt x="2053" y="641"/>
                      </a:lnTo>
                      <a:lnTo>
                        <a:pt x="2099" y="662"/>
                      </a:lnTo>
                      <a:lnTo>
                        <a:pt x="2154" y="689"/>
                      </a:lnTo>
                      <a:lnTo>
                        <a:pt x="2219" y="716"/>
                      </a:lnTo>
                      <a:lnTo>
                        <a:pt x="2288" y="743"/>
                      </a:lnTo>
                      <a:lnTo>
                        <a:pt x="2366" y="775"/>
                      </a:lnTo>
                      <a:lnTo>
                        <a:pt x="2398" y="791"/>
                      </a:lnTo>
                      <a:lnTo>
                        <a:pt x="2490" y="823"/>
                      </a:lnTo>
                      <a:lnTo>
                        <a:pt x="2577" y="849"/>
                      </a:lnTo>
                      <a:lnTo>
                        <a:pt x="2664" y="882"/>
                      </a:lnTo>
                      <a:lnTo>
                        <a:pt x="2756" y="903"/>
                      </a:lnTo>
                      <a:lnTo>
                        <a:pt x="2844" y="930"/>
                      </a:lnTo>
                      <a:lnTo>
                        <a:pt x="2935" y="951"/>
                      </a:lnTo>
                      <a:lnTo>
                        <a:pt x="3023" y="967"/>
                      </a:lnTo>
                      <a:lnTo>
                        <a:pt x="3110" y="988"/>
                      </a:lnTo>
                      <a:lnTo>
                        <a:pt x="3202" y="999"/>
                      </a:lnTo>
                      <a:lnTo>
                        <a:pt x="3289" y="1015"/>
                      </a:lnTo>
                      <a:lnTo>
                        <a:pt x="3376" y="1026"/>
                      </a:lnTo>
                      <a:lnTo>
                        <a:pt x="3468" y="1042"/>
                      </a:lnTo>
                      <a:lnTo>
                        <a:pt x="3556" y="1047"/>
                      </a:lnTo>
                      <a:lnTo>
                        <a:pt x="3647" y="1058"/>
                      </a:lnTo>
                    </a:path>
                  </a:pathLst>
                </a:custGeom>
                <a:noFill/>
                <a:ln w="22225">
                  <a:solidFill>
                    <a:srgbClr val="BFB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65" name="Rectangle 103">
                <a:extLst>
                  <a:ext uri="{FF2B5EF4-FFF2-40B4-BE49-F238E27FC236}">
                    <a16:creationId xmlns:a16="http://schemas.microsoft.com/office/drawing/2014/main" id="{6BDC9592-8EF7-3C89-83BC-670B4D9CE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6" y="3936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6" name="Rectangle 104">
                <a:extLst>
                  <a:ext uri="{FF2B5EF4-FFF2-40B4-BE49-F238E27FC236}">
                    <a16:creationId xmlns:a16="http://schemas.microsoft.com/office/drawing/2014/main" id="{D801ADCC-A677-FF54-2246-80D5DEB6A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93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7" name="Rectangle 105">
                <a:extLst>
                  <a:ext uri="{FF2B5EF4-FFF2-40B4-BE49-F238E27FC236}">
                    <a16:creationId xmlns:a16="http://schemas.microsoft.com/office/drawing/2014/main" id="{61F2BA95-0F36-9679-1CCE-EE5786ED7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4" y="3936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68" name="Rectangle 106">
                <a:extLst>
                  <a:ext uri="{FF2B5EF4-FFF2-40B4-BE49-F238E27FC236}">
                    <a16:creationId xmlns:a16="http://schemas.microsoft.com/office/drawing/2014/main" id="{FC1B758B-729C-84DB-F659-99A5140DC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984"/>
                <a:ext cx="5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/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 i="1" baseline="-18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n</a:t>
                </a:r>
                <a:endParaRPr lang="en-US" altLang="zh-CN" sz="2400" baseline="-18000">
                  <a:solidFill>
                    <a:srgbClr val="000000"/>
                  </a:solidFill>
                  <a:latin typeface="Helvetica" panose="020B0604020202020204" pitchFamily="34" charset="0"/>
                </a:endParaRPr>
              </a:p>
            </p:txBody>
          </p:sp>
          <p:sp>
            <p:nvSpPr>
              <p:cNvPr id="112869" name="Rectangle 107">
                <a:extLst>
                  <a:ext uri="{FF2B5EF4-FFF2-40B4-BE49-F238E27FC236}">
                    <a16:creationId xmlns:a16="http://schemas.microsoft.com/office/drawing/2014/main" id="{30ACCEE0-5B54-4F0B-F7C1-472936141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9" y="3125"/>
                <a:ext cx="10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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 / (deg)</a:t>
                </a:r>
              </a:p>
            </p:txBody>
          </p:sp>
          <p:sp>
            <p:nvSpPr>
              <p:cNvPr id="112870" name="Rectangle 108">
                <a:extLst>
                  <a:ext uri="{FF2B5EF4-FFF2-40B4-BE49-F238E27FC236}">
                    <a16:creationId xmlns:a16="http://schemas.microsoft.com/office/drawing/2014/main" id="{AA7123E4-95BA-FFF5-D174-4198E02EB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1" y="2976"/>
                <a:ext cx="565" cy="5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= 0.5</a:t>
                </a:r>
                <a:endPara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= 0.7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= 1.0</a:t>
                </a:r>
              </a:p>
            </p:txBody>
          </p:sp>
          <p:sp>
            <p:nvSpPr>
              <p:cNvPr id="112871" name="Rectangle 109">
                <a:extLst>
                  <a:ext uri="{FF2B5EF4-FFF2-40B4-BE49-F238E27FC236}">
                    <a16:creationId xmlns:a16="http://schemas.microsoft.com/office/drawing/2014/main" id="{62594691-8847-B144-7DDD-DEFE56BE2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2" y="3101"/>
                <a:ext cx="565" cy="5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= 0.1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= 0.2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 0.3</a:t>
                </a:r>
                <a:endPara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72" name="Line 110">
                <a:extLst>
                  <a:ext uri="{FF2B5EF4-FFF2-40B4-BE49-F238E27FC236}">
                    <a16:creationId xmlns:a16="http://schemas.microsoft.com/office/drawing/2014/main" id="{5602DD63-0F8A-7686-E9C7-39AF828F0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690"/>
                <a:ext cx="3647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3" name="Line 111">
                <a:extLst>
                  <a:ext uri="{FF2B5EF4-FFF2-40B4-BE49-F238E27FC236}">
                    <a16:creationId xmlns:a16="http://schemas.microsoft.com/office/drawing/2014/main" id="{4D1CDC39-4C6D-9232-04F8-8461F98A4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0" y="2784"/>
                <a:ext cx="288" cy="384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4" name="Line 112">
                <a:extLst>
                  <a:ext uri="{FF2B5EF4-FFF2-40B4-BE49-F238E27FC236}">
                    <a16:creationId xmlns:a16="http://schemas.microsoft.com/office/drawing/2014/main" id="{42FC53D0-7FF7-7CD4-DE17-945E0D51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0" y="2907"/>
                <a:ext cx="336" cy="432"/>
              </a:xfrm>
              <a:prstGeom prst="line">
                <a:avLst/>
              </a:prstGeom>
              <a:noFill/>
              <a:ln w="22225">
                <a:solidFill>
                  <a:srgbClr val="008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5" name="Line 113">
                <a:extLst>
                  <a:ext uri="{FF2B5EF4-FFF2-40B4-BE49-F238E27FC236}">
                    <a16:creationId xmlns:a16="http://schemas.microsoft.com/office/drawing/2014/main" id="{DFC5937D-7CB6-8C37-8A0E-04A2DAC47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0" y="3024"/>
                <a:ext cx="384" cy="48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6" name="Line 114">
                <a:extLst>
                  <a:ext uri="{FF2B5EF4-FFF2-40B4-BE49-F238E27FC236}">
                    <a16:creationId xmlns:a16="http://schemas.microsoft.com/office/drawing/2014/main" id="{0F4D2D28-91DD-0D5E-FA9F-8833DC5DC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6" y="3474"/>
                <a:ext cx="144" cy="144"/>
              </a:xfrm>
              <a:prstGeom prst="line">
                <a:avLst/>
              </a:prstGeom>
              <a:noFill/>
              <a:ln w="22225">
                <a:solidFill>
                  <a:srgbClr val="808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7" name="Line 115">
                <a:extLst>
                  <a:ext uri="{FF2B5EF4-FFF2-40B4-BE49-F238E27FC236}">
                    <a16:creationId xmlns:a16="http://schemas.microsoft.com/office/drawing/2014/main" id="{9CE73AF8-CC31-4CCB-844A-788230753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2" y="3264"/>
                <a:ext cx="336" cy="384"/>
              </a:xfrm>
              <a:prstGeom prst="line">
                <a:avLst/>
              </a:prstGeom>
              <a:noFill/>
              <a:ln w="22225">
                <a:solidFill>
                  <a:srgbClr val="9900CC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8" name="Line 116">
                <a:extLst>
                  <a:ext uri="{FF2B5EF4-FFF2-40B4-BE49-F238E27FC236}">
                    <a16:creationId xmlns:a16="http://schemas.microsoft.com/office/drawing/2014/main" id="{E8AA77D5-4CD5-B2CA-A46F-60203DE86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6" y="3120"/>
                <a:ext cx="478" cy="510"/>
              </a:xfrm>
              <a:prstGeom prst="line">
                <a:avLst/>
              </a:prstGeom>
              <a:noFill/>
              <a:ln w="22225">
                <a:solidFill>
                  <a:srgbClr val="009999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644" name="Group 117">
              <a:extLst>
                <a:ext uri="{FF2B5EF4-FFF2-40B4-BE49-F238E27FC236}">
                  <a16:creationId xmlns:a16="http://schemas.microsoft.com/office/drawing/2014/main" id="{1C49FC2B-4FAC-A90D-94DB-7A2C56E87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" y="960"/>
              <a:ext cx="4276" cy="1655"/>
              <a:chOff x="606" y="912"/>
              <a:chExt cx="4276" cy="1655"/>
            </a:xfrm>
          </p:grpSpPr>
          <p:sp>
            <p:nvSpPr>
              <p:cNvPr id="112646" name="Rectangle 118">
                <a:extLst>
                  <a:ext uri="{FF2B5EF4-FFF2-40B4-BE49-F238E27FC236}">
                    <a16:creationId xmlns:a16="http://schemas.microsoft.com/office/drawing/2014/main" id="{AABF6D03-3950-BC44-986D-08A51C75E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647" name="Rectangle 119">
                <a:extLst>
                  <a:ext uri="{FF2B5EF4-FFF2-40B4-BE49-F238E27FC236}">
                    <a16:creationId xmlns:a16="http://schemas.microsoft.com/office/drawing/2014/main" id="{83360A8E-97C1-42E1-0F14-8E6C6746E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2648" name="Freeform 120">
                <a:extLst>
                  <a:ext uri="{FF2B5EF4-FFF2-40B4-BE49-F238E27FC236}">
                    <a16:creationId xmlns:a16="http://schemas.microsoft.com/office/drawing/2014/main" id="{E18AAD6E-2A47-732D-7A74-C2AD278CB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49" name="Freeform 121">
                <a:extLst>
                  <a:ext uri="{FF2B5EF4-FFF2-40B4-BE49-F238E27FC236}">
                    <a16:creationId xmlns:a16="http://schemas.microsoft.com/office/drawing/2014/main" id="{4A7D0895-D8C7-B718-651C-A7AA7435F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0" name="Freeform 122">
                <a:extLst>
                  <a:ext uri="{FF2B5EF4-FFF2-40B4-BE49-F238E27FC236}">
                    <a16:creationId xmlns:a16="http://schemas.microsoft.com/office/drawing/2014/main" id="{32321531-83CD-6D40-72AF-6E7E1D1E4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1" name="Freeform 123">
                <a:extLst>
                  <a:ext uri="{FF2B5EF4-FFF2-40B4-BE49-F238E27FC236}">
                    <a16:creationId xmlns:a16="http://schemas.microsoft.com/office/drawing/2014/main" id="{A00919DE-06B8-4E44-1557-B79B60930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485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2" name="Freeform 124">
                <a:extLst>
                  <a:ext uri="{FF2B5EF4-FFF2-40B4-BE49-F238E27FC236}">
                    <a16:creationId xmlns:a16="http://schemas.microsoft.com/office/drawing/2014/main" id="{7BFF957A-04B1-D437-4877-9C4BD607C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2240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3" name="Freeform 125">
                <a:extLst>
                  <a:ext uri="{FF2B5EF4-FFF2-40B4-BE49-F238E27FC236}">
                    <a16:creationId xmlns:a16="http://schemas.microsoft.com/office/drawing/2014/main" id="{067BE64A-9D91-5476-6C98-BDBE8618A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995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4" name="Freeform 126">
                <a:extLst>
                  <a:ext uri="{FF2B5EF4-FFF2-40B4-BE49-F238E27FC236}">
                    <a16:creationId xmlns:a16="http://schemas.microsoft.com/office/drawing/2014/main" id="{9C41154B-9D45-1D39-4B28-50D6F01C8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750"/>
                <a:ext cx="3647" cy="2"/>
              </a:xfrm>
              <a:custGeom>
                <a:avLst/>
                <a:gdLst>
                  <a:gd name="T0" fmla="*/ 0 w 794"/>
                  <a:gd name="T1" fmla="*/ 0 h 2"/>
                  <a:gd name="T2" fmla="*/ 76941 w 79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2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5" name="Freeform 127">
                <a:extLst>
                  <a:ext uri="{FF2B5EF4-FFF2-40B4-BE49-F238E27FC236}">
                    <a16:creationId xmlns:a16="http://schemas.microsoft.com/office/drawing/2014/main" id="{3F091B34-59E5-B33E-1B04-55EDE3A69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505"/>
                <a:ext cx="3647" cy="2"/>
              </a:xfrm>
              <a:custGeom>
                <a:avLst/>
                <a:gdLst>
                  <a:gd name="T0" fmla="*/ 0 w 794"/>
                  <a:gd name="T1" fmla="*/ 0 h 2"/>
                  <a:gd name="T2" fmla="*/ 76941 w 79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2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6" name="Freeform 128">
                <a:extLst>
                  <a:ext uri="{FF2B5EF4-FFF2-40B4-BE49-F238E27FC236}">
                    <a16:creationId xmlns:a16="http://schemas.microsoft.com/office/drawing/2014/main" id="{81D8FBF3-018D-5B0E-A681-5E4630662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261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7" name="Freeform 129">
                <a:extLst>
                  <a:ext uri="{FF2B5EF4-FFF2-40B4-BE49-F238E27FC236}">
                    <a16:creationId xmlns:a16="http://schemas.microsoft.com/office/drawing/2014/main" id="{1F28D4E9-9607-4465-A2EC-E9A3D2B21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"/>
              </a:xfrm>
              <a:custGeom>
                <a:avLst/>
                <a:gdLst>
                  <a:gd name="T0" fmla="*/ 0 w 794"/>
                  <a:gd name="T1" fmla="*/ 0 h 1"/>
                  <a:gd name="T2" fmla="*/ 76941 w 79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94" h="1">
                    <a:moveTo>
                      <a:pt x="0" y="0"/>
                    </a:move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8" name="Line 130">
                <a:extLst>
                  <a:ext uri="{FF2B5EF4-FFF2-40B4-BE49-F238E27FC236}">
                    <a16:creationId xmlns:a16="http://schemas.microsoft.com/office/drawing/2014/main" id="{613627B2-AD0B-D987-4237-19C1C5516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364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9" name="Freeform 131">
                <a:extLst>
                  <a:ext uri="{FF2B5EF4-FFF2-40B4-BE49-F238E27FC236}">
                    <a16:creationId xmlns:a16="http://schemas.microsoft.com/office/drawing/2014/main" id="{D3BECFCF-7AE9-1878-BD3E-C75910E83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custGeom>
                <a:avLst/>
                <a:gdLst>
                  <a:gd name="T0" fmla="*/ 0 w 794"/>
                  <a:gd name="T1" fmla="*/ 60769 h 227"/>
                  <a:gd name="T2" fmla="*/ 76941 w 794"/>
                  <a:gd name="T3" fmla="*/ 60769 h 227"/>
                  <a:gd name="T4" fmla="*/ 76941 w 794"/>
                  <a:gd name="T5" fmla="*/ 0 h 2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4" h="227">
                    <a:moveTo>
                      <a:pt x="0" y="227"/>
                    </a:moveTo>
                    <a:lnTo>
                      <a:pt x="794" y="227"/>
                    </a:lnTo>
                    <a:lnTo>
                      <a:pt x="79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0" name="Line 132">
                <a:extLst>
                  <a:ext uri="{FF2B5EF4-FFF2-40B4-BE49-F238E27FC236}">
                    <a16:creationId xmlns:a16="http://schemas.microsoft.com/office/drawing/2014/main" id="{FDD172B7-2FB3-6EF3-1E6F-7BB604667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1022"/>
                <a:ext cx="1" cy="146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1" name="Line 133">
                <a:extLst>
                  <a:ext uri="{FF2B5EF4-FFF2-40B4-BE49-F238E27FC236}">
                    <a16:creationId xmlns:a16="http://schemas.microsoft.com/office/drawing/2014/main" id="{C20D87B0-E136-C1FD-A8CF-2AFC24239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485"/>
                <a:ext cx="364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2" name="Line 134">
                <a:extLst>
                  <a:ext uri="{FF2B5EF4-FFF2-40B4-BE49-F238E27FC236}">
                    <a16:creationId xmlns:a16="http://schemas.microsoft.com/office/drawing/2014/main" id="{EBA32D62-CE28-A24A-634E-1E74CD322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1022"/>
                <a:ext cx="1" cy="146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3" name="Line 135">
                <a:extLst>
                  <a:ext uri="{FF2B5EF4-FFF2-40B4-BE49-F238E27FC236}">
                    <a16:creationId xmlns:a16="http://schemas.microsoft.com/office/drawing/2014/main" id="{6E8259D7-3C77-349C-C7A2-3A15C4A64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4" name="Line 136">
                <a:extLst>
                  <a:ext uri="{FF2B5EF4-FFF2-40B4-BE49-F238E27FC236}">
                    <a16:creationId xmlns:a16="http://schemas.microsoft.com/office/drawing/2014/main" id="{E0C12DF7-27BE-D7EB-D091-9DA4497E0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5" name="Freeform 137">
                <a:extLst>
                  <a:ext uri="{FF2B5EF4-FFF2-40B4-BE49-F238E27FC236}">
                    <a16:creationId xmlns:a16="http://schemas.microsoft.com/office/drawing/2014/main" id="{3D9BECF4-74BD-A576-9A12-56CA79E8B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6" name="Line 138">
                <a:extLst>
                  <a:ext uri="{FF2B5EF4-FFF2-40B4-BE49-F238E27FC236}">
                    <a16:creationId xmlns:a16="http://schemas.microsoft.com/office/drawing/2014/main" id="{2941799C-079E-F9E4-B156-38ABBFD91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2433"/>
                <a:ext cx="1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7" name="Line 139">
                <a:extLst>
                  <a:ext uri="{FF2B5EF4-FFF2-40B4-BE49-F238E27FC236}">
                    <a16:creationId xmlns:a16="http://schemas.microsoft.com/office/drawing/2014/main" id="{C7E09AD1-47E5-E2F8-3BFB-D670B1B12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1" cy="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8" name="Line 140">
                <a:extLst>
                  <a:ext uri="{FF2B5EF4-FFF2-40B4-BE49-F238E27FC236}">
                    <a16:creationId xmlns:a16="http://schemas.microsoft.com/office/drawing/2014/main" id="{CF0BF8B3-080C-99D3-9F48-A7BA2B81A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1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9" name="Line 141">
                <a:extLst>
                  <a:ext uri="{FF2B5EF4-FFF2-40B4-BE49-F238E27FC236}">
                    <a16:creationId xmlns:a16="http://schemas.microsoft.com/office/drawing/2014/main" id="{C0318A4A-EA39-9681-3E25-CE0E392DE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1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0" name="Freeform 142">
                <a:extLst>
                  <a:ext uri="{FF2B5EF4-FFF2-40B4-BE49-F238E27FC236}">
                    <a16:creationId xmlns:a16="http://schemas.microsoft.com/office/drawing/2014/main" id="{481962B9-A4C3-32E0-EB81-A36271C62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1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1" name="Line 143">
                <a:extLst>
                  <a:ext uri="{FF2B5EF4-FFF2-40B4-BE49-F238E27FC236}">
                    <a16:creationId xmlns:a16="http://schemas.microsoft.com/office/drawing/2014/main" id="{13D860B9-C0C0-ED02-8D06-DA2DE3F61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2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2" name="Line 144">
                <a:extLst>
                  <a:ext uri="{FF2B5EF4-FFF2-40B4-BE49-F238E27FC236}">
                    <a16:creationId xmlns:a16="http://schemas.microsoft.com/office/drawing/2014/main" id="{9A9C53E0-B77B-2ACC-866F-96D1D7D6C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2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3" name="Freeform 145">
                <a:extLst>
                  <a:ext uri="{FF2B5EF4-FFF2-40B4-BE49-F238E27FC236}">
                    <a16:creationId xmlns:a16="http://schemas.microsoft.com/office/drawing/2014/main" id="{88231B26-C4E4-25A4-FE28-8BCCCECE9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4" name="Line 146">
                <a:extLst>
                  <a:ext uri="{FF2B5EF4-FFF2-40B4-BE49-F238E27FC236}">
                    <a16:creationId xmlns:a16="http://schemas.microsoft.com/office/drawing/2014/main" id="{B74713EC-6AF6-31B5-A5A8-EF6F24065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2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5" name="Line 147">
                <a:extLst>
                  <a:ext uri="{FF2B5EF4-FFF2-40B4-BE49-F238E27FC236}">
                    <a16:creationId xmlns:a16="http://schemas.microsoft.com/office/drawing/2014/main" id="{EDE92F0A-735E-A6AD-929B-F6B57C530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6" name="Freeform 148">
                <a:extLst>
                  <a:ext uri="{FF2B5EF4-FFF2-40B4-BE49-F238E27FC236}">
                    <a16:creationId xmlns:a16="http://schemas.microsoft.com/office/drawing/2014/main" id="{D3D4CA13-10A8-1A38-9EF5-7DD132948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2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7" name="Line 149">
                <a:extLst>
                  <a:ext uri="{FF2B5EF4-FFF2-40B4-BE49-F238E27FC236}">
                    <a16:creationId xmlns:a16="http://schemas.microsoft.com/office/drawing/2014/main" id="{E4F85CE2-47EB-1B76-6752-5057404E3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6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8" name="Line 150">
                <a:extLst>
                  <a:ext uri="{FF2B5EF4-FFF2-40B4-BE49-F238E27FC236}">
                    <a16:creationId xmlns:a16="http://schemas.microsoft.com/office/drawing/2014/main" id="{25AB8E21-B95A-CA76-7965-B962AF3B0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6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79" name="Freeform 151">
                <a:extLst>
                  <a:ext uri="{FF2B5EF4-FFF2-40B4-BE49-F238E27FC236}">
                    <a16:creationId xmlns:a16="http://schemas.microsoft.com/office/drawing/2014/main" id="{277D11A0-B0F7-523B-FCE1-994CAD0D5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6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0" name="Line 152">
                <a:extLst>
                  <a:ext uri="{FF2B5EF4-FFF2-40B4-BE49-F238E27FC236}">
                    <a16:creationId xmlns:a16="http://schemas.microsoft.com/office/drawing/2014/main" id="{20B0182B-DA23-773F-2EF0-AD621AE3C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9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1" name="Line 153">
                <a:extLst>
                  <a:ext uri="{FF2B5EF4-FFF2-40B4-BE49-F238E27FC236}">
                    <a16:creationId xmlns:a16="http://schemas.microsoft.com/office/drawing/2014/main" id="{000E8889-63C5-441F-D1CD-75E4B2F36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9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2" name="Freeform 154">
                <a:extLst>
                  <a:ext uri="{FF2B5EF4-FFF2-40B4-BE49-F238E27FC236}">
                    <a16:creationId xmlns:a16="http://schemas.microsoft.com/office/drawing/2014/main" id="{03AC715C-C3F8-F20F-3709-9E99F689C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9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3" name="Line 155">
                <a:extLst>
                  <a:ext uri="{FF2B5EF4-FFF2-40B4-BE49-F238E27FC236}">
                    <a16:creationId xmlns:a16="http://schemas.microsoft.com/office/drawing/2014/main" id="{52844A8C-8E4E-0F70-B990-149726282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4" name="Line 156">
                <a:extLst>
                  <a:ext uri="{FF2B5EF4-FFF2-40B4-BE49-F238E27FC236}">
                    <a16:creationId xmlns:a16="http://schemas.microsoft.com/office/drawing/2014/main" id="{BC7E3B6F-CE3C-377F-3BA2-27B8F90F6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5" name="Freeform 157">
                <a:extLst>
                  <a:ext uri="{FF2B5EF4-FFF2-40B4-BE49-F238E27FC236}">
                    <a16:creationId xmlns:a16="http://schemas.microsoft.com/office/drawing/2014/main" id="{A7082FD8-5918-8DDC-FF71-B06F4D38B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6" name="Line 158">
                <a:extLst>
                  <a:ext uri="{FF2B5EF4-FFF2-40B4-BE49-F238E27FC236}">
                    <a16:creationId xmlns:a16="http://schemas.microsoft.com/office/drawing/2014/main" id="{F8FEACE3-55E0-F528-E874-A436EF619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9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7" name="Line 159">
                <a:extLst>
                  <a:ext uri="{FF2B5EF4-FFF2-40B4-BE49-F238E27FC236}">
                    <a16:creationId xmlns:a16="http://schemas.microsoft.com/office/drawing/2014/main" id="{87ECCDC4-DFFA-EF18-7C78-3F403AA01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8" name="Freeform 160">
                <a:extLst>
                  <a:ext uri="{FF2B5EF4-FFF2-40B4-BE49-F238E27FC236}">
                    <a16:creationId xmlns:a16="http://schemas.microsoft.com/office/drawing/2014/main" id="{60675A06-7557-3849-2759-80BC9FC44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9" name="Line 161">
                <a:extLst>
                  <a:ext uri="{FF2B5EF4-FFF2-40B4-BE49-F238E27FC236}">
                    <a16:creationId xmlns:a16="http://schemas.microsoft.com/office/drawing/2014/main" id="{6DBE9335-FB42-4C9E-BF5A-1AA9177F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0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0" name="Line 162">
                <a:extLst>
                  <a:ext uri="{FF2B5EF4-FFF2-40B4-BE49-F238E27FC236}">
                    <a16:creationId xmlns:a16="http://schemas.microsoft.com/office/drawing/2014/main" id="{5397582E-6321-0B47-29F2-10BB8965E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1" name="Freeform 163">
                <a:extLst>
                  <a:ext uri="{FF2B5EF4-FFF2-40B4-BE49-F238E27FC236}">
                    <a16:creationId xmlns:a16="http://schemas.microsoft.com/office/drawing/2014/main" id="{38F4021D-D0C5-9C6F-CEA5-631600F0B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2" name="Line 164">
                <a:extLst>
                  <a:ext uri="{FF2B5EF4-FFF2-40B4-BE49-F238E27FC236}">
                    <a16:creationId xmlns:a16="http://schemas.microsoft.com/office/drawing/2014/main" id="{E2AF07FF-A0F5-5D39-84BE-63A996783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3" name="Line 165">
                <a:extLst>
                  <a:ext uri="{FF2B5EF4-FFF2-40B4-BE49-F238E27FC236}">
                    <a16:creationId xmlns:a16="http://schemas.microsoft.com/office/drawing/2014/main" id="{71352B43-57CC-C930-8673-2FC734FCB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4" name="Freeform 166">
                <a:extLst>
                  <a:ext uri="{FF2B5EF4-FFF2-40B4-BE49-F238E27FC236}">
                    <a16:creationId xmlns:a16="http://schemas.microsoft.com/office/drawing/2014/main" id="{4560957F-1A2E-E358-5391-3960BD829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5" name="Line 167">
                <a:extLst>
                  <a:ext uri="{FF2B5EF4-FFF2-40B4-BE49-F238E27FC236}">
                    <a16:creationId xmlns:a16="http://schemas.microsoft.com/office/drawing/2014/main" id="{F2D8AE48-6FE0-03BF-D079-480D111F3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2433"/>
                <a:ext cx="1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6" name="Line 168">
                <a:extLst>
                  <a:ext uri="{FF2B5EF4-FFF2-40B4-BE49-F238E27FC236}">
                    <a16:creationId xmlns:a16="http://schemas.microsoft.com/office/drawing/2014/main" id="{B541FC02-9C0B-4A7A-57BD-AC2971A89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" y="1022"/>
                <a:ext cx="1" cy="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7" name="Line 169">
                <a:extLst>
                  <a:ext uri="{FF2B5EF4-FFF2-40B4-BE49-F238E27FC236}">
                    <a16:creationId xmlns:a16="http://schemas.microsoft.com/office/drawing/2014/main" id="{AEDB248F-8C05-31BC-171E-12C73FBFB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8" name="Line 170">
                <a:extLst>
                  <a:ext uri="{FF2B5EF4-FFF2-40B4-BE49-F238E27FC236}">
                    <a16:creationId xmlns:a16="http://schemas.microsoft.com/office/drawing/2014/main" id="{45B52DF5-2948-0BAD-017A-0F5CE9721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9" name="Freeform 171">
                <a:extLst>
                  <a:ext uri="{FF2B5EF4-FFF2-40B4-BE49-F238E27FC236}">
                    <a16:creationId xmlns:a16="http://schemas.microsoft.com/office/drawing/2014/main" id="{804916AB-04FB-DC51-F3C8-FE961CFEA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0" name="Line 172">
                <a:extLst>
                  <a:ext uri="{FF2B5EF4-FFF2-40B4-BE49-F238E27FC236}">
                    <a16:creationId xmlns:a16="http://schemas.microsoft.com/office/drawing/2014/main" id="{39A15119-9142-FD56-2C03-DE5970DCB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6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1" name="Line 173">
                <a:extLst>
                  <a:ext uri="{FF2B5EF4-FFF2-40B4-BE49-F238E27FC236}">
                    <a16:creationId xmlns:a16="http://schemas.microsoft.com/office/drawing/2014/main" id="{B4637544-12B9-F97E-084A-C63DDA1F7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6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2" name="Freeform 174">
                <a:extLst>
                  <a:ext uri="{FF2B5EF4-FFF2-40B4-BE49-F238E27FC236}">
                    <a16:creationId xmlns:a16="http://schemas.microsoft.com/office/drawing/2014/main" id="{21C86BD4-11BF-3AA8-1892-B4B525AE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6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3" name="Line 175">
                <a:extLst>
                  <a:ext uri="{FF2B5EF4-FFF2-40B4-BE49-F238E27FC236}">
                    <a16:creationId xmlns:a16="http://schemas.microsoft.com/office/drawing/2014/main" id="{64D57C40-7041-DC02-35A4-16F04F88C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6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4" name="Line 176">
                <a:extLst>
                  <a:ext uri="{FF2B5EF4-FFF2-40B4-BE49-F238E27FC236}">
                    <a16:creationId xmlns:a16="http://schemas.microsoft.com/office/drawing/2014/main" id="{5E0947EC-38B5-0BF7-DFA1-438F07DE5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6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5" name="Freeform 177">
                <a:extLst>
                  <a:ext uri="{FF2B5EF4-FFF2-40B4-BE49-F238E27FC236}">
                    <a16:creationId xmlns:a16="http://schemas.microsoft.com/office/drawing/2014/main" id="{7A628DA8-DCB4-DEEC-0FB4-8F20E1F22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6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6" name="Line 178">
                <a:extLst>
                  <a:ext uri="{FF2B5EF4-FFF2-40B4-BE49-F238E27FC236}">
                    <a16:creationId xmlns:a16="http://schemas.microsoft.com/office/drawing/2014/main" id="{982AF8A1-ED35-E4D1-8D45-8B325E004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0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7" name="Line 179">
                <a:extLst>
                  <a:ext uri="{FF2B5EF4-FFF2-40B4-BE49-F238E27FC236}">
                    <a16:creationId xmlns:a16="http://schemas.microsoft.com/office/drawing/2014/main" id="{025300C9-C8F9-8081-5FB2-B702EBB6B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8" name="Freeform 180">
                <a:extLst>
                  <a:ext uri="{FF2B5EF4-FFF2-40B4-BE49-F238E27FC236}">
                    <a16:creationId xmlns:a16="http://schemas.microsoft.com/office/drawing/2014/main" id="{D6A914A4-74E4-36EF-52D4-9039C5989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9" name="Line 181">
                <a:extLst>
                  <a:ext uri="{FF2B5EF4-FFF2-40B4-BE49-F238E27FC236}">
                    <a16:creationId xmlns:a16="http://schemas.microsoft.com/office/drawing/2014/main" id="{CC9DC32B-F5C5-CFAE-3EB1-50E31327A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3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0" name="Line 182">
                <a:extLst>
                  <a:ext uri="{FF2B5EF4-FFF2-40B4-BE49-F238E27FC236}">
                    <a16:creationId xmlns:a16="http://schemas.microsoft.com/office/drawing/2014/main" id="{0E6E55C4-1E3E-799B-EA05-5090881B4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3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1" name="Freeform 183">
                <a:extLst>
                  <a:ext uri="{FF2B5EF4-FFF2-40B4-BE49-F238E27FC236}">
                    <a16:creationId xmlns:a16="http://schemas.microsoft.com/office/drawing/2014/main" id="{8A769BC4-5C58-B855-D3F9-861B6015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3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2" name="Line 184">
                <a:extLst>
                  <a:ext uri="{FF2B5EF4-FFF2-40B4-BE49-F238E27FC236}">
                    <a16:creationId xmlns:a16="http://schemas.microsoft.com/office/drawing/2014/main" id="{87DF1DE6-2113-B9BF-5570-7F8DE176F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97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3" name="Line 185">
                <a:extLst>
                  <a:ext uri="{FF2B5EF4-FFF2-40B4-BE49-F238E27FC236}">
                    <a16:creationId xmlns:a16="http://schemas.microsoft.com/office/drawing/2014/main" id="{29EA1780-B7A4-AC31-1F5E-0F21983904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7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4" name="Freeform 186">
                <a:extLst>
                  <a:ext uri="{FF2B5EF4-FFF2-40B4-BE49-F238E27FC236}">
                    <a16:creationId xmlns:a16="http://schemas.microsoft.com/office/drawing/2014/main" id="{196A9335-1F7F-CF2C-39E1-FBD2322D7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5" name="Line 187">
                <a:extLst>
                  <a:ext uri="{FF2B5EF4-FFF2-40B4-BE49-F238E27FC236}">
                    <a16:creationId xmlns:a16="http://schemas.microsoft.com/office/drawing/2014/main" id="{D4331BFE-ADA4-20E9-DA63-F4994A550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2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6" name="Line 188">
                <a:extLst>
                  <a:ext uri="{FF2B5EF4-FFF2-40B4-BE49-F238E27FC236}">
                    <a16:creationId xmlns:a16="http://schemas.microsoft.com/office/drawing/2014/main" id="{5CE99F33-03F5-483E-F372-8A2F860A2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2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7" name="Freeform 189">
                <a:extLst>
                  <a:ext uri="{FF2B5EF4-FFF2-40B4-BE49-F238E27FC236}">
                    <a16:creationId xmlns:a16="http://schemas.microsoft.com/office/drawing/2014/main" id="{5415BAB3-F70D-E0E4-FB6C-40AACE021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2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8" name="Line 190">
                <a:extLst>
                  <a:ext uri="{FF2B5EF4-FFF2-40B4-BE49-F238E27FC236}">
                    <a16:creationId xmlns:a16="http://schemas.microsoft.com/office/drawing/2014/main" id="{D713A298-DBCC-9177-7D39-73BB582F3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4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9" name="Line 191">
                <a:extLst>
                  <a:ext uri="{FF2B5EF4-FFF2-40B4-BE49-F238E27FC236}">
                    <a16:creationId xmlns:a16="http://schemas.microsoft.com/office/drawing/2014/main" id="{F5F18C38-9D9D-B9BA-3874-FC4AD72B6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4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0" name="Freeform 192">
                <a:extLst>
                  <a:ext uri="{FF2B5EF4-FFF2-40B4-BE49-F238E27FC236}">
                    <a16:creationId xmlns:a16="http://schemas.microsoft.com/office/drawing/2014/main" id="{F44AB671-8B3B-7B10-AA60-F2C227828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4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1" name="Line 193">
                <a:extLst>
                  <a:ext uri="{FF2B5EF4-FFF2-40B4-BE49-F238E27FC236}">
                    <a16:creationId xmlns:a16="http://schemas.microsoft.com/office/drawing/2014/main" id="{89B5738B-256C-A55C-2EAD-D04F0CF5C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2460"/>
                <a:ext cx="1" cy="2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2" name="Line 194">
                <a:extLst>
                  <a:ext uri="{FF2B5EF4-FFF2-40B4-BE49-F238E27FC236}">
                    <a16:creationId xmlns:a16="http://schemas.microsoft.com/office/drawing/2014/main" id="{ED3CD034-7FE2-B09C-0BA3-CC7D0B414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1022"/>
                <a:ext cx="1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3" name="Freeform 195">
                <a:extLst>
                  <a:ext uri="{FF2B5EF4-FFF2-40B4-BE49-F238E27FC236}">
                    <a16:creationId xmlns:a16="http://schemas.microsoft.com/office/drawing/2014/main" id="{9E7F64BF-4A8C-FE2C-F4AE-3562E6753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" y="1022"/>
                <a:ext cx="1" cy="1463"/>
              </a:xfrm>
              <a:custGeom>
                <a:avLst/>
                <a:gdLst>
                  <a:gd name="T0" fmla="*/ 0 w 1"/>
                  <a:gd name="T1" fmla="*/ 60769 h 227"/>
                  <a:gd name="T2" fmla="*/ 0 w 1"/>
                  <a:gd name="T3" fmla="*/ 0 h 2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27">
                    <a:moveTo>
                      <a:pt x="0" y="227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4" name="Line 196">
                <a:extLst>
                  <a:ext uri="{FF2B5EF4-FFF2-40B4-BE49-F238E27FC236}">
                    <a16:creationId xmlns:a16="http://schemas.microsoft.com/office/drawing/2014/main" id="{D47D9337-0AC7-BB8D-16DC-618AE3471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1" y="2433"/>
                <a:ext cx="1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5" name="Line 197">
                <a:extLst>
                  <a:ext uri="{FF2B5EF4-FFF2-40B4-BE49-F238E27FC236}">
                    <a16:creationId xmlns:a16="http://schemas.microsoft.com/office/drawing/2014/main" id="{B772BE10-B501-BEAC-0BDC-38FDB6CC5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1" y="1022"/>
                <a:ext cx="1" cy="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6" name="Line 198">
                <a:extLst>
                  <a:ext uri="{FF2B5EF4-FFF2-40B4-BE49-F238E27FC236}">
                    <a16:creationId xmlns:a16="http://schemas.microsoft.com/office/drawing/2014/main" id="{99747FEE-4DC4-C3C3-2F8E-3CFD67BD9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485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7" name="Line 199">
                <a:extLst>
                  <a:ext uri="{FF2B5EF4-FFF2-40B4-BE49-F238E27FC236}">
                    <a16:creationId xmlns:a16="http://schemas.microsoft.com/office/drawing/2014/main" id="{C0B33456-153F-87AD-943A-5D4657B71C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2485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8" name="Rectangle 200">
                <a:extLst>
                  <a:ext uri="{FF2B5EF4-FFF2-40B4-BE49-F238E27FC236}">
                    <a16:creationId xmlns:a16="http://schemas.microsoft.com/office/drawing/2014/main" id="{D498F42F-E7CD-79CD-C870-D52B894C1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2375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29" name="Line 201">
                <a:extLst>
                  <a:ext uri="{FF2B5EF4-FFF2-40B4-BE49-F238E27FC236}">
                    <a16:creationId xmlns:a16="http://schemas.microsoft.com/office/drawing/2014/main" id="{F7FA9D27-4409-3A26-03EC-2FB6CEC97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2240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0" name="Line 202">
                <a:extLst>
                  <a:ext uri="{FF2B5EF4-FFF2-40B4-BE49-F238E27FC236}">
                    <a16:creationId xmlns:a16="http://schemas.microsoft.com/office/drawing/2014/main" id="{B1D4A890-2EA1-4FE3-A282-883E94BDE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2240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1" name="Rectangle 203">
                <a:extLst>
                  <a:ext uri="{FF2B5EF4-FFF2-40B4-BE49-F238E27FC236}">
                    <a16:creationId xmlns:a16="http://schemas.microsoft.com/office/drawing/2014/main" id="{9A387BBF-C4C7-9D29-A583-2CDE34CC6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2130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-30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32" name="Line 204">
                <a:extLst>
                  <a:ext uri="{FF2B5EF4-FFF2-40B4-BE49-F238E27FC236}">
                    <a16:creationId xmlns:a16="http://schemas.microsoft.com/office/drawing/2014/main" id="{2F816BB7-5B70-F941-AF6B-C23422A9F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995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3" name="Line 205">
                <a:extLst>
                  <a:ext uri="{FF2B5EF4-FFF2-40B4-BE49-F238E27FC236}">
                    <a16:creationId xmlns:a16="http://schemas.microsoft.com/office/drawing/2014/main" id="{391CADA0-2721-CA06-24A1-98BEBBB17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995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4" name="Rectangle 206">
                <a:extLst>
                  <a:ext uri="{FF2B5EF4-FFF2-40B4-BE49-F238E27FC236}">
                    <a16:creationId xmlns:a16="http://schemas.microsoft.com/office/drawing/2014/main" id="{3582B302-1AC8-D948-F3B4-DD98818C3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1885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35" name="Line 207">
                <a:extLst>
                  <a:ext uri="{FF2B5EF4-FFF2-40B4-BE49-F238E27FC236}">
                    <a16:creationId xmlns:a16="http://schemas.microsoft.com/office/drawing/2014/main" id="{AE1D2B6C-2F91-7F04-BF0A-B0921A44D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750"/>
                <a:ext cx="32" cy="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6" name="Line 208">
                <a:extLst>
                  <a:ext uri="{FF2B5EF4-FFF2-40B4-BE49-F238E27FC236}">
                    <a16:creationId xmlns:a16="http://schemas.microsoft.com/office/drawing/2014/main" id="{51F196BE-511F-AEF1-712D-4EC8DA94F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750"/>
                <a:ext cx="36" cy="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7" name="Rectangle 209">
                <a:extLst>
                  <a:ext uri="{FF2B5EF4-FFF2-40B4-BE49-F238E27FC236}">
                    <a16:creationId xmlns:a16="http://schemas.microsoft.com/office/drawing/2014/main" id="{86CFF839-D0A8-7FD4-2D59-56361ED2C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1641"/>
                <a:ext cx="213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38" name="Line 210">
                <a:extLst>
                  <a:ext uri="{FF2B5EF4-FFF2-40B4-BE49-F238E27FC236}">
                    <a16:creationId xmlns:a16="http://schemas.microsoft.com/office/drawing/2014/main" id="{D507514A-9CFA-CA99-796F-357B52DCB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505"/>
                <a:ext cx="32" cy="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9" name="Rectangle 211">
                <a:extLst>
                  <a:ext uri="{FF2B5EF4-FFF2-40B4-BE49-F238E27FC236}">
                    <a16:creationId xmlns:a16="http://schemas.microsoft.com/office/drawing/2014/main" id="{1F73FF9F-F957-2C59-D48B-827A458CC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" y="139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0" name="Line 212">
                <a:extLst>
                  <a:ext uri="{FF2B5EF4-FFF2-40B4-BE49-F238E27FC236}">
                    <a16:creationId xmlns:a16="http://schemas.microsoft.com/office/drawing/2014/main" id="{D48A20D4-8A8C-6BA5-4B11-CFDBCD3F9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261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1" name="Line 213">
                <a:extLst>
                  <a:ext uri="{FF2B5EF4-FFF2-40B4-BE49-F238E27FC236}">
                    <a16:creationId xmlns:a16="http://schemas.microsoft.com/office/drawing/2014/main" id="{AE16B815-0EFE-8FF0-8DF8-3C1266CF6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261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2" name="Rectangle 214">
                <a:extLst>
                  <a:ext uri="{FF2B5EF4-FFF2-40B4-BE49-F238E27FC236}">
                    <a16:creationId xmlns:a16="http://schemas.microsoft.com/office/drawing/2014/main" id="{F2F022F4-5F45-8916-6589-B8AA65F70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" y="1151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3" name="Line 215">
                <a:extLst>
                  <a:ext uri="{FF2B5EF4-FFF2-40B4-BE49-F238E27FC236}">
                    <a16:creationId xmlns:a16="http://schemas.microsoft.com/office/drawing/2014/main" id="{38CBE065-30D3-D882-BDEE-2D0A7F7E7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3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" name="Line 216">
                <a:extLst>
                  <a:ext uri="{FF2B5EF4-FFF2-40B4-BE49-F238E27FC236}">
                    <a16:creationId xmlns:a16="http://schemas.microsoft.com/office/drawing/2014/main" id="{6F95D9FD-E183-81B9-8EFF-EBEFE016A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5" y="1022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5" name="Rectangle 217">
                <a:extLst>
                  <a:ext uri="{FF2B5EF4-FFF2-40B4-BE49-F238E27FC236}">
                    <a16:creationId xmlns:a16="http://schemas.microsoft.com/office/drawing/2014/main" id="{D5C35D03-AE18-8FEF-E5F0-9FA032793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" y="912"/>
                <a:ext cx="1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6" name="Freeform 218">
                <a:extLst>
                  <a:ext uri="{FF2B5EF4-FFF2-40B4-BE49-F238E27FC236}">
                    <a16:creationId xmlns:a16="http://schemas.microsoft.com/office/drawing/2014/main" id="{8DDBB3CE-6D54-B3BC-8834-73F587A5D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1022"/>
                <a:ext cx="3647" cy="1463"/>
              </a:xfrm>
              <a:custGeom>
                <a:avLst/>
                <a:gdLst>
                  <a:gd name="T0" fmla="*/ 0 w 794"/>
                  <a:gd name="T1" fmla="*/ 60769 h 227"/>
                  <a:gd name="T2" fmla="*/ 76941 w 794"/>
                  <a:gd name="T3" fmla="*/ 60769 h 227"/>
                  <a:gd name="T4" fmla="*/ 76941 w 794"/>
                  <a:gd name="T5" fmla="*/ 0 h 2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4" h="227">
                    <a:moveTo>
                      <a:pt x="0" y="227"/>
                    </a:moveTo>
                    <a:lnTo>
                      <a:pt x="794" y="227"/>
                    </a:lnTo>
                    <a:lnTo>
                      <a:pt x="794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7" name="Line 219">
                <a:extLst>
                  <a:ext uri="{FF2B5EF4-FFF2-40B4-BE49-F238E27FC236}">
                    <a16:creationId xmlns:a16="http://schemas.microsoft.com/office/drawing/2014/main" id="{A3F978C8-4FBC-D5CD-66F6-D1013184A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4" y="1022"/>
                <a:ext cx="1" cy="146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8" name="Rectangle 220">
                <a:extLst>
                  <a:ext uri="{FF2B5EF4-FFF2-40B4-BE49-F238E27FC236}">
                    <a16:creationId xmlns:a16="http://schemas.microsoft.com/office/drawing/2014/main" id="{1D1AAEDA-AF01-7591-301C-F3017A979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82" y="1716"/>
                <a:ext cx="9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L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)/ (dB)</a:t>
                </a:r>
              </a:p>
            </p:txBody>
          </p:sp>
          <p:sp>
            <p:nvSpPr>
              <p:cNvPr id="112749" name="Rectangle 221">
                <a:extLst>
                  <a:ext uri="{FF2B5EF4-FFF2-40B4-BE49-F238E27FC236}">
                    <a16:creationId xmlns:a16="http://schemas.microsoft.com/office/drawing/2014/main" id="{834C9D02-3F10-E5D3-485E-ED3EB7520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4" y="1665"/>
                <a:ext cx="915" cy="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-40dB/dec</a:t>
                </a:r>
              </a:p>
            </p:txBody>
          </p:sp>
          <p:grpSp>
            <p:nvGrpSpPr>
              <p:cNvPr id="112750" name="Group 222">
                <a:extLst>
                  <a:ext uri="{FF2B5EF4-FFF2-40B4-BE49-F238E27FC236}">
                    <a16:creationId xmlns:a16="http://schemas.microsoft.com/office/drawing/2014/main" id="{CAEC00A5-B178-AB2C-8B6E-B062262FA2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32" y="1164"/>
                <a:ext cx="3649" cy="1321"/>
                <a:chOff x="1232" y="1164"/>
                <a:chExt cx="3649" cy="1321"/>
              </a:xfrm>
            </p:grpSpPr>
            <p:sp>
              <p:nvSpPr>
                <p:cNvPr id="112764" name="Freeform 223">
                  <a:extLst>
                    <a:ext uri="{FF2B5EF4-FFF2-40B4-BE49-F238E27FC236}">
                      <a16:creationId xmlns:a16="http://schemas.microsoft.com/office/drawing/2014/main" id="{FBABD49E-CE5B-0E0B-54D5-0531BD29C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164"/>
                  <a:ext cx="3647" cy="1315"/>
                </a:xfrm>
                <a:custGeom>
                  <a:avLst/>
                  <a:gdLst>
                    <a:gd name="T0" fmla="*/ 0 w 3647"/>
                    <a:gd name="T1" fmla="*/ 496 h 1090"/>
                    <a:gd name="T2" fmla="*/ 87 w 3647"/>
                    <a:gd name="T3" fmla="*/ 496 h 1090"/>
                    <a:gd name="T4" fmla="*/ 175 w 3647"/>
                    <a:gd name="T5" fmla="*/ 496 h 1090"/>
                    <a:gd name="T6" fmla="*/ 266 w 3647"/>
                    <a:gd name="T7" fmla="*/ 496 h 1090"/>
                    <a:gd name="T8" fmla="*/ 354 w 3647"/>
                    <a:gd name="T9" fmla="*/ 487 h 1090"/>
                    <a:gd name="T10" fmla="*/ 441 w 3647"/>
                    <a:gd name="T11" fmla="*/ 487 h 1090"/>
                    <a:gd name="T12" fmla="*/ 533 w 3647"/>
                    <a:gd name="T13" fmla="*/ 487 h 1090"/>
                    <a:gd name="T14" fmla="*/ 620 w 3647"/>
                    <a:gd name="T15" fmla="*/ 487 h 1090"/>
                    <a:gd name="T16" fmla="*/ 707 w 3647"/>
                    <a:gd name="T17" fmla="*/ 478 h 1090"/>
                    <a:gd name="T18" fmla="*/ 799 w 3647"/>
                    <a:gd name="T19" fmla="*/ 478 h 1090"/>
                    <a:gd name="T20" fmla="*/ 887 w 3647"/>
                    <a:gd name="T21" fmla="*/ 468 h 1090"/>
                    <a:gd name="T22" fmla="*/ 978 w 3647"/>
                    <a:gd name="T23" fmla="*/ 458 h 1090"/>
                    <a:gd name="T24" fmla="*/ 1066 w 3647"/>
                    <a:gd name="T25" fmla="*/ 450 h 1090"/>
                    <a:gd name="T26" fmla="*/ 1153 w 3647"/>
                    <a:gd name="T27" fmla="*/ 442 h 1090"/>
                    <a:gd name="T28" fmla="*/ 1245 w 3647"/>
                    <a:gd name="T29" fmla="*/ 422 h 1090"/>
                    <a:gd name="T30" fmla="*/ 1263 w 3647"/>
                    <a:gd name="T31" fmla="*/ 414 h 1090"/>
                    <a:gd name="T32" fmla="*/ 1341 w 3647"/>
                    <a:gd name="T33" fmla="*/ 393 h 1090"/>
                    <a:gd name="T34" fmla="*/ 1410 w 3647"/>
                    <a:gd name="T35" fmla="*/ 366 h 1090"/>
                    <a:gd name="T36" fmla="*/ 1470 w 3647"/>
                    <a:gd name="T37" fmla="*/ 338 h 1090"/>
                    <a:gd name="T38" fmla="*/ 1525 w 3647"/>
                    <a:gd name="T39" fmla="*/ 309 h 1090"/>
                    <a:gd name="T40" fmla="*/ 1576 w 3647"/>
                    <a:gd name="T41" fmla="*/ 281 h 1090"/>
                    <a:gd name="T42" fmla="*/ 1617 w 3647"/>
                    <a:gd name="T43" fmla="*/ 245 h 1090"/>
                    <a:gd name="T44" fmla="*/ 1658 w 3647"/>
                    <a:gd name="T45" fmla="*/ 197 h 1090"/>
                    <a:gd name="T46" fmla="*/ 1690 w 3647"/>
                    <a:gd name="T47" fmla="*/ 160 h 1090"/>
                    <a:gd name="T48" fmla="*/ 1723 w 3647"/>
                    <a:gd name="T49" fmla="*/ 112 h 1090"/>
                    <a:gd name="T50" fmla="*/ 1750 w 3647"/>
                    <a:gd name="T51" fmla="*/ 65 h 1090"/>
                    <a:gd name="T52" fmla="*/ 1773 w 3647"/>
                    <a:gd name="T53" fmla="*/ 36 h 1090"/>
                    <a:gd name="T54" fmla="*/ 1796 w 3647"/>
                    <a:gd name="T55" fmla="*/ 8 h 1090"/>
                    <a:gd name="T56" fmla="*/ 1815 w 3647"/>
                    <a:gd name="T57" fmla="*/ 0 h 1090"/>
                    <a:gd name="T58" fmla="*/ 1833 w 3647"/>
                    <a:gd name="T59" fmla="*/ 8 h 1090"/>
                    <a:gd name="T60" fmla="*/ 1856 w 3647"/>
                    <a:gd name="T61" fmla="*/ 36 h 1090"/>
                    <a:gd name="T62" fmla="*/ 1879 w 3647"/>
                    <a:gd name="T63" fmla="*/ 93 h 1090"/>
                    <a:gd name="T64" fmla="*/ 1906 w 3647"/>
                    <a:gd name="T65" fmla="*/ 150 h 1090"/>
                    <a:gd name="T66" fmla="*/ 1939 w 3647"/>
                    <a:gd name="T67" fmla="*/ 224 h 1090"/>
                    <a:gd name="T68" fmla="*/ 1971 w 3647"/>
                    <a:gd name="T69" fmla="*/ 300 h 1090"/>
                    <a:gd name="T70" fmla="*/ 2007 w 3647"/>
                    <a:gd name="T71" fmla="*/ 366 h 1090"/>
                    <a:gd name="T72" fmla="*/ 2053 w 3647"/>
                    <a:gd name="T73" fmla="*/ 442 h 1090"/>
                    <a:gd name="T74" fmla="*/ 2099 w 3647"/>
                    <a:gd name="T75" fmla="*/ 516 h 1090"/>
                    <a:gd name="T76" fmla="*/ 2154 w 3647"/>
                    <a:gd name="T77" fmla="*/ 590 h 1090"/>
                    <a:gd name="T78" fmla="*/ 2219 w 3647"/>
                    <a:gd name="T79" fmla="*/ 674 h 1090"/>
                    <a:gd name="T80" fmla="*/ 2288 w 3647"/>
                    <a:gd name="T81" fmla="*/ 749 h 1090"/>
                    <a:gd name="T82" fmla="*/ 2366 w 3647"/>
                    <a:gd name="T83" fmla="*/ 834 h 1090"/>
                    <a:gd name="T84" fmla="*/ 2398 w 3647"/>
                    <a:gd name="T85" fmla="*/ 873 h 1090"/>
                    <a:gd name="T86" fmla="*/ 2490 w 3647"/>
                    <a:gd name="T87" fmla="*/ 958 h 1090"/>
                    <a:gd name="T88" fmla="*/ 2577 w 3647"/>
                    <a:gd name="T89" fmla="*/ 1041 h 1090"/>
                    <a:gd name="T90" fmla="*/ 2664 w 3647"/>
                    <a:gd name="T91" fmla="*/ 1115 h 1090"/>
                    <a:gd name="T92" fmla="*/ 2756 w 3647"/>
                    <a:gd name="T93" fmla="*/ 1191 h 1090"/>
                    <a:gd name="T94" fmla="*/ 2844 w 3647"/>
                    <a:gd name="T95" fmla="*/ 1275 h 1090"/>
                    <a:gd name="T96" fmla="*/ 2935 w 3647"/>
                    <a:gd name="T97" fmla="*/ 1342 h 1090"/>
                    <a:gd name="T98" fmla="*/ 3023 w 3647"/>
                    <a:gd name="T99" fmla="*/ 1415 h 1090"/>
                    <a:gd name="T100" fmla="*/ 3110 w 3647"/>
                    <a:gd name="T101" fmla="*/ 1490 h 1090"/>
                    <a:gd name="T102" fmla="*/ 3202 w 3647"/>
                    <a:gd name="T103" fmla="*/ 1566 h 1090"/>
                    <a:gd name="T104" fmla="*/ 3289 w 3647"/>
                    <a:gd name="T105" fmla="*/ 1631 h 1090"/>
                    <a:gd name="T106" fmla="*/ 3376 w 3647"/>
                    <a:gd name="T107" fmla="*/ 1707 h 1090"/>
                    <a:gd name="T108" fmla="*/ 3468 w 3647"/>
                    <a:gd name="T109" fmla="*/ 1771 h 1090"/>
                    <a:gd name="T110" fmla="*/ 3556 w 3647"/>
                    <a:gd name="T111" fmla="*/ 1847 h 1090"/>
                    <a:gd name="T112" fmla="*/ 3647 w 3647"/>
                    <a:gd name="T113" fmla="*/ 1913 h 1090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1090">
                      <a:moveTo>
                        <a:pt x="0" y="283"/>
                      </a:moveTo>
                      <a:lnTo>
                        <a:pt x="87" y="283"/>
                      </a:lnTo>
                      <a:lnTo>
                        <a:pt x="175" y="283"/>
                      </a:lnTo>
                      <a:lnTo>
                        <a:pt x="266" y="283"/>
                      </a:lnTo>
                      <a:lnTo>
                        <a:pt x="354" y="278"/>
                      </a:lnTo>
                      <a:lnTo>
                        <a:pt x="441" y="278"/>
                      </a:lnTo>
                      <a:lnTo>
                        <a:pt x="533" y="278"/>
                      </a:lnTo>
                      <a:lnTo>
                        <a:pt x="620" y="278"/>
                      </a:lnTo>
                      <a:lnTo>
                        <a:pt x="707" y="272"/>
                      </a:lnTo>
                      <a:lnTo>
                        <a:pt x="799" y="272"/>
                      </a:lnTo>
                      <a:lnTo>
                        <a:pt x="887" y="267"/>
                      </a:lnTo>
                      <a:lnTo>
                        <a:pt x="978" y="261"/>
                      </a:lnTo>
                      <a:lnTo>
                        <a:pt x="1066" y="256"/>
                      </a:lnTo>
                      <a:lnTo>
                        <a:pt x="1153" y="251"/>
                      </a:lnTo>
                      <a:lnTo>
                        <a:pt x="1245" y="240"/>
                      </a:lnTo>
                      <a:lnTo>
                        <a:pt x="1263" y="235"/>
                      </a:lnTo>
                      <a:lnTo>
                        <a:pt x="1341" y="224"/>
                      </a:lnTo>
                      <a:lnTo>
                        <a:pt x="1410" y="208"/>
                      </a:lnTo>
                      <a:lnTo>
                        <a:pt x="1470" y="192"/>
                      </a:lnTo>
                      <a:lnTo>
                        <a:pt x="1525" y="176"/>
                      </a:lnTo>
                      <a:lnTo>
                        <a:pt x="1576" y="160"/>
                      </a:lnTo>
                      <a:lnTo>
                        <a:pt x="1617" y="139"/>
                      </a:lnTo>
                      <a:lnTo>
                        <a:pt x="1658" y="112"/>
                      </a:lnTo>
                      <a:lnTo>
                        <a:pt x="1690" y="91"/>
                      </a:lnTo>
                      <a:lnTo>
                        <a:pt x="1723" y="64"/>
                      </a:lnTo>
                      <a:lnTo>
                        <a:pt x="1750" y="37"/>
                      </a:lnTo>
                      <a:lnTo>
                        <a:pt x="1773" y="21"/>
                      </a:lnTo>
                      <a:lnTo>
                        <a:pt x="1796" y="5"/>
                      </a:lnTo>
                      <a:lnTo>
                        <a:pt x="1815" y="0"/>
                      </a:lnTo>
                      <a:lnTo>
                        <a:pt x="1833" y="5"/>
                      </a:lnTo>
                      <a:lnTo>
                        <a:pt x="1856" y="21"/>
                      </a:lnTo>
                      <a:lnTo>
                        <a:pt x="1879" y="53"/>
                      </a:lnTo>
                      <a:lnTo>
                        <a:pt x="1906" y="85"/>
                      </a:lnTo>
                      <a:lnTo>
                        <a:pt x="1939" y="128"/>
                      </a:lnTo>
                      <a:lnTo>
                        <a:pt x="1971" y="171"/>
                      </a:lnTo>
                      <a:lnTo>
                        <a:pt x="2007" y="208"/>
                      </a:lnTo>
                      <a:lnTo>
                        <a:pt x="2053" y="251"/>
                      </a:lnTo>
                      <a:lnTo>
                        <a:pt x="2099" y="294"/>
                      </a:lnTo>
                      <a:lnTo>
                        <a:pt x="2154" y="336"/>
                      </a:lnTo>
                      <a:lnTo>
                        <a:pt x="2219" y="384"/>
                      </a:lnTo>
                      <a:lnTo>
                        <a:pt x="2288" y="427"/>
                      </a:lnTo>
                      <a:lnTo>
                        <a:pt x="2366" y="475"/>
                      </a:lnTo>
                      <a:lnTo>
                        <a:pt x="2398" y="497"/>
                      </a:lnTo>
                      <a:lnTo>
                        <a:pt x="2490" y="545"/>
                      </a:lnTo>
                      <a:lnTo>
                        <a:pt x="2577" y="593"/>
                      </a:lnTo>
                      <a:lnTo>
                        <a:pt x="2664" y="635"/>
                      </a:lnTo>
                      <a:lnTo>
                        <a:pt x="2756" y="678"/>
                      </a:lnTo>
                      <a:lnTo>
                        <a:pt x="2844" y="726"/>
                      </a:lnTo>
                      <a:lnTo>
                        <a:pt x="2935" y="764"/>
                      </a:lnTo>
                      <a:lnTo>
                        <a:pt x="3023" y="806"/>
                      </a:lnTo>
                      <a:lnTo>
                        <a:pt x="3110" y="849"/>
                      </a:lnTo>
                      <a:lnTo>
                        <a:pt x="3202" y="892"/>
                      </a:lnTo>
                      <a:lnTo>
                        <a:pt x="3289" y="929"/>
                      </a:lnTo>
                      <a:lnTo>
                        <a:pt x="3376" y="972"/>
                      </a:lnTo>
                      <a:lnTo>
                        <a:pt x="3468" y="1009"/>
                      </a:lnTo>
                      <a:lnTo>
                        <a:pt x="3556" y="1052"/>
                      </a:lnTo>
                      <a:lnTo>
                        <a:pt x="3647" y="1090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5" name="Freeform 224">
                  <a:extLst>
                    <a:ext uri="{FF2B5EF4-FFF2-40B4-BE49-F238E27FC236}">
                      <a16:creationId xmlns:a16="http://schemas.microsoft.com/office/drawing/2014/main" id="{9874E619-5A9E-931E-4263-3A2D82718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305"/>
                  <a:ext cx="3647" cy="1174"/>
                </a:xfrm>
                <a:custGeom>
                  <a:avLst/>
                  <a:gdLst>
                    <a:gd name="T0" fmla="*/ 0 w 3647"/>
                    <a:gd name="T1" fmla="*/ 291 h 973"/>
                    <a:gd name="T2" fmla="*/ 87 w 3647"/>
                    <a:gd name="T3" fmla="*/ 291 h 973"/>
                    <a:gd name="T4" fmla="*/ 175 w 3647"/>
                    <a:gd name="T5" fmla="*/ 291 h 973"/>
                    <a:gd name="T6" fmla="*/ 266 w 3647"/>
                    <a:gd name="T7" fmla="*/ 291 h 973"/>
                    <a:gd name="T8" fmla="*/ 354 w 3647"/>
                    <a:gd name="T9" fmla="*/ 282 h 973"/>
                    <a:gd name="T10" fmla="*/ 441 w 3647"/>
                    <a:gd name="T11" fmla="*/ 282 h 973"/>
                    <a:gd name="T12" fmla="*/ 533 w 3647"/>
                    <a:gd name="T13" fmla="*/ 282 h 973"/>
                    <a:gd name="T14" fmla="*/ 620 w 3647"/>
                    <a:gd name="T15" fmla="*/ 282 h 973"/>
                    <a:gd name="T16" fmla="*/ 707 w 3647"/>
                    <a:gd name="T17" fmla="*/ 273 h 973"/>
                    <a:gd name="T18" fmla="*/ 799 w 3647"/>
                    <a:gd name="T19" fmla="*/ 273 h 973"/>
                    <a:gd name="T20" fmla="*/ 887 w 3647"/>
                    <a:gd name="T21" fmla="*/ 263 h 973"/>
                    <a:gd name="T22" fmla="*/ 978 w 3647"/>
                    <a:gd name="T23" fmla="*/ 253 h 973"/>
                    <a:gd name="T24" fmla="*/ 1066 w 3647"/>
                    <a:gd name="T25" fmla="*/ 245 h 973"/>
                    <a:gd name="T26" fmla="*/ 1153 w 3647"/>
                    <a:gd name="T27" fmla="*/ 235 h 973"/>
                    <a:gd name="T28" fmla="*/ 1245 w 3647"/>
                    <a:gd name="T29" fmla="*/ 216 h 973"/>
                    <a:gd name="T30" fmla="*/ 1263 w 3647"/>
                    <a:gd name="T31" fmla="*/ 216 h 973"/>
                    <a:gd name="T32" fmla="*/ 1341 w 3647"/>
                    <a:gd name="T33" fmla="*/ 197 h 973"/>
                    <a:gd name="T34" fmla="*/ 1410 w 3647"/>
                    <a:gd name="T35" fmla="*/ 179 h 973"/>
                    <a:gd name="T36" fmla="*/ 1470 w 3647"/>
                    <a:gd name="T37" fmla="*/ 160 h 973"/>
                    <a:gd name="T38" fmla="*/ 1525 w 3647"/>
                    <a:gd name="T39" fmla="*/ 132 h 973"/>
                    <a:gd name="T40" fmla="*/ 1576 w 3647"/>
                    <a:gd name="T41" fmla="*/ 104 h 973"/>
                    <a:gd name="T42" fmla="*/ 1617 w 3647"/>
                    <a:gd name="T43" fmla="*/ 84 h 973"/>
                    <a:gd name="T44" fmla="*/ 1658 w 3647"/>
                    <a:gd name="T45" fmla="*/ 57 h 973"/>
                    <a:gd name="T46" fmla="*/ 1690 w 3647"/>
                    <a:gd name="T47" fmla="*/ 40 h 973"/>
                    <a:gd name="T48" fmla="*/ 1723 w 3647"/>
                    <a:gd name="T49" fmla="*/ 19 h 973"/>
                    <a:gd name="T50" fmla="*/ 1750 w 3647"/>
                    <a:gd name="T51" fmla="*/ 10 h 973"/>
                    <a:gd name="T52" fmla="*/ 1773 w 3647"/>
                    <a:gd name="T53" fmla="*/ 10 h 973"/>
                    <a:gd name="T54" fmla="*/ 1796 w 3647"/>
                    <a:gd name="T55" fmla="*/ 0 h 973"/>
                    <a:gd name="T56" fmla="*/ 1815 w 3647"/>
                    <a:gd name="T57" fmla="*/ 10 h 973"/>
                    <a:gd name="T58" fmla="*/ 1833 w 3647"/>
                    <a:gd name="T59" fmla="*/ 19 h 973"/>
                    <a:gd name="T60" fmla="*/ 1856 w 3647"/>
                    <a:gd name="T61" fmla="*/ 28 h 973"/>
                    <a:gd name="T62" fmla="*/ 1879 w 3647"/>
                    <a:gd name="T63" fmla="*/ 48 h 973"/>
                    <a:gd name="T64" fmla="*/ 1906 w 3647"/>
                    <a:gd name="T65" fmla="*/ 84 h 973"/>
                    <a:gd name="T66" fmla="*/ 1939 w 3647"/>
                    <a:gd name="T67" fmla="*/ 122 h 973"/>
                    <a:gd name="T68" fmla="*/ 1971 w 3647"/>
                    <a:gd name="T69" fmla="*/ 169 h 973"/>
                    <a:gd name="T70" fmla="*/ 2007 w 3647"/>
                    <a:gd name="T71" fmla="*/ 216 h 973"/>
                    <a:gd name="T72" fmla="*/ 2053 w 3647"/>
                    <a:gd name="T73" fmla="*/ 282 h 973"/>
                    <a:gd name="T74" fmla="*/ 2099 w 3647"/>
                    <a:gd name="T75" fmla="*/ 339 h 973"/>
                    <a:gd name="T76" fmla="*/ 2154 w 3647"/>
                    <a:gd name="T77" fmla="*/ 414 h 973"/>
                    <a:gd name="T78" fmla="*/ 2219 w 3647"/>
                    <a:gd name="T79" fmla="*/ 479 h 973"/>
                    <a:gd name="T80" fmla="*/ 2288 w 3647"/>
                    <a:gd name="T81" fmla="*/ 553 h 973"/>
                    <a:gd name="T82" fmla="*/ 2366 w 3647"/>
                    <a:gd name="T83" fmla="*/ 639 h 973"/>
                    <a:gd name="T84" fmla="*/ 2398 w 3647"/>
                    <a:gd name="T85" fmla="*/ 667 h 973"/>
                    <a:gd name="T86" fmla="*/ 2490 w 3647"/>
                    <a:gd name="T87" fmla="*/ 760 h 973"/>
                    <a:gd name="T88" fmla="*/ 2577 w 3647"/>
                    <a:gd name="T89" fmla="*/ 836 h 973"/>
                    <a:gd name="T90" fmla="*/ 2664 w 3647"/>
                    <a:gd name="T91" fmla="*/ 921 h 973"/>
                    <a:gd name="T92" fmla="*/ 2756 w 3647"/>
                    <a:gd name="T93" fmla="*/ 995 h 973"/>
                    <a:gd name="T94" fmla="*/ 2844 w 3647"/>
                    <a:gd name="T95" fmla="*/ 1070 h 973"/>
                    <a:gd name="T96" fmla="*/ 2935 w 3647"/>
                    <a:gd name="T97" fmla="*/ 1146 h 973"/>
                    <a:gd name="T98" fmla="*/ 3023 w 3647"/>
                    <a:gd name="T99" fmla="*/ 1210 h 973"/>
                    <a:gd name="T100" fmla="*/ 3110 w 3647"/>
                    <a:gd name="T101" fmla="*/ 1285 h 973"/>
                    <a:gd name="T102" fmla="*/ 3202 w 3647"/>
                    <a:gd name="T103" fmla="*/ 1361 h 973"/>
                    <a:gd name="T104" fmla="*/ 3289 w 3647"/>
                    <a:gd name="T105" fmla="*/ 1426 h 973"/>
                    <a:gd name="T106" fmla="*/ 3376 w 3647"/>
                    <a:gd name="T107" fmla="*/ 1502 h 973"/>
                    <a:gd name="T108" fmla="*/ 3468 w 3647"/>
                    <a:gd name="T109" fmla="*/ 1566 h 973"/>
                    <a:gd name="T110" fmla="*/ 3556 w 3647"/>
                    <a:gd name="T111" fmla="*/ 1642 h 973"/>
                    <a:gd name="T112" fmla="*/ 3647 w 3647"/>
                    <a:gd name="T113" fmla="*/ 1710 h 973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973">
                      <a:moveTo>
                        <a:pt x="0" y="166"/>
                      </a:moveTo>
                      <a:lnTo>
                        <a:pt x="87" y="166"/>
                      </a:lnTo>
                      <a:lnTo>
                        <a:pt x="175" y="166"/>
                      </a:lnTo>
                      <a:lnTo>
                        <a:pt x="266" y="166"/>
                      </a:lnTo>
                      <a:lnTo>
                        <a:pt x="354" y="161"/>
                      </a:lnTo>
                      <a:lnTo>
                        <a:pt x="441" y="161"/>
                      </a:lnTo>
                      <a:lnTo>
                        <a:pt x="533" y="161"/>
                      </a:lnTo>
                      <a:lnTo>
                        <a:pt x="620" y="161"/>
                      </a:lnTo>
                      <a:lnTo>
                        <a:pt x="707" y="155"/>
                      </a:lnTo>
                      <a:lnTo>
                        <a:pt x="799" y="155"/>
                      </a:lnTo>
                      <a:lnTo>
                        <a:pt x="887" y="150"/>
                      </a:lnTo>
                      <a:lnTo>
                        <a:pt x="978" y="144"/>
                      </a:lnTo>
                      <a:lnTo>
                        <a:pt x="1066" y="139"/>
                      </a:lnTo>
                      <a:lnTo>
                        <a:pt x="1153" y="134"/>
                      </a:lnTo>
                      <a:lnTo>
                        <a:pt x="1245" y="123"/>
                      </a:lnTo>
                      <a:lnTo>
                        <a:pt x="1263" y="123"/>
                      </a:lnTo>
                      <a:lnTo>
                        <a:pt x="1341" y="112"/>
                      </a:lnTo>
                      <a:lnTo>
                        <a:pt x="1410" y="102"/>
                      </a:lnTo>
                      <a:lnTo>
                        <a:pt x="1470" y="91"/>
                      </a:lnTo>
                      <a:lnTo>
                        <a:pt x="1525" y="75"/>
                      </a:lnTo>
                      <a:lnTo>
                        <a:pt x="1576" y="59"/>
                      </a:lnTo>
                      <a:lnTo>
                        <a:pt x="1617" y="48"/>
                      </a:lnTo>
                      <a:lnTo>
                        <a:pt x="1658" y="32"/>
                      </a:lnTo>
                      <a:lnTo>
                        <a:pt x="1690" y="22"/>
                      </a:lnTo>
                      <a:lnTo>
                        <a:pt x="1723" y="11"/>
                      </a:lnTo>
                      <a:lnTo>
                        <a:pt x="1750" y="6"/>
                      </a:lnTo>
                      <a:lnTo>
                        <a:pt x="1773" y="6"/>
                      </a:lnTo>
                      <a:lnTo>
                        <a:pt x="1796" y="0"/>
                      </a:lnTo>
                      <a:lnTo>
                        <a:pt x="1815" y="6"/>
                      </a:lnTo>
                      <a:lnTo>
                        <a:pt x="1833" y="11"/>
                      </a:lnTo>
                      <a:lnTo>
                        <a:pt x="1856" y="16"/>
                      </a:lnTo>
                      <a:lnTo>
                        <a:pt x="1879" y="27"/>
                      </a:lnTo>
                      <a:lnTo>
                        <a:pt x="1906" y="48"/>
                      </a:lnTo>
                      <a:lnTo>
                        <a:pt x="1939" y="70"/>
                      </a:lnTo>
                      <a:lnTo>
                        <a:pt x="1971" y="96"/>
                      </a:lnTo>
                      <a:lnTo>
                        <a:pt x="2007" y="123"/>
                      </a:lnTo>
                      <a:lnTo>
                        <a:pt x="2053" y="161"/>
                      </a:lnTo>
                      <a:lnTo>
                        <a:pt x="2099" y="193"/>
                      </a:lnTo>
                      <a:lnTo>
                        <a:pt x="2154" y="235"/>
                      </a:lnTo>
                      <a:lnTo>
                        <a:pt x="2219" y="273"/>
                      </a:lnTo>
                      <a:lnTo>
                        <a:pt x="2288" y="315"/>
                      </a:lnTo>
                      <a:lnTo>
                        <a:pt x="2366" y="364"/>
                      </a:lnTo>
                      <a:lnTo>
                        <a:pt x="2398" y="380"/>
                      </a:lnTo>
                      <a:lnTo>
                        <a:pt x="2490" y="433"/>
                      </a:lnTo>
                      <a:lnTo>
                        <a:pt x="2577" y="476"/>
                      </a:lnTo>
                      <a:lnTo>
                        <a:pt x="2664" y="524"/>
                      </a:lnTo>
                      <a:lnTo>
                        <a:pt x="2756" y="567"/>
                      </a:lnTo>
                      <a:lnTo>
                        <a:pt x="2844" y="609"/>
                      </a:lnTo>
                      <a:lnTo>
                        <a:pt x="2935" y="652"/>
                      </a:lnTo>
                      <a:lnTo>
                        <a:pt x="3023" y="689"/>
                      </a:lnTo>
                      <a:lnTo>
                        <a:pt x="3110" y="732"/>
                      </a:lnTo>
                      <a:lnTo>
                        <a:pt x="3202" y="775"/>
                      </a:lnTo>
                      <a:lnTo>
                        <a:pt x="3289" y="812"/>
                      </a:lnTo>
                      <a:lnTo>
                        <a:pt x="3376" y="855"/>
                      </a:lnTo>
                      <a:lnTo>
                        <a:pt x="3468" y="892"/>
                      </a:lnTo>
                      <a:lnTo>
                        <a:pt x="3556" y="935"/>
                      </a:lnTo>
                      <a:lnTo>
                        <a:pt x="3647" y="973"/>
                      </a:lnTo>
                    </a:path>
                  </a:pathLst>
                </a:custGeom>
                <a:noFill/>
                <a:ln w="22225">
                  <a:solidFill>
                    <a:srgbClr val="007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6" name="Freeform 225">
                  <a:extLst>
                    <a:ext uri="{FF2B5EF4-FFF2-40B4-BE49-F238E27FC236}">
                      <a16:creationId xmlns:a16="http://schemas.microsoft.com/office/drawing/2014/main" id="{D8FFE537-41C3-059C-DA1D-670650B80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390"/>
                  <a:ext cx="3647" cy="1089"/>
                </a:xfrm>
                <a:custGeom>
                  <a:avLst/>
                  <a:gdLst>
                    <a:gd name="T0" fmla="*/ 0 w 3647"/>
                    <a:gd name="T1" fmla="*/ 169 h 903"/>
                    <a:gd name="T2" fmla="*/ 87 w 3647"/>
                    <a:gd name="T3" fmla="*/ 169 h 903"/>
                    <a:gd name="T4" fmla="*/ 175 w 3647"/>
                    <a:gd name="T5" fmla="*/ 169 h 903"/>
                    <a:gd name="T6" fmla="*/ 266 w 3647"/>
                    <a:gd name="T7" fmla="*/ 169 h 903"/>
                    <a:gd name="T8" fmla="*/ 354 w 3647"/>
                    <a:gd name="T9" fmla="*/ 169 h 903"/>
                    <a:gd name="T10" fmla="*/ 441 w 3647"/>
                    <a:gd name="T11" fmla="*/ 160 h 903"/>
                    <a:gd name="T12" fmla="*/ 533 w 3647"/>
                    <a:gd name="T13" fmla="*/ 160 h 903"/>
                    <a:gd name="T14" fmla="*/ 620 w 3647"/>
                    <a:gd name="T15" fmla="*/ 160 h 903"/>
                    <a:gd name="T16" fmla="*/ 707 w 3647"/>
                    <a:gd name="T17" fmla="*/ 160 h 903"/>
                    <a:gd name="T18" fmla="*/ 799 w 3647"/>
                    <a:gd name="T19" fmla="*/ 150 h 903"/>
                    <a:gd name="T20" fmla="*/ 887 w 3647"/>
                    <a:gd name="T21" fmla="*/ 150 h 903"/>
                    <a:gd name="T22" fmla="*/ 978 w 3647"/>
                    <a:gd name="T23" fmla="*/ 140 h 903"/>
                    <a:gd name="T24" fmla="*/ 1066 w 3647"/>
                    <a:gd name="T25" fmla="*/ 129 h 903"/>
                    <a:gd name="T26" fmla="*/ 1153 w 3647"/>
                    <a:gd name="T27" fmla="*/ 121 h 903"/>
                    <a:gd name="T28" fmla="*/ 1245 w 3647"/>
                    <a:gd name="T29" fmla="*/ 112 h 903"/>
                    <a:gd name="T30" fmla="*/ 1263 w 3647"/>
                    <a:gd name="T31" fmla="*/ 101 h 903"/>
                    <a:gd name="T32" fmla="*/ 1341 w 3647"/>
                    <a:gd name="T33" fmla="*/ 93 h 903"/>
                    <a:gd name="T34" fmla="*/ 1410 w 3647"/>
                    <a:gd name="T35" fmla="*/ 75 h 903"/>
                    <a:gd name="T36" fmla="*/ 1470 w 3647"/>
                    <a:gd name="T37" fmla="*/ 65 h 903"/>
                    <a:gd name="T38" fmla="*/ 1525 w 3647"/>
                    <a:gd name="T39" fmla="*/ 45 h 903"/>
                    <a:gd name="T40" fmla="*/ 1576 w 3647"/>
                    <a:gd name="T41" fmla="*/ 28 h 903"/>
                    <a:gd name="T42" fmla="*/ 1617 w 3647"/>
                    <a:gd name="T43" fmla="*/ 17 h 903"/>
                    <a:gd name="T44" fmla="*/ 1658 w 3647"/>
                    <a:gd name="T45" fmla="*/ 8 h 903"/>
                    <a:gd name="T46" fmla="*/ 1690 w 3647"/>
                    <a:gd name="T47" fmla="*/ 0 h 903"/>
                    <a:gd name="T48" fmla="*/ 1723 w 3647"/>
                    <a:gd name="T49" fmla="*/ 0 h 903"/>
                    <a:gd name="T50" fmla="*/ 1750 w 3647"/>
                    <a:gd name="T51" fmla="*/ 0 h 903"/>
                    <a:gd name="T52" fmla="*/ 1773 w 3647"/>
                    <a:gd name="T53" fmla="*/ 0 h 903"/>
                    <a:gd name="T54" fmla="*/ 1796 w 3647"/>
                    <a:gd name="T55" fmla="*/ 0 h 903"/>
                    <a:gd name="T56" fmla="*/ 1815 w 3647"/>
                    <a:gd name="T57" fmla="*/ 8 h 903"/>
                    <a:gd name="T58" fmla="*/ 1833 w 3647"/>
                    <a:gd name="T59" fmla="*/ 17 h 903"/>
                    <a:gd name="T60" fmla="*/ 1856 w 3647"/>
                    <a:gd name="T61" fmla="*/ 28 h 903"/>
                    <a:gd name="T62" fmla="*/ 1879 w 3647"/>
                    <a:gd name="T63" fmla="*/ 45 h 903"/>
                    <a:gd name="T64" fmla="*/ 1906 w 3647"/>
                    <a:gd name="T65" fmla="*/ 65 h 903"/>
                    <a:gd name="T66" fmla="*/ 1939 w 3647"/>
                    <a:gd name="T67" fmla="*/ 93 h 903"/>
                    <a:gd name="T68" fmla="*/ 1971 w 3647"/>
                    <a:gd name="T69" fmla="*/ 121 h 903"/>
                    <a:gd name="T70" fmla="*/ 2007 w 3647"/>
                    <a:gd name="T71" fmla="*/ 160 h 903"/>
                    <a:gd name="T72" fmla="*/ 2053 w 3647"/>
                    <a:gd name="T73" fmla="*/ 205 h 903"/>
                    <a:gd name="T74" fmla="*/ 2099 w 3647"/>
                    <a:gd name="T75" fmla="*/ 262 h 903"/>
                    <a:gd name="T76" fmla="*/ 2154 w 3647"/>
                    <a:gd name="T77" fmla="*/ 317 h 903"/>
                    <a:gd name="T78" fmla="*/ 2219 w 3647"/>
                    <a:gd name="T79" fmla="*/ 384 h 903"/>
                    <a:gd name="T80" fmla="*/ 2288 w 3647"/>
                    <a:gd name="T81" fmla="*/ 450 h 903"/>
                    <a:gd name="T82" fmla="*/ 2366 w 3647"/>
                    <a:gd name="T83" fmla="*/ 525 h 903"/>
                    <a:gd name="T84" fmla="*/ 2398 w 3647"/>
                    <a:gd name="T85" fmla="*/ 562 h 903"/>
                    <a:gd name="T86" fmla="*/ 2490 w 3647"/>
                    <a:gd name="T87" fmla="*/ 637 h 903"/>
                    <a:gd name="T88" fmla="*/ 2577 w 3647"/>
                    <a:gd name="T89" fmla="*/ 721 h 903"/>
                    <a:gd name="T90" fmla="*/ 2664 w 3647"/>
                    <a:gd name="T91" fmla="*/ 797 h 903"/>
                    <a:gd name="T92" fmla="*/ 2756 w 3647"/>
                    <a:gd name="T93" fmla="*/ 871 h 903"/>
                    <a:gd name="T94" fmla="*/ 2844 w 3647"/>
                    <a:gd name="T95" fmla="*/ 945 h 903"/>
                    <a:gd name="T96" fmla="*/ 2935 w 3647"/>
                    <a:gd name="T97" fmla="*/ 1021 h 903"/>
                    <a:gd name="T98" fmla="*/ 3023 w 3647"/>
                    <a:gd name="T99" fmla="*/ 1096 h 903"/>
                    <a:gd name="T100" fmla="*/ 3110 w 3647"/>
                    <a:gd name="T101" fmla="*/ 1160 h 903"/>
                    <a:gd name="T102" fmla="*/ 3202 w 3647"/>
                    <a:gd name="T103" fmla="*/ 1236 h 903"/>
                    <a:gd name="T104" fmla="*/ 3289 w 3647"/>
                    <a:gd name="T105" fmla="*/ 1301 h 903"/>
                    <a:gd name="T106" fmla="*/ 3376 w 3647"/>
                    <a:gd name="T107" fmla="*/ 1377 h 903"/>
                    <a:gd name="T108" fmla="*/ 3468 w 3647"/>
                    <a:gd name="T109" fmla="*/ 1441 h 903"/>
                    <a:gd name="T110" fmla="*/ 3556 w 3647"/>
                    <a:gd name="T111" fmla="*/ 1517 h 903"/>
                    <a:gd name="T112" fmla="*/ 3647 w 3647"/>
                    <a:gd name="T113" fmla="*/ 1583 h 903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903">
                      <a:moveTo>
                        <a:pt x="0" y="96"/>
                      </a:moveTo>
                      <a:lnTo>
                        <a:pt x="87" y="96"/>
                      </a:lnTo>
                      <a:lnTo>
                        <a:pt x="175" y="96"/>
                      </a:lnTo>
                      <a:lnTo>
                        <a:pt x="266" y="96"/>
                      </a:lnTo>
                      <a:lnTo>
                        <a:pt x="354" y="96"/>
                      </a:lnTo>
                      <a:lnTo>
                        <a:pt x="441" y="91"/>
                      </a:lnTo>
                      <a:lnTo>
                        <a:pt x="533" y="91"/>
                      </a:lnTo>
                      <a:lnTo>
                        <a:pt x="620" y="91"/>
                      </a:lnTo>
                      <a:lnTo>
                        <a:pt x="707" y="91"/>
                      </a:lnTo>
                      <a:lnTo>
                        <a:pt x="799" y="85"/>
                      </a:lnTo>
                      <a:lnTo>
                        <a:pt x="887" y="85"/>
                      </a:lnTo>
                      <a:lnTo>
                        <a:pt x="978" y="80"/>
                      </a:lnTo>
                      <a:lnTo>
                        <a:pt x="1066" y="74"/>
                      </a:lnTo>
                      <a:lnTo>
                        <a:pt x="1153" y="69"/>
                      </a:lnTo>
                      <a:lnTo>
                        <a:pt x="1245" y="64"/>
                      </a:lnTo>
                      <a:lnTo>
                        <a:pt x="1263" y="58"/>
                      </a:lnTo>
                      <a:lnTo>
                        <a:pt x="1341" y="53"/>
                      </a:lnTo>
                      <a:lnTo>
                        <a:pt x="1410" y="42"/>
                      </a:lnTo>
                      <a:lnTo>
                        <a:pt x="1470" y="37"/>
                      </a:lnTo>
                      <a:lnTo>
                        <a:pt x="1525" y="26"/>
                      </a:lnTo>
                      <a:lnTo>
                        <a:pt x="1576" y="16"/>
                      </a:lnTo>
                      <a:lnTo>
                        <a:pt x="1617" y="10"/>
                      </a:lnTo>
                      <a:lnTo>
                        <a:pt x="1658" y="5"/>
                      </a:lnTo>
                      <a:lnTo>
                        <a:pt x="1690" y="0"/>
                      </a:lnTo>
                      <a:lnTo>
                        <a:pt x="1723" y="0"/>
                      </a:lnTo>
                      <a:lnTo>
                        <a:pt x="1750" y="0"/>
                      </a:lnTo>
                      <a:lnTo>
                        <a:pt x="1773" y="0"/>
                      </a:lnTo>
                      <a:lnTo>
                        <a:pt x="1796" y="0"/>
                      </a:lnTo>
                      <a:lnTo>
                        <a:pt x="1815" y="5"/>
                      </a:lnTo>
                      <a:lnTo>
                        <a:pt x="1833" y="10"/>
                      </a:lnTo>
                      <a:lnTo>
                        <a:pt x="1856" y="16"/>
                      </a:lnTo>
                      <a:lnTo>
                        <a:pt x="1879" y="26"/>
                      </a:lnTo>
                      <a:lnTo>
                        <a:pt x="1906" y="37"/>
                      </a:lnTo>
                      <a:lnTo>
                        <a:pt x="1939" y="53"/>
                      </a:lnTo>
                      <a:lnTo>
                        <a:pt x="1971" y="69"/>
                      </a:lnTo>
                      <a:lnTo>
                        <a:pt x="2007" y="91"/>
                      </a:lnTo>
                      <a:lnTo>
                        <a:pt x="2053" y="117"/>
                      </a:lnTo>
                      <a:lnTo>
                        <a:pt x="2099" y="149"/>
                      </a:lnTo>
                      <a:lnTo>
                        <a:pt x="2154" y="181"/>
                      </a:lnTo>
                      <a:lnTo>
                        <a:pt x="2219" y="219"/>
                      </a:lnTo>
                      <a:lnTo>
                        <a:pt x="2288" y="256"/>
                      </a:lnTo>
                      <a:lnTo>
                        <a:pt x="2366" y="299"/>
                      </a:lnTo>
                      <a:lnTo>
                        <a:pt x="2398" y="320"/>
                      </a:lnTo>
                      <a:lnTo>
                        <a:pt x="2490" y="363"/>
                      </a:lnTo>
                      <a:lnTo>
                        <a:pt x="2577" y="411"/>
                      </a:lnTo>
                      <a:lnTo>
                        <a:pt x="2664" y="454"/>
                      </a:lnTo>
                      <a:lnTo>
                        <a:pt x="2756" y="497"/>
                      </a:lnTo>
                      <a:lnTo>
                        <a:pt x="2844" y="539"/>
                      </a:lnTo>
                      <a:lnTo>
                        <a:pt x="2935" y="582"/>
                      </a:lnTo>
                      <a:lnTo>
                        <a:pt x="3023" y="625"/>
                      </a:lnTo>
                      <a:lnTo>
                        <a:pt x="3110" y="662"/>
                      </a:lnTo>
                      <a:lnTo>
                        <a:pt x="3202" y="705"/>
                      </a:lnTo>
                      <a:lnTo>
                        <a:pt x="3289" y="742"/>
                      </a:lnTo>
                      <a:lnTo>
                        <a:pt x="3376" y="785"/>
                      </a:lnTo>
                      <a:lnTo>
                        <a:pt x="3468" y="822"/>
                      </a:lnTo>
                      <a:lnTo>
                        <a:pt x="3556" y="865"/>
                      </a:lnTo>
                      <a:lnTo>
                        <a:pt x="3647" y="903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7" name="Freeform 226">
                  <a:extLst>
                    <a:ext uri="{FF2B5EF4-FFF2-40B4-BE49-F238E27FC236}">
                      <a16:creationId xmlns:a16="http://schemas.microsoft.com/office/drawing/2014/main" id="{C5634AA8-F2D4-8A3B-34DE-9846369993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473"/>
                  <a:ext cx="3647" cy="1006"/>
                </a:xfrm>
                <a:custGeom>
                  <a:avLst/>
                  <a:gdLst>
                    <a:gd name="T0" fmla="*/ 0 w 3647"/>
                    <a:gd name="T1" fmla="*/ 48 h 834"/>
                    <a:gd name="T2" fmla="*/ 87 w 3647"/>
                    <a:gd name="T3" fmla="*/ 48 h 834"/>
                    <a:gd name="T4" fmla="*/ 175 w 3647"/>
                    <a:gd name="T5" fmla="*/ 48 h 834"/>
                    <a:gd name="T6" fmla="*/ 266 w 3647"/>
                    <a:gd name="T7" fmla="*/ 48 h 834"/>
                    <a:gd name="T8" fmla="*/ 354 w 3647"/>
                    <a:gd name="T9" fmla="*/ 48 h 834"/>
                    <a:gd name="T10" fmla="*/ 441 w 3647"/>
                    <a:gd name="T11" fmla="*/ 48 h 834"/>
                    <a:gd name="T12" fmla="*/ 533 w 3647"/>
                    <a:gd name="T13" fmla="*/ 48 h 834"/>
                    <a:gd name="T14" fmla="*/ 620 w 3647"/>
                    <a:gd name="T15" fmla="*/ 40 h 834"/>
                    <a:gd name="T16" fmla="*/ 707 w 3647"/>
                    <a:gd name="T17" fmla="*/ 40 h 834"/>
                    <a:gd name="T18" fmla="*/ 799 w 3647"/>
                    <a:gd name="T19" fmla="*/ 40 h 834"/>
                    <a:gd name="T20" fmla="*/ 887 w 3647"/>
                    <a:gd name="T21" fmla="*/ 40 h 834"/>
                    <a:gd name="T22" fmla="*/ 978 w 3647"/>
                    <a:gd name="T23" fmla="*/ 28 h 834"/>
                    <a:gd name="T24" fmla="*/ 1066 w 3647"/>
                    <a:gd name="T25" fmla="*/ 28 h 834"/>
                    <a:gd name="T26" fmla="*/ 1153 w 3647"/>
                    <a:gd name="T27" fmla="*/ 19 h 834"/>
                    <a:gd name="T28" fmla="*/ 1245 w 3647"/>
                    <a:gd name="T29" fmla="*/ 19 h 834"/>
                    <a:gd name="T30" fmla="*/ 1263 w 3647"/>
                    <a:gd name="T31" fmla="*/ 19 h 834"/>
                    <a:gd name="T32" fmla="*/ 1341 w 3647"/>
                    <a:gd name="T33" fmla="*/ 8 h 834"/>
                    <a:gd name="T34" fmla="*/ 1410 w 3647"/>
                    <a:gd name="T35" fmla="*/ 8 h 834"/>
                    <a:gd name="T36" fmla="*/ 1470 w 3647"/>
                    <a:gd name="T37" fmla="*/ 8 h 834"/>
                    <a:gd name="T38" fmla="*/ 1525 w 3647"/>
                    <a:gd name="T39" fmla="*/ 0 h 834"/>
                    <a:gd name="T40" fmla="*/ 1576 w 3647"/>
                    <a:gd name="T41" fmla="*/ 0 h 834"/>
                    <a:gd name="T42" fmla="*/ 1617 w 3647"/>
                    <a:gd name="T43" fmla="*/ 8 h 834"/>
                    <a:gd name="T44" fmla="*/ 1658 w 3647"/>
                    <a:gd name="T45" fmla="*/ 8 h 834"/>
                    <a:gd name="T46" fmla="*/ 1690 w 3647"/>
                    <a:gd name="T47" fmla="*/ 8 h 834"/>
                    <a:gd name="T48" fmla="*/ 1723 w 3647"/>
                    <a:gd name="T49" fmla="*/ 19 h 834"/>
                    <a:gd name="T50" fmla="*/ 1750 w 3647"/>
                    <a:gd name="T51" fmla="*/ 28 h 834"/>
                    <a:gd name="T52" fmla="*/ 1773 w 3647"/>
                    <a:gd name="T53" fmla="*/ 28 h 834"/>
                    <a:gd name="T54" fmla="*/ 1796 w 3647"/>
                    <a:gd name="T55" fmla="*/ 40 h 834"/>
                    <a:gd name="T56" fmla="*/ 1815 w 3647"/>
                    <a:gd name="T57" fmla="*/ 48 h 834"/>
                    <a:gd name="T58" fmla="*/ 1833 w 3647"/>
                    <a:gd name="T59" fmla="*/ 57 h 834"/>
                    <a:gd name="T60" fmla="*/ 1856 w 3647"/>
                    <a:gd name="T61" fmla="*/ 66 h 834"/>
                    <a:gd name="T62" fmla="*/ 1879 w 3647"/>
                    <a:gd name="T63" fmla="*/ 76 h 834"/>
                    <a:gd name="T64" fmla="*/ 1906 w 3647"/>
                    <a:gd name="T65" fmla="*/ 84 h 834"/>
                    <a:gd name="T66" fmla="*/ 1939 w 3647"/>
                    <a:gd name="T67" fmla="*/ 104 h 834"/>
                    <a:gd name="T68" fmla="*/ 1971 w 3647"/>
                    <a:gd name="T69" fmla="*/ 131 h 834"/>
                    <a:gd name="T70" fmla="*/ 2007 w 3647"/>
                    <a:gd name="T71" fmla="*/ 151 h 834"/>
                    <a:gd name="T72" fmla="*/ 2053 w 3647"/>
                    <a:gd name="T73" fmla="*/ 188 h 834"/>
                    <a:gd name="T74" fmla="*/ 2099 w 3647"/>
                    <a:gd name="T75" fmla="*/ 224 h 834"/>
                    <a:gd name="T76" fmla="*/ 2154 w 3647"/>
                    <a:gd name="T77" fmla="*/ 263 h 834"/>
                    <a:gd name="T78" fmla="*/ 2219 w 3647"/>
                    <a:gd name="T79" fmla="*/ 320 h 834"/>
                    <a:gd name="T80" fmla="*/ 2288 w 3647"/>
                    <a:gd name="T81" fmla="*/ 375 h 834"/>
                    <a:gd name="T82" fmla="*/ 2366 w 3647"/>
                    <a:gd name="T83" fmla="*/ 440 h 834"/>
                    <a:gd name="T84" fmla="*/ 2398 w 3647"/>
                    <a:gd name="T85" fmla="*/ 468 h 834"/>
                    <a:gd name="T86" fmla="*/ 2490 w 3647"/>
                    <a:gd name="T87" fmla="*/ 544 h 834"/>
                    <a:gd name="T88" fmla="*/ 2577 w 3647"/>
                    <a:gd name="T89" fmla="*/ 620 h 834"/>
                    <a:gd name="T90" fmla="*/ 2664 w 3647"/>
                    <a:gd name="T91" fmla="*/ 684 h 834"/>
                    <a:gd name="T92" fmla="*/ 2756 w 3647"/>
                    <a:gd name="T93" fmla="*/ 760 h 834"/>
                    <a:gd name="T94" fmla="*/ 2844 w 3647"/>
                    <a:gd name="T95" fmla="*/ 835 h 834"/>
                    <a:gd name="T96" fmla="*/ 2935 w 3647"/>
                    <a:gd name="T97" fmla="*/ 901 h 834"/>
                    <a:gd name="T98" fmla="*/ 3023 w 3647"/>
                    <a:gd name="T99" fmla="*/ 976 h 834"/>
                    <a:gd name="T100" fmla="*/ 3110 w 3647"/>
                    <a:gd name="T101" fmla="*/ 1052 h 834"/>
                    <a:gd name="T102" fmla="*/ 3202 w 3647"/>
                    <a:gd name="T103" fmla="*/ 1116 h 834"/>
                    <a:gd name="T104" fmla="*/ 3289 w 3647"/>
                    <a:gd name="T105" fmla="*/ 1192 h 834"/>
                    <a:gd name="T106" fmla="*/ 3376 w 3647"/>
                    <a:gd name="T107" fmla="*/ 1257 h 834"/>
                    <a:gd name="T108" fmla="*/ 3468 w 3647"/>
                    <a:gd name="T109" fmla="*/ 1321 h 834"/>
                    <a:gd name="T110" fmla="*/ 3556 w 3647"/>
                    <a:gd name="T111" fmla="*/ 1397 h 834"/>
                    <a:gd name="T112" fmla="*/ 3647 w 3647"/>
                    <a:gd name="T113" fmla="*/ 1463 h 834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834">
                      <a:moveTo>
                        <a:pt x="0" y="27"/>
                      </a:moveTo>
                      <a:lnTo>
                        <a:pt x="87" y="27"/>
                      </a:lnTo>
                      <a:lnTo>
                        <a:pt x="175" y="27"/>
                      </a:lnTo>
                      <a:lnTo>
                        <a:pt x="266" y="27"/>
                      </a:lnTo>
                      <a:lnTo>
                        <a:pt x="354" y="27"/>
                      </a:lnTo>
                      <a:lnTo>
                        <a:pt x="441" y="27"/>
                      </a:lnTo>
                      <a:lnTo>
                        <a:pt x="533" y="27"/>
                      </a:lnTo>
                      <a:lnTo>
                        <a:pt x="620" y="22"/>
                      </a:lnTo>
                      <a:lnTo>
                        <a:pt x="707" y="22"/>
                      </a:lnTo>
                      <a:lnTo>
                        <a:pt x="799" y="22"/>
                      </a:lnTo>
                      <a:lnTo>
                        <a:pt x="887" y="22"/>
                      </a:lnTo>
                      <a:lnTo>
                        <a:pt x="978" y="16"/>
                      </a:lnTo>
                      <a:lnTo>
                        <a:pt x="1066" y="16"/>
                      </a:lnTo>
                      <a:lnTo>
                        <a:pt x="1153" y="11"/>
                      </a:lnTo>
                      <a:lnTo>
                        <a:pt x="1245" y="11"/>
                      </a:lnTo>
                      <a:lnTo>
                        <a:pt x="1263" y="11"/>
                      </a:lnTo>
                      <a:lnTo>
                        <a:pt x="1341" y="5"/>
                      </a:lnTo>
                      <a:lnTo>
                        <a:pt x="1410" y="5"/>
                      </a:lnTo>
                      <a:lnTo>
                        <a:pt x="1470" y="5"/>
                      </a:lnTo>
                      <a:lnTo>
                        <a:pt x="1525" y="0"/>
                      </a:lnTo>
                      <a:lnTo>
                        <a:pt x="1576" y="0"/>
                      </a:lnTo>
                      <a:lnTo>
                        <a:pt x="1617" y="5"/>
                      </a:lnTo>
                      <a:lnTo>
                        <a:pt x="1658" y="5"/>
                      </a:lnTo>
                      <a:lnTo>
                        <a:pt x="1690" y="5"/>
                      </a:lnTo>
                      <a:lnTo>
                        <a:pt x="1723" y="11"/>
                      </a:lnTo>
                      <a:lnTo>
                        <a:pt x="1750" y="16"/>
                      </a:lnTo>
                      <a:lnTo>
                        <a:pt x="1773" y="16"/>
                      </a:lnTo>
                      <a:lnTo>
                        <a:pt x="1796" y="22"/>
                      </a:lnTo>
                      <a:lnTo>
                        <a:pt x="1815" y="27"/>
                      </a:lnTo>
                      <a:lnTo>
                        <a:pt x="1833" y="32"/>
                      </a:lnTo>
                      <a:lnTo>
                        <a:pt x="1856" y="38"/>
                      </a:lnTo>
                      <a:lnTo>
                        <a:pt x="1879" y="43"/>
                      </a:lnTo>
                      <a:lnTo>
                        <a:pt x="1906" y="48"/>
                      </a:lnTo>
                      <a:lnTo>
                        <a:pt x="1939" y="59"/>
                      </a:lnTo>
                      <a:lnTo>
                        <a:pt x="1971" y="75"/>
                      </a:lnTo>
                      <a:lnTo>
                        <a:pt x="2007" y="86"/>
                      </a:lnTo>
                      <a:lnTo>
                        <a:pt x="2053" y="107"/>
                      </a:lnTo>
                      <a:lnTo>
                        <a:pt x="2099" y="128"/>
                      </a:lnTo>
                      <a:lnTo>
                        <a:pt x="2154" y="150"/>
                      </a:lnTo>
                      <a:lnTo>
                        <a:pt x="2219" y="182"/>
                      </a:lnTo>
                      <a:lnTo>
                        <a:pt x="2288" y="214"/>
                      </a:lnTo>
                      <a:lnTo>
                        <a:pt x="2366" y="251"/>
                      </a:lnTo>
                      <a:lnTo>
                        <a:pt x="2398" y="267"/>
                      </a:lnTo>
                      <a:lnTo>
                        <a:pt x="2490" y="310"/>
                      </a:lnTo>
                      <a:lnTo>
                        <a:pt x="2577" y="353"/>
                      </a:lnTo>
                      <a:lnTo>
                        <a:pt x="2664" y="390"/>
                      </a:lnTo>
                      <a:lnTo>
                        <a:pt x="2756" y="433"/>
                      </a:lnTo>
                      <a:lnTo>
                        <a:pt x="2844" y="476"/>
                      </a:lnTo>
                      <a:lnTo>
                        <a:pt x="2935" y="513"/>
                      </a:lnTo>
                      <a:lnTo>
                        <a:pt x="3023" y="556"/>
                      </a:lnTo>
                      <a:lnTo>
                        <a:pt x="3110" y="599"/>
                      </a:lnTo>
                      <a:lnTo>
                        <a:pt x="3202" y="636"/>
                      </a:lnTo>
                      <a:lnTo>
                        <a:pt x="3289" y="679"/>
                      </a:lnTo>
                      <a:lnTo>
                        <a:pt x="3376" y="716"/>
                      </a:lnTo>
                      <a:lnTo>
                        <a:pt x="3468" y="753"/>
                      </a:lnTo>
                      <a:lnTo>
                        <a:pt x="3556" y="796"/>
                      </a:lnTo>
                      <a:lnTo>
                        <a:pt x="3647" y="834"/>
                      </a:lnTo>
                    </a:path>
                  </a:pathLst>
                </a:custGeom>
                <a:noFill/>
                <a:ln w="22225">
                  <a:solidFill>
                    <a:srgbClr val="00BF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8" name="Freeform 227">
                  <a:extLst>
                    <a:ext uri="{FF2B5EF4-FFF2-40B4-BE49-F238E27FC236}">
                      <a16:creationId xmlns:a16="http://schemas.microsoft.com/office/drawing/2014/main" id="{77C6431E-F830-6F85-8447-122E9D60F4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505"/>
                  <a:ext cx="3647" cy="980"/>
                </a:xfrm>
                <a:custGeom>
                  <a:avLst/>
                  <a:gdLst>
                    <a:gd name="T0" fmla="*/ 0 w 3647"/>
                    <a:gd name="T1" fmla="*/ 0 h 812"/>
                    <a:gd name="T2" fmla="*/ 87 w 3647"/>
                    <a:gd name="T3" fmla="*/ 0 h 812"/>
                    <a:gd name="T4" fmla="*/ 175 w 3647"/>
                    <a:gd name="T5" fmla="*/ 0 h 812"/>
                    <a:gd name="T6" fmla="*/ 266 w 3647"/>
                    <a:gd name="T7" fmla="*/ 0 h 812"/>
                    <a:gd name="T8" fmla="*/ 354 w 3647"/>
                    <a:gd name="T9" fmla="*/ 0 h 812"/>
                    <a:gd name="T10" fmla="*/ 441 w 3647"/>
                    <a:gd name="T11" fmla="*/ 0 h 812"/>
                    <a:gd name="T12" fmla="*/ 533 w 3647"/>
                    <a:gd name="T13" fmla="*/ 0 h 812"/>
                    <a:gd name="T14" fmla="*/ 620 w 3647"/>
                    <a:gd name="T15" fmla="*/ 0 h 812"/>
                    <a:gd name="T16" fmla="*/ 707 w 3647"/>
                    <a:gd name="T17" fmla="*/ 0 h 812"/>
                    <a:gd name="T18" fmla="*/ 799 w 3647"/>
                    <a:gd name="T19" fmla="*/ 0 h 812"/>
                    <a:gd name="T20" fmla="*/ 887 w 3647"/>
                    <a:gd name="T21" fmla="*/ 0 h 812"/>
                    <a:gd name="T22" fmla="*/ 978 w 3647"/>
                    <a:gd name="T23" fmla="*/ 0 h 812"/>
                    <a:gd name="T24" fmla="*/ 1066 w 3647"/>
                    <a:gd name="T25" fmla="*/ 8 h 812"/>
                    <a:gd name="T26" fmla="*/ 1153 w 3647"/>
                    <a:gd name="T27" fmla="*/ 8 h 812"/>
                    <a:gd name="T28" fmla="*/ 1245 w 3647"/>
                    <a:gd name="T29" fmla="*/ 8 h 812"/>
                    <a:gd name="T30" fmla="*/ 1263 w 3647"/>
                    <a:gd name="T31" fmla="*/ 8 h 812"/>
                    <a:gd name="T32" fmla="*/ 1341 w 3647"/>
                    <a:gd name="T33" fmla="*/ 19 h 812"/>
                    <a:gd name="T34" fmla="*/ 1410 w 3647"/>
                    <a:gd name="T35" fmla="*/ 19 h 812"/>
                    <a:gd name="T36" fmla="*/ 1470 w 3647"/>
                    <a:gd name="T37" fmla="*/ 28 h 812"/>
                    <a:gd name="T38" fmla="*/ 1525 w 3647"/>
                    <a:gd name="T39" fmla="*/ 28 h 812"/>
                    <a:gd name="T40" fmla="*/ 1576 w 3647"/>
                    <a:gd name="T41" fmla="*/ 36 h 812"/>
                    <a:gd name="T42" fmla="*/ 1617 w 3647"/>
                    <a:gd name="T43" fmla="*/ 48 h 812"/>
                    <a:gd name="T44" fmla="*/ 1658 w 3647"/>
                    <a:gd name="T45" fmla="*/ 57 h 812"/>
                    <a:gd name="T46" fmla="*/ 1690 w 3647"/>
                    <a:gd name="T47" fmla="*/ 65 h 812"/>
                    <a:gd name="T48" fmla="*/ 1723 w 3647"/>
                    <a:gd name="T49" fmla="*/ 76 h 812"/>
                    <a:gd name="T50" fmla="*/ 1750 w 3647"/>
                    <a:gd name="T51" fmla="*/ 84 h 812"/>
                    <a:gd name="T52" fmla="*/ 1773 w 3647"/>
                    <a:gd name="T53" fmla="*/ 93 h 812"/>
                    <a:gd name="T54" fmla="*/ 1796 w 3647"/>
                    <a:gd name="T55" fmla="*/ 93 h 812"/>
                    <a:gd name="T56" fmla="*/ 1815 w 3647"/>
                    <a:gd name="T57" fmla="*/ 104 h 812"/>
                    <a:gd name="T58" fmla="*/ 1833 w 3647"/>
                    <a:gd name="T59" fmla="*/ 112 h 812"/>
                    <a:gd name="T60" fmla="*/ 1856 w 3647"/>
                    <a:gd name="T61" fmla="*/ 121 h 812"/>
                    <a:gd name="T62" fmla="*/ 1879 w 3647"/>
                    <a:gd name="T63" fmla="*/ 133 h 812"/>
                    <a:gd name="T64" fmla="*/ 1906 w 3647"/>
                    <a:gd name="T65" fmla="*/ 141 h 812"/>
                    <a:gd name="T66" fmla="*/ 1939 w 3647"/>
                    <a:gd name="T67" fmla="*/ 161 h 812"/>
                    <a:gd name="T68" fmla="*/ 1971 w 3647"/>
                    <a:gd name="T69" fmla="*/ 177 h 812"/>
                    <a:gd name="T70" fmla="*/ 2007 w 3647"/>
                    <a:gd name="T71" fmla="*/ 197 h 812"/>
                    <a:gd name="T72" fmla="*/ 2053 w 3647"/>
                    <a:gd name="T73" fmla="*/ 224 h 812"/>
                    <a:gd name="T74" fmla="*/ 2099 w 3647"/>
                    <a:gd name="T75" fmla="*/ 253 h 812"/>
                    <a:gd name="T76" fmla="*/ 2154 w 3647"/>
                    <a:gd name="T77" fmla="*/ 290 h 812"/>
                    <a:gd name="T78" fmla="*/ 2219 w 3647"/>
                    <a:gd name="T79" fmla="*/ 329 h 812"/>
                    <a:gd name="T80" fmla="*/ 2288 w 3647"/>
                    <a:gd name="T81" fmla="*/ 375 h 812"/>
                    <a:gd name="T82" fmla="*/ 2366 w 3647"/>
                    <a:gd name="T83" fmla="*/ 432 h 812"/>
                    <a:gd name="T84" fmla="*/ 2398 w 3647"/>
                    <a:gd name="T85" fmla="*/ 460 h 812"/>
                    <a:gd name="T86" fmla="*/ 2490 w 3647"/>
                    <a:gd name="T87" fmla="*/ 526 h 812"/>
                    <a:gd name="T88" fmla="*/ 2577 w 3647"/>
                    <a:gd name="T89" fmla="*/ 591 h 812"/>
                    <a:gd name="T90" fmla="*/ 2664 w 3647"/>
                    <a:gd name="T91" fmla="*/ 666 h 812"/>
                    <a:gd name="T92" fmla="*/ 2756 w 3647"/>
                    <a:gd name="T93" fmla="*/ 733 h 812"/>
                    <a:gd name="T94" fmla="*/ 2844 w 3647"/>
                    <a:gd name="T95" fmla="*/ 798 h 812"/>
                    <a:gd name="T96" fmla="*/ 2935 w 3647"/>
                    <a:gd name="T97" fmla="*/ 874 h 812"/>
                    <a:gd name="T98" fmla="*/ 3023 w 3647"/>
                    <a:gd name="T99" fmla="*/ 938 h 812"/>
                    <a:gd name="T100" fmla="*/ 3110 w 3647"/>
                    <a:gd name="T101" fmla="*/ 1005 h 812"/>
                    <a:gd name="T102" fmla="*/ 3202 w 3647"/>
                    <a:gd name="T103" fmla="*/ 1079 h 812"/>
                    <a:gd name="T104" fmla="*/ 3289 w 3647"/>
                    <a:gd name="T105" fmla="*/ 1147 h 812"/>
                    <a:gd name="T106" fmla="*/ 3376 w 3647"/>
                    <a:gd name="T107" fmla="*/ 1212 h 812"/>
                    <a:gd name="T108" fmla="*/ 3468 w 3647"/>
                    <a:gd name="T109" fmla="*/ 1287 h 812"/>
                    <a:gd name="T110" fmla="*/ 3556 w 3647"/>
                    <a:gd name="T111" fmla="*/ 1352 h 812"/>
                    <a:gd name="T112" fmla="*/ 3647 w 3647"/>
                    <a:gd name="T113" fmla="*/ 1428 h 81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812">
                      <a:moveTo>
                        <a:pt x="0" y="0"/>
                      </a:moveTo>
                      <a:lnTo>
                        <a:pt x="87" y="0"/>
                      </a:lnTo>
                      <a:lnTo>
                        <a:pt x="175" y="0"/>
                      </a:lnTo>
                      <a:lnTo>
                        <a:pt x="266" y="0"/>
                      </a:lnTo>
                      <a:lnTo>
                        <a:pt x="354" y="0"/>
                      </a:lnTo>
                      <a:lnTo>
                        <a:pt x="441" y="0"/>
                      </a:lnTo>
                      <a:lnTo>
                        <a:pt x="533" y="0"/>
                      </a:lnTo>
                      <a:lnTo>
                        <a:pt x="620" y="0"/>
                      </a:lnTo>
                      <a:lnTo>
                        <a:pt x="707" y="0"/>
                      </a:lnTo>
                      <a:lnTo>
                        <a:pt x="799" y="0"/>
                      </a:lnTo>
                      <a:lnTo>
                        <a:pt x="887" y="0"/>
                      </a:lnTo>
                      <a:lnTo>
                        <a:pt x="978" y="0"/>
                      </a:lnTo>
                      <a:lnTo>
                        <a:pt x="1066" y="5"/>
                      </a:lnTo>
                      <a:lnTo>
                        <a:pt x="1153" y="5"/>
                      </a:lnTo>
                      <a:lnTo>
                        <a:pt x="1245" y="5"/>
                      </a:lnTo>
                      <a:lnTo>
                        <a:pt x="1263" y="5"/>
                      </a:lnTo>
                      <a:lnTo>
                        <a:pt x="1341" y="11"/>
                      </a:lnTo>
                      <a:lnTo>
                        <a:pt x="1410" y="11"/>
                      </a:lnTo>
                      <a:lnTo>
                        <a:pt x="1470" y="16"/>
                      </a:lnTo>
                      <a:lnTo>
                        <a:pt x="1525" y="16"/>
                      </a:lnTo>
                      <a:lnTo>
                        <a:pt x="1576" y="21"/>
                      </a:lnTo>
                      <a:lnTo>
                        <a:pt x="1617" y="27"/>
                      </a:lnTo>
                      <a:lnTo>
                        <a:pt x="1658" y="32"/>
                      </a:lnTo>
                      <a:lnTo>
                        <a:pt x="1690" y="37"/>
                      </a:lnTo>
                      <a:lnTo>
                        <a:pt x="1723" y="43"/>
                      </a:lnTo>
                      <a:lnTo>
                        <a:pt x="1750" y="48"/>
                      </a:lnTo>
                      <a:lnTo>
                        <a:pt x="1773" y="53"/>
                      </a:lnTo>
                      <a:lnTo>
                        <a:pt x="1796" y="53"/>
                      </a:lnTo>
                      <a:lnTo>
                        <a:pt x="1815" y="59"/>
                      </a:lnTo>
                      <a:lnTo>
                        <a:pt x="1833" y="64"/>
                      </a:lnTo>
                      <a:lnTo>
                        <a:pt x="1856" y="69"/>
                      </a:lnTo>
                      <a:lnTo>
                        <a:pt x="1879" y="75"/>
                      </a:lnTo>
                      <a:lnTo>
                        <a:pt x="1906" y="80"/>
                      </a:lnTo>
                      <a:lnTo>
                        <a:pt x="1939" y="91"/>
                      </a:lnTo>
                      <a:lnTo>
                        <a:pt x="1971" y="101"/>
                      </a:lnTo>
                      <a:lnTo>
                        <a:pt x="2007" y="112"/>
                      </a:lnTo>
                      <a:lnTo>
                        <a:pt x="2053" y="128"/>
                      </a:lnTo>
                      <a:lnTo>
                        <a:pt x="2099" y="144"/>
                      </a:lnTo>
                      <a:lnTo>
                        <a:pt x="2154" y="165"/>
                      </a:lnTo>
                      <a:lnTo>
                        <a:pt x="2219" y="187"/>
                      </a:lnTo>
                      <a:lnTo>
                        <a:pt x="2288" y="214"/>
                      </a:lnTo>
                      <a:lnTo>
                        <a:pt x="2366" y="246"/>
                      </a:lnTo>
                      <a:lnTo>
                        <a:pt x="2398" y="262"/>
                      </a:lnTo>
                      <a:lnTo>
                        <a:pt x="2490" y="299"/>
                      </a:lnTo>
                      <a:lnTo>
                        <a:pt x="2577" y="336"/>
                      </a:lnTo>
                      <a:lnTo>
                        <a:pt x="2664" y="379"/>
                      </a:lnTo>
                      <a:lnTo>
                        <a:pt x="2756" y="417"/>
                      </a:lnTo>
                      <a:lnTo>
                        <a:pt x="2844" y="454"/>
                      </a:lnTo>
                      <a:lnTo>
                        <a:pt x="2935" y="497"/>
                      </a:lnTo>
                      <a:lnTo>
                        <a:pt x="3023" y="534"/>
                      </a:lnTo>
                      <a:lnTo>
                        <a:pt x="3110" y="572"/>
                      </a:lnTo>
                      <a:lnTo>
                        <a:pt x="3202" y="614"/>
                      </a:lnTo>
                      <a:lnTo>
                        <a:pt x="3289" y="652"/>
                      </a:lnTo>
                      <a:lnTo>
                        <a:pt x="3376" y="689"/>
                      </a:lnTo>
                      <a:lnTo>
                        <a:pt x="3468" y="732"/>
                      </a:lnTo>
                      <a:lnTo>
                        <a:pt x="3556" y="769"/>
                      </a:lnTo>
                      <a:lnTo>
                        <a:pt x="3647" y="812"/>
                      </a:lnTo>
                    </a:path>
                  </a:pathLst>
                </a:custGeom>
                <a:noFill/>
                <a:ln w="22225">
                  <a:solidFill>
                    <a:srgbClr val="BF00B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69" name="Freeform 228">
                  <a:extLst>
                    <a:ext uri="{FF2B5EF4-FFF2-40B4-BE49-F238E27FC236}">
                      <a16:creationId xmlns:a16="http://schemas.microsoft.com/office/drawing/2014/main" id="{BA6180D5-A41B-0A69-6C8F-78C50F583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4" y="1505"/>
                  <a:ext cx="3647" cy="980"/>
                </a:xfrm>
                <a:custGeom>
                  <a:avLst/>
                  <a:gdLst>
                    <a:gd name="T0" fmla="*/ 0 w 3647"/>
                    <a:gd name="T1" fmla="*/ 0 h 812"/>
                    <a:gd name="T2" fmla="*/ 87 w 3647"/>
                    <a:gd name="T3" fmla="*/ 8 h 812"/>
                    <a:gd name="T4" fmla="*/ 175 w 3647"/>
                    <a:gd name="T5" fmla="*/ 8 h 812"/>
                    <a:gd name="T6" fmla="*/ 266 w 3647"/>
                    <a:gd name="T7" fmla="*/ 8 h 812"/>
                    <a:gd name="T8" fmla="*/ 354 w 3647"/>
                    <a:gd name="T9" fmla="*/ 8 h 812"/>
                    <a:gd name="T10" fmla="*/ 441 w 3647"/>
                    <a:gd name="T11" fmla="*/ 8 h 812"/>
                    <a:gd name="T12" fmla="*/ 533 w 3647"/>
                    <a:gd name="T13" fmla="*/ 8 h 812"/>
                    <a:gd name="T14" fmla="*/ 620 w 3647"/>
                    <a:gd name="T15" fmla="*/ 19 h 812"/>
                    <a:gd name="T16" fmla="*/ 707 w 3647"/>
                    <a:gd name="T17" fmla="*/ 19 h 812"/>
                    <a:gd name="T18" fmla="*/ 799 w 3647"/>
                    <a:gd name="T19" fmla="*/ 28 h 812"/>
                    <a:gd name="T20" fmla="*/ 887 w 3647"/>
                    <a:gd name="T21" fmla="*/ 28 h 812"/>
                    <a:gd name="T22" fmla="*/ 978 w 3647"/>
                    <a:gd name="T23" fmla="*/ 36 h 812"/>
                    <a:gd name="T24" fmla="*/ 1066 w 3647"/>
                    <a:gd name="T25" fmla="*/ 48 h 812"/>
                    <a:gd name="T26" fmla="*/ 1153 w 3647"/>
                    <a:gd name="T27" fmla="*/ 57 h 812"/>
                    <a:gd name="T28" fmla="*/ 1245 w 3647"/>
                    <a:gd name="T29" fmla="*/ 65 h 812"/>
                    <a:gd name="T30" fmla="*/ 1263 w 3647"/>
                    <a:gd name="T31" fmla="*/ 65 h 812"/>
                    <a:gd name="T32" fmla="*/ 1341 w 3647"/>
                    <a:gd name="T33" fmla="*/ 84 h 812"/>
                    <a:gd name="T34" fmla="*/ 1410 w 3647"/>
                    <a:gd name="T35" fmla="*/ 93 h 812"/>
                    <a:gd name="T36" fmla="*/ 1470 w 3647"/>
                    <a:gd name="T37" fmla="*/ 112 h 812"/>
                    <a:gd name="T38" fmla="*/ 1525 w 3647"/>
                    <a:gd name="T39" fmla="*/ 121 h 812"/>
                    <a:gd name="T40" fmla="*/ 1576 w 3647"/>
                    <a:gd name="T41" fmla="*/ 133 h 812"/>
                    <a:gd name="T42" fmla="*/ 1617 w 3647"/>
                    <a:gd name="T43" fmla="*/ 150 h 812"/>
                    <a:gd name="T44" fmla="*/ 1658 w 3647"/>
                    <a:gd name="T45" fmla="*/ 161 h 812"/>
                    <a:gd name="T46" fmla="*/ 1690 w 3647"/>
                    <a:gd name="T47" fmla="*/ 169 h 812"/>
                    <a:gd name="T48" fmla="*/ 1723 w 3647"/>
                    <a:gd name="T49" fmla="*/ 177 h 812"/>
                    <a:gd name="T50" fmla="*/ 1750 w 3647"/>
                    <a:gd name="T51" fmla="*/ 188 h 812"/>
                    <a:gd name="T52" fmla="*/ 1773 w 3647"/>
                    <a:gd name="T53" fmla="*/ 197 h 812"/>
                    <a:gd name="T54" fmla="*/ 1796 w 3647"/>
                    <a:gd name="T55" fmla="*/ 205 h 812"/>
                    <a:gd name="T56" fmla="*/ 1815 w 3647"/>
                    <a:gd name="T57" fmla="*/ 216 h 812"/>
                    <a:gd name="T58" fmla="*/ 1833 w 3647"/>
                    <a:gd name="T59" fmla="*/ 216 h 812"/>
                    <a:gd name="T60" fmla="*/ 1856 w 3647"/>
                    <a:gd name="T61" fmla="*/ 224 h 812"/>
                    <a:gd name="T62" fmla="*/ 1879 w 3647"/>
                    <a:gd name="T63" fmla="*/ 234 h 812"/>
                    <a:gd name="T64" fmla="*/ 1906 w 3647"/>
                    <a:gd name="T65" fmla="*/ 253 h 812"/>
                    <a:gd name="T66" fmla="*/ 1939 w 3647"/>
                    <a:gd name="T67" fmla="*/ 262 h 812"/>
                    <a:gd name="T68" fmla="*/ 1971 w 3647"/>
                    <a:gd name="T69" fmla="*/ 281 h 812"/>
                    <a:gd name="T70" fmla="*/ 2007 w 3647"/>
                    <a:gd name="T71" fmla="*/ 301 h 812"/>
                    <a:gd name="T72" fmla="*/ 2053 w 3647"/>
                    <a:gd name="T73" fmla="*/ 321 h 812"/>
                    <a:gd name="T74" fmla="*/ 2099 w 3647"/>
                    <a:gd name="T75" fmla="*/ 348 h 812"/>
                    <a:gd name="T76" fmla="*/ 2154 w 3647"/>
                    <a:gd name="T77" fmla="*/ 375 h 812"/>
                    <a:gd name="T78" fmla="*/ 2219 w 3647"/>
                    <a:gd name="T79" fmla="*/ 406 h 812"/>
                    <a:gd name="T80" fmla="*/ 2288 w 3647"/>
                    <a:gd name="T81" fmla="*/ 450 h 812"/>
                    <a:gd name="T82" fmla="*/ 2366 w 3647"/>
                    <a:gd name="T83" fmla="*/ 498 h 812"/>
                    <a:gd name="T84" fmla="*/ 2398 w 3647"/>
                    <a:gd name="T85" fmla="*/ 517 h 812"/>
                    <a:gd name="T86" fmla="*/ 2490 w 3647"/>
                    <a:gd name="T87" fmla="*/ 572 h 812"/>
                    <a:gd name="T88" fmla="*/ 2577 w 3647"/>
                    <a:gd name="T89" fmla="*/ 629 h 812"/>
                    <a:gd name="T90" fmla="*/ 2664 w 3647"/>
                    <a:gd name="T91" fmla="*/ 695 h 812"/>
                    <a:gd name="T92" fmla="*/ 2756 w 3647"/>
                    <a:gd name="T93" fmla="*/ 762 h 812"/>
                    <a:gd name="T94" fmla="*/ 2844 w 3647"/>
                    <a:gd name="T95" fmla="*/ 817 h 812"/>
                    <a:gd name="T96" fmla="*/ 2935 w 3647"/>
                    <a:gd name="T97" fmla="*/ 882 h 812"/>
                    <a:gd name="T98" fmla="*/ 3023 w 3647"/>
                    <a:gd name="T99" fmla="*/ 949 h 812"/>
                    <a:gd name="T100" fmla="*/ 3110 w 3647"/>
                    <a:gd name="T101" fmla="*/ 1014 h 812"/>
                    <a:gd name="T102" fmla="*/ 3202 w 3647"/>
                    <a:gd name="T103" fmla="*/ 1090 h 812"/>
                    <a:gd name="T104" fmla="*/ 3289 w 3647"/>
                    <a:gd name="T105" fmla="*/ 1155 h 812"/>
                    <a:gd name="T106" fmla="*/ 3376 w 3647"/>
                    <a:gd name="T107" fmla="*/ 1220 h 812"/>
                    <a:gd name="T108" fmla="*/ 3468 w 3647"/>
                    <a:gd name="T109" fmla="*/ 1287 h 812"/>
                    <a:gd name="T110" fmla="*/ 3556 w 3647"/>
                    <a:gd name="T111" fmla="*/ 1361 h 812"/>
                    <a:gd name="T112" fmla="*/ 3647 w 3647"/>
                    <a:gd name="T113" fmla="*/ 1428 h 81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0" t="0" r="r" b="b"/>
                  <a:pathLst>
                    <a:path w="3647" h="812">
                      <a:moveTo>
                        <a:pt x="0" y="0"/>
                      </a:moveTo>
                      <a:lnTo>
                        <a:pt x="87" y="5"/>
                      </a:lnTo>
                      <a:lnTo>
                        <a:pt x="175" y="5"/>
                      </a:lnTo>
                      <a:lnTo>
                        <a:pt x="266" y="5"/>
                      </a:lnTo>
                      <a:lnTo>
                        <a:pt x="354" y="5"/>
                      </a:lnTo>
                      <a:lnTo>
                        <a:pt x="441" y="5"/>
                      </a:lnTo>
                      <a:lnTo>
                        <a:pt x="533" y="5"/>
                      </a:lnTo>
                      <a:lnTo>
                        <a:pt x="620" y="11"/>
                      </a:lnTo>
                      <a:lnTo>
                        <a:pt x="707" y="11"/>
                      </a:lnTo>
                      <a:lnTo>
                        <a:pt x="799" y="16"/>
                      </a:lnTo>
                      <a:lnTo>
                        <a:pt x="887" y="16"/>
                      </a:lnTo>
                      <a:lnTo>
                        <a:pt x="978" y="21"/>
                      </a:lnTo>
                      <a:lnTo>
                        <a:pt x="1066" y="27"/>
                      </a:lnTo>
                      <a:lnTo>
                        <a:pt x="1153" y="32"/>
                      </a:lnTo>
                      <a:lnTo>
                        <a:pt x="1245" y="37"/>
                      </a:lnTo>
                      <a:lnTo>
                        <a:pt x="1263" y="37"/>
                      </a:lnTo>
                      <a:lnTo>
                        <a:pt x="1341" y="48"/>
                      </a:lnTo>
                      <a:lnTo>
                        <a:pt x="1410" y="53"/>
                      </a:lnTo>
                      <a:lnTo>
                        <a:pt x="1470" y="64"/>
                      </a:lnTo>
                      <a:lnTo>
                        <a:pt x="1525" y="69"/>
                      </a:lnTo>
                      <a:lnTo>
                        <a:pt x="1576" y="75"/>
                      </a:lnTo>
                      <a:lnTo>
                        <a:pt x="1617" y="85"/>
                      </a:lnTo>
                      <a:lnTo>
                        <a:pt x="1658" y="91"/>
                      </a:lnTo>
                      <a:lnTo>
                        <a:pt x="1690" y="96"/>
                      </a:lnTo>
                      <a:lnTo>
                        <a:pt x="1723" y="101"/>
                      </a:lnTo>
                      <a:lnTo>
                        <a:pt x="1750" y="107"/>
                      </a:lnTo>
                      <a:lnTo>
                        <a:pt x="1773" y="112"/>
                      </a:lnTo>
                      <a:lnTo>
                        <a:pt x="1796" y="117"/>
                      </a:lnTo>
                      <a:lnTo>
                        <a:pt x="1815" y="123"/>
                      </a:lnTo>
                      <a:lnTo>
                        <a:pt x="1833" y="123"/>
                      </a:lnTo>
                      <a:lnTo>
                        <a:pt x="1856" y="128"/>
                      </a:lnTo>
                      <a:lnTo>
                        <a:pt x="1879" y="133"/>
                      </a:lnTo>
                      <a:lnTo>
                        <a:pt x="1906" y="144"/>
                      </a:lnTo>
                      <a:lnTo>
                        <a:pt x="1939" y="149"/>
                      </a:lnTo>
                      <a:lnTo>
                        <a:pt x="1971" y="160"/>
                      </a:lnTo>
                      <a:lnTo>
                        <a:pt x="2007" y="171"/>
                      </a:lnTo>
                      <a:lnTo>
                        <a:pt x="2053" y="182"/>
                      </a:lnTo>
                      <a:lnTo>
                        <a:pt x="2099" y="198"/>
                      </a:lnTo>
                      <a:lnTo>
                        <a:pt x="2154" y="214"/>
                      </a:lnTo>
                      <a:lnTo>
                        <a:pt x="2219" y="230"/>
                      </a:lnTo>
                      <a:lnTo>
                        <a:pt x="2288" y="256"/>
                      </a:lnTo>
                      <a:lnTo>
                        <a:pt x="2366" y="283"/>
                      </a:lnTo>
                      <a:lnTo>
                        <a:pt x="2398" y="294"/>
                      </a:lnTo>
                      <a:lnTo>
                        <a:pt x="2490" y="326"/>
                      </a:lnTo>
                      <a:lnTo>
                        <a:pt x="2577" y="358"/>
                      </a:lnTo>
                      <a:lnTo>
                        <a:pt x="2664" y="395"/>
                      </a:lnTo>
                      <a:lnTo>
                        <a:pt x="2756" y="433"/>
                      </a:lnTo>
                      <a:lnTo>
                        <a:pt x="2844" y="465"/>
                      </a:lnTo>
                      <a:lnTo>
                        <a:pt x="2935" y="502"/>
                      </a:lnTo>
                      <a:lnTo>
                        <a:pt x="3023" y="539"/>
                      </a:lnTo>
                      <a:lnTo>
                        <a:pt x="3110" y="577"/>
                      </a:lnTo>
                      <a:lnTo>
                        <a:pt x="3202" y="620"/>
                      </a:lnTo>
                      <a:lnTo>
                        <a:pt x="3289" y="657"/>
                      </a:lnTo>
                      <a:lnTo>
                        <a:pt x="3376" y="694"/>
                      </a:lnTo>
                      <a:lnTo>
                        <a:pt x="3468" y="732"/>
                      </a:lnTo>
                      <a:lnTo>
                        <a:pt x="3556" y="775"/>
                      </a:lnTo>
                      <a:lnTo>
                        <a:pt x="3647" y="812"/>
                      </a:lnTo>
                    </a:path>
                  </a:pathLst>
                </a:custGeom>
                <a:noFill/>
                <a:ln w="22225">
                  <a:solidFill>
                    <a:srgbClr val="BFB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2770" name="Group 229">
                  <a:extLst>
                    <a:ext uri="{FF2B5EF4-FFF2-40B4-BE49-F238E27FC236}">
                      <a16:creationId xmlns:a16="http://schemas.microsoft.com/office/drawing/2014/main" id="{EF20A764-72BC-257D-06CF-515237719C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32" y="1512"/>
                  <a:ext cx="3642" cy="963"/>
                  <a:chOff x="1232" y="1512"/>
                  <a:chExt cx="3642" cy="963"/>
                </a:xfrm>
              </p:grpSpPr>
              <p:sp>
                <p:nvSpPr>
                  <p:cNvPr id="112771" name="Line 230">
                    <a:extLst>
                      <a:ext uri="{FF2B5EF4-FFF2-40B4-BE49-F238E27FC236}">
                        <a16:creationId xmlns:a16="http://schemas.microsoft.com/office/drawing/2014/main" id="{2E7F4F3D-E207-0243-5930-B328A2028F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2" y="1513"/>
                    <a:ext cx="1824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FF00F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772" name="Line 231">
                    <a:extLst>
                      <a:ext uri="{FF2B5EF4-FFF2-40B4-BE49-F238E27FC236}">
                        <a16:creationId xmlns:a16="http://schemas.microsoft.com/office/drawing/2014/main" id="{97460E3F-4385-5834-D39A-6712E5A55B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0" y="1512"/>
                    <a:ext cx="1814" cy="963"/>
                  </a:xfrm>
                  <a:prstGeom prst="line">
                    <a:avLst/>
                  </a:prstGeom>
                  <a:noFill/>
                  <a:ln w="22225">
                    <a:solidFill>
                      <a:srgbClr val="FF00F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12751" name="Rectangle 232">
                <a:extLst>
                  <a:ext uri="{FF2B5EF4-FFF2-40B4-BE49-F238E27FC236}">
                    <a16:creationId xmlns:a16="http://schemas.microsoft.com/office/drawing/2014/main" id="{8C18A2B4-7A22-6E33-D4D5-2275311A1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1" y="1056"/>
                <a:ext cx="56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 0.3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= 0.5</a:t>
                </a:r>
              </a:p>
            </p:txBody>
          </p:sp>
          <p:sp>
            <p:nvSpPr>
              <p:cNvPr id="112752" name="Rectangle 233">
                <a:extLst>
                  <a:ext uri="{FF2B5EF4-FFF2-40B4-BE49-F238E27FC236}">
                    <a16:creationId xmlns:a16="http://schemas.microsoft.com/office/drawing/2014/main" id="{37664BE6-8BC0-B2A7-64B7-B886CD37C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1806"/>
                <a:ext cx="56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9900CC"/>
                    </a:solidFill>
                    <a:latin typeface="Times New Roman" panose="02020603050405020304" pitchFamily="18" charset="0"/>
                  </a:rPr>
                  <a:t>= 0.7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808000"/>
                    </a:solidFill>
                    <a:latin typeface="Times New Roman" panose="02020603050405020304" pitchFamily="18" charset="0"/>
                  </a:rPr>
                  <a:t>= 1.0</a:t>
                </a:r>
              </a:p>
            </p:txBody>
          </p:sp>
          <p:sp>
            <p:nvSpPr>
              <p:cNvPr id="112753" name="Rectangle 234">
                <a:extLst>
                  <a:ext uri="{FF2B5EF4-FFF2-40B4-BE49-F238E27FC236}">
                    <a16:creationId xmlns:a16="http://schemas.microsoft.com/office/drawing/2014/main" id="{99D9C693-5401-B7FB-C785-8AADBC343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3" y="1017"/>
                <a:ext cx="565" cy="3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= 0.1</a:t>
                </a:r>
              </a:p>
              <a:p>
                <a:pPr eaLnBrk="1" hangingPunct="1"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</a:t>
                </a:r>
                <a:r>
                  <a:rPr lang="en-US" altLang="zh-CN" sz="2000" i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= 0.2</a:t>
                </a:r>
              </a:p>
            </p:txBody>
          </p:sp>
          <p:sp>
            <p:nvSpPr>
              <p:cNvPr id="112754" name="Line 235">
                <a:extLst>
                  <a:ext uri="{FF2B5EF4-FFF2-40B4-BE49-F238E27FC236}">
                    <a16:creationId xmlns:a16="http://schemas.microsoft.com/office/drawing/2014/main" id="{3EBD7E4F-CABB-1357-6D83-30FF0CA0F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4" y="1218"/>
                <a:ext cx="240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5" name="Line 236">
                <a:extLst>
                  <a:ext uri="{FF2B5EF4-FFF2-40B4-BE49-F238E27FC236}">
                    <a16:creationId xmlns:a16="http://schemas.microsoft.com/office/drawing/2014/main" id="{23405977-321E-9CEB-1CCE-DFDDAC1B80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2" y="1392"/>
                <a:ext cx="192" cy="144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6" name="Line 237">
                <a:extLst>
                  <a:ext uri="{FF2B5EF4-FFF2-40B4-BE49-F238E27FC236}">
                    <a16:creationId xmlns:a16="http://schemas.microsoft.com/office/drawing/2014/main" id="{5EACAAC7-5DAC-BD23-0675-E1092B354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0" y="1152"/>
                <a:ext cx="288" cy="48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7" name="Line 238">
                <a:extLst>
                  <a:ext uri="{FF2B5EF4-FFF2-40B4-BE49-F238E27FC236}">
                    <a16:creationId xmlns:a16="http://schemas.microsoft.com/office/drawing/2014/main" id="{3816F6EB-6747-B73B-7B13-24EDE3090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9" y="1266"/>
                <a:ext cx="288" cy="48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8" name="Line 239">
                <a:extLst>
                  <a:ext uri="{FF2B5EF4-FFF2-40B4-BE49-F238E27FC236}">
                    <a16:creationId xmlns:a16="http://schemas.microsoft.com/office/drawing/2014/main" id="{0A362C7D-1FFE-2AC4-CDC7-3292C05F3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4" y="1680"/>
                <a:ext cx="240" cy="192"/>
              </a:xfrm>
              <a:prstGeom prst="line">
                <a:avLst/>
              </a:prstGeom>
              <a:noFill/>
              <a:ln w="19050">
                <a:solidFill>
                  <a:srgbClr val="9900CC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9" name="Line 240">
                <a:extLst>
                  <a:ext uri="{FF2B5EF4-FFF2-40B4-BE49-F238E27FC236}">
                    <a16:creationId xmlns:a16="http://schemas.microsoft.com/office/drawing/2014/main" id="{8A6C9687-D7E5-8BCC-C24C-7678F6D3F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4" y="1776"/>
                <a:ext cx="336" cy="288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miter lim="800000"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60" name="Line 241">
                <a:extLst>
                  <a:ext uri="{FF2B5EF4-FFF2-40B4-BE49-F238E27FC236}">
                    <a16:creationId xmlns:a16="http://schemas.microsoft.com/office/drawing/2014/main" id="{7732B69E-A032-C840-D8A1-506DBC9C4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1022"/>
                <a:ext cx="3647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761" name="Group 242">
                <a:extLst>
                  <a:ext uri="{FF2B5EF4-FFF2-40B4-BE49-F238E27FC236}">
                    <a16:creationId xmlns:a16="http://schemas.microsoft.com/office/drawing/2014/main" id="{8C1D2BF1-16C6-7F42-AB83-D8392EBD7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2" y="1504"/>
                <a:ext cx="1056" cy="432"/>
                <a:chOff x="1920" y="1440"/>
                <a:chExt cx="1056" cy="432"/>
              </a:xfrm>
            </p:grpSpPr>
            <p:sp>
              <p:nvSpPr>
                <p:cNvPr id="112762" name="Text Box 243">
                  <a:extLst>
                    <a:ext uri="{FF2B5EF4-FFF2-40B4-BE49-F238E27FC236}">
                      <a16:creationId xmlns:a16="http://schemas.microsoft.com/office/drawing/2014/main" id="{CDA4BA7C-5D87-AC2C-8377-FC4C1CE0F6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0" y="1584"/>
                  <a:ext cx="692" cy="2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solidFill>
                        <a:srgbClr val="FF00FF"/>
                      </a:solidFill>
                      <a:latin typeface="Times New Roman" panose="02020603050405020304" pitchFamily="18" charset="0"/>
                    </a:rPr>
                    <a:t>渐近线</a:t>
                  </a:r>
                </a:p>
              </p:txBody>
            </p:sp>
            <p:sp>
              <p:nvSpPr>
                <p:cNvPr id="112763" name="Line 244">
                  <a:extLst>
                    <a:ext uri="{FF2B5EF4-FFF2-40B4-BE49-F238E27FC236}">
                      <a16:creationId xmlns:a16="http://schemas.microsoft.com/office/drawing/2014/main" id="{A90A8A65-2655-8DF8-81C7-2D75B2173E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44" y="1440"/>
                  <a:ext cx="432" cy="288"/>
                </a:xfrm>
                <a:prstGeom prst="line">
                  <a:avLst/>
                </a:prstGeom>
                <a:noFill/>
                <a:ln w="22225">
                  <a:solidFill>
                    <a:srgbClr val="FF00FF"/>
                  </a:solidFill>
                  <a:miter lim="800000"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2645" name="Rectangle 245">
              <a:extLst>
                <a:ext uri="{FF2B5EF4-FFF2-40B4-BE49-F238E27FC236}">
                  <a16:creationId xmlns:a16="http://schemas.microsoft.com/office/drawing/2014/main" id="{EA664CDA-4260-B604-EC3E-DF2245CA3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768"/>
              <a:ext cx="1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Bode Diagram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>
            <a:extLst>
              <a:ext uri="{FF2B5EF4-FFF2-40B4-BE49-F238E27FC236}">
                <a16:creationId xmlns:a16="http://schemas.microsoft.com/office/drawing/2014/main" id="{879A076D-B8D5-EA3B-753F-783DFA28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288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渐近线误差分析	</a:t>
            </a:r>
            <a:endParaRPr lang="zh-CN" altLang="en-US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2404" name="Object 4">
            <a:extLst>
              <a:ext uri="{FF2B5EF4-FFF2-40B4-BE49-F238E27FC236}">
                <a16:creationId xmlns:a16="http://schemas.microsoft.com/office/drawing/2014/main" id="{FB80B24C-5AB5-AEA4-B964-F2F610AAA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722563"/>
          <a:ext cx="7900988" cy="261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29100" imgH="1397000" progId="Equation.3">
                  <p:embed/>
                </p:oleObj>
              </mc:Choice>
              <mc:Fallback>
                <p:oleObj r:id="rId3" imgW="4229100" imgH="139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22563"/>
                        <a:ext cx="7900988" cy="261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8" name="Group 2">
            <a:extLst>
              <a:ext uri="{FF2B5EF4-FFF2-40B4-BE49-F238E27FC236}">
                <a16:creationId xmlns:a16="http://schemas.microsoft.com/office/drawing/2014/main" id="{D53FFD15-3B17-6E19-82A2-6323FEED50BB}"/>
              </a:ext>
            </a:extLst>
          </p:cNvPr>
          <p:cNvGrpSpPr>
            <a:grpSpLocks/>
          </p:cNvGrpSpPr>
          <p:nvPr/>
        </p:nvGrpSpPr>
        <p:grpSpPr bwMode="auto">
          <a:xfrm>
            <a:off x="1604963" y="1562100"/>
            <a:ext cx="6096000" cy="4800600"/>
            <a:chOff x="864" y="1152"/>
            <a:chExt cx="3840" cy="3024"/>
          </a:xfrm>
        </p:grpSpPr>
        <p:sp>
          <p:nvSpPr>
            <p:cNvPr id="116739" name="Rectangle 3">
              <a:extLst>
                <a:ext uri="{FF2B5EF4-FFF2-40B4-BE49-F238E27FC236}">
                  <a16:creationId xmlns:a16="http://schemas.microsoft.com/office/drawing/2014/main" id="{F5911EE1-4072-DDAC-9D61-CF06EE595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16740" name="Rectangle 4">
              <a:extLst>
                <a:ext uri="{FF2B5EF4-FFF2-40B4-BE49-F238E27FC236}">
                  <a16:creationId xmlns:a16="http://schemas.microsoft.com/office/drawing/2014/main" id="{63724691-B656-0E73-ED67-4F8D7EE38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116741" name="Freeform 5">
              <a:extLst>
                <a:ext uri="{FF2B5EF4-FFF2-40B4-BE49-F238E27FC236}">
                  <a16:creationId xmlns:a16="http://schemas.microsoft.com/office/drawing/2014/main" id="{98E579F3-4E02-DC09-FDA7-6B099E656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2" name="Freeform 6">
              <a:extLst>
                <a:ext uri="{FF2B5EF4-FFF2-40B4-BE49-F238E27FC236}">
                  <a16:creationId xmlns:a16="http://schemas.microsoft.com/office/drawing/2014/main" id="{78EF5B97-3C0E-EFF4-65DE-BAD1E972E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57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3" name="Freeform 7">
              <a:extLst>
                <a:ext uri="{FF2B5EF4-FFF2-40B4-BE49-F238E27FC236}">
                  <a16:creationId xmlns:a16="http://schemas.microsoft.com/office/drawing/2014/main" id="{0C2A1C1A-69ED-0E08-4D3B-A2094F95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577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4" name="Freeform 8">
              <a:extLst>
                <a:ext uri="{FF2B5EF4-FFF2-40B4-BE49-F238E27FC236}">
                  <a16:creationId xmlns:a16="http://schemas.microsoft.com/office/drawing/2014/main" id="{89662341-7EBC-9153-C850-FC13EF924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397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5" name="Freeform 9">
              <a:extLst>
                <a:ext uri="{FF2B5EF4-FFF2-40B4-BE49-F238E27FC236}">
                  <a16:creationId xmlns:a16="http://schemas.microsoft.com/office/drawing/2014/main" id="{76E67113-96D5-E97E-D56B-49B818322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218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6" name="Freeform 10">
              <a:extLst>
                <a:ext uri="{FF2B5EF4-FFF2-40B4-BE49-F238E27FC236}">
                  <a16:creationId xmlns:a16="http://schemas.microsoft.com/office/drawing/2014/main" id="{48044217-2AD3-63E8-3541-1E909E64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038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7" name="Freeform 11">
              <a:extLst>
                <a:ext uri="{FF2B5EF4-FFF2-40B4-BE49-F238E27FC236}">
                  <a16:creationId xmlns:a16="http://schemas.microsoft.com/office/drawing/2014/main" id="{CCFC443D-DBE1-BE29-0255-9FB39D5AE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859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8" name="Freeform 12">
              <a:extLst>
                <a:ext uri="{FF2B5EF4-FFF2-40B4-BE49-F238E27FC236}">
                  <a16:creationId xmlns:a16="http://schemas.microsoft.com/office/drawing/2014/main" id="{4AA2FD11-0557-A5F0-93A6-13CFCE754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679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9" name="Freeform 13">
              <a:extLst>
                <a:ext uri="{FF2B5EF4-FFF2-40B4-BE49-F238E27FC236}">
                  <a16:creationId xmlns:a16="http://schemas.microsoft.com/office/drawing/2014/main" id="{FC1EDC94-AEA2-8ACD-E810-FE4C8C178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500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0" name="Freeform 14">
              <a:extLst>
                <a:ext uri="{FF2B5EF4-FFF2-40B4-BE49-F238E27FC236}">
                  <a16:creationId xmlns:a16="http://schemas.microsoft.com/office/drawing/2014/main" id="{39E16FAE-4BE1-2A33-BB21-86447A722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320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1" name="Freeform 15">
              <a:extLst>
                <a:ext uri="{FF2B5EF4-FFF2-40B4-BE49-F238E27FC236}">
                  <a16:creationId xmlns:a16="http://schemas.microsoft.com/office/drawing/2014/main" id="{760BE5DD-713D-DB0A-96FE-061BCBC47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2134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2" name="Freeform 16">
              <a:extLst>
                <a:ext uri="{FF2B5EF4-FFF2-40B4-BE49-F238E27FC236}">
                  <a16:creationId xmlns:a16="http://schemas.microsoft.com/office/drawing/2014/main" id="{17A808BE-9346-36C7-BC72-819FDFE3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961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3" name="Freeform 17">
              <a:extLst>
                <a:ext uri="{FF2B5EF4-FFF2-40B4-BE49-F238E27FC236}">
                  <a16:creationId xmlns:a16="http://schemas.microsoft.com/office/drawing/2014/main" id="{52EB61FA-D62B-1065-FE0F-47F51BB0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781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4" name="Freeform 18">
              <a:extLst>
                <a:ext uri="{FF2B5EF4-FFF2-40B4-BE49-F238E27FC236}">
                  <a16:creationId xmlns:a16="http://schemas.microsoft.com/office/drawing/2014/main" id="{9376D7E0-78EA-F14E-3829-93100CB77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602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5" name="Freeform 19">
              <a:extLst>
                <a:ext uri="{FF2B5EF4-FFF2-40B4-BE49-F238E27FC236}">
                  <a16:creationId xmlns:a16="http://schemas.microsoft.com/office/drawing/2014/main" id="{18E92F7A-1BC9-7378-E554-C3A2BCA56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422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6" name="Freeform 20">
              <a:extLst>
                <a:ext uri="{FF2B5EF4-FFF2-40B4-BE49-F238E27FC236}">
                  <a16:creationId xmlns:a16="http://schemas.microsoft.com/office/drawing/2014/main" id="{C97E373F-142F-DADB-969D-C635A2451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1"/>
            </a:xfrm>
            <a:custGeom>
              <a:avLst/>
              <a:gdLst>
                <a:gd name="T0" fmla="*/ 0 w 476"/>
                <a:gd name="T1" fmla="*/ 0 h 1"/>
                <a:gd name="T2" fmla="*/ 156740 w 47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6" h="1">
                  <a:moveTo>
                    <a:pt x="0" y="0"/>
                  </a:move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7" name="Line 21">
              <a:extLst>
                <a:ext uri="{FF2B5EF4-FFF2-40B4-BE49-F238E27FC236}">
                  <a16:creationId xmlns:a16="http://schemas.microsoft.com/office/drawing/2014/main" id="{8021FA86-689B-B032-67C4-F69B564B2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1243"/>
              <a:ext cx="32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8" name="Freeform 22">
              <a:extLst>
                <a:ext uri="{FF2B5EF4-FFF2-40B4-BE49-F238E27FC236}">
                  <a16:creationId xmlns:a16="http://schemas.microsoft.com/office/drawing/2014/main" id="{5CEBEE94-28A9-6EBB-6825-5A7C9F92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custGeom>
              <a:avLst/>
              <a:gdLst>
                <a:gd name="T0" fmla="*/ 0 w 476"/>
                <a:gd name="T1" fmla="*/ 119919 h 364"/>
                <a:gd name="T2" fmla="*/ 156740 w 476"/>
                <a:gd name="T3" fmla="*/ 119919 h 364"/>
                <a:gd name="T4" fmla="*/ 156740 w 476"/>
                <a:gd name="T5" fmla="*/ 0 h 3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" h="364">
                  <a:moveTo>
                    <a:pt x="0" y="364"/>
                  </a:moveTo>
                  <a:lnTo>
                    <a:pt x="476" y="364"/>
                  </a:lnTo>
                  <a:lnTo>
                    <a:pt x="47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9" name="Line 23">
              <a:extLst>
                <a:ext uri="{FF2B5EF4-FFF2-40B4-BE49-F238E27FC236}">
                  <a16:creationId xmlns:a16="http://schemas.microsoft.com/office/drawing/2014/main" id="{27867583-9FEF-694D-1F2B-5B423A117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757"/>
              <a:ext cx="32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0" name="Line 24">
              <a:extLst>
                <a:ext uri="{FF2B5EF4-FFF2-40B4-BE49-F238E27FC236}">
                  <a16:creationId xmlns:a16="http://schemas.microsoft.com/office/drawing/2014/main" id="{41328CF0-C56F-A40D-8C04-F57EE3862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1" name="Line 25">
              <a:extLst>
                <a:ext uri="{FF2B5EF4-FFF2-40B4-BE49-F238E27FC236}">
                  <a16:creationId xmlns:a16="http://schemas.microsoft.com/office/drawing/2014/main" id="{E1B9C3B5-8F12-62B8-021E-7592B4E06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2" name="Freeform 26">
              <a:extLst>
                <a:ext uri="{FF2B5EF4-FFF2-40B4-BE49-F238E27FC236}">
                  <a16:creationId xmlns:a16="http://schemas.microsoft.com/office/drawing/2014/main" id="{DEB9FD4F-A140-D747-12A3-59E1384E9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3" name="Line 27">
              <a:extLst>
                <a:ext uri="{FF2B5EF4-FFF2-40B4-BE49-F238E27FC236}">
                  <a16:creationId xmlns:a16="http://schemas.microsoft.com/office/drawing/2014/main" id="{1762E990-BFF4-C81A-4803-4EA170646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4" name="Line 28">
              <a:extLst>
                <a:ext uri="{FF2B5EF4-FFF2-40B4-BE49-F238E27FC236}">
                  <a16:creationId xmlns:a16="http://schemas.microsoft.com/office/drawing/2014/main" id="{6D5717E2-4F67-5F75-0D7F-F36250BCD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5" name="Freeform 29">
              <a:extLst>
                <a:ext uri="{FF2B5EF4-FFF2-40B4-BE49-F238E27FC236}">
                  <a16:creationId xmlns:a16="http://schemas.microsoft.com/office/drawing/2014/main" id="{7AB508D4-7E76-14A1-0B16-3024742F9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6" name="Line 30">
              <a:extLst>
                <a:ext uri="{FF2B5EF4-FFF2-40B4-BE49-F238E27FC236}">
                  <a16:creationId xmlns:a16="http://schemas.microsoft.com/office/drawing/2014/main" id="{4FF405D2-667F-D53F-2590-519D972185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7" name="Line 31">
              <a:extLst>
                <a:ext uri="{FF2B5EF4-FFF2-40B4-BE49-F238E27FC236}">
                  <a16:creationId xmlns:a16="http://schemas.microsoft.com/office/drawing/2014/main" id="{D7CA7CC5-0039-A4F4-5862-4B1562960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8" name="Freeform 32">
              <a:extLst>
                <a:ext uri="{FF2B5EF4-FFF2-40B4-BE49-F238E27FC236}">
                  <a16:creationId xmlns:a16="http://schemas.microsoft.com/office/drawing/2014/main" id="{8D083ADC-D741-582C-D031-08EB028A5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9" name="Line 33">
              <a:extLst>
                <a:ext uri="{FF2B5EF4-FFF2-40B4-BE49-F238E27FC236}">
                  <a16:creationId xmlns:a16="http://schemas.microsoft.com/office/drawing/2014/main" id="{F201D210-C372-6F1D-05BC-B0C15A0549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9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0" name="Line 34">
              <a:extLst>
                <a:ext uri="{FF2B5EF4-FFF2-40B4-BE49-F238E27FC236}">
                  <a16:creationId xmlns:a16="http://schemas.microsoft.com/office/drawing/2014/main" id="{8E5D9226-5277-2554-AEAD-9C377BD56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1" name="Freeform 35">
              <a:extLst>
                <a:ext uri="{FF2B5EF4-FFF2-40B4-BE49-F238E27FC236}">
                  <a16:creationId xmlns:a16="http://schemas.microsoft.com/office/drawing/2014/main" id="{EF0E35C3-2114-4D5C-E07E-E71F28FAC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2" name="Line 36">
              <a:extLst>
                <a:ext uri="{FF2B5EF4-FFF2-40B4-BE49-F238E27FC236}">
                  <a16:creationId xmlns:a16="http://schemas.microsoft.com/office/drawing/2014/main" id="{0B19D72E-7B44-6BFF-3FD7-E9CD70A086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3" name="Line 37">
              <a:extLst>
                <a:ext uri="{FF2B5EF4-FFF2-40B4-BE49-F238E27FC236}">
                  <a16:creationId xmlns:a16="http://schemas.microsoft.com/office/drawing/2014/main" id="{61FA8CC7-3DC4-15D9-033F-191BF54B1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4" name="Freeform 38">
              <a:extLst>
                <a:ext uri="{FF2B5EF4-FFF2-40B4-BE49-F238E27FC236}">
                  <a16:creationId xmlns:a16="http://schemas.microsoft.com/office/drawing/2014/main" id="{953E4954-BBB3-C64E-4020-6496A4D7A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5" name="Line 39">
              <a:extLst>
                <a:ext uri="{FF2B5EF4-FFF2-40B4-BE49-F238E27FC236}">
                  <a16:creationId xmlns:a16="http://schemas.microsoft.com/office/drawing/2014/main" id="{7FE5CEAD-D137-3FD6-5B9E-93121390F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6" name="Line 40">
              <a:extLst>
                <a:ext uri="{FF2B5EF4-FFF2-40B4-BE49-F238E27FC236}">
                  <a16:creationId xmlns:a16="http://schemas.microsoft.com/office/drawing/2014/main" id="{2C70A8B3-5247-4387-1C6C-25E2C935F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7" name="Freeform 41">
              <a:extLst>
                <a:ext uri="{FF2B5EF4-FFF2-40B4-BE49-F238E27FC236}">
                  <a16:creationId xmlns:a16="http://schemas.microsoft.com/office/drawing/2014/main" id="{91C51034-EED4-D95F-C207-0D2E02FE9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8" name="Line 42">
              <a:extLst>
                <a:ext uri="{FF2B5EF4-FFF2-40B4-BE49-F238E27FC236}">
                  <a16:creationId xmlns:a16="http://schemas.microsoft.com/office/drawing/2014/main" id="{9823F456-DAB6-9BFA-8BE1-B52978968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9" name="Line 43">
              <a:extLst>
                <a:ext uri="{FF2B5EF4-FFF2-40B4-BE49-F238E27FC236}">
                  <a16:creationId xmlns:a16="http://schemas.microsoft.com/office/drawing/2014/main" id="{AF4B127C-A25E-B676-17BD-AF1A0E081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0" name="Freeform 44">
              <a:extLst>
                <a:ext uri="{FF2B5EF4-FFF2-40B4-BE49-F238E27FC236}">
                  <a16:creationId xmlns:a16="http://schemas.microsoft.com/office/drawing/2014/main" id="{97161947-F4C9-BA99-AFC6-3C9B3C1BE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1" name="Line 45">
              <a:extLst>
                <a:ext uri="{FF2B5EF4-FFF2-40B4-BE49-F238E27FC236}">
                  <a16:creationId xmlns:a16="http://schemas.microsoft.com/office/drawing/2014/main" id="{BC443668-FB4D-A668-9C6B-757C5E2196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0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2" name="Line 46">
              <a:extLst>
                <a:ext uri="{FF2B5EF4-FFF2-40B4-BE49-F238E27FC236}">
                  <a16:creationId xmlns:a16="http://schemas.microsoft.com/office/drawing/2014/main" id="{E4305437-3D92-4B10-E971-ABC1D55BB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3" name="Freeform 47">
              <a:extLst>
                <a:ext uri="{FF2B5EF4-FFF2-40B4-BE49-F238E27FC236}">
                  <a16:creationId xmlns:a16="http://schemas.microsoft.com/office/drawing/2014/main" id="{1E8DBBA7-0233-B32E-F98D-AB2107C9C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4" name="Line 48">
              <a:extLst>
                <a:ext uri="{FF2B5EF4-FFF2-40B4-BE49-F238E27FC236}">
                  <a16:creationId xmlns:a16="http://schemas.microsoft.com/office/drawing/2014/main" id="{237C1C52-0311-86D1-B5EB-DA25FEFE4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5" name="Line 49">
              <a:extLst>
                <a:ext uri="{FF2B5EF4-FFF2-40B4-BE49-F238E27FC236}">
                  <a16:creationId xmlns:a16="http://schemas.microsoft.com/office/drawing/2014/main" id="{B3F0D265-F617-94CC-47EB-AD101FC05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6" name="Freeform 50">
              <a:extLst>
                <a:ext uri="{FF2B5EF4-FFF2-40B4-BE49-F238E27FC236}">
                  <a16:creationId xmlns:a16="http://schemas.microsoft.com/office/drawing/2014/main" id="{220144FF-7C28-E9B7-0470-F3FCD933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7" name="Line 51">
              <a:extLst>
                <a:ext uri="{FF2B5EF4-FFF2-40B4-BE49-F238E27FC236}">
                  <a16:creationId xmlns:a16="http://schemas.microsoft.com/office/drawing/2014/main" id="{83E8FE91-1803-5FB5-6C09-65219C5F7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6" y="3722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8" name="Line 52">
              <a:extLst>
                <a:ext uri="{FF2B5EF4-FFF2-40B4-BE49-F238E27FC236}">
                  <a16:creationId xmlns:a16="http://schemas.microsoft.com/office/drawing/2014/main" id="{9295469B-1E76-EAB1-F9D1-DD171F172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1243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89" name="Line 53">
              <a:extLst>
                <a:ext uri="{FF2B5EF4-FFF2-40B4-BE49-F238E27FC236}">
                  <a16:creationId xmlns:a16="http://schemas.microsoft.com/office/drawing/2014/main" id="{8041FB65-2427-D736-0805-A4B93CB54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6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0" name="Line 54">
              <a:extLst>
                <a:ext uri="{FF2B5EF4-FFF2-40B4-BE49-F238E27FC236}">
                  <a16:creationId xmlns:a16="http://schemas.microsoft.com/office/drawing/2014/main" id="{B5B1757D-AF2B-04A8-9B0A-BB130FABB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6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1" name="Freeform 55">
              <a:extLst>
                <a:ext uri="{FF2B5EF4-FFF2-40B4-BE49-F238E27FC236}">
                  <a16:creationId xmlns:a16="http://schemas.microsoft.com/office/drawing/2014/main" id="{EC952345-7492-6B6B-912A-8095E096C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2" name="Line 56">
              <a:extLst>
                <a:ext uri="{FF2B5EF4-FFF2-40B4-BE49-F238E27FC236}">
                  <a16:creationId xmlns:a16="http://schemas.microsoft.com/office/drawing/2014/main" id="{FF68BABE-43A1-DD67-AFDC-21C8BD0B0B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3" name="Line 57">
              <a:extLst>
                <a:ext uri="{FF2B5EF4-FFF2-40B4-BE49-F238E27FC236}">
                  <a16:creationId xmlns:a16="http://schemas.microsoft.com/office/drawing/2014/main" id="{EEDB6639-2CF1-82DC-6EF8-58A0B3F38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4" name="Freeform 58">
              <a:extLst>
                <a:ext uri="{FF2B5EF4-FFF2-40B4-BE49-F238E27FC236}">
                  <a16:creationId xmlns:a16="http://schemas.microsoft.com/office/drawing/2014/main" id="{65BFE204-4619-46CC-346C-C23C73125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5" name="Line 59">
              <a:extLst>
                <a:ext uri="{FF2B5EF4-FFF2-40B4-BE49-F238E27FC236}">
                  <a16:creationId xmlns:a16="http://schemas.microsoft.com/office/drawing/2014/main" id="{2FEAC1BB-7AAE-2EBC-9F59-F95532CE5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6" name="Line 60">
              <a:extLst>
                <a:ext uri="{FF2B5EF4-FFF2-40B4-BE49-F238E27FC236}">
                  <a16:creationId xmlns:a16="http://schemas.microsoft.com/office/drawing/2014/main" id="{77C8F82E-14F5-8784-9160-AA70199CD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7" name="Freeform 61">
              <a:extLst>
                <a:ext uri="{FF2B5EF4-FFF2-40B4-BE49-F238E27FC236}">
                  <a16:creationId xmlns:a16="http://schemas.microsoft.com/office/drawing/2014/main" id="{2626F0C7-51CC-495A-32A6-CD7D56BD4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8" name="Line 62">
              <a:extLst>
                <a:ext uri="{FF2B5EF4-FFF2-40B4-BE49-F238E27FC236}">
                  <a16:creationId xmlns:a16="http://schemas.microsoft.com/office/drawing/2014/main" id="{4F38FFC0-AAAA-CF3B-7A73-320AFF084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2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9" name="Line 63">
              <a:extLst>
                <a:ext uri="{FF2B5EF4-FFF2-40B4-BE49-F238E27FC236}">
                  <a16:creationId xmlns:a16="http://schemas.microsoft.com/office/drawing/2014/main" id="{C975CF96-B5CF-D6E8-AF5C-5FC8B9C53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0" name="Freeform 64">
              <a:extLst>
                <a:ext uri="{FF2B5EF4-FFF2-40B4-BE49-F238E27FC236}">
                  <a16:creationId xmlns:a16="http://schemas.microsoft.com/office/drawing/2014/main" id="{E22DA9A9-15B5-3658-2FD0-2B508886F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1" name="Line 65">
              <a:extLst>
                <a:ext uri="{FF2B5EF4-FFF2-40B4-BE49-F238E27FC236}">
                  <a16:creationId xmlns:a16="http://schemas.microsoft.com/office/drawing/2014/main" id="{D545B653-281A-901E-5F77-A034CE91C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3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2" name="Line 66">
              <a:extLst>
                <a:ext uri="{FF2B5EF4-FFF2-40B4-BE49-F238E27FC236}">
                  <a16:creationId xmlns:a16="http://schemas.microsoft.com/office/drawing/2014/main" id="{5F27A99D-DA1E-51A1-275E-FCDB384CD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3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3" name="Freeform 67">
              <a:extLst>
                <a:ext uri="{FF2B5EF4-FFF2-40B4-BE49-F238E27FC236}">
                  <a16:creationId xmlns:a16="http://schemas.microsoft.com/office/drawing/2014/main" id="{B934D79B-1D27-B065-F014-642ED4BCF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4" name="Line 68">
              <a:extLst>
                <a:ext uri="{FF2B5EF4-FFF2-40B4-BE49-F238E27FC236}">
                  <a16:creationId xmlns:a16="http://schemas.microsoft.com/office/drawing/2014/main" id="{DF2D09AA-A6AD-CFFE-E2A5-755DF16B9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4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5" name="Line 69">
              <a:extLst>
                <a:ext uri="{FF2B5EF4-FFF2-40B4-BE49-F238E27FC236}">
                  <a16:creationId xmlns:a16="http://schemas.microsoft.com/office/drawing/2014/main" id="{78E0544B-C172-6947-EA54-E39552645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4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6" name="Freeform 70">
              <a:extLst>
                <a:ext uri="{FF2B5EF4-FFF2-40B4-BE49-F238E27FC236}">
                  <a16:creationId xmlns:a16="http://schemas.microsoft.com/office/drawing/2014/main" id="{F6E9B06E-18C5-769B-B3E1-827005FE4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7" name="Line 71">
              <a:extLst>
                <a:ext uri="{FF2B5EF4-FFF2-40B4-BE49-F238E27FC236}">
                  <a16:creationId xmlns:a16="http://schemas.microsoft.com/office/drawing/2014/main" id="{3BE2D57B-52BD-900D-3A56-BA157D8BA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4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8" name="Line 72">
              <a:extLst>
                <a:ext uri="{FF2B5EF4-FFF2-40B4-BE49-F238E27FC236}">
                  <a16:creationId xmlns:a16="http://schemas.microsoft.com/office/drawing/2014/main" id="{06219434-0BF4-334F-8320-D74F29DF1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9" name="Freeform 73">
              <a:extLst>
                <a:ext uri="{FF2B5EF4-FFF2-40B4-BE49-F238E27FC236}">
                  <a16:creationId xmlns:a16="http://schemas.microsoft.com/office/drawing/2014/main" id="{32D0E4A3-A144-C0F1-6D71-F64DC6FD5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4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0" name="Line 74">
              <a:extLst>
                <a:ext uri="{FF2B5EF4-FFF2-40B4-BE49-F238E27FC236}">
                  <a16:creationId xmlns:a16="http://schemas.microsoft.com/office/drawing/2014/main" id="{7FD02201-C048-416F-DCC8-D73E5BDEC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4" y="3736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1" name="Line 75">
              <a:extLst>
                <a:ext uri="{FF2B5EF4-FFF2-40B4-BE49-F238E27FC236}">
                  <a16:creationId xmlns:a16="http://schemas.microsoft.com/office/drawing/2014/main" id="{456098D5-DC8E-2F1F-27AF-7701342D6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1243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2" name="Freeform 76">
              <a:extLst>
                <a:ext uri="{FF2B5EF4-FFF2-40B4-BE49-F238E27FC236}">
                  <a16:creationId xmlns:a16="http://schemas.microsoft.com/office/drawing/2014/main" id="{BC297A94-B02E-E814-9118-3E0F74BD6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243"/>
              <a:ext cx="1" cy="2514"/>
            </a:xfrm>
            <a:custGeom>
              <a:avLst/>
              <a:gdLst>
                <a:gd name="T0" fmla="*/ 0 w 1"/>
                <a:gd name="T1" fmla="*/ 119919 h 364"/>
                <a:gd name="T2" fmla="*/ 0 w 1"/>
                <a:gd name="T3" fmla="*/ 0 h 3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4">
                  <a:moveTo>
                    <a:pt x="0" y="364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3" name="Rectangle 77">
              <a:extLst>
                <a:ext uri="{FF2B5EF4-FFF2-40B4-BE49-F238E27FC236}">
                  <a16:creationId xmlns:a16="http://schemas.microsoft.com/office/drawing/2014/main" id="{DDE8E660-4DE4-A9E3-6ACC-6B2B53C84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3648"/>
              <a:ext cx="1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4" name="Rectangle 78">
              <a:extLst>
                <a:ext uri="{FF2B5EF4-FFF2-40B4-BE49-F238E27FC236}">
                  <a16:creationId xmlns:a16="http://schemas.microsoft.com/office/drawing/2014/main" id="{B00079AC-6063-F300-BB98-27E86C7C9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3306"/>
              <a:ext cx="1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5" name="Rectangle 79">
              <a:extLst>
                <a:ext uri="{FF2B5EF4-FFF2-40B4-BE49-F238E27FC236}">
                  <a16:creationId xmlns:a16="http://schemas.microsoft.com/office/drawing/2014/main" id="{A301D1D0-5447-1F3C-C716-E807F364A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94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6" name="Rectangle 80">
              <a:extLst>
                <a:ext uri="{FF2B5EF4-FFF2-40B4-BE49-F238E27FC236}">
                  <a16:creationId xmlns:a16="http://schemas.microsoft.com/office/drawing/2014/main" id="{137124DB-C4FD-8656-018A-EC2258D0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58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7" name="Rectangle 81">
              <a:extLst>
                <a:ext uri="{FF2B5EF4-FFF2-40B4-BE49-F238E27FC236}">
                  <a16:creationId xmlns:a16="http://schemas.microsoft.com/office/drawing/2014/main" id="{7CEDE9A1-AE40-1147-2843-991E7234E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22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8" name="Rectangle 82">
              <a:extLst>
                <a:ext uri="{FF2B5EF4-FFF2-40B4-BE49-F238E27FC236}">
                  <a16:creationId xmlns:a16="http://schemas.microsoft.com/office/drawing/2014/main" id="{1568DCAE-2430-9CBE-86DB-363898A10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70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19" name="Rectangle 83">
              <a:extLst>
                <a:ext uri="{FF2B5EF4-FFF2-40B4-BE49-F238E27FC236}">
                  <a16:creationId xmlns:a16="http://schemas.microsoft.com/office/drawing/2014/main" id="{EC6DEA9B-440D-A943-30CB-17E85E09F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11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0" name="Rectangle 84">
              <a:extLst>
                <a:ext uri="{FF2B5EF4-FFF2-40B4-BE49-F238E27FC236}">
                  <a16:creationId xmlns:a16="http://schemas.microsoft.com/office/drawing/2014/main" id="{C390E5E7-5AFB-603E-D208-549A2C97A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52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1" name="Line 85">
              <a:extLst>
                <a:ext uri="{FF2B5EF4-FFF2-40B4-BE49-F238E27FC236}">
                  <a16:creationId xmlns:a16="http://schemas.microsoft.com/office/drawing/2014/main" id="{5B2FE905-739A-DA55-216D-FC83C29AF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1243"/>
              <a:ext cx="328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2" name="Freeform 86">
              <a:extLst>
                <a:ext uri="{FF2B5EF4-FFF2-40B4-BE49-F238E27FC236}">
                  <a16:creationId xmlns:a16="http://schemas.microsoft.com/office/drawing/2014/main" id="{3467F821-1F95-4C64-FCB3-AF54099A8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243"/>
              <a:ext cx="3287" cy="2514"/>
            </a:xfrm>
            <a:custGeom>
              <a:avLst/>
              <a:gdLst>
                <a:gd name="T0" fmla="*/ 0 w 476"/>
                <a:gd name="T1" fmla="*/ 119919 h 364"/>
                <a:gd name="T2" fmla="*/ 156740 w 476"/>
                <a:gd name="T3" fmla="*/ 119919 h 364"/>
                <a:gd name="T4" fmla="*/ 156740 w 476"/>
                <a:gd name="T5" fmla="*/ 0 h 3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" h="364">
                  <a:moveTo>
                    <a:pt x="0" y="364"/>
                  </a:moveTo>
                  <a:lnTo>
                    <a:pt x="476" y="364"/>
                  </a:lnTo>
                  <a:lnTo>
                    <a:pt x="47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3" name="Line 87">
              <a:extLst>
                <a:ext uri="{FF2B5EF4-FFF2-40B4-BE49-F238E27FC236}">
                  <a16:creationId xmlns:a16="http://schemas.microsoft.com/office/drawing/2014/main" id="{B517F01C-ED27-9D69-8659-45F659640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1243"/>
              <a:ext cx="1" cy="251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4" name="Rectangle 88">
              <a:extLst>
                <a:ext uri="{FF2B5EF4-FFF2-40B4-BE49-F238E27FC236}">
                  <a16:creationId xmlns:a16="http://schemas.microsoft.com/office/drawing/2014/main" id="{9BC26A11-9EF0-C8EB-C33D-2F8C6D6D0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3792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5" name="Rectangle 89">
              <a:extLst>
                <a:ext uri="{FF2B5EF4-FFF2-40B4-BE49-F238E27FC236}">
                  <a16:creationId xmlns:a16="http://schemas.microsoft.com/office/drawing/2014/main" id="{E9CE0FB6-363C-FBEF-91DC-E6EF02B2A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79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6" name="Rectangle 90">
              <a:extLst>
                <a:ext uri="{FF2B5EF4-FFF2-40B4-BE49-F238E27FC236}">
                  <a16:creationId xmlns:a16="http://schemas.microsoft.com/office/drawing/2014/main" id="{55A97AB8-587A-26E2-1D28-0DFD432E9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" y="3774"/>
              <a:ext cx="1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6827" name="Rectangle 91">
              <a:extLst>
                <a:ext uri="{FF2B5EF4-FFF2-40B4-BE49-F238E27FC236}">
                  <a16:creationId xmlns:a16="http://schemas.microsoft.com/office/drawing/2014/main" id="{F0BC14CB-7E5B-FC76-B2A7-6B117AE7F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308"/>
              <a:ext cx="645" cy="8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0.05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= 0.10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0.15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9999"/>
                  </a:solidFill>
                  <a:latin typeface="Times New Roman" panose="02020603050405020304" pitchFamily="18" charset="0"/>
                </a:rPr>
                <a:t>= 0.20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9900CC"/>
                  </a:solidFill>
                  <a:latin typeface="Times New Roman" panose="02020603050405020304" pitchFamily="18" charset="0"/>
                </a:rPr>
                <a:t>= 0.25</a:t>
              </a:r>
            </a:p>
          </p:txBody>
        </p:sp>
        <p:sp>
          <p:nvSpPr>
            <p:cNvPr id="116828" name="Rectangle 92">
              <a:extLst>
                <a:ext uri="{FF2B5EF4-FFF2-40B4-BE49-F238E27FC236}">
                  <a16:creationId xmlns:a16="http://schemas.microsoft.com/office/drawing/2014/main" id="{6884629E-B9C0-9864-6390-4FD3CC40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64"/>
              <a:ext cx="645" cy="5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808000"/>
                  </a:solidFill>
                  <a:latin typeface="Times New Roman" panose="02020603050405020304" pitchFamily="18" charset="0"/>
                </a:rPr>
                <a:t>= 0.30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= 0.35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0.40</a:t>
              </a:r>
            </a:p>
          </p:txBody>
        </p:sp>
        <p:sp>
          <p:nvSpPr>
            <p:cNvPr id="116829" name="Rectangle 93">
              <a:extLst>
                <a:ext uri="{FF2B5EF4-FFF2-40B4-BE49-F238E27FC236}">
                  <a16:creationId xmlns:a16="http://schemas.microsoft.com/office/drawing/2014/main" id="{D06931BE-7241-9F6E-C5BA-1BEC9031E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68"/>
              <a:ext cx="645" cy="5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9900CC"/>
                  </a:solidFill>
                  <a:latin typeface="Times New Roman" panose="02020603050405020304" pitchFamily="18" charset="0"/>
                </a:rPr>
                <a:t>= 0.80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808000"/>
                  </a:solidFill>
                  <a:latin typeface="Times New Roman" panose="02020603050405020304" pitchFamily="18" charset="0"/>
                </a:rPr>
                <a:t>= 0.90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= 1.00</a:t>
              </a:r>
            </a:p>
          </p:txBody>
        </p:sp>
        <p:sp>
          <p:nvSpPr>
            <p:cNvPr id="116830" name="Line 94">
              <a:extLst>
                <a:ext uri="{FF2B5EF4-FFF2-40B4-BE49-F238E27FC236}">
                  <a16:creationId xmlns:a16="http://schemas.microsoft.com/office/drawing/2014/main" id="{95A8C29E-E674-526F-73AE-210E987B7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440"/>
              <a:ext cx="336" cy="1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1" name="Line 95">
              <a:extLst>
                <a:ext uri="{FF2B5EF4-FFF2-40B4-BE49-F238E27FC236}">
                  <a16:creationId xmlns:a16="http://schemas.microsoft.com/office/drawing/2014/main" id="{1D7ABED0-89F9-CE79-C999-6C923D180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584"/>
              <a:ext cx="384" cy="192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2" name="Line 96">
              <a:extLst>
                <a:ext uri="{FF2B5EF4-FFF2-40B4-BE49-F238E27FC236}">
                  <a16:creationId xmlns:a16="http://schemas.microsoft.com/office/drawing/2014/main" id="{EC1F807B-AEE4-64F6-5BAE-F12EE7D13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5" y="1758"/>
              <a:ext cx="384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3" name="Line 97">
              <a:extLst>
                <a:ext uri="{FF2B5EF4-FFF2-40B4-BE49-F238E27FC236}">
                  <a16:creationId xmlns:a16="http://schemas.microsoft.com/office/drawing/2014/main" id="{200B2869-FE62-BCB1-223A-623B6CF1B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968"/>
              <a:ext cx="336" cy="336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4" name="Line 98">
              <a:extLst>
                <a:ext uri="{FF2B5EF4-FFF2-40B4-BE49-F238E27FC236}">
                  <a16:creationId xmlns:a16="http://schemas.microsoft.com/office/drawing/2014/main" id="{EDCFE380-F070-404F-1D9A-1D0277F12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2112"/>
              <a:ext cx="288" cy="384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5" name="Line 99">
              <a:extLst>
                <a:ext uri="{FF2B5EF4-FFF2-40B4-BE49-F238E27FC236}">
                  <a16:creationId xmlns:a16="http://schemas.microsoft.com/office/drawing/2014/main" id="{4F9C5AD4-F319-4BD0-0B48-1229BC212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08"/>
              <a:ext cx="432" cy="384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6" name="Line 100">
              <a:extLst>
                <a:ext uri="{FF2B5EF4-FFF2-40B4-BE49-F238E27FC236}">
                  <a16:creationId xmlns:a16="http://schemas.microsoft.com/office/drawing/2014/main" id="{1D8FAB95-CB9A-0422-7322-7AA08148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00"/>
              <a:ext cx="432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7" name="Line 101">
              <a:extLst>
                <a:ext uri="{FF2B5EF4-FFF2-40B4-BE49-F238E27FC236}">
                  <a16:creationId xmlns:a16="http://schemas.microsoft.com/office/drawing/2014/main" id="{8AF02395-F35C-FDED-F459-F6782F334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553"/>
              <a:ext cx="384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38" name="Rectangle 102">
              <a:extLst>
                <a:ext uri="{FF2B5EF4-FFF2-40B4-BE49-F238E27FC236}">
                  <a16:creationId xmlns:a16="http://schemas.microsoft.com/office/drawing/2014/main" id="{2E8F3C4D-306C-5F01-2156-17F2EA306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8"/>
              <a:ext cx="725" cy="5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= 0.50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0.60</a:t>
              </a:r>
            </a:p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9999"/>
                  </a:solidFill>
                  <a:latin typeface="Times New Roman" panose="02020603050405020304" pitchFamily="18" charset="0"/>
                </a:rPr>
                <a:t>= 0.707</a:t>
              </a:r>
            </a:p>
          </p:txBody>
        </p:sp>
        <p:grpSp>
          <p:nvGrpSpPr>
            <p:cNvPr id="116839" name="Group 103">
              <a:extLst>
                <a:ext uri="{FF2B5EF4-FFF2-40B4-BE49-F238E27FC236}">
                  <a16:creationId xmlns:a16="http://schemas.microsoft.com/office/drawing/2014/main" id="{85D2AEE2-13D0-2AA5-AF15-CEDD1CD80F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2" y="1243"/>
              <a:ext cx="3287" cy="2327"/>
              <a:chOff x="1352" y="1243"/>
              <a:chExt cx="3287" cy="2327"/>
            </a:xfrm>
          </p:grpSpPr>
          <p:grpSp>
            <p:nvGrpSpPr>
              <p:cNvPr id="116848" name="Group 104">
                <a:extLst>
                  <a:ext uri="{FF2B5EF4-FFF2-40B4-BE49-F238E27FC236}">
                    <a16:creationId xmlns:a16="http://schemas.microsoft.com/office/drawing/2014/main" id="{84BE6DC5-ED84-7B02-2AC3-8F3AC19289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1243"/>
                <a:ext cx="3287" cy="1782"/>
                <a:chOff x="1352" y="1243"/>
                <a:chExt cx="3287" cy="1782"/>
              </a:xfrm>
            </p:grpSpPr>
            <p:sp>
              <p:nvSpPr>
                <p:cNvPr id="116862" name="Freeform 105">
                  <a:extLst>
                    <a:ext uri="{FF2B5EF4-FFF2-40B4-BE49-F238E27FC236}">
                      <a16:creationId xmlns:a16="http://schemas.microsoft.com/office/drawing/2014/main" id="{8516F746-0A71-4859-9F53-8B7A611A9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1243"/>
                  <a:ext cx="1637" cy="1782"/>
                </a:xfrm>
                <a:custGeom>
                  <a:avLst/>
                  <a:gdLst>
                    <a:gd name="T0" fmla="*/ 0 w 1637"/>
                    <a:gd name="T1" fmla="*/ 1782 h 1782"/>
                    <a:gd name="T2" fmla="*/ 76 w 1637"/>
                    <a:gd name="T3" fmla="*/ 1782 h 1782"/>
                    <a:gd name="T4" fmla="*/ 159 w 1637"/>
                    <a:gd name="T5" fmla="*/ 1782 h 1782"/>
                    <a:gd name="T6" fmla="*/ 235 w 1637"/>
                    <a:gd name="T7" fmla="*/ 1775 h 1782"/>
                    <a:gd name="T8" fmla="*/ 318 w 1637"/>
                    <a:gd name="T9" fmla="*/ 1775 h 1782"/>
                    <a:gd name="T10" fmla="*/ 401 w 1637"/>
                    <a:gd name="T11" fmla="*/ 1768 h 1782"/>
                    <a:gd name="T12" fmla="*/ 477 w 1637"/>
                    <a:gd name="T13" fmla="*/ 1761 h 1782"/>
                    <a:gd name="T14" fmla="*/ 560 w 1637"/>
                    <a:gd name="T15" fmla="*/ 1754 h 1782"/>
                    <a:gd name="T16" fmla="*/ 636 w 1637"/>
                    <a:gd name="T17" fmla="*/ 1747 h 1782"/>
                    <a:gd name="T18" fmla="*/ 719 w 1637"/>
                    <a:gd name="T19" fmla="*/ 1733 h 1782"/>
                    <a:gd name="T20" fmla="*/ 801 w 1637"/>
                    <a:gd name="T21" fmla="*/ 1713 h 1782"/>
                    <a:gd name="T22" fmla="*/ 877 w 1637"/>
                    <a:gd name="T23" fmla="*/ 1692 h 1782"/>
                    <a:gd name="T24" fmla="*/ 960 w 1637"/>
                    <a:gd name="T25" fmla="*/ 1671 h 1782"/>
                    <a:gd name="T26" fmla="*/ 1036 w 1637"/>
                    <a:gd name="T27" fmla="*/ 1630 h 1782"/>
                    <a:gd name="T28" fmla="*/ 1119 w 1637"/>
                    <a:gd name="T29" fmla="*/ 1588 h 1782"/>
                    <a:gd name="T30" fmla="*/ 1133 w 1637"/>
                    <a:gd name="T31" fmla="*/ 1581 h 1782"/>
                    <a:gd name="T32" fmla="*/ 1202 w 1637"/>
                    <a:gd name="T33" fmla="*/ 1526 h 1782"/>
                    <a:gd name="T34" fmla="*/ 1264 w 1637"/>
                    <a:gd name="T35" fmla="*/ 1464 h 1782"/>
                    <a:gd name="T36" fmla="*/ 1319 w 1637"/>
                    <a:gd name="T37" fmla="*/ 1395 h 1782"/>
                    <a:gd name="T38" fmla="*/ 1368 w 1637"/>
                    <a:gd name="T39" fmla="*/ 1312 h 1782"/>
                    <a:gd name="T40" fmla="*/ 1409 w 1637"/>
                    <a:gd name="T41" fmla="*/ 1222 h 1782"/>
                    <a:gd name="T42" fmla="*/ 1444 w 1637"/>
                    <a:gd name="T43" fmla="*/ 1125 h 1782"/>
                    <a:gd name="T44" fmla="*/ 1478 w 1637"/>
                    <a:gd name="T45" fmla="*/ 1015 h 1782"/>
                    <a:gd name="T46" fmla="*/ 1513 w 1637"/>
                    <a:gd name="T47" fmla="*/ 898 h 1782"/>
                    <a:gd name="T48" fmla="*/ 1533 w 1637"/>
                    <a:gd name="T49" fmla="*/ 766 h 1782"/>
                    <a:gd name="T50" fmla="*/ 1561 w 1637"/>
                    <a:gd name="T51" fmla="*/ 621 h 1782"/>
                    <a:gd name="T52" fmla="*/ 1582 w 1637"/>
                    <a:gd name="T53" fmla="*/ 469 h 1782"/>
                    <a:gd name="T54" fmla="*/ 1596 w 1637"/>
                    <a:gd name="T55" fmla="*/ 304 h 1782"/>
                    <a:gd name="T56" fmla="*/ 1609 w 1637"/>
                    <a:gd name="T57" fmla="*/ 152 h 1782"/>
                    <a:gd name="T58" fmla="*/ 1623 w 1637"/>
                    <a:gd name="T59" fmla="*/ 34 h 1782"/>
                    <a:gd name="T60" fmla="*/ 1637 w 1637"/>
                    <a:gd name="T61" fmla="*/ 0 h 1782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637" h="1782">
                      <a:moveTo>
                        <a:pt x="0" y="1782"/>
                      </a:moveTo>
                      <a:lnTo>
                        <a:pt x="76" y="1782"/>
                      </a:lnTo>
                      <a:lnTo>
                        <a:pt x="159" y="1782"/>
                      </a:lnTo>
                      <a:lnTo>
                        <a:pt x="235" y="1775"/>
                      </a:lnTo>
                      <a:lnTo>
                        <a:pt x="318" y="1775"/>
                      </a:lnTo>
                      <a:lnTo>
                        <a:pt x="401" y="1768"/>
                      </a:lnTo>
                      <a:lnTo>
                        <a:pt x="477" y="1761"/>
                      </a:lnTo>
                      <a:lnTo>
                        <a:pt x="560" y="1754"/>
                      </a:lnTo>
                      <a:lnTo>
                        <a:pt x="636" y="1747"/>
                      </a:lnTo>
                      <a:lnTo>
                        <a:pt x="719" y="1733"/>
                      </a:lnTo>
                      <a:lnTo>
                        <a:pt x="801" y="1713"/>
                      </a:lnTo>
                      <a:lnTo>
                        <a:pt x="877" y="1692"/>
                      </a:lnTo>
                      <a:lnTo>
                        <a:pt x="960" y="1671"/>
                      </a:lnTo>
                      <a:lnTo>
                        <a:pt x="1036" y="1630"/>
                      </a:lnTo>
                      <a:lnTo>
                        <a:pt x="1119" y="1588"/>
                      </a:lnTo>
                      <a:lnTo>
                        <a:pt x="1133" y="1581"/>
                      </a:lnTo>
                      <a:lnTo>
                        <a:pt x="1202" y="1526"/>
                      </a:lnTo>
                      <a:lnTo>
                        <a:pt x="1264" y="1464"/>
                      </a:lnTo>
                      <a:lnTo>
                        <a:pt x="1319" y="1395"/>
                      </a:lnTo>
                      <a:lnTo>
                        <a:pt x="1368" y="1312"/>
                      </a:lnTo>
                      <a:lnTo>
                        <a:pt x="1409" y="1222"/>
                      </a:lnTo>
                      <a:lnTo>
                        <a:pt x="1444" y="1125"/>
                      </a:lnTo>
                      <a:lnTo>
                        <a:pt x="1478" y="1015"/>
                      </a:lnTo>
                      <a:lnTo>
                        <a:pt x="1513" y="898"/>
                      </a:lnTo>
                      <a:lnTo>
                        <a:pt x="1533" y="766"/>
                      </a:lnTo>
                      <a:lnTo>
                        <a:pt x="1561" y="621"/>
                      </a:lnTo>
                      <a:lnTo>
                        <a:pt x="1582" y="469"/>
                      </a:lnTo>
                      <a:lnTo>
                        <a:pt x="1596" y="304"/>
                      </a:lnTo>
                      <a:lnTo>
                        <a:pt x="1609" y="152"/>
                      </a:lnTo>
                      <a:lnTo>
                        <a:pt x="1623" y="34"/>
                      </a:lnTo>
                      <a:lnTo>
                        <a:pt x="1637" y="0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863" name="Freeform 106">
                  <a:extLst>
                    <a:ext uri="{FF2B5EF4-FFF2-40B4-BE49-F238E27FC236}">
                      <a16:creationId xmlns:a16="http://schemas.microsoft.com/office/drawing/2014/main" id="{D0F87387-858F-96F7-B97A-A9257F1C30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9" y="1243"/>
                  <a:ext cx="1650" cy="1782"/>
                </a:xfrm>
                <a:custGeom>
                  <a:avLst/>
                  <a:gdLst>
                    <a:gd name="T0" fmla="*/ 0 w 1650"/>
                    <a:gd name="T1" fmla="*/ 0 h 1782"/>
                    <a:gd name="T2" fmla="*/ 14 w 1650"/>
                    <a:gd name="T3" fmla="*/ 14 h 1782"/>
                    <a:gd name="T4" fmla="*/ 28 w 1650"/>
                    <a:gd name="T5" fmla="*/ 117 h 1782"/>
                    <a:gd name="T6" fmla="*/ 41 w 1650"/>
                    <a:gd name="T7" fmla="*/ 269 h 1782"/>
                    <a:gd name="T8" fmla="*/ 62 w 1650"/>
                    <a:gd name="T9" fmla="*/ 435 h 1782"/>
                    <a:gd name="T10" fmla="*/ 83 w 1650"/>
                    <a:gd name="T11" fmla="*/ 601 h 1782"/>
                    <a:gd name="T12" fmla="*/ 104 w 1650"/>
                    <a:gd name="T13" fmla="*/ 746 h 1782"/>
                    <a:gd name="T14" fmla="*/ 131 w 1650"/>
                    <a:gd name="T15" fmla="*/ 884 h 1782"/>
                    <a:gd name="T16" fmla="*/ 159 w 1650"/>
                    <a:gd name="T17" fmla="*/ 1001 h 1782"/>
                    <a:gd name="T18" fmla="*/ 193 w 1650"/>
                    <a:gd name="T19" fmla="*/ 1112 h 1782"/>
                    <a:gd name="T20" fmla="*/ 228 w 1650"/>
                    <a:gd name="T21" fmla="*/ 1215 h 1782"/>
                    <a:gd name="T22" fmla="*/ 276 w 1650"/>
                    <a:gd name="T23" fmla="*/ 1305 h 1782"/>
                    <a:gd name="T24" fmla="*/ 325 w 1650"/>
                    <a:gd name="T25" fmla="*/ 1388 h 1782"/>
                    <a:gd name="T26" fmla="*/ 380 w 1650"/>
                    <a:gd name="T27" fmla="*/ 1457 h 1782"/>
                    <a:gd name="T28" fmla="*/ 442 w 1650"/>
                    <a:gd name="T29" fmla="*/ 1519 h 1782"/>
                    <a:gd name="T30" fmla="*/ 511 w 1650"/>
                    <a:gd name="T31" fmla="*/ 1581 h 1782"/>
                    <a:gd name="T32" fmla="*/ 525 w 1650"/>
                    <a:gd name="T33" fmla="*/ 1588 h 1782"/>
                    <a:gd name="T34" fmla="*/ 608 w 1650"/>
                    <a:gd name="T35" fmla="*/ 1630 h 1782"/>
                    <a:gd name="T36" fmla="*/ 684 w 1650"/>
                    <a:gd name="T37" fmla="*/ 1671 h 1782"/>
                    <a:gd name="T38" fmla="*/ 767 w 1650"/>
                    <a:gd name="T39" fmla="*/ 1692 h 1782"/>
                    <a:gd name="T40" fmla="*/ 843 w 1650"/>
                    <a:gd name="T41" fmla="*/ 1713 h 1782"/>
                    <a:gd name="T42" fmla="*/ 925 w 1650"/>
                    <a:gd name="T43" fmla="*/ 1733 h 1782"/>
                    <a:gd name="T44" fmla="*/ 1008 w 1650"/>
                    <a:gd name="T45" fmla="*/ 1747 h 1782"/>
                    <a:gd name="T46" fmla="*/ 1084 w 1650"/>
                    <a:gd name="T47" fmla="*/ 1754 h 1782"/>
                    <a:gd name="T48" fmla="*/ 1167 w 1650"/>
                    <a:gd name="T49" fmla="*/ 1761 h 1782"/>
                    <a:gd name="T50" fmla="*/ 1243 w 1650"/>
                    <a:gd name="T51" fmla="*/ 1768 h 1782"/>
                    <a:gd name="T52" fmla="*/ 1326 w 1650"/>
                    <a:gd name="T53" fmla="*/ 1775 h 1782"/>
                    <a:gd name="T54" fmla="*/ 1409 w 1650"/>
                    <a:gd name="T55" fmla="*/ 1775 h 1782"/>
                    <a:gd name="T56" fmla="*/ 1485 w 1650"/>
                    <a:gd name="T57" fmla="*/ 1782 h 1782"/>
                    <a:gd name="T58" fmla="*/ 1568 w 1650"/>
                    <a:gd name="T59" fmla="*/ 1782 h 1782"/>
                    <a:gd name="T60" fmla="*/ 1650 w 1650"/>
                    <a:gd name="T61" fmla="*/ 1782 h 1782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650" h="1782">
                      <a:moveTo>
                        <a:pt x="0" y="0"/>
                      </a:moveTo>
                      <a:lnTo>
                        <a:pt x="14" y="14"/>
                      </a:lnTo>
                      <a:lnTo>
                        <a:pt x="28" y="117"/>
                      </a:lnTo>
                      <a:lnTo>
                        <a:pt x="41" y="269"/>
                      </a:lnTo>
                      <a:lnTo>
                        <a:pt x="62" y="435"/>
                      </a:lnTo>
                      <a:lnTo>
                        <a:pt x="83" y="601"/>
                      </a:lnTo>
                      <a:lnTo>
                        <a:pt x="104" y="746"/>
                      </a:lnTo>
                      <a:lnTo>
                        <a:pt x="131" y="884"/>
                      </a:lnTo>
                      <a:lnTo>
                        <a:pt x="159" y="1001"/>
                      </a:lnTo>
                      <a:lnTo>
                        <a:pt x="193" y="1112"/>
                      </a:lnTo>
                      <a:lnTo>
                        <a:pt x="228" y="1215"/>
                      </a:lnTo>
                      <a:lnTo>
                        <a:pt x="276" y="1305"/>
                      </a:lnTo>
                      <a:lnTo>
                        <a:pt x="325" y="1388"/>
                      </a:lnTo>
                      <a:lnTo>
                        <a:pt x="380" y="1457"/>
                      </a:lnTo>
                      <a:lnTo>
                        <a:pt x="442" y="1519"/>
                      </a:lnTo>
                      <a:lnTo>
                        <a:pt x="511" y="1581"/>
                      </a:lnTo>
                      <a:lnTo>
                        <a:pt x="525" y="1588"/>
                      </a:lnTo>
                      <a:lnTo>
                        <a:pt x="608" y="1630"/>
                      </a:lnTo>
                      <a:lnTo>
                        <a:pt x="684" y="1671"/>
                      </a:lnTo>
                      <a:lnTo>
                        <a:pt x="767" y="1692"/>
                      </a:lnTo>
                      <a:lnTo>
                        <a:pt x="843" y="1713"/>
                      </a:lnTo>
                      <a:lnTo>
                        <a:pt x="925" y="1733"/>
                      </a:lnTo>
                      <a:lnTo>
                        <a:pt x="1008" y="1747"/>
                      </a:lnTo>
                      <a:lnTo>
                        <a:pt x="1084" y="1754"/>
                      </a:lnTo>
                      <a:lnTo>
                        <a:pt x="1167" y="1761"/>
                      </a:lnTo>
                      <a:lnTo>
                        <a:pt x="1243" y="1768"/>
                      </a:lnTo>
                      <a:lnTo>
                        <a:pt x="1326" y="1775"/>
                      </a:lnTo>
                      <a:lnTo>
                        <a:pt x="1409" y="1775"/>
                      </a:lnTo>
                      <a:lnTo>
                        <a:pt x="1485" y="1782"/>
                      </a:lnTo>
                      <a:lnTo>
                        <a:pt x="1568" y="1782"/>
                      </a:lnTo>
                      <a:lnTo>
                        <a:pt x="1650" y="1782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6849" name="Freeform 107">
                <a:extLst>
                  <a:ext uri="{FF2B5EF4-FFF2-40B4-BE49-F238E27FC236}">
                    <a16:creationId xmlns:a16="http://schemas.microsoft.com/office/drawing/2014/main" id="{6CB0853E-DB1E-2D90-71DC-5108C5D69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775"/>
                <a:ext cx="3287" cy="1250"/>
              </a:xfrm>
              <a:custGeom>
                <a:avLst/>
                <a:gdLst>
                  <a:gd name="T0" fmla="*/ 0 w 3287"/>
                  <a:gd name="T1" fmla="*/ 1250 h 1250"/>
                  <a:gd name="T2" fmla="*/ 76 w 3287"/>
                  <a:gd name="T3" fmla="*/ 1250 h 1250"/>
                  <a:gd name="T4" fmla="*/ 159 w 3287"/>
                  <a:gd name="T5" fmla="*/ 1250 h 1250"/>
                  <a:gd name="T6" fmla="*/ 235 w 3287"/>
                  <a:gd name="T7" fmla="*/ 1243 h 1250"/>
                  <a:gd name="T8" fmla="*/ 318 w 3287"/>
                  <a:gd name="T9" fmla="*/ 1243 h 1250"/>
                  <a:gd name="T10" fmla="*/ 401 w 3287"/>
                  <a:gd name="T11" fmla="*/ 1236 h 1250"/>
                  <a:gd name="T12" fmla="*/ 477 w 3287"/>
                  <a:gd name="T13" fmla="*/ 1229 h 1250"/>
                  <a:gd name="T14" fmla="*/ 560 w 3287"/>
                  <a:gd name="T15" fmla="*/ 1222 h 1250"/>
                  <a:gd name="T16" fmla="*/ 636 w 3287"/>
                  <a:gd name="T17" fmla="*/ 1215 h 1250"/>
                  <a:gd name="T18" fmla="*/ 719 w 3287"/>
                  <a:gd name="T19" fmla="*/ 1201 h 1250"/>
                  <a:gd name="T20" fmla="*/ 801 w 3287"/>
                  <a:gd name="T21" fmla="*/ 1187 h 1250"/>
                  <a:gd name="T22" fmla="*/ 877 w 3287"/>
                  <a:gd name="T23" fmla="*/ 1167 h 1250"/>
                  <a:gd name="T24" fmla="*/ 960 w 3287"/>
                  <a:gd name="T25" fmla="*/ 1139 h 1250"/>
                  <a:gd name="T26" fmla="*/ 1036 w 3287"/>
                  <a:gd name="T27" fmla="*/ 1105 h 1250"/>
                  <a:gd name="T28" fmla="*/ 1119 w 3287"/>
                  <a:gd name="T29" fmla="*/ 1063 h 1250"/>
                  <a:gd name="T30" fmla="*/ 1133 w 3287"/>
                  <a:gd name="T31" fmla="*/ 1056 h 1250"/>
                  <a:gd name="T32" fmla="*/ 1202 w 3287"/>
                  <a:gd name="T33" fmla="*/ 1001 h 1250"/>
                  <a:gd name="T34" fmla="*/ 1264 w 3287"/>
                  <a:gd name="T35" fmla="*/ 939 h 1250"/>
                  <a:gd name="T36" fmla="*/ 1319 w 3287"/>
                  <a:gd name="T37" fmla="*/ 870 h 1250"/>
                  <a:gd name="T38" fmla="*/ 1368 w 3287"/>
                  <a:gd name="T39" fmla="*/ 801 h 1250"/>
                  <a:gd name="T40" fmla="*/ 1409 w 3287"/>
                  <a:gd name="T41" fmla="*/ 718 h 1250"/>
                  <a:gd name="T42" fmla="*/ 1444 w 3287"/>
                  <a:gd name="T43" fmla="*/ 628 h 1250"/>
                  <a:gd name="T44" fmla="*/ 1478 w 3287"/>
                  <a:gd name="T45" fmla="*/ 538 h 1250"/>
                  <a:gd name="T46" fmla="*/ 1513 w 3287"/>
                  <a:gd name="T47" fmla="*/ 442 h 1250"/>
                  <a:gd name="T48" fmla="*/ 1533 w 3287"/>
                  <a:gd name="T49" fmla="*/ 338 h 1250"/>
                  <a:gd name="T50" fmla="*/ 1561 w 3287"/>
                  <a:gd name="T51" fmla="*/ 241 h 1250"/>
                  <a:gd name="T52" fmla="*/ 1582 w 3287"/>
                  <a:gd name="T53" fmla="*/ 152 h 1250"/>
                  <a:gd name="T54" fmla="*/ 1596 w 3287"/>
                  <a:gd name="T55" fmla="*/ 82 h 1250"/>
                  <a:gd name="T56" fmla="*/ 1609 w 3287"/>
                  <a:gd name="T57" fmla="*/ 27 h 1250"/>
                  <a:gd name="T58" fmla="*/ 1623 w 3287"/>
                  <a:gd name="T59" fmla="*/ 6 h 1250"/>
                  <a:gd name="T60" fmla="*/ 1637 w 3287"/>
                  <a:gd name="T61" fmla="*/ 6 h 1250"/>
                  <a:gd name="T62" fmla="*/ 1651 w 3287"/>
                  <a:gd name="T63" fmla="*/ 0 h 1250"/>
                  <a:gd name="T64" fmla="*/ 1665 w 3287"/>
                  <a:gd name="T65" fmla="*/ 20 h 1250"/>
                  <a:gd name="T66" fmla="*/ 1678 w 3287"/>
                  <a:gd name="T67" fmla="*/ 69 h 1250"/>
                  <a:gd name="T68" fmla="*/ 1699 w 3287"/>
                  <a:gd name="T69" fmla="*/ 138 h 1250"/>
                  <a:gd name="T70" fmla="*/ 1720 w 3287"/>
                  <a:gd name="T71" fmla="*/ 227 h 1250"/>
                  <a:gd name="T72" fmla="*/ 1741 w 3287"/>
                  <a:gd name="T73" fmla="*/ 324 h 1250"/>
                  <a:gd name="T74" fmla="*/ 1768 w 3287"/>
                  <a:gd name="T75" fmla="*/ 428 h 1250"/>
                  <a:gd name="T76" fmla="*/ 1796 w 3287"/>
                  <a:gd name="T77" fmla="*/ 524 h 1250"/>
                  <a:gd name="T78" fmla="*/ 1830 w 3287"/>
                  <a:gd name="T79" fmla="*/ 621 h 1250"/>
                  <a:gd name="T80" fmla="*/ 1865 w 3287"/>
                  <a:gd name="T81" fmla="*/ 711 h 1250"/>
                  <a:gd name="T82" fmla="*/ 1913 w 3287"/>
                  <a:gd name="T83" fmla="*/ 794 h 1250"/>
                  <a:gd name="T84" fmla="*/ 1962 w 3287"/>
                  <a:gd name="T85" fmla="*/ 870 h 1250"/>
                  <a:gd name="T86" fmla="*/ 2017 w 3287"/>
                  <a:gd name="T87" fmla="*/ 939 h 1250"/>
                  <a:gd name="T88" fmla="*/ 2079 w 3287"/>
                  <a:gd name="T89" fmla="*/ 994 h 1250"/>
                  <a:gd name="T90" fmla="*/ 2148 w 3287"/>
                  <a:gd name="T91" fmla="*/ 1049 h 1250"/>
                  <a:gd name="T92" fmla="*/ 2162 w 3287"/>
                  <a:gd name="T93" fmla="*/ 1063 h 1250"/>
                  <a:gd name="T94" fmla="*/ 2245 w 3287"/>
                  <a:gd name="T95" fmla="*/ 1105 h 1250"/>
                  <a:gd name="T96" fmla="*/ 2321 w 3287"/>
                  <a:gd name="T97" fmla="*/ 1139 h 1250"/>
                  <a:gd name="T98" fmla="*/ 2404 w 3287"/>
                  <a:gd name="T99" fmla="*/ 1167 h 1250"/>
                  <a:gd name="T100" fmla="*/ 2480 w 3287"/>
                  <a:gd name="T101" fmla="*/ 1187 h 1250"/>
                  <a:gd name="T102" fmla="*/ 2562 w 3287"/>
                  <a:gd name="T103" fmla="*/ 1201 h 1250"/>
                  <a:gd name="T104" fmla="*/ 2645 w 3287"/>
                  <a:gd name="T105" fmla="*/ 1215 h 1250"/>
                  <a:gd name="T106" fmla="*/ 2721 w 3287"/>
                  <a:gd name="T107" fmla="*/ 1222 h 1250"/>
                  <a:gd name="T108" fmla="*/ 2804 w 3287"/>
                  <a:gd name="T109" fmla="*/ 1229 h 1250"/>
                  <a:gd name="T110" fmla="*/ 2880 w 3287"/>
                  <a:gd name="T111" fmla="*/ 1236 h 1250"/>
                  <a:gd name="T112" fmla="*/ 2963 w 3287"/>
                  <a:gd name="T113" fmla="*/ 1243 h 1250"/>
                  <a:gd name="T114" fmla="*/ 3046 w 3287"/>
                  <a:gd name="T115" fmla="*/ 1243 h 1250"/>
                  <a:gd name="T116" fmla="*/ 3122 w 3287"/>
                  <a:gd name="T117" fmla="*/ 1250 h 1250"/>
                  <a:gd name="T118" fmla="*/ 3205 w 3287"/>
                  <a:gd name="T119" fmla="*/ 1250 h 1250"/>
                  <a:gd name="T120" fmla="*/ 3287 w 3287"/>
                  <a:gd name="T121" fmla="*/ 1250 h 125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1250">
                    <a:moveTo>
                      <a:pt x="0" y="1250"/>
                    </a:moveTo>
                    <a:lnTo>
                      <a:pt x="76" y="1250"/>
                    </a:lnTo>
                    <a:lnTo>
                      <a:pt x="159" y="1250"/>
                    </a:lnTo>
                    <a:lnTo>
                      <a:pt x="235" y="1243"/>
                    </a:lnTo>
                    <a:lnTo>
                      <a:pt x="318" y="1243"/>
                    </a:lnTo>
                    <a:lnTo>
                      <a:pt x="401" y="1236"/>
                    </a:lnTo>
                    <a:lnTo>
                      <a:pt x="477" y="1229"/>
                    </a:lnTo>
                    <a:lnTo>
                      <a:pt x="560" y="1222"/>
                    </a:lnTo>
                    <a:lnTo>
                      <a:pt x="636" y="1215"/>
                    </a:lnTo>
                    <a:lnTo>
                      <a:pt x="719" y="1201"/>
                    </a:lnTo>
                    <a:lnTo>
                      <a:pt x="801" y="1187"/>
                    </a:lnTo>
                    <a:lnTo>
                      <a:pt x="877" y="1167"/>
                    </a:lnTo>
                    <a:lnTo>
                      <a:pt x="960" y="1139"/>
                    </a:lnTo>
                    <a:lnTo>
                      <a:pt x="1036" y="1105"/>
                    </a:lnTo>
                    <a:lnTo>
                      <a:pt x="1119" y="1063"/>
                    </a:lnTo>
                    <a:lnTo>
                      <a:pt x="1133" y="1056"/>
                    </a:lnTo>
                    <a:lnTo>
                      <a:pt x="1202" y="1001"/>
                    </a:lnTo>
                    <a:lnTo>
                      <a:pt x="1264" y="939"/>
                    </a:lnTo>
                    <a:lnTo>
                      <a:pt x="1319" y="870"/>
                    </a:lnTo>
                    <a:lnTo>
                      <a:pt x="1368" y="801"/>
                    </a:lnTo>
                    <a:lnTo>
                      <a:pt x="1409" y="718"/>
                    </a:lnTo>
                    <a:lnTo>
                      <a:pt x="1444" y="628"/>
                    </a:lnTo>
                    <a:lnTo>
                      <a:pt x="1478" y="538"/>
                    </a:lnTo>
                    <a:lnTo>
                      <a:pt x="1513" y="442"/>
                    </a:lnTo>
                    <a:lnTo>
                      <a:pt x="1533" y="338"/>
                    </a:lnTo>
                    <a:lnTo>
                      <a:pt x="1561" y="241"/>
                    </a:lnTo>
                    <a:lnTo>
                      <a:pt x="1582" y="152"/>
                    </a:lnTo>
                    <a:lnTo>
                      <a:pt x="1596" y="82"/>
                    </a:lnTo>
                    <a:lnTo>
                      <a:pt x="1609" y="27"/>
                    </a:lnTo>
                    <a:lnTo>
                      <a:pt x="1623" y="6"/>
                    </a:lnTo>
                    <a:lnTo>
                      <a:pt x="1637" y="6"/>
                    </a:lnTo>
                    <a:lnTo>
                      <a:pt x="1651" y="0"/>
                    </a:lnTo>
                    <a:lnTo>
                      <a:pt x="1665" y="20"/>
                    </a:lnTo>
                    <a:lnTo>
                      <a:pt x="1678" y="69"/>
                    </a:lnTo>
                    <a:lnTo>
                      <a:pt x="1699" y="138"/>
                    </a:lnTo>
                    <a:lnTo>
                      <a:pt x="1720" y="227"/>
                    </a:lnTo>
                    <a:lnTo>
                      <a:pt x="1741" y="324"/>
                    </a:lnTo>
                    <a:lnTo>
                      <a:pt x="1768" y="428"/>
                    </a:lnTo>
                    <a:lnTo>
                      <a:pt x="1796" y="524"/>
                    </a:lnTo>
                    <a:lnTo>
                      <a:pt x="1830" y="621"/>
                    </a:lnTo>
                    <a:lnTo>
                      <a:pt x="1865" y="711"/>
                    </a:lnTo>
                    <a:lnTo>
                      <a:pt x="1913" y="794"/>
                    </a:lnTo>
                    <a:lnTo>
                      <a:pt x="1962" y="870"/>
                    </a:lnTo>
                    <a:lnTo>
                      <a:pt x="2017" y="939"/>
                    </a:lnTo>
                    <a:lnTo>
                      <a:pt x="2079" y="994"/>
                    </a:lnTo>
                    <a:lnTo>
                      <a:pt x="2148" y="1049"/>
                    </a:lnTo>
                    <a:lnTo>
                      <a:pt x="2162" y="1063"/>
                    </a:lnTo>
                    <a:lnTo>
                      <a:pt x="2245" y="1105"/>
                    </a:lnTo>
                    <a:lnTo>
                      <a:pt x="2321" y="1139"/>
                    </a:lnTo>
                    <a:lnTo>
                      <a:pt x="2404" y="1167"/>
                    </a:lnTo>
                    <a:lnTo>
                      <a:pt x="2480" y="1187"/>
                    </a:lnTo>
                    <a:lnTo>
                      <a:pt x="2562" y="1201"/>
                    </a:lnTo>
                    <a:lnTo>
                      <a:pt x="2645" y="1215"/>
                    </a:lnTo>
                    <a:lnTo>
                      <a:pt x="2721" y="1222"/>
                    </a:lnTo>
                    <a:lnTo>
                      <a:pt x="2804" y="1229"/>
                    </a:lnTo>
                    <a:lnTo>
                      <a:pt x="2880" y="1236"/>
                    </a:lnTo>
                    <a:lnTo>
                      <a:pt x="2963" y="1243"/>
                    </a:lnTo>
                    <a:lnTo>
                      <a:pt x="3046" y="1243"/>
                    </a:lnTo>
                    <a:lnTo>
                      <a:pt x="3122" y="1250"/>
                    </a:lnTo>
                    <a:lnTo>
                      <a:pt x="3205" y="1250"/>
                    </a:lnTo>
                    <a:lnTo>
                      <a:pt x="3287" y="1250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0" name="Freeform 108">
                <a:extLst>
                  <a:ext uri="{FF2B5EF4-FFF2-40B4-BE49-F238E27FC236}">
                    <a16:creationId xmlns:a16="http://schemas.microsoft.com/office/drawing/2014/main" id="{FD90C6DB-76BD-5414-506A-D3E9EA14C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085"/>
                <a:ext cx="3287" cy="940"/>
              </a:xfrm>
              <a:custGeom>
                <a:avLst/>
                <a:gdLst>
                  <a:gd name="T0" fmla="*/ 0 w 3287"/>
                  <a:gd name="T1" fmla="*/ 940 h 940"/>
                  <a:gd name="T2" fmla="*/ 76 w 3287"/>
                  <a:gd name="T3" fmla="*/ 940 h 940"/>
                  <a:gd name="T4" fmla="*/ 159 w 3287"/>
                  <a:gd name="T5" fmla="*/ 940 h 940"/>
                  <a:gd name="T6" fmla="*/ 235 w 3287"/>
                  <a:gd name="T7" fmla="*/ 933 h 940"/>
                  <a:gd name="T8" fmla="*/ 318 w 3287"/>
                  <a:gd name="T9" fmla="*/ 933 h 940"/>
                  <a:gd name="T10" fmla="*/ 401 w 3287"/>
                  <a:gd name="T11" fmla="*/ 926 h 940"/>
                  <a:gd name="T12" fmla="*/ 477 w 3287"/>
                  <a:gd name="T13" fmla="*/ 919 h 940"/>
                  <a:gd name="T14" fmla="*/ 560 w 3287"/>
                  <a:gd name="T15" fmla="*/ 912 h 940"/>
                  <a:gd name="T16" fmla="*/ 636 w 3287"/>
                  <a:gd name="T17" fmla="*/ 905 h 940"/>
                  <a:gd name="T18" fmla="*/ 719 w 3287"/>
                  <a:gd name="T19" fmla="*/ 891 h 940"/>
                  <a:gd name="T20" fmla="*/ 801 w 3287"/>
                  <a:gd name="T21" fmla="*/ 877 h 940"/>
                  <a:gd name="T22" fmla="*/ 877 w 3287"/>
                  <a:gd name="T23" fmla="*/ 857 h 940"/>
                  <a:gd name="T24" fmla="*/ 960 w 3287"/>
                  <a:gd name="T25" fmla="*/ 829 h 940"/>
                  <a:gd name="T26" fmla="*/ 1036 w 3287"/>
                  <a:gd name="T27" fmla="*/ 801 h 940"/>
                  <a:gd name="T28" fmla="*/ 1119 w 3287"/>
                  <a:gd name="T29" fmla="*/ 760 h 940"/>
                  <a:gd name="T30" fmla="*/ 1133 w 3287"/>
                  <a:gd name="T31" fmla="*/ 753 h 940"/>
                  <a:gd name="T32" fmla="*/ 1202 w 3287"/>
                  <a:gd name="T33" fmla="*/ 698 h 940"/>
                  <a:gd name="T34" fmla="*/ 1264 w 3287"/>
                  <a:gd name="T35" fmla="*/ 643 h 940"/>
                  <a:gd name="T36" fmla="*/ 1319 w 3287"/>
                  <a:gd name="T37" fmla="*/ 580 h 940"/>
                  <a:gd name="T38" fmla="*/ 1368 w 3287"/>
                  <a:gd name="T39" fmla="*/ 518 h 940"/>
                  <a:gd name="T40" fmla="*/ 1409 w 3287"/>
                  <a:gd name="T41" fmla="*/ 449 h 940"/>
                  <a:gd name="T42" fmla="*/ 1444 w 3287"/>
                  <a:gd name="T43" fmla="*/ 373 h 940"/>
                  <a:gd name="T44" fmla="*/ 1478 w 3287"/>
                  <a:gd name="T45" fmla="*/ 297 h 940"/>
                  <a:gd name="T46" fmla="*/ 1513 w 3287"/>
                  <a:gd name="T47" fmla="*/ 228 h 940"/>
                  <a:gd name="T48" fmla="*/ 1533 w 3287"/>
                  <a:gd name="T49" fmla="*/ 159 h 940"/>
                  <a:gd name="T50" fmla="*/ 1561 w 3287"/>
                  <a:gd name="T51" fmla="*/ 104 h 940"/>
                  <a:gd name="T52" fmla="*/ 1582 w 3287"/>
                  <a:gd name="T53" fmla="*/ 56 h 940"/>
                  <a:gd name="T54" fmla="*/ 1596 w 3287"/>
                  <a:gd name="T55" fmla="*/ 21 h 940"/>
                  <a:gd name="T56" fmla="*/ 1609 w 3287"/>
                  <a:gd name="T57" fmla="*/ 7 h 940"/>
                  <a:gd name="T58" fmla="*/ 1623 w 3287"/>
                  <a:gd name="T59" fmla="*/ 0 h 940"/>
                  <a:gd name="T60" fmla="*/ 1637 w 3287"/>
                  <a:gd name="T61" fmla="*/ 7 h 940"/>
                  <a:gd name="T62" fmla="*/ 1651 w 3287"/>
                  <a:gd name="T63" fmla="*/ 0 h 940"/>
                  <a:gd name="T64" fmla="*/ 1665 w 3287"/>
                  <a:gd name="T65" fmla="*/ 7 h 940"/>
                  <a:gd name="T66" fmla="*/ 1678 w 3287"/>
                  <a:gd name="T67" fmla="*/ 21 h 940"/>
                  <a:gd name="T68" fmla="*/ 1699 w 3287"/>
                  <a:gd name="T69" fmla="*/ 49 h 940"/>
                  <a:gd name="T70" fmla="*/ 1720 w 3287"/>
                  <a:gd name="T71" fmla="*/ 90 h 940"/>
                  <a:gd name="T72" fmla="*/ 1741 w 3287"/>
                  <a:gd name="T73" fmla="*/ 152 h 940"/>
                  <a:gd name="T74" fmla="*/ 1768 w 3287"/>
                  <a:gd name="T75" fmla="*/ 214 h 940"/>
                  <a:gd name="T76" fmla="*/ 1796 w 3287"/>
                  <a:gd name="T77" fmla="*/ 290 h 940"/>
                  <a:gd name="T78" fmla="*/ 1830 w 3287"/>
                  <a:gd name="T79" fmla="*/ 366 h 940"/>
                  <a:gd name="T80" fmla="*/ 1865 w 3287"/>
                  <a:gd name="T81" fmla="*/ 442 h 940"/>
                  <a:gd name="T82" fmla="*/ 1913 w 3287"/>
                  <a:gd name="T83" fmla="*/ 511 h 940"/>
                  <a:gd name="T84" fmla="*/ 1962 w 3287"/>
                  <a:gd name="T85" fmla="*/ 580 h 940"/>
                  <a:gd name="T86" fmla="*/ 2017 w 3287"/>
                  <a:gd name="T87" fmla="*/ 643 h 940"/>
                  <a:gd name="T88" fmla="*/ 2079 w 3287"/>
                  <a:gd name="T89" fmla="*/ 698 h 940"/>
                  <a:gd name="T90" fmla="*/ 2148 w 3287"/>
                  <a:gd name="T91" fmla="*/ 746 h 940"/>
                  <a:gd name="T92" fmla="*/ 2162 w 3287"/>
                  <a:gd name="T93" fmla="*/ 760 h 940"/>
                  <a:gd name="T94" fmla="*/ 2245 w 3287"/>
                  <a:gd name="T95" fmla="*/ 801 h 940"/>
                  <a:gd name="T96" fmla="*/ 2321 w 3287"/>
                  <a:gd name="T97" fmla="*/ 829 h 940"/>
                  <a:gd name="T98" fmla="*/ 2404 w 3287"/>
                  <a:gd name="T99" fmla="*/ 857 h 940"/>
                  <a:gd name="T100" fmla="*/ 2480 w 3287"/>
                  <a:gd name="T101" fmla="*/ 877 h 940"/>
                  <a:gd name="T102" fmla="*/ 2562 w 3287"/>
                  <a:gd name="T103" fmla="*/ 891 h 940"/>
                  <a:gd name="T104" fmla="*/ 2645 w 3287"/>
                  <a:gd name="T105" fmla="*/ 905 h 940"/>
                  <a:gd name="T106" fmla="*/ 2721 w 3287"/>
                  <a:gd name="T107" fmla="*/ 912 h 940"/>
                  <a:gd name="T108" fmla="*/ 2804 w 3287"/>
                  <a:gd name="T109" fmla="*/ 919 h 940"/>
                  <a:gd name="T110" fmla="*/ 2880 w 3287"/>
                  <a:gd name="T111" fmla="*/ 926 h 940"/>
                  <a:gd name="T112" fmla="*/ 2963 w 3287"/>
                  <a:gd name="T113" fmla="*/ 933 h 940"/>
                  <a:gd name="T114" fmla="*/ 3046 w 3287"/>
                  <a:gd name="T115" fmla="*/ 933 h 940"/>
                  <a:gd name="T116" fmla="*/ 3122 w 3287"/>
                  <a:gd name="T117" fmla="*/ 940 h 940"/>
                  <a:gd name="T118" fmla="*/ 3205 w 3287"/>
                  <a:gd name="T119" fmla="*/ 940 h 940"/>
                  <a:gd name="T120" fmla="*/ 3287 w 3287"/>
                  <a:gd name="T121" fmla="*/ 940 h 94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940">
                    <a:moveTo>
                      <a:pt x="0" y="940"/>
                    </a:moveTo>
                    <a:lnTo>
                      <a:pt x="76" y="940"/>
                    </a:lnTo>
                    <a:lnTo>
                      <a:pt x="159" y="940"/>
                    </a:lnTo>
                    <a:lnTo>
                      <a:pt x="235" y="933"/>
                    </a:lnTo>
                    <a:lnTo>
                      <a:pt x="318" y="933"/>
                    </a:lnTo>
                    <a:lnTo>
                      <a:pt x="401" y="926"/>
                    </a:lnTo>
                    <a:lnTo>
                      <a:pt x="477" y="919"/>
                    </a:lnTo>
                    <a:lnTo>
                      <a:pt x="560" y="912"/>
                    </a:lnTo>
                    <a:lnTo>
                      <a:pt x="636" y="905"/>
                    </a:lnTo>
                    <a:lnTo>
                      <a:pt x="719" y="891"/>
                    </a:lnTo>
                    <a:lnTo>
                      <a:pt x="801" y="877"/>
                    </a:lnTo>
                    <a:lnTo>
                      <a:pt x="877" y="857"/>
                    </a:lnTo>
                    <a:lnTo>
                      <a:pt x="960" y="829"/>
                    </a:lnTo>
                    <a:lnTo>
                      <a:pt x="1036" y="801"/>
                    </a:lnTo>
                    <a:lnTo>
                      <a:pt x="1119" y="760"/>
                    </a:lnTo>
                    <a:lnTo>
                      <a:pt x="1133" y="753"/>
                    </a:lnTo>
                    <a:lnTo>
                      <a:pt x="1202" y="698"/>
                    </a:lnTo>
                    <a:lnTo>
                      <a:pt x="1264" y="643"/>
                    </a:lnTo>
                    <a:lnTo>
                      <a:pt x="1319" y="580"/>
                    </a:lnTo>
                    <a:lnTo>
                      <a:pt x="1368" y="518"/>
                    </a:lnTo>
                    <a:lnTo>
                      <a:pt x="1409" y="449"/>
                    </a:lnTo>
                    <a:lnTo>
                      <a:pt x="1444" y="373"/>
                    </a:lnTo>
                    <a:lnTo>
                      <a:pt x="1478" y="297"/>
                    </a:lnTo>
                    <a:lnTo>
                      <a:pt x="1513" y="228"/>
                    </a:lnTo>
                    <a:lnTo>
                      <a:pt x="1533" y="159"/>
                    </a:lnTo>
                    <a:lnTo>
                      <a:pt x="1561" y="104"/>
                    </a:lnTo>
                    <a:lnTo>
                      <a:pt x="1582" y="56"/>
                    </a:lnTo>
                    <a:lnTo>
                      <a:pt x="1596" y="21"/>
                    </a:lnTo>
                    <a:lnTo>
                      <a:pt x="1609" y="7"/>
                    </a:lnTo>
                    <a:lnTo>
                      <a:pt x="1623" y="0"/>
                    </a:lnTo>
                    <a:lnTo>
                      <a:pt x="1637" y="7"/>
                    </a:lnTo>
                    <a:lnTo>
                      <a:pt x="1651" y="0"/>
                    </a:lnTo>
                    <a:lnTo>
                      <a:pt x="1665" y="7"/>
                    </a:lnTo>
                    <a:lnTo>
                      <a:pt x="1678" y="21"/>
                    </a:lnTo>
                    <a:lnTo>
                      <a:pt x="1699" y="49"/>
                    </a:lnTo>
                    <a:lnTo>
                      <a:pt x="1720" y="90"/>
                    </a:lnTo>
                    <a:lnTo>
                      <a:pt x="1741" y="152"/>
                    </a:lnTo>
                    <a:lnTo>
                      <a:pt x="1768" y="214"/>
                    </a:lnTo>
                    <a:lnTo>
                      <a:pt x="1796" y="290"/>
                    </a:lnTo>
                    <a:lnTo>
                      <a:pt x="1830" y="366"/>
                    </a:lnTo>
                    <a:lnTo>
                      <a:pt x="1865" y="442"/>
                    </a:lnTo>
                    <a:lnTo>
                      <a:pt x="1913" y="511"/>
                    </a:lnTo>
                    <a:lnTo>
                      <a:pt x="1962" y="580"/>
                    </a:lnTo>
                    <a:lnTo>
                      <a:pt x="2017" y="643"/>
                    </a:lnTo>
                    <a:lnTo>
                      <a:pt x="2079" y="698"/>
                    </a:lnTo>
                    <a:lnTo>
                      <a:pt x="2148" y="746"/>
                    </a:lnTo>
                    <a:lnTo>
                      <a:pt x="2162" y="760"/>
                    </a:lnTo>
                    <a:lnTo>
                      <a:pt x="2245" y="801"/>
                    </a:lnTo>
                    <a:lnTo>
                      <a:pt x="2321" y="829"/>
                    </a:lnTo>
                    <a:lnTo>
                      <a:pt x="2404" y="857"/>
                    </a:lnTo>
                    <a:lnTo>
                      <a:pt x="2480" y="877"/>
                    </a:lnTo>
                    <a:lnTo>
                      <a:pt x="2562" y="891"/>
                    </a:lnTo>
                    <a:lnTo>
                      <a:pt x="2645" y="905"/>
                    </a:lnTo>
                    <a:lnTo>
                      <a:pt x="2721" y="912"/>
                    </a:lnTo>
                    <a:lnTo>
                      <a:pt x="2804" y="919"/>
                    </a:lnTo>
                    <a:lnTo>
                      <a:pt x="2880" y="926"/>
                    </a:lnTo>
                    <a:lnTo>
                      <a:pt x="2963" y="933"/>
                    </a:lnTo>
                    <a:lnTo>
                      <a:pt x="3046" y="933"/>
                    </a:lnTo>
                    <a:lnTo>
                      <a:pt x="3122" y="940"/>
                    </a:lnTo>
                    <a:lnTo>
                      <a:pt x="3205" y="940"/>
                    </a:lnTo>
                    <a:lnTo>
                      <a:pt x="3287" y="940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1" name="Freeform 109">
                <a:extLst>
                  <a:ext uri="{FF2B5EF4-FFF2-40B4-BE49-F238E27FC236}">
                    <a16:creationId xmlns:a16="http://schemas.microsoft.com/office/drawing/2014/main" id="{5642EF04-0643-79BB-15AB-46AE43C74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306"/>
                <a:ext cx="3287" cy="719"/>
              </a:xfrm>
              <a:custGeom>
                <a:avLst/>
                <a:gdLst>
                  <a:gd name="T0" fmla="*/ 0 w 3287"/>
                  <a:gd name="T1" fmla="*/ 719 h 719"/>
                  <a:gd name="T2" fmla="*/ 76 w 3287"/>
                  <a:gd name="T3" fmla="*/ 719 h 719"/>
                  <a:gd name="T4" fmla="*/ 159 w 3287"/>
                  <a:gd name="T5" fmla="*/ 719 h 719"/>
                  <a:gd name="T6" fmla="*/ 235 w 3287"/>
                  <a:gd name="T7" fmla="*/ 712 h 719"/>
                  <a:gd name="T8" fmla="*/ 318 w 3287"/>
                  <a:gd name="T9" fmla="*/ 712 h 719"/>
                  <a:gd name="T10" fmla="*/ 401 w 3287"/>
                  <a:gd name="T11" fmla="*/ 705 h 719"/>
                  <a:gd name="T12" fmla="*/ 477 w 3287"/>
                  <a:gd name="T13" fmla="*/ 698 h 719"/>
                  <a:gd name="T14" fmla="*/ 560 w 3287"/>
                  <a:gd name="T15" fmla="*/ 691 h 719"/>
                  <a:gd name="T16" fmla="*/ 636 w 3287"/>
                  <a:gd name="T17" fmla="*/ 684 h 719"/>
                  <a:gd name="T18" fmla="*/ 719 w 3287"/>
                  <a:gd name="T19" fmla="*/ 670 h 719"/>
                  <a:gd name="T20" fmla="*/ 801 w 3287"/>
                  <a:gd name="T21" fmla="*/ 656 h 719"/>
                  <a:gd name="T22" fmla="*/ 877 w 3287"/>
                  <a:gd name="T23" fmla="*/ 643 h 719"/>
                  <a:gd name="T24" fmla="*/ 960 w 3287"/>
                  <a:gd name="T25" fmla="*/ 615 h 719"/>
                  <a:gd name="T26" fmla="*/ 1036 w 3287"/>
                  <a:gd name="T27" fmla="*/ 587 h 719"/>
                  <a:gd name="T28" fmla="*/ 1119 w 3287"/>
                  <a:gd name="T29" fmla="*/ 546 h 719"/>
                  <a:gd name="T30" fmla="*/ 1133 w 3287"/>
                  <a:gd name="T31" fmla="*/ 539 h 719"/>
                  <a:gd name="T32" fmla="*/ 1202 w 3287"/>
                  <a:gd name="T33" fmla="*/ 498 h 719"/>
                  <a:gd name="T34" fmla="*/ 1264 w 3287"/>
                  <a:gd name="T35" fmla="*/ 442 h 719"/>
                  <a:gd name="T36" fmla="*/ 1319 w 3287"/>
                  <a:gd name="T37" fmla="*/ 387 h 719"/>
                  <a:gd name="T38" fmla="*/ 1368 w 3287"/>
                  <a:gd name="T39" fmla="*/ 332 h 719"/>
                  <a:gd name="T40" fmla="*/ 1409 w 3287"/>
                  <a:gd name="T41" fmla="*/ 277 h 719"/>
                  <a:gd name="T42" fmla="*/ 1444 w 3287"/>
                  <a:gd name="T43" fmla="*/ 214 h 719"/>
                  <a:gd name="T44" fmla="*/ 1478 w 3287"/>
                  <a:gd name="T45" fmla="*/ 159 h 719"/>
                  <a:gd name="T46" fmla="*/ 1513 w 3287"/>
                  <a:gd name="T47" fmla="*/ 111 h 719"/>
                  <a:gd name="T48" fmla="*/ 1533 w 3287"/>
                  <a:gd name="T49" fmla="*/ 69 h 719"/>
                  <a:gd name="T50" fmla="*/ 1561 w 3287"/>
                  <a:gd name="T51" fmla="*/ 35 h 719"/>
                  <a:gd name="T52" fmla="*/ 1582 w 3287"/>
                  <a:gd name="T53" fmla="*/ 14 h 719"/>
                  <a:gd name="T54" fmla="*/ 1596 w 3287"/>
                  <a:gd name="T55" fmla="*/ 0 h 719"/>
                  <a:gd name="T56" fmla="*/ 1609 w 3287"/>
                  <a:gd name="T57" fmla="*/ 0 h 719"/>
                  <a:gd name="T58" fmla="*/ 1623 w 3287"/>
                  <a:gd name="T59" fmla="*/ 0 h 719"/>
                  <a:gd name="T60" fmla="*/ 1637 w 3287"/>
                  <a:gd name="T61" fmla="*/ 14 h 719"/>
                  <a:gd name="T62" fmla="*/ 1651 w 3287"/>
                  <a:gd name="T63" fmla="*/ 7 h 719"/>
                  <a:gd name="T64" fmla="*/ 1665 w 3287"/>
                  <a:gd name="T65" fmla="*/ 0 h 719"/>
                  <a:gd name="T66" fmla="*/ 1678 w 3287"/>
                  <a:gd name="T67" fmla="*/ 0 h 719"/>
                  <a:gd name="T68" fmla="*/ 1699 w 3287"/>
                  <a:gd name="T69" fmla="*/ 7 h 719"/>
                  <a:gd name="T70" fmla="*/ 1720 w 3287"/>
                  <a:gd name="T71" fmla="*/ 35 h 719"/>
                  <a:gd name="T72" fmla="*/ 1741 w 3287"/>
                  <a:gd name="T73" fmla="*/ 62 h 719"/>
                  <a:gd name="T74" fmla="*/ 1768 w 3287"/>
                  <a:gd name="T75" fmla="*/ 104 h 719"/>
                  <a:gd name="T76" fmla="*/ 1796 w 3287"/>
                  <a:gd name="T77" fmla="*/ 152 h 719"/>
                  <a:gd name="T78" fmla="*/ 1830 w 3287"/>
                  <a:gd name="T79" fmla="*/ 208 h 719"/>
                  <a:gd name="T80" fmla="*/ 1865 w 3287"/>
                  <a:gd name="T81" fmla="*/ 270 h 719"/>
                  <a:gd name="T82" fmla="*/ 1913 w 3287"/>
                  <a:gd name="T83" fmla="*/ 325 h 719"/>
                  <a:gd name="T84" fmla="*/ 1962 w 3287"/>
                  <a:gd name="T85" fmla="*/ 387 h 719"/>
                  <a:gd name="T86" fmla="*/ 2017 w 3287"/>
                  <a:gd name="T87" fmla="*/ 442 h 719"/>
                  <a:gd name="T88" fmla="*/ 2079 w 3287"/>
                  <a:gd name="T89" fmla="*/ 491 h 719"/>
                  <a:gd name="T90" fmla="*/ 2148 w 3287"/>
                  <a:gd name="T91" fmla="*/ 539 h 719"/>
                  <a:gd name="T92" fmla="*/ 2162 w 3287"/>
                  <a:gd name="T93" fmla="*/ 546 h 719"/>
                  <a:gd name="T94" fmla="*/ 2245 w 3287"/>
                  <a:gd name="T95" fmla="*/ 587 h 719"/>
                  <a:gd name="T96" fmla="*/ 2321 w 3287"/>
                  <a:gd name="T97" fmla="*/ 615 h 719"/>
                  <a:gd name="T98" fmla="*/ 2404 w 3287"/>
                  <a:gd name="T99" fmla="*/ 643 h 719"/>
                  <a:gd name="T100" fmla="*/ 2480 w 3287"/>
                  <a:gd name="T101" fmla="*/ 656 h 719"/>
                  <a:gd name="T102" fmla="*/ 2562 w 3287"/>
                  <a:gd name="T103" fmla="*/ 670 h 719"/>
                  <a:gd name="T104" fmla="*/ 2645 w 3287"/>
                  <a:gd name="T105" fmla="*/ 684 h 719"/>
                  <a:gd name="T106" fmla="*/ 2721 w 3287"/>
                  <a:gd name="T107" fmla="*/ 691 h 719"/>
                  <a:gd name="T108" fmla="*/ 2804 w 3287"/>
                  <a:gd name="T109" fmla="*/ 698 h 719"/>
                  <a:gd name="T110" fmla="*/ 2880 w 3287"/>
                  <a:gd name="T111" fmla="*/ 705 h 719"/>
                  <a:gd name="T112" fmla="*/ 2963 w 3287"/>
                  <a:gd name="T113" fmla="*/ 712 h 719"/>
                  <a:gd name="T114" fmla="*/ 3046 w 3287"/>
                  <a:gd name="T115" fmla="*/ 712 h 719"/>
                  <a:gd name="T116" fmla="*/ 3122 w 3287"/>
                  <a:gd name="T117" fmla="*/ 719 h 719"/>
                  <a:gd name="T118" fmla="*/ 3205 w 3287"/>
                  <a:gd name="T119" fmla="*/ 719 h 719"/>
                  <a:gd name="T120" fmla="*/ 3287 w 3287"/>
                  <a:gd name="T121" fmla="*/ 719 h 71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719">
                    <a:moveTo>
                      <a:pt x="0" y="719"/>
                    </a:moveTo>
                    <a:lnTo>
                      <a:pt x="76" y="719"/>
                    </a:lnTo>
                    <a:lnTo>
                      <a:pt x="159" y="719"/>
                    </a:lnTo>
                    <a:lnTo>
                      <a:pt x="235" y="712"/>
                    </a:lnTo>
                    <a:lnTo>
                      <a:pt x="318" y="712"/>
                    </a:lnTo>
                    <a:lnTo>
                      <a:pt x="401" y="705"/>
                    </a:lnTo>
                    <a:lnTo>
                      <a:pt x="477" y="698"/>
                    </a:lnTo>
                    <a:lnTo>
                      <a:pt x="560" y="691"/>
                    </a:lnTo>
                    <a:lnTo>
                      <a:pt x="636" y="684"/>
                    </a:lnTo>
                    <a:lnTo>
                      <a:pt x="719" y="670"/>
                    </a:lnTo>
                    <a:lnTo>
                      <a:pt x="801" y="656"/>
                    </a:lnTo>
                    <a:lnTo>
                      <a:pt x="877" y="643"/>
                    </a:lnTo>
                    <a:lnTo>
                      <a:pt x="960" y="615"/>
                    </a:lnTo>
                    <a:lnTo>
                      <a:pt x="1036" y="587"/>
                    </a:lnTo>
                    <a:lnTo>
                      <a:pt x="1119" y="546"/>
                    </a:lnTo>
                    <a:lnTo>
                      <a:pt x="1133" y="539"/>
                    </a:lnTo>
                    <a:lnTo>
                      <a:pt x="1202" y="498"/>
                    </a:lnTo>
                    <a:lnTo>
                      <a:pt x="1264" y="442"/>
                    </a:lnTo>
                    <a:lnTo>
                      <a:pt x="1319" y="387"/>
                    </a:lnTo>
                    <a:lnTo>
                      <a:pt x="1368" y="332"/>
                    </a:lnTo>
                    <a:lnTo>
                      <a:pt x="1409" y="277"/>
                    </a:lnTo>
                    <a:lnTo>
                      <a:pt x="1444" y="214"/>
                    </a:lnTo>
                    <a:lnTo>
                      <a:pt x="1478" y="159"/>
                    </a:lnTo>
                    <a:lnTo>
                      <a:pt x="1513" y="111"/>
                    </a:lnTo>
                    <a:lnTo>
                      <a:pt x="1533" y="69"/>
                    </a:lnTo>
                    <a:lnTo>
                      <a:pt x="1561" y="35"/>
                    </a:lnTo>
                    <a:lnTo>
                      <a:pt x="1582" y="14"/>
                    </a:lnTo>
                    <a:lnTo>
                      <a:pt x="1596" y="0"/>
                    </a:lnTo>
                    <a:lnTo>
                      <a:pt x="1609" y="0"/>
                    </a:lnTo>
                    <a:lnTo>
                      <a:pt x="1623" y="0"/>
                    </a:lnTo>
                    <a:lnTo>
                      <a:pt x="1637" y="14"/>
                    </a:lnTo>
                    <a:lnTo>
                      <a:pt x="1651" y="7"/>
                    </a:lnTo>
                    <a:lnTo>
                      <a:pt x="1665" y="0"/>
                    </a:lnTo>
                    <a:lnTo>
                      <a:pt x="1678" y="0"/>
                    </a:lnTo>
                    <a:lnTo>
                      <a:pt x="1699" y="7"/>
                    </a:lnTo>
                    <a:lnTo>
                      <a:pt x="1720" y="35"/>
                    </a:lnTo>
                    <a:lnTo>
                      <a:pt x="1741" y="62"/>
                    </a:lnTo>
                    <a:lnTo>
                      <a:pt x="1768" y="104"/>
                    </a:lnTo>
                    <a:lnTo>
                      <a:pt x="1796" y="152"/>
                    </a:lnTo>
                    <a:lnTo>
                      <a:pt x="1830" y="208"/>
                    </a:lnTo>
                    <a:lnTo>
                      <a:pt x="1865" y="270"/>
                    </a:lnTo>
                    <a:lnTo>
                      <a:pt x="1913" y="325"/>
                    </a:lnTo>
                    <a:lnTo>
                      <a:pt x="1962" y="387"/>
                    </a:lnTo>
                    <a:lnTo>
                      <a:pt x="2017" y="442"/>
                    </a:lnTo>
                    <a:lnTo>
                      <a:pt x="2079" y="491"/>
                    </a:lnTo>
                    <a:lnTo>
                      <a:pt x="2148" y="539"/>
                    </a:lnTo>
                    <a:lnTo>
                      <a:pt x="2162" y="546"/>
                    </a:lnTo>
                    <a:lnTo>
                      <a:pt x="2245" y="587"/>
                    </a:lnTo>
                    <a:lnTo>
                      <a:pt x="2321" y="615"/>
                    </a:lnTo>
                    <a:lnTo>
                      <a:pt x="2404" y="643"/>
                    </a:lnTo>
                    <a:lnTo>
                      <a:pt x="2480" y="656"/>
                    </a:lnTo>
                    <a:lnTo>
                      <a:pt x="2562" y="670"/>
                    </a:lnTo>
                    <a:lnTo>
                      <a:pt x="2645" y="684"/>
                    </a:lnTo>
                    <a:lnTo>
                      <a:pt x="2721" y="691"/>
                    </a:lnTo>
                    <a:lnTo>
                      <a:pt x="2804" y="698"/>
                    </a:lnTo>
                    <a:lnTo>
                      <a:pt x="2880" y="705"/>
                    </a:lnTo>
                    <a:lnTo>
                      <a:pt x="2963" y="712"/>
                    </a:lnTo>
                    <a:lnTo>
                      <a:pt x="3046" y="712"/>
                    </a:lnTo>
                    <a:lnTo>
                      <a:pt x="3122" y="719"/>
                    </a:lnTo>
                    <a:lnTo>
                      <a:pt x="3205" y="719"/>
                    </a:lnTo>
                    <a:lnTo>
                      <a:pt x="3287" y="719"/>
                    </a:lnTo>
                  </a:path>
                </a:pathLst>
              </a:custGeom>
              <a:noFill/>
              <a:ln w="2222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2" name="Freeform 110">
                <a:extLst>
                  <a:ext uri="{FF2B5EF4-FFF2-40B4-BE49-F238E27FC236}">
                    <a16:creationId xmlns:a16="http://schemas.microsoft.com/office/drawing/2014/main" id="{A8F34295-53D7-D195-61CF-77511935D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472"/>
                <a:ext cx="3287" cy="559"/>
              </a:xfrm>
              <a:custGeom>
                <a:avLst/>
                <a:gdLst>
                  <a:gd name="T0" fmla="*/ 0 w 3287"/>
                  <a:gd name="T1" fmla="*/ 559 h 559"/>
                  <a:gd name="T2" fmla="*/ 76 w 3287"/>
                  <a:gd name="T3" fmla="*/ 553 h 559"/>
                  <a:gd name="T4" fmla="*/ 159 w 3287"/>
                  <a:gd name="T5" fmla="*/ 553 h 559"/>
                  <a:gd name="T6" fmla="*/ 235 w 3287"/>
                  <a:gd name="T7" fmla="*/ 553 h 559"/>
                  <a:gd name="T8" fmla="*/ 318 w 3287"/>
                  <a:gd name="T9" fmla="*/ 546 h 559"/>
                  <a:gd name="T10" fmla="*/ 401 w 3287"/>
                  <a:gd name="T11" fmla="*/ 539 h 559"/>
                  <a:gd name="T12" fmla="*/ 477 w 3287"/>
                  <a:gd name="T13" fmla="*/ 539 h 559"/>
                  <a:gd name="T14" fmla="*/ 560 w 3287"/>
                  <a:gd name="T15" fmla="*/ 532 h 559"/>
                  <a:gd name="T16" fmla="*/ 636 w 3287"/>
                  <a:gd name="T17" fmla="*/ 518 h 559"/>
                  <a:gd name="T18" fmla="*/ 719 w 3287"/>
                  <a:gd name="T19" fmla="*/ 511 h 559"/>
                  <a:gd name="T20" fmla="*/ 801 w 3287"/>
                  <a:gd name="T21" fmla="*/ 497 h 559"/>
                  <a:gd name="T22" fmla="*/ 877 w 3287"/>
                  <a:gd name="T23" fmla="*/ 477 h 559"/>
                  <a:gd name="T24" fmla="*/ 960 w 3287"/>
                  <a:gd name="T25" fmla="*/ 456 h 559"/>
                  <a:gd name="T26" fmla="*/ 1036 w 3287"/>
                  <a:gd name="T27" fmla="*/ 428 h 559"/>
                  <a:gd name="T28" fmla="*/ 1119 w 3287"/>
                  <a:gd name="T29" fmla="*/ 394 h 559"/>
                  <a:gd name="T30" fmla="*/ 1133 w 3287"/>
                  <a:gd name="T31" fmla="*/ 387 h 559"/>
                  <a:gd name="T32" fmla="*/ 1202 w 3287"/>
                  <a:gd name="T33" fmla="*/ 345 h 559"/>
                  <a:gd name="T34" fmla="*/ 1264 w 3287"/>
                  <a:gd name="T35" fmla="*/ 304 h 559"/>
                  <a:gd name="T36" fmla="*/ 1319 w 3287"/>
                  <a:gd name="T37" fmla="*/ 256 h 559"/>
                  <a:gd name="T38" fmla="*/ 1368 w 3287"/>
                  <a:gd name="T39" fmla="*/ 207 h 559"/>
                  <a:gd name="T40" fmla="*/ 1409 w 3287"/>
                  <a:gd name="T41" fmla="*/ 166 h 559"/>
                  <a:gd name="T42" fmla="*/ 1444 w 3287"/>
                  <a:gd name="T43" fmla="*/ 117 h 559"/>
                  <a:gd name="T44" fmla="*/ 1478 w 3287"/>
                  <a:gd name="T45" fmla="*/ 83 h 559"/>
                  <a:gd name="T46" fmla="*/ 1513 w 3287"/>
                  <a:gd name="T47" fmla="*/ 48 h 559"/>
                  <a:gd name="T48" fmla="*/ 1533 w 3287"/>
                  <a:gd name="T49" fmla="*/ 21 h 559"/>
                  <a:gd name="T50" fmla="*/ 1561 w 3287"/>
                  <a:gd name="T51" fmla="*/ 7 h 559"/>
                  <a:gd name="T52" fmla="*/ 1582 w 3287"/>
                  <a:gd name="T53" fmla="*/ 0 h 559"/>
                  <a:gd name="T54" fmla="*/ 1596 w 3287"/>
                  <a:gd name="T55" fmla="*/ 0 h 559"/>
                  <a:gd name="T56" fmla="*/ 1609 w 3287"/>
                  <a:gd name="T57" fmla="*/ 0 h 559"/>
                  <a:gd name="T58" fmla="*/ 1623 w 3287"/>
                  <a:gd name="T59" fmla="*/ 7 h 559"/>
                  <a:gd name="T60" fmla="*/ 1637 w 3287"/>
                  <a:gd name="T61" fmla="*/ 21 h 559"/>
                  <a:gd name="T62" fmla="*/ 1651 w 3287"/>
                  <a:gd name="T63" fmla="*/ 14 h 559"/>
                  <a:gd name="T64" fmla="*/ 1665 w 3287"/>
                  <a:gd name="T65" fmla="*/ 0 h 559"/>
                  <a:gd name="T66" fmla="*/ 1678 w 3287"/>
                  <a:gd name="T67" fmla="*/ 0 h 559"/>
                  <a:gd name="T68" fmla="*/ 1699 w 3287"/>
                  <a:gd name="T69" fmla="*/ 0 h 559"/>
                  <a:gd name="T70" fmla="*/ 1720 w 3287"/>
                  <a:gd name="T71" fmla="*/ 7 h 559"/>
                  <a:gd name="T72" fmla="*/ 1741 w 3287"/>
                  <a:gd name="T73" fmla="*/ 21 h 559"/>
                  <a:gd name="T74" fmla="*/ 1768 w 3287"/>
                  <a:gd name="T75" fmla="*/ 42 h 559"/>
                  <a:gd name="T76" fmla="*/ 1796 w 3287"/>
                  <a:gd name="T77" fmla="*/ 76 h 559"/>
                  <a:gd name="T78" fmla="*/ 1830 w 3287"/>
                  <a:gd name="T79" fmla="*/ 117 h 559"/>
                  <a:gd name="T80" fmla="*/ 1865 w 3287"/>
                  <a:gd name="T81" fmla="*/ 159 h 559"/>
                  <a:gd name="T82" fmla="*/ 1913 w 3287"/>
                  <a:gd name="T83" fmla="*/ 207 h 559"/>
                  <a:gd name="T84" fmla="*/ 1962 w 3287"/>
                  <a:gd name="T85" fmla="*/ 256 h 559"/>
                  <a:gd name="T86" fmla="*/ 2017 w 3287"/>
                  <a:gd name="T87" fmla="*/ 297 h 559"/>
                  <a:gd name="T88" fmla="*/ 2079 w 3287"/>
                  <a:gd name="T89" fmla="*/ 345 h 559"/>
                  <a:gd name="T90" fmla="*/ 2148 w 3287"/>
                  <a:gd name="T91" fmla="*/ 387 h 559"/>
                  <a:gd name="T92" fmla="*/ 2162 w 3287"/>
                  <a:gd name="T93" fmla="*/ 394 h 559"/>
                  <a:gd name="T94" fmla="*/ 2245 w 3287"/>
                  <a:gd name="T95" fmla="*/ 428 h 559"/>
                  <a:gd name="T96" fmla="*/ 2321 w 3287"/>
                  <a:gd name="T97" fmla="*/ 456 h 559"/>
                  <a:gd name="T98" fmla="*/ 2404 w 3287"/>
                  <a:gd name="T99" fmla="*/ 477 h 559"/>
                  <a:gd name="T100" fmla="*/ 2480 w 3287"/>
                  <a:gd name="T101" fmla="*/ 497 h 559"/>
                  <a:gd name="T102" fmla="*/ 2562 w 3287"/>
                  <a:gd name="T103" fmla="*/ 511 h 559"/>
                  <a:gd name="T104" fmla="*/ 2645 w 3287"/>
                  <a:gd name="T105" fmla="*/ 518 h 559"/>
                  <a:gd name="T106" fmla="*/ 2721 w 3287"/>
                  <a:gd name="T107" fmla="*/ 532 h 559"/>
                  <a:gd name="T108" fmla="*/ 2804 w 3287"/>
                  <a:gd name="T109" fmla="*/ 539 h 559"/>
                  <a:gd name="T110" fmla="*/ 2880 w 3287"/>
                  <a:gd name="T111" fmla="*/ 539 h 559"/>
                  <a:gd name="T112" fmla="*/ 2963 w 3287"/>
                  <a:gd name="T113" fmla="*/ 546 h 559"/>
                  <a:gd name="T114" fmla="*/ 3046 w 3287"/>
                  <a:gd name="T115" fmla="*/ 553 h 559"/>
                  <a:gd name="T116" fmla="*/ 3122 w 3287"/>
                  <a:gd name="T117" fmla="*/ 553 h 559"/>
                  <a:gd name="T118" fmla="*/ 3205 w 3287"/>
                  <a:gd name="T119" fmla="*/ 553 h 559"/>
                  <a:gd name="T120" fmla="*/ 3287 w 3287"/>
                  <a:gd name="T121" fmla="*/ 559 h 5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559">
                    <a:moveTo>
                      <a:pt x="0" y="559"/>
                    </a:moveTo>
                    <a:lnTo>
                      <a:pt x="76" y="553"/>
                    </a:lnTo>
                    <a:lnTo>
                      <a:pt x="159" y="553"/>
                    </a:lnTo>
                    <a:lnTo>
                      <a:pt x="235" y="553"/>
                    </a:lnTo>
                    <a:lnTo>
                      <a:pt x="318" y="546"/>
                    </a:lnTo>
                    <a:lnTo>
                      <a:pt x="401" y="539"/>
                    </a:lnTo>
                    <a:lnTo>
                      <a:pt x="477" y="539"/>
                    </a:lnTo>
                    <a:lnTo>
                      <a:pt x="560" y="532"/>
                    </a:lnTo>
                    <a:lnTo>
                      <a:pt x="636" y="518"/>
                    </a:lnTo>
                    <a:lnTo>
                      <a:pt x="719" y="511"/>
                    </a:lnTo>
                    <a:lnTo>
                      <a:pt x="801" y="497"/>
                    </a:lnTo>
                    <a:lnTo>
                      <a:pt x="877" y="477"/>
                    </a:lnTo>
                    <a:lnTo>
                      <a:pt x="960" y="456"/>
                    </a:lnTo>
                    <a:lnTo>
                      <a:pt x="1036" y="428"/>
                    </a:lnTo>
                    <a:lnTo>
                      <a:pt x="1119" y="394"/>
                    </a:lnTo>
                    <a:lnTo>
                      <a:pt x="1133" y="387"/>
                    </a:lnTo>
                    <a:lnTo>
                      <a:pt x="1202" y="345"/>
                    </a:lnTo>
                    <a:lnTo>
                      <a:pt x="1264" y="304"/>
                    </a:lnTo>
                    <a:lnTo>
                      <a:pt x="1319" y="256"/>
                    </a:lnTo>
                    <a:lnTo>
                      <a:pt x="1368" y="207"/>
                    </a:lnTo>
                    <a:lnTo>
                      <a:pt x="1409" y="166"/>
                    </a:lnTo>
                    <a:lnTo>
                      <a:pt x="1444" y="117"/>
                    </a:lnTo>
                    <a:lnTo>
                      <a:pt x="1478" y="83"/>
                    </a:lnTo>
                    <a:lnTo>
                      <a:pt x="1513" y="48"/>
                    </a:lnTo>
                    <a:lnTo>
                      <a:pt x="1533" y="21"/>
                    </a:lnTo>
                    <a:lnTo>
                      <a:pt x="1561" y="7"/>
                    </a:lnTo>
                    <a:lnTo>
                      <a:pt x="1582" y="0"/>
                    </a:lnTo>
                    <a:lnTo>
                      <a:pt x="1596" y="0"/>
                    </a:lnTo>
                    <a:lnTo>
                      <a:pt x="1609" y="0"/>
                    </a:lnTo>
                    <a:lnTo>
                      <a:pt x="1623" y="7"/>
                    </a:lnTo>
                    <a:lnTo>
                      <a:pt x="1637" y="21"/>
                    </a:lnTo>
                    <a:lnTo>
                      <a:pt x="1651" y="14"/>
                    </a:lnTo>
                    <a:lnTo>
                      <a:pt x="1665" y="0"/>
                    </a:lnTo>
                    <a:lnTo>
                      <a:pt x="1678" y="0"/>
                    </a:lnTo>
                    <a:lnTo>
                      <a:pt x="1699" y="0"/>
                    </a:lnTo>
                    <a:lnTo>
                      <a:pt x="1720" y="7"/>
                    </a:lnTo>
                    <a:lnTo>
                      <a:pt x="1741" y="21"/>
                    </a:lnTo>
                    <a:lnTo>
                      <a:pt x="1768" y="42"/>
                    </a:lnTo>
                    <a:lnTo>
                      <a:pt x="1796" y="76"/>
                    </a:lnTo>
                    <a:lnTo>
                      <a:pt x="1830" y="117"/>
                    </a:lnTo>
                    <a:lnTo>
                      <a:pt x="1865" y="159"/>
                    </a:lnTo>
                    <a:lnTo>
                      <a:pt x="1913" y="207"/>
                    </a:lnTo>
                    <a:lnTo>
                      <a:pt x="1962" y="256"/>
                    </a:lnTo>
                    <a:lnTo>
                      <a:pt x="2017" y="297"/>
                    </a:lnTo>
                    <a:lnTo>
                      <a:pt x="2079" y="345"/>
                    </a:lnTo>
                    <a:lnTo>
                      <a:pt x="2148" y="387"/>
                    </a:lnTo>
                    <a:lnTo>
                      <a:pt x="2162" y="394"/>
                    </a:lnTo>
                    <a:lnTo>
                      <a:pt x="2245" y="428"/>
                    </a:lnTo>
                    <a:lnTo>
                      <a:pt x="2321" y="456"/>
                    </a:lnTo>
                    <a:lnTo>
                      <a:pt x="2404" y="477"/>
                    </a:lnTo>
                    <a:lnTo>
                      <a:pt x="2480" y="497"/>
                    </a:lnTo>
                    <a:lnTo>
                      <a:pt x="2562" y="511"/>
                    </a:lnTo>
                    <a:lnTo>
                      <a:pt x="2645" y="518"/>
                    </a:lnTo>
                    <a:lnTo>
                      <a:pt x="2721" y="532"/>
                    </a:lnTo>
                    <a:lnTo>
                      <a:pt x="2804" y="539"/>
                    </a:lnTo>
                    <a:lnTo>
                      <a:pt x="2880" y="539"/>
                    </a:lnTo>
                    <a:lnTo>
                      <a:pt x="2963" y="546"/>
                    </a:lnTo>
                    <a:lnTo>
                      <a:pt x="3046" y="553"/>
                    </a:lnTo>
                    <a:lnTo>
                      <a:pt x="3122" y="553"/>
                    </a:lnTo>
                    <a:lnTo>
                      <a:pt x="3205" y="553"/>
                    </a:lnTo>
                    <a:lnTo>
                      <a:pt x="3287" y="559"/>
                    </a:lnTo>
                  </a:path>
                </a:pathLst>
              </a:custGeom>
              <a:noFill/>
              <a:ln w="2222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3" name="Freeform 111">
                <a:extLst>
                  <a:ext uri="{FF2B5EF4-FFF2-40B4-BE49-F238E27FC236}">
                    <a16:creationId xmlns:a16="http://schemas.microsoft.com/office/drawing/2014/main" id="{D5E77999-0D99-0AAC-4F56-466164C3D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603"/>
                <a:ext cx="3287" cy="428"/>
              </a:xfrm>
              <a:custGeom>
                <a:avLst/>
                <a:gdLst>
                  <a:gd name="T0" fmla="*/ 0 w 3287"/>
                  <a:gd name="T1" fmla="*/ 428 h 428"/>
                  <a:gd name="T2" fmla="*/ 76 w 3287"/>
                  <a:gd name="T3" fmla="*/ 422 h 428"/>
                  <a:gd name="T4" fmla="*/ 159 w 3287"/>
                  <a:gd name="T5" fmla="*/ 422 h 428"/>
                  <a:gd name="T6" fmla="*/ 235 w 3287"/>
                  <a:gd name="T7" fmla="*/ 422 h 428"/>
                  <a:gd name="T8" fmla="*/ 318 w 3287"/>
                  <a:gd name="T9" fmla="*/ 415 h 428"/>
                  <a:gd name="T10" fmla="*/ 401 w 3287"/>
                  <a:gd name="T11" fmla="*/ 415 h 428"/>
                  <a:gd name="T12" fmla="*/ 477 w 3287"/>
                  <a:gd name="T13" fmla="*/ 408 h 428"/>
                  <a:gd name="T14" fmla="*/ 560 w 3287"/>
                  <a:gd name="T15" fmla="*/ 401 h 428"/>
                  <a:gd name="T16" fmla="*/ 636 w 3287"/>
                  <a:gd name="T17" fmla="*/ 394 h 428"/>
                  <a:gd name="T18" fmla="*/ 719 w 3287"/>
                  <a:gd name="T19" fmla="*/ 380 h 428"/>
                  <a:gd name="T20" fmla="*/ 801 w 3287"/>
                  <a:gd name="T21" fmla="*/ 373 h 428"/>
                  <a:gd name="T22" fmla="*/ 877 w 3287"/>
                  <a:gd name="T23" fmla="*/ 353 h 428"/>
                  <a:gd name="T24" fmla="*/ 960 w 3287"/>
                  <a:gd name="T25" fmla="*/ 332 h 428"/>
                  <a:gd name="T26" fmla="*/ 1036 w 3287"/>
                  <a:gd name="T27" fmla="*/ 311 h 428"/>
                  <a:gd name="T28" fmla="*/ 1119 w 3287"/>
                  <a:gd name="T29" fmla="*/ 277 h 428"/>
                  <a:gd name="T30" fmla="*/ 1133 w 3287"/>
                  <a:gd name="T31" fmla="*/ 270 h 428"/>
                  <a:gd name="T32" fmla="*/ 1202 w 3287"/>
                  <a:gd name="T33" fmla="*/ 235 h 428"/>
                  <a:gd name="T34" fmla="*/ 1264 w 3287"/>
                  <a:gd name="T35" fmla="*/ 201 h 428"/>
                  <a:gd name="T36" fmla="*/ 1319 w 3287"/>
                  <a:gd name="T37" fmla="*/ 159 h 428"/>
                  <a:gd name="T38" fmla="*/ 1368 w 3287"/>
                  <a:gd name="T39" fmla="*/ 125 h 428"/>
                  <a:gd name="T40" fmla="*/ 1409 w 3287"/>
                  <a:gd name="T41" fmla="*/ 90 h 428"/>
                  <a:gd name="T42" fmla="*/ 1444 w 3287"/>
                  <a:gd name="T43" fmla="*/ 62 h 428"/>
                  <a:gd name="T44" fmla="*/ 1478 w 3287"/>
                  <a:gd name="T45" fmla="*/ 35 h 428"/>
                  <a:gd name="T46" fmla="*/ 1513 w 3287"/>
                  <a:gd name="T47" fmla="*/ 14 h 428"/>
                  <a:gd name="T48" fmla="*/ 1533 w 3287"/>
                  <a:gd name="T49" fmla="*/ 0 h 428"/>
                  <a:gd name="T50" fmla="*/ 1561 w 3287"/>
                  <a:gd name="T51" fmla="*/ 0 h 428"/>
                  <a:gd name="T52" fmla="*/ 1582 w 3287"/>
                  <a:gd name="T53" fmla="*/ 0 h 428"/>
                  <a:gd name="T54" fmla="*/ 1596 w 3287"/>
                  <a:gd name="T55" fmla="*/ 0 h 428"/>
                  <a:gd name="T56" fmla="*/ 1609 w 3287"/>
                  <a:gd name="T57" fmla="*/ 7 h 428"/>
                  <a:gd name="T58" fmla="*/ 1623 w 3287"/>
                  <a:gd name="T59" fmla="*/ 21 h 428"/>
                  <a:gd name="T60" fmla="*/ 1637 w 3287"/>
                  <a:gd name="T61" fmla="*/ 35 h 428"/>
                  <a:gd name="T62" fmla="*/ 1651 w 3287"/>
                  <a:gd name="T63" fmla="*/ 21 h 428"/>
                  <a:gd name="T64" fmla="*/ 1665 w 3287"/>
                  <a:gd name="T65" fmla="*/ 14 h 428"/>
                  <a:gd name="T66" fmla="*/ 1678 w 3287"/>
                  <a:gd name="T67" fmla="*/ 0 h 428"/>
                  <a:gd name="T68" fmla="*/ 1699 w 3287"/>
                  <a:gd name="T69" fmla="*/ 0 h 428"/>
                  <a:gd name="T70" fmla="*/ 1720 w 3287"/>
                  <a:gd name="T71" fmla="*/ 0 h 428"/>
                  <a:gd name="T72" fmla="*/ 1741 w 3287"/>
                  <a:gd name="T73" fmla="*/ 0 h 428"/>
                  <a:gd name="T74" fmla="*/ 1768 w 3287"/>
                  <a:gd name="T75" fmla="*/ 14 h 428"/>
                  <a:gd name="T76" fmla="*/ 1796 w 3287"/>
                  <a:gd name="T77" fmla="*/ 35 h 428"/>
                  <a:gd name="T78" fmla="*/ 1830 w 3287"/>
                  <a:gd name="T79" fmla="*/ 56 h 428"/>
                  <a:gd name="T80" fmla="*/ 1865 w 3287"/>
                  <a:gd name="T81" fmla="*/ 90 h 428"/>
                  <a:gd name="T82" fmla="*/ 1913 w 3287"/>
                  <a:gd name="T83" fmla="*/ 125 h 428"/>
                  <a:gd name="T84" fmla="*/ 1962 w 3287"/>
                  <a:gd name="T85" fmla="*/ 159 h 428"/>
                  <a:gd name="T86" fmla="*/ 2017 w 3287"/>
                  <a:gd name="T87" fmla="*/ 201 h 428"/>
                  <a:gd name="T88" fmla="*/ 2079 w 3287"/>
                  <a:gd name="T89" fmla="*/ 235 h 428"/>
                  <a:gd name="T90" fmla="*/ 2148 w 3287"/>
                  <a:gd name="T91" fmla="*/ 270 h 428"/>
                  <a:gd name="T92" fmla="*/ 2162 w 3287"/>
                  <a:gd name="T93" fmla="*/ 277 h 428"/>
                  <a:gd name="T94" fmla="*/ 2245 w 3287"/>
                  <a:gd name="T95" fmla="*/ 311 h 428"/>
                  <a:gd name="T96" fmla="*/ 2321 w 3287"/>
                  <a:gd name="T97" fmla="*/ 332 h 428"/>
                  <a:gd name="T98" fmla="*/ 2404 w 3287"/>
                  <a:gd name="T99" fmla="*/ 353 h 428"/>
                  <a:gd name="T100" fmla="*/ 2480 w 3287"/>
                  <a:gd name="T101" fmla="*/ 373 h 428"/>
                  <a:gd name="T102" fmla="*/ 2562 w 3287"/>
                  <a:gd name="T103" fmla="*/ 380 h 428"/>
                  <a:gd name="T104" fmla="*/ 2645 w 3287"/>
                  <a:gd name="T105" fmla="*/ 394 h 428"/>
                  <a:gd name="T106" fmla="*/ 2721 w 3287"/>
                  <a:gd name="T107" fmla="*/ 401 h 428"/>
                  <a:gd name="T108" fmla="*/ 2804 w 3287"/>
                  <a:gd name="T109" fmla="*/ 408 h 428"/>
                  <a:gd name="T110" fmla="*/ 2880 w 3287"/>
                  <a:gd name="T111" fmla="*/ 415 h 428"/>
                  <a:gd name="T112" fmla="*/ 2963 w 3287"/>
                  <a:gd name="T113" fmla="*/ 415 h 428"/>
                  <a:gd name="T114" fmla="*/ 3046 w 3287"/>
                  <a:gd name="T115" fmla="*/ 422 h 428"/>
                  <a:gd name="T116" fmla="*/ 3122 w 3287"/>
                  <a:gd name="T117" fmla="*/ 422 h 428"/>
                  <a:gd name="T118" fmla="*/ 3205 w 3287"/>
                  <a:gd name="T119" fmla="*/ 422 h 428"/>
                  <a:gd name="T120" fmla="*/ 3287 w 3287"/>
                  <a:gd name="T121" fmla="*/ 428 h 4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428">
                    <a:moveTo>
                      <a:pt x="0" y="428"/>
                    </a:moveTo>
                    <a:lnTo>
                      <a:pt x="76" y="422"/>
                    </a:lnTo>
                    <a:lnTo>
                      <a:pt x="159" y="422"/>
                    </a:lnTo>
                    <a:lnTo>
                      <a:pt x="235" y="422"/>
                    </a:lnTo>
                    <a:lnTo>
                      <a:pt x="318" y="415"/>
                    </a:lnTo>
                    <a:lnTo>
                      <a:pt x="401" y="415"/>
                    </a:lnTo>
                    <a:lnTo>
                      <a:pt x="477" y="408"/>
                    </a:lnTo>
                    <a:lnTo>
                      <a:pt x="560" y="401"/>
                    </a:lnTo>
                    <a:lnTo>
                      <a:pt x="636" y="394"/>
                    </a:lnTo>
                    <a:lnTo>
                      <a:pt x="719" y="380"/>
                    </a:lnTo>
                    <a:lnTo>
                      <a:pt x="801" y="373"/>
                    </a:lnTo>
                    <a:lnTo>
                      <a:pt x="877" y="353"/>
                    </a:lnTo>
                    <a:lnTo>
                      <a:pt x="960" y="332"/>
                    </a:lnTo>
                    <a:lnTo>
                      <a:pt x="1036" y="311"/>
                    </a:lnTo>
                    <a:lnTo>
                      <a:pt x="1119" y="277"/>
                    </a:lnTo>
                    <a:lnTo>
                      <a:pt x="1133" y="270"/>
                    </a:lnTo>
                    <a:lnTo>
                      <a:pt x="1202" y="235"/>
                    </a:lnTo>
                    <a:lnTo>
                      <a:pt x="1264" y="201"/>
                    </a:lnTo>
                    <a:lnTo>
                      <a:pt x="1319" y="159"/>
                    </a:lnTo>
                    <a:lnTo>
                      <a:pt x="1368" y="125"/>
                    </a:lnTo>
                    <a:lnTo>
                      <a:pt x="1409" y="90"/>
                    </a:lnTo>
                    <a:lnTo>
                      <a:pt x="1444" y="62"/>
                    </a:lnTo>
                    <a:lnTo>
                      <a:pt x="1478" y="35"/>
                    </a:lnTo>
                    <a:lnTo>
                      <a:pt x="1513" y="14"/>
                    </a:lnTo>
                    <a:lnTo>
                      <a:pt x="1533" y="0"/>
                    </a:lnTo>
                    <a:lnTo>
                      <a:pt x="1561" y="0"/>
                    </a:lnTo>
                    <a:lnTo>
                      <a:pt x="1582" y="0"/>
                    </a:lnTo>
                    <a:lnTo>
                      <a:pt x="1596" y="0"/>
                    </a:lnTo>
                    <a:lnTo>
                      <a:pt x="1609" y="7"/>
                    </a:lnTo>
                    <a:lnTo>
                      <a:pt x="1623" y="21"/>
                    </a:lnTo>
                    <a:lnTo>
                      <a:pt x="1637" y="35"/>
                    </a:lnTo>
                    <a:lnTo>
                      <a:pt x="1651" y="21"/>
                    </a:lnTo>
                    <a:lnTo>
                      <a:pt x="1665" y="14"/>
                    </a:lnTo>
                    <a:lnTo>
                      <a:pt x="1678" y="0"/>
                    </a:lnTo>
                    <a:lnTo>
                      <a:pt x="1699" y="0"/>
                    </a:lnTo>
                    <a:lnTo>
                      <a:pt x="1720" y="0"/>
                    </a:lnTo>
                    <a:lnTo>
                      <a:pt x="1741" y="0"/>
                    </a:lnTo>
                    <a:lnTo>
                      <a:pt x="1768" y="14"/>
                    </a:lnTo>
                    <a:lnTo>
                      <a:pt x="1796" y="35"/>
                    </a:lnTo>
                    <a:lnTo>
                      <a:pt x="1830" y="56"/>
                    </a:lnTo>
                    <a:lnTo>
                      <a:pt x="1865" y="90"/>
                    </a:lnTo>
                    <a:lnTo>
                      <a:pt x="1913" y="125"/>
                    </a:lnTo>
                    <a:lnTo>
                      <a:pt x="1962" y="159"/>
                    </a:lnTo>
                    <a:lnTo>
                      <a:pt x="2017" y="201"/>
                    </a:lnTo>
                    <a:lnTo>
                      <a:pt x="2079" y="235"/>
                    </a:lnTo>
                    <a:lnTo>
                      <a:pt x="2148" y="270"/>
                    </a:lnTo>
                    <a:lnTo>
                      <a:pt x="2162" y="277"/>
                    </a:lnTo>
                    <a:lnTo>
                      <a:pt x="2245" y="311"/>
                    </a:lnTo>
                    <a:lnTo>
                      <a:pt x="2321" y="332"/>
                    </a:lnTo>
                    <a:lnTo>
                      <a:pt x="2404" y="353"/>
                    </a:lnTo>
                    <a:lnTo>
                      <a:pt x="2480" y="373"/>
                    </a:lnTo>
                    <a:lnTo>
                      <a:pt x="2562" y="380"/>
                    </a:lnTo>
                    <a:lnTo>
                      <a:pt x="2645" y="394"/>
                    </a:lnTo>
                    <a:lnTo>
                      <a:pt x="2721" y="401"/>
                    </a:lnTo>
                    <a:lnTo>
                      <a:pt x="2804" y="408"/>
                    </a:lnTo>
                    <a:lnTo>
                      <a:pt x="2880" y="415"/>
                    </a:lnTo>
                    <a:lnTo>
                      <a:pt x="2963" y="415"/>
                    </a:lnTo>
                    <a:lnTo>
                      <a:pt x="3046" y="422"/>
                    </a:lnTo>
                    <a:lnTo>
                      <a:pt x="3122" y="422"/>
                    </a:lnTo>
                    <a:lnTo>
                      <a:pt x="3205" y="422"/>
                    </a:lnTo>
                    <a:lnTo>
                      <a:pt x="3287" y="428"/>
                    </a:lnTo>
                  </a:path>
                </a:pathLst>
              </a:custGeom>
              <a:noFill/>
              <a:ln w="2222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4" name="Freeform 112">
                <a:extLst>
                  <a:ext uri="{FF2B5EF4-FFF2-40B4-BE49-F238E27FC236}">
                    <a16:creationId xmlns:a16="http://schemas.microsoft.com/office/drawing/2014/main" id="{985326A3-2F4B-A00C-C22C-CEC73F61D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707"/>
                <a:ext cx="3287" cy="324"/>
              </a:xfrm>
              <a:custGeom>
                <a:avLst/>
                <a:gdLst>
                  <a:gd name="T0" fmla="*/ 0 w 3287"/>
                  <a:gd name="T1" fmla="*/ 324 h 324"/>
                  <a:gd name="T2" fmla="*/ 76 w 3287"/>
                  <a:gd name="T3" fmla="*/ 318 h 324"/>
                  <a:gd name="T4" fmla="*/ 159 w 3287"/>
                  <a:gd name="T5" fmla="*/ 318 h 324"/>
                  <a:gd name="T6" fmla="*/ 235 w 3287"/>
                  <a:gd name="T7" fmla="*/ 318 h 324"/>
                  <a:gd name="T8" fmla="*/ 318 w 3287"/>
                  <a:gd name="T9" fmla="*/ 311 h 324"/>
                  <a:gd name="T10" fmla="*/ 401 w 3287"/>
                  <a:gd name="T11" fmla="*/ 311 h 324"/>
                  <a:gd name="T12" fmla="*/ 477 w 3287"/>
                  <a:gd name="T13" fmla="*/ 304 h 324"/>
                  <a:gd name="T14" fmla="*/ 560 w 3287"/>
                  <a:gd name="T15" fmla="*/ 297 h 324"/>
                  <a:gd name="T16" fmla="*/ 636 w 3287"/>
                  <a:gd name="T17" fmla="*/ 290 h 324"/>
                  <a:gd name="T18" fmla="*/ 719 w 3287"/>
                  <a:gd name="T19" fmla="*/ 283 h 324"/>
                  <a:gd name="T20" fmla="*/ 801 w 3287"/>
                  <a:gd name="T21" fmla="*/ 269 h 324"/>
                  <a:gd name="T22" fmla="*/ 877 w 3287"/>
                  <a:gd name="T23" fmla="*/ 255 h 324"/>
                  <a:gd name="T24" fmla="*/ 960 w 3287"/>
                  <a:gd name="T25" fmla="*/ 242 h 324"/>
                  <a:gd name="T26" fmla="*/ 1036 w 3287"/>
                  <a:gd name="T27" fmla="*/ 221 h 324"/>
                  <a:gd name="T28" fmla="*/ 1119 w 3287"/>
                  <a:gd name="T29" fmla="*/ 193 h 324"/>
                  <a:gd name="T30" fmla="*/ 1133 w 3287"/>
                  <a:gd name="T31" fmla="*/ 186 h 324"/>
                  <a:gd name="T32" fmla="*/ 1202 w 3287"/>
                  <a:gd name="T33" fmla="*/ 159 h 324"/>
                  <a:gd name="T34" fmla="*/ 1264 w 3287"/>
                  <a:gd name="T35" fmla="*/ 124 h 324"/>
                  <a:gd name="T36" fmla="*/ 1319 w 3287"/>
                  <a:gd name="T37" fmla="*/ 97 h 324"/>
                  <a:gd name="T38" fmla="*/ 1368 w 3287"/>
                  <a:gd name="T39" fmla="*/ 69 h 324"/>
                  <a:gd name="T40" fmla="*/ 1409 w 3287"/>
                  <a:gd name="T41" fmla="*/ 41 h 324"/>
                  <a:gd name="T42" fmla="*/ 1444 w 3287"/>
                  <a:gd name="T43" fmla="*/ 28 h 324"/>
                  <a:gd name="T44" fmla="*/ 1478 w 3287"/>
                  <a:gd name="T45" fmla="*/ 14 h 324"/>
                  <a:gd name="T46" fmla="*/ 1513 w 3287"/>
                  <a:gd name="T47" fmla="*/ 0 h 324"/>
                  <a:gd name="T48" fmla="*/ 1533 w 3287"/>
                  <a:gd name="T49" fmla="*/ 0 h 324"/>
                  <a:gd name="T50" fmla="*/ 1561 w 3287"/>
                  <a:gd name="T51" fmla="*/ 0 h 324"/>
                  <a:gd name="T52" fmla="*/ 1582 w 3287"/>
                  <a:gd name="T53" fmla="*/ 7 h 324"/>
                  <a:gd name="T54" fmla="*/ 1596 w 3287"/>
                  <a:gd name="T55" fmla="*/ 14 h 324"/>
                  <a:gd name="T56" fmla="*/ 1609 w 3287"/>
                  <a:gd name="T57" fmla="*/ 28 h 324"/>
                  <a:gd name="T58" fmla="*/ 1623 w 3287"/>
                  <a:gd name="T59" fmla="*/ 34 h 324"/>
                  <a:gd name="T60" fmla="*/ 1637 w 3287"/>
                  <a:gd name="T61" fmla="*/ 48 h 324"/>
                  <a:gd name="T62" fmla="*/ 1651 w 3287"/>
                  <a:gd name="T63" fmla="*/ 41 h 324"/>
                  <a:gd name="T64" fmla="*/ 1665 w 3287"/>
                  <a:gd name="T65" fmla="*/ 28 h 324"/>
                  <a:gd name="T66" fmla="*/ 1678 w 3287"/>
                  <a:gd name="T67" fmla="*/ 14 h 324"/>
                  <a:gd name="T68" fmla="*/ 1699 w 3287"/>
                  <a:gd name="T69" fmla="*/ 7 h 324"/>
                  <a:gd name="T70" fmla="*/ 1720 w 3287"/>
                  <a:gd name="T71" fmla="*/ 0 h 324"/>
                  <a:gd name="T72" fmla="*/ 1741 w 3287"/>
                  <a:gd name="T73" fmla="*/ 0 h 324"/>
                  <a:gd name="T74" fmla="*/ 1768 w 3287"/>
                  <a:gd name="T75" fmla="*/ 0 h 324"/>
                  <a:gd name="T76" fmla="*/ 1796 w 3287"/>
                  <a:gd name="T77" fmla="*/ 7 h 324"/>
                  <a:gd name="T78" fmla="*/ 1830 w 3287"/>
                  <a:gd name="T79" fmla="*/ 21 h 324"/>
                  <a:gd name="T80" fmla="*/ 1865 w 3287"/>
                  <a:gd name="T81" fmla="*/ 41 h 324"/>
                  <a:gd name="T82" fmla="*/ 1913 w 3287"/>
                  <a:gd name="T83" fmla="*/ 69 h 324"/>
                  <a:gd name="T84" fmla="*/ 1962 w 3287"/>
                  <a:gd name="T85" fmla="*/ 97 h 324"/>
                  <a:gd name="T86" fmla="*/ 2017 w 3287"/>
                  <a:gd name="T87" fmla="*/ 124 h 324"/>
                  <a:gd name="T88" fmla="*/ 2079 w 3287"/>
                  <a:gd name="T89" fmla="*/ 159 h 324"/>
                  <a:gd name="T90" fmla="*/ 2148 w 3287"/>
                  <a:gd name="T91" fmla="*/ 186 h 324"/>
                  <a:gd name="T92" fmla="*/ 2162 w 3287"/>
                  <a:gd name="T93" fmla="*/ 193 h 324"/>
                  <a:gd name="T94" fmla="*/ 2245 w 3287"/>
                  <a:gd name="T95" fmla="*/ 221 h 324"/>
                  <a:gd name="T96" fmla="*/ 2321 w 3287"/>
                  <a:gd name="T97" fmla="*/ 242 h 324"/>
                  <a:gd name="T98" fmla="*/ 2404 w 3287"/>
                  <a:gd name="T99" fmla="*/ 255 h 324"/>
                  <a:gd name="T100" fmla="*/ 2480 w 3287"/>
                  <a:gd name="T101" fmla="*/ 269 h 324"/>
                  <a:gd name="T102" fmla="*/ 2562 w 3287"/>
                  <a:gd name="T103" fmla="*/ 283 h 324"/>
                  <a:gd name="T104" fmla="*/ 2645 w 3287"/>
                  <a:gd name="T105" fmla="*/ 290 h 324"/>
                  <a:gd name="T106" fmla="*/ 2721 w 3287"/>
                  <a:gd name="T107" fmla="*/ 297 h 324"/>
                  <a:gd name="T108" fmla="*/ 2804 w 3287"/>
                  <a:gd name="T109" fmla="*/ 304 h 324"/>
                  <a:gd name="T110" fmla="*/ 2880 w 3287"/>
                  <a:gd name="T111" fmla="*/ 311 h 324"/>
                  <a:gd name="T112" fmla="*/ 2963 w 3287"/>
                  <a:gd name="T113" fmla="*/ 311 h 324"/>
                  <a:gd name="T114" fmla="*/ 3046 w 3287"/>
                  <a:gd name="T115" fmla="*/ 318 h 324"/>
                  <a:gd name="T116" fmla="*/ 3122 w 3287"/>
                  <a:gd name="T117" fmla="*/ 318 h 324"/>
                  <a:gd name="T118" fmla="*/ 3205 w 3287"/>
                  <a:gd name="T119" fmla="*/ 318 h 324"/>
                  <a:gd name="T120" fmla="*/ 3287 w 3287"/>
                  <a:gd name="T121" fmla="*/ 324 h 32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324">
                    <a:moveTo>
                      <a:pt x="0" y="324"/>
                    </a:moveTo>
                    <a:lnTo>
                      <a:pt x="76" y="318"/>
                    </a:lnTo>
                    <a:lnTo>
                      <a:pt x="159" y="318"/>
                    </a:lnTo>
                    <a:lnTo>
                      <a:pt x="235" y="318"/>
                    </a:lnTo>
                    <a:lnTo>
                      <a:pt x="318" y="311"/>
                    </a:lnTo>
                    <a:lnTo>
                      <a:pt x="401" y="311"/>
                    </a:lnTo>
                    <a:lnTo>
                      <a:pt x="477" y="304"/>
                    </a:lnTo>
                    <a:lnTo>
                      <a:pt x="560" y="297"/>
                    </a:lnTo>
                    <a:lnTo>
                      <a:pt x="636" y="290"/>
                    </a:lnTo>
                    <a:lnTo>
                      <a:pt x="719" y="283"/>
                    </a:lnTo>
                    <a:lnTo>
                      <a:pt x="801" y="269"/>
                    </a:lnTo>
                    <a:lnTo>
                      <a:pt x="877" y="255"/>
                    </a:lnTo>
                    <a:lnTo>
                      <a:pt x="960" y="242"/>
                    </a:lnTo>
                    <a:lnTo>
                      <a:pt x="1036" y="221"/>
                    </a:lnTo>
                    <a:lnTo>
                      <a:pt x="1119" y="193"/>
                    </a:lnTo>
                    <a:lnTo>
                      <a:pt x="1133" y="186"/>
                    </a:lnTo>
                    <a:lnTo>
                      <a:pt x="1202" y="159"/>
                    </a:lnTo>
                    <a:lnTo>
                      <a:pt x="1264" y="124"/>
                    </a:lnTo>
                    <a:lnTo>
                      <a:pt x="1319" y="97"/>
                    </a:lnTo>
                    <a:lnTo>
                      <a:pt x="1368" y="69"/>
                    </a:lnTo>
                    <a:lnTo>
                      <a:pt x="1409" y="41"/>
                    </a:lnTo>
                    <a:lnTo>
                      <a:pt x="1444" y="28"/>
                    </a:lnTo>
                    <a:lnTo>
                      <a:pt x="1478" y="14"/>
                    </a:lnTo>
                    <a:lnTo>
                      <a:pt x="1513" y="0"/>
                    </a:lnTo>
                    <a:lnTo>
                      <a:pt x="1533" y="0"/>
                    </a:lnTo>
                    <a:lnTo>
                      <a:pt x="1561" y="0"/>
                    </a:lnTo>
                    <a:lnTo>
                      <a:pt x="1582" y="7"/>
                    </a:lnTo>
                    <a:lnTo>
                      <a:pt x="1596" y="14"/>
                    </a:lnTo>
                    <a:lnTo>
                      <a:pt x="1609" y="28"/>
                    </a:lnTo>
                    <a:lnTo>
                      <a:pt x="1623" y="34"/>
                    </a:lnTo>
                    <a:lnTo>
                      <a:pt x="1637" y="48"/>
                    </a:lnTo>
                    <a:lnTo>
                      <a:pt x="1651" y="41"/>
                    </a:lnTo>
                    <a:lnTo>
                      <a:pt x="1665" y="28"/>
                    </a:lnTo>
                    <a:lnTo>
                      <a:pt x="1678" y="14"/>
                    </a:lnTo>
                    <a:lnTo>
                      <a:pt x="1699" y="7"/>
                    </a:lnTo>
                    <a:lnTo>
                      <a:pt x="1720" y="0"/>
                    </a:lnTo>
                    <a:lnTo>
                      <a:pt x="1741" y="0"/>
                    </a:lnTo>
                    <a:lnTo>
                      <a:pt x="1768" y="0"/>
                    </a:lnTo>
                    <a:lnTo>
                      <a:pt x="1796" y="7"/>
                    </a:lnTo>
                    <a:lnTo>
                      <a:pt x="1830" y="21"/>
                    </a:lnTo>
                    <a:lnTo>
                      <a:pt x="1865" y="41"/>
                    </a:lnTo>
                    <a:lnTo>
                      <a:pt x="1913" y="69"/>
                    </a:lnTo>
                    <a:lnTo>
                      <a:pt x="1962" y="97"/>
                    </a:lnTo>
                    <a:lnTo>
                      <a:pt x="2017" y="124"/>
                    </a:lnTo>
                    <a:lnTo>
                      <a:pt x="2079" y="159"/>
                    </a:lnTo>
                    <a:lnTo>
                      <a:pt x="2148" y="186"/>
                    </a:lnTo>
                    <a:lnTo>
                      <a:pt x="2162" y="193"/>
                    </a:lnTo>
                    <a:lnTo>
                      <a:pt x="2245" y="221"/>
                    </a:lnTo>
                    <a:lnTo>
                      <a:pt x="2321" y="242"/>
                    </a:lnTo>
                    <a:lnTo>
                      <a:pt x="2404" y="255"/>
                    </a:lnTo>
                    <a:lnTo>
                      <a:pt x="2480" y="269"/>
                    </a:lnTo>
                    <a:lnTo>
                      <a:pt x="2562" y="283"/>
                    </a:lnTo>
                    <a:lnTo>
                      <a:pt x="2645" y="290"/>
                    </a:lnTo>
                    <a:lnTo>
                      <a:pt x="2721" y="297"/>
                    </a:lnTo>
                    <a:lnTo>
                      <a:pt x="2804" y="304"/>
                    </a:lnTo>
                    <a:lnTo>
                      <a:pt x="2880" y="311"/>
                    </a:lnTo>
                    <a:lnTo>
                      <a:pt x="2963" y="311"/>
                    </a:lnTo>
                    <a:lnTo>
                      <a:pt x="3046" y="318"/>
                    </a:lnTo>
                    <a:lnTo>
                      <a:pt x="3122" y="318"/>
                    </a:lnTo>
                    <a:lnTo>
                      <a:pt x="3205" y="318"/>
                    </a:lnTo>
                    <a:lnTo>
                      <a:pt x="3287" y="324"/>
                    </a:lnTo>
                  </a:path>
                </a:pathLst>
              </a:custGeom>
              <a:noFill/>
              <a:ln w="22225">
                <a:solidFill>
                  <a:srgbClr val="3F3F3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5" name="Freeform 113">
                <a:extLst>
                  <a:ext uri="{FF2B5EF4-FFF2-40B4-BE49-F238E27FC236}">
                    <a16:creationId xmlns:a16="http://schemas.microsoft.com/office/drawing/2014/main" id="{D7F296CF-10CC-7C89-CF94-618F54247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790"/>
                <a:ext cx="3287" cy="241"/>
              </a:xfrm>
              <a:custGeom>
                <a:avLst/>
                <a:gdLst>
                  <a:gd name="T0" fmla="*/ 0 w 3287"/>
                  <a:gd name="T1" fmla="*/ 241 h 241"/>
                  <a:gd name="T2" fmla="*/ 76 w 3287"/>
                  <a:gd name="T3" fmla="*/ 241 h 241"/>
                  <a:gd name="T4" fmla="*/ 159 w 3287"/>
                  <a:gd name="T5" fmla="*/ 235 h 241"/>
                  <a:gd name="T6" fmla="*/ 235 w 3287"/>
                  <a:gd name="T7" fmla="*/ 235 h 241"/>
                  <a:gd name="T8" fmla="*/ 318 w 3287"/>
                  <a:gd name="T9" fmla="*/ 235 h 241"/>
                  <a:gd name="T10" fmla="*/ 401 w 3287"/>
                  <a:gd name="T11" fmla="*/ 228 h 241"/>
                  <a:gd name="T12" fmla="*/ 477 w 3287"/>
                  <a:gd name="T13" fmla="*/ 228 h 241"/>
                  <a:gd name="T14" fmla="*/ 560 w 3287"/>
                  <a:gd name="T15" fmla="*/ 221 h 241"/>
                  <a:gd name="T16" fmla="*/ 636 w 3287"/>
                  <a:gd name="T17" fmla="*/ 214 h 241"/>
                  <a:gd name="T18" fmla="*/ 719 w 3287"/>
                  <a:gd name="T19" fmla="*/ 207 h 241"/>
                  <a:gd name="T20" fmla="*/ 801 w 3287"/>
                  <a:gd name="T21" fmla="*/ 193 h 241"/>
                  <a:gd name="T22" fmla="*/ 877 w 3287"/>
                  <a:gd name="T23" fmla="*/ 186 h 241"/>
                  <a:gd name="T24" fmla="*/ 960 w 3287"/>
                  <a:gd name="T25" fmla="*/ 166 h 241"/>
                  <a:gd name="T26" fmla="*/ 1036 w 3287"/>
                  <a:gd name="T27" fmla="*/ 152 h 241"/>
                  <a:gd name="T28" fmla="*/ 1119 w 3287"/>
                  <a:gd name="T29" fmla="*/ 124 h 241"/>
                  <a:gd name="T30" fmla="*/ 1133 w 3287"/>
                  <a:gd name="T31" fmla="*/ 124 h 241"/>
                  <a:gd name="T32" fmla="*/ 1202 w 3287"/>
                  <a:gd name="T33" fmla="*/ 96 h 241"/>
                  <a:gd name="T34" fmla="*/ 1264 w 3287"/>
                  <a:gd name="T35" fmla="*/ 76 h 241"/>
                  <a:gd name="T36" fmla="*/ 1319 w 3287"/>
                  <a:gd name="T37" fmla="*/ 55 h 241"/>
                  <a:gd name="T38" fmla="*/ 1368 w 3287"/>
                  <a:gd name="T39" fmla="*/ 34 h 241"/>
                  <a:gd name="T40" fmla="*/ 1409 w 3287"/>
                  <a:gd name="T41" fmla="*/ 20 h 241"/>
                  <a:gd name="T42" fmla="*/ 1444 w 3287"/>
                  <a:gd name="T43" fmla="*/ 7 h 241"/>
                  <a:gd name="T44" fmla="*/ 1478 w 3287"/>
                  <a:gd name="T45" fmla="*/ 7 h 241"/>
                  <a:gd name="T46" fmla="*/ 1513 w 3287"/>
                  <a:gd name="T47" fmla="*/ 0 h 241"/>
                  <a:gd name="T48" fmla="*/ 1533 w 3287"/>
                  <a:gd name="T49" fmla="*/ 7 h 241"/>
                  <a:gd name="T50" fmla="*/ 1561 w 3287"/>
                  <a:gd name="T51" fmla="*/ 14 h 241"/>
                  <a:gd name="T52" fmla="*/ 1582 w 3287"/>
                  <a:gd name="T53" fmla="*/ 20 h 241"/>
                  <a:gd name="T54" fmla="*/ 1596 w 3287"/>
                  <a:gd name="T55" fmla="*/ 34 h 241"/>
                  <a:gd name="T56" fmla="*/ 1609 w 3287"/>
                  <a:gd name="T57" fmla="*/ 41 h 241"/>
                  <a:gd name="T58" fmla="*/ 1623 w 3287"/>
                  <a:gd name="T59" fmla="*/ 55 h 241"/>
                  <a:gd name="T60" fmla="*/ 1637 w 3287"/>
                  <a:gd name="T61" fmla="*/ 69 h 241"/>
                  <a:gd name="T62" fmla="*/ 1651 w 3287"/>
                  <a:gd name="T63" fmla="*/ 62 h 241"/>
                  <a:gd name="T64" fmla="*/ 1665 w 3287"/>
                  <a:gd name="T65" fmla="*/ 48 h 241"/>
                  <a:gd name="T66" fmla="*/ 1678 w 3287"/>
                  <a:gd name="T67" fmla="*/ 34 h 241"/>
                  <a:gd name="T68" fmla="*/ 1699 w 3287"/>
                  <a:gd name="T69" fmla="*/ 20 h 241"/>
                  <a:gd name="T70" fmla="*/ 1720 w 3287"/>
                  <a:gd name="T71" fmla="*/ 14 h 241"/>
                  <a:gd name="T72" fmla="*/ 1741 w 3287"/>
                  <a:gd name="T73" fmla="*/ 7 h 241"/>
                  <a:gd name="T74" fmla="*/ 1768 w 3287"/>
                  <a:gd name="T75" fmla="*/ 7 h 241"/>
                  <a:gd name="T76" fmla="*/ 1796 w 3287"/>
                  <a:gd name="T77" fmla="*/ 7 h 241"/>
                  <a:gd name="T78" fmla="*/ 1830 w 3287"/>
                  <a:gd name="T79" fmla="*/ 7 h 241"/>
                  <a:gd name="T80" fmla="*/ 1865 w 3287"/>
                  <a:gd name="T81" fmla="*/ 20 h 241"/>
                  <a:gd name="T82" fmla="*/ 1913 w 3287"/>
                  <a:gd name="T83" fmla="*/ 34 h 241"/>
                  <a:gd name="T84" fmla="*/ 1962 w 3287"/>
                  <a:gd name="T85" fmla="*/ 55 h 241"/>
                  <a:gd name="T86" fmla="*/ 2017 w 3287"/>
                  <a:gd name="T87" fmla="*/ 76 h 241"/>
                  <a:gd name="T88" fmla="*/ 2079 w 3287"/>
                  <a:gd name="T89" fmla="*/ 96 h 241"/>
                  <a:gd name="T90" fmla="*/ 2148 w 3287"/>
                  <a:gd name="T91" fmla="*/ 124 h 241"/>
                  <a:gd name="T92" fmla="*/ 2162 w 3287"/>
                  <a:gd name="T93" fmla="*/ 124 h 241"/>
                  <a:gd name="T94" fmla="*/ 2245 w 3287"/>
                  <a:gd name="T95" fmla="*/ 152 h 241"/>
                  <a:gd name="T96" fmla="*/ 2321 w 3287"/>
                  <a:gd name="T97" fmla="*/ 166 h 241"/>
                  <a:gd name="T98" fmla="*/ 2404 w 3287"/>
                  <a:gd name="T99" fmla="*/ 186 h 241"/>
                  <a:gd name="T100" fmla="*/ 2480 w 3287"/>
                  <a:gd name="T101" fmla="*/ 193 h 241"/>
                  <a:gd name="T102" fmla="*/ 2562 w 3287"/>
                  <a:gd name="T103" fmla="*/ 207 h 241"/>
                  <a:gd name="T104" fmla="*/ 2645 w 3287"/>
                  <a:gd name="T105" fmla="*/ 214 h 241"/>
                  <a:gd name="T106" fmla="*/ 2721 w 3287"/>
                  <a:gd name="T107" fmla="*/ 221 h 241"/>
                  <a:gd name="T108" fmla="*/ 2804 w 3287"/>
                  <a:gd name="T109" fmla="*/ 228 h 241"/>
                  <a:gd name="T110" fmla="*/ 2880 w 3287"/>
                  <a:gd name="T111" fmla="*/ 228 h 241"/>
                  <a:gd name="T112" fmla="*/ 2963 w 3287"/>
                  <a:gd name="T113" fmla="*/ 235 h 241"/>
                  <a:gd name="T114" fmla="*/ 3046 w 3287"/>
                  <a:gd name="T115" fmla="*/ 235 h 241"/>
                  <a:gd name="T116" fmla="*/ 3122 w 3287"/>
                  <a:gd name="T117" fmla="*/ 235 h 241"/>
                  <a:gd name="T118" fmla="*/ 3205 w 3287"/>
                  <a:gd name="T119" fmla="*/ 241 h 241"/>
                  <a:gd name="T120" fmla="*/ 3287 w 3287"/>
                  <a:gd name="T121" fmla="*/ 241 h 2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241">
                    <a:moveTo>
                      <a:pt x="0" y="241"/>
                    </a:moveTo>
                    <a:lnTo>
                      <a:pt x="76" y="241"/>
                    </a:lnTo>
                    <a:lnTo>
                      <a:pt x="159" y="235"/>
                    </a:lnTo>
                    <a:lnTo>
                      <a:pt x="235" y="235"/>
                    </a:lnTo>
                    <a:lnTo>
                      <a:pt x="318" y="235"/>
                    </a:lnTo>
                    <a:lnTo>
                      <a:pt x="401" y="228"/>
                    </a:lnTo>
                    <a:lnTo>
                      <a:pt x="477" y="228"/>
                    </a:lnTo>
                    <a:lnTo>
                      <a:pt x="560" y="221"/>
                    </a:lnTo>
                    <a:lnTo>
                      <a:pt x="636" y="214"/>
                    </a:lnTo>
                    <a:lnTo>
                      <a:pt x="719" y="207"/>
                    </a:lnTo>
                    <a:lnTo>
                      <a:pt x="801" y="193"/>
                    </a:lnTo>
                    <a:lnTo>
                      <a:pt x="877" y="186"/>
                    </a:lnTo>
                    <a:lnTo>
                      <a:pt x="960" y="166"/>
                    </a:lnTo>
                    <a:lnTo>
                      <a:pt x="1036" y="152"/>
                    </a:lnTo>
                    <a:lnTo>
                      <a:pt x="1119" y="124"/>
                    </a:lnTo>
                    <a:lnTo>
                      <a:pt x="1133" y="124"/>
                    </a:lnTo>
                    <a:lnTo>
                      <a:pt x="1202" y="96"/>
                    </a:lnTo>
                    <a:lnTo>
                      <a:pt x="1264" y="76"/>
                    </a:lnTo>
                    <a:lnTo>
                      <a:pt x="1319" y="55"/>
                    </a:lnTo>
                    <a:lnTo>
                      <a:pt x="1368" y="34"/>
                    </a:lnTo>
                    <a:lnTo>
                      <a:pt x="1409" y="20"/>
                    </a:lnTo>
                    <a:lnTo>
                      <a:pt x="1444" y="7"/>
                    </a:lnTo>
                    <a:lnTo>
                      <a:pt x="1478" y="7"/>
                    </a:lnTo>
                    <a:lnTo>
                      <a:pt x="1513" y="0"/>
                    </a:lnTo>
                    <a:lnTo>
                      <a:pt x="1533" y="7"/>
                    </a:lnTo>
                    <a:lnTo>
                      <a:pt x="1561" y="14"/>
                    </a:lnTo>
                    <a:lnTo>
                      <a:pt x="1582" y="20"/>
                    </a:lnTo>
                    <a:lnTo>
                      <a:pt x="1596" y="34"/>
                    </a:lnTo>
                    <a:lnTo>
                      <a:pt x="1609" y="41"/>
                    </a:lnTo>
                    <a:lnTo>
                      <a:pt x="1623" y="55"/>
                    </a:lnTo>
                    <a:lnTo>
                      <a:pt x="1637" y="69"/>
                    </a:lnTo>
                    <a:lnTo>
                      <a:pt x="1651" y="62"/>
                    </a:lnTo>
                    <a:lnTo>
                      <a:pt x="1665" y="48"/>
                    </a:lnTo>
                    <a:lnTo>
                      <a:pt x="1678" y="34"/>
                    </a:lnTo>
                    <a:lnTo>
                      <a:pt x="1699" y="20"/>
                    </a:lnTo>
                    <a:lnTo>
                      <a:pt x="1720" y="14"/>
                    </a:lnTo>
                    <a:lnTo>
                      <a:pt x="1741" y="7"/>
                    </a:lnTo>
                    <a:lnTo>
                      <a:pt x="1768" y="7"/>
                    </a:lnTo>
                    <a:lnTo>
                      <a:pt x="1796" y="7"/>
                    </a:lnTo>
                    <a:lnTo>
                      <a:pt x="1830" y="7"/>
                    </a:lnTo>
                    <a:lnTo>
                      <a:pt x="1865" y="20"/>
                    </a:lnTo>
                    <a:lnTo>
                      <a:pt x="1913" y="34"/>
                    </a:lnTo>
                    <a:lnTo>
                      <a:pt x="1962" y="55"/>
                    </a:lnTo>
                    <a:lnTo>
                      <a:pt x="2017" y="76"/>
                    </a:lnTo>
                    <a:lnTo>
                      <a:pt x="2079" y="96"/>
                    </a:lnTo>
                    <a:lnTo>
                      <a:pt x="2148" y="124"/>
                    </a:lnTo>
                    <a:lnTo>
                      <a:pt x="2162" y="124"/>
                    </a:lnTo>
                    <a:lnTo>
                      <a:pt x="2245" y="152"/>
                    </a:lnTo>
                    <a:lnTo>
                      <a:pt x="2321" y="166"/>
                    </a:lnTo>
                    <a:lnTo>
                      <a:pt x="2404" y="186"/>
                    </a:lnTo>
                    <a:lnTo>
                      <a:pt x="2480" y="193"/>
                    </a:lnTo>
                    <a:lnTo>
                      <a:pt x="2562" y="207"/>
                    </a:lnTo>
                    <a:lnTo>
                      <a:pt x="2645" y="214"/>
                    </a:lnTo>
                    <a:lnTo>
                      <a:pt x="2721" y="221"/>
                    </a:lnTo>
                    <a:lnTo>
                      <a:pt x="2804" y="228"/>
                    </a:lnTo>
                    <a:lnTo>
                      <a:pt x="2880" y="228"/>
                    </a:lnTo>
                    <a:lnTo>
                      <a:pt x="2963" y="235"/>
                    </a:lnTo>
                    <a:lnTo>
                      <a:pt x="3046" y="235"/>
                    </a:lnTo>
                    <a:lnTo>
                      <a:pt x="3122" y="235"/>
                    </a:lnTo>
                    <a:lnTo>
                      <a:pt x="3205" y="241"/>
                    </a:lnTo>
                    <a:lnTo>
                      <a:pt x="3287" y="241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6" name="Freeform 114">
                <a:extLst>
                  <a:ext uri="{FF2B5EF4-FFF2-40B4-BE49-F238E27FC236}">
                    <a16:creationId xmlns:a16="http://schemas.microsoft.com/office/drawing/2014/main" id="{71D582EE-C0F9-FB8A-68B6-A08C80B4C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2921"/>
                <a:ext cx="3287" cy="110"/>
              </a:xfrm>
              <a:custGeom>
                <a:avLst/>
                <a:gdLst>
                  <a:gd name="T0" fmla="*/ 0 w 3287"/>
                  <a:gd name="T1" fmla="*/ 110 h 110"/>
                  <a:gd name="T2" fmla="*/ 76 w 3287"/>
                  <a:gd name="T3" fmla="*/ 110 h 110"/>
                  <a:gd name="T4" fmla="*/ 159 w 3287"/>
                  <a:gd name="T5" fmla="*/ 110 h 110"/>
                  <a:gd name="T6" fmla="*/ 235 w 3287"/>
                  <a:gd name="T7" fmla="*/ 104 h 110"/>
                  <a:gd name="T8" fmla="*/ 318 w 3287"/>
                  <a:gd name="T9" fmla="*/ 104 h 110"/>
                  <a:gd name="T10" fmla="*/ 401 w 3287"/>
                  <a:gd name="T11" fmla="*/ 104 h 110"/>
                  <a:gd name="T12" fmla="*/ 477 w 3287"/>
                  <a:gd name="T13" fmla="*/ 97 h 110"/>
                  <a:gd name="T14" fmla="*/ 560 w 3287"/>
                  <a:gd name="T15" fmla="*/ 97 h 110"/>
                  <a:gd name="T16" fmla="*/ 636 w 3287"/>
                  <a:gd name="T17" fmla="*/ 90 h 110"/>
                  <a:gd name="T18" fmla="*/ 719 w 3287"/>
                  <a:gd name="T19" fmla="*/ 83 h 110"/>
                  <a:gd name="T20" fmla="*/ 801 w 3287"/>
                  <a:gd name="T21" fmla="*/ 76 h 110"/>
                  <a:gd name="T22" fmla="*/ 877 w 3287"/>
                  <a:gd name="T23" fmla="*/ 69 h 110"/>
                  <a:gd name="T24" fmla="*/ 960 w 3287"/>
                  <a:gd name="T25" fmla="*/ 62 h 110"/>
                  <a:gd name="T26" fmla="*/ 1036 w 3287"/>
                  <a:gd name="T27" fmla="*/ 48 h 110"/>
                  <a:gd name="T28" fmla="*/ 1119 w 3287"/>
                  <a:gd name="T29" fmla="*/ 35 h 110"/>
                  <a:gd name="T30" fmla="*/ 1133 w 3287"/>
                  <a:gd name="T31" fmla="*/ 35 h 110"/>
                  <a:gd name="T32" fmla="*/ 1202 w 3287"/>
                  <a:gd name="T33" fmla="*/ 21 h 110"/>
                  <a:gd name="T34" fmla="*/ 1264 w 3287"/>
                  <a:gd name="T35" fmla="*/ 14 h 110"/>
                  <a:gd name="T36" fmla="*/ 1319 w 3287"/>
                  <a:gd name="T37" fmla="*/ 7 h 110"/>
                  <a:gd name="T38" fmla="*/ 1368 w 3287"/>
                  <a:gd name="T39" fmla="*/ 0 h 110"/>
                  <a:gd name="T40" fmla="*/ 1409 w 3287"/>
                  <a:gd name="T41" fmla="*/ 0 h 110"/>
                  <a:gd name="T42" fmla="*/ 1444 w 3287"/>
                  <a:gd name="T43" fmla="*/ 7 h 110"/>
                  <a:gd name="T44" fmla="*/ 1478 w 3287"/>
                  <a:gd name="T45" fmla="*/ 14 h 110"/>
                  <a:gd name="T46" fmla="*/ 1513 w 3287"/>
                  <a:gd name="T47" fmla="*/ 21 h 110"/>
                  <a:gd name="T48" fmla="*/ 1533 w 3287"/>
                  <a:gd name="T49" fmla="*/ 35 h 110"/>
                  <a:gd name="T50" fmla="*/ 1561 w 3287"/>
                  <a:gd name="T51" fmla="*/ 41 h 110"/>
                  <a:gd name="T52" fmla="*/ 1582 w 3287"/>
                  <a:gd name="T53" fmla="*/ 55 h 110"/>
                  <a:gd name="T54" fmla="*/ 1596 w 3287"/>
                  <a:gd name="T55" fmla="*/ 69 h 110"/>
                  <a:gd name="T56" fmla="*/ 1609 w 3287"/>
                  <a:gd name="T57" fmla="*/ 83 h 110"/>
                  <a:gd name="T58" fmla="*/ 1623 w 3287"/>
                  <a:gd name="T59" fmla="*/ 97 h 110"/>
                  <a:gd name="T60" fmla="*/ 1637 w 3287"/>
                  <a:gd name="T61" fmla="*/ 110 h 110"/>
                  <a:gd name="T62" fmla="*/ 1651 w 3287"/>
                  <a:gd name="T63" fmla="*/ 104 h 110"/>
                  <a:gd name="T64" fmla="*/ 1665 w 3287"/>
                  <a:gd name="T65" fmla="*/ 90 h 110"/>
                  <a:gd name="T66" fmla="*/ 1678 w 3287"/>
                  <a:gd name="T67" fmla="*/ 76 h 110"/>
                  <a:gd name="T68" fmla="*/ 1699 w 3287"/>
                  <a:gd name="T69" fmla="*/ 62 h 110"/>
                  <a:gd name="T70" fmla="*/ 1720 w 3287"/>
                  <a:gd name="T71" fmla="*/ 48 h 110"/>
                  <a:gd name="T72" fmla="*/ 1741 w 3287"/>
                  <a:gd name="T73" fmla="*/ 35 h 110"/>
                  <a:gd name="T74" fmla="*/ 1768 w 3287"/>
                  <a:gd name="T75" fmla="*/ 21 h 110"/>
                  <a:gd name="T76" fmla="*/ 1796 w 3287"/>
                  <a:gd name="T77" fmla="*/ 14 h 110"/>
                  <a:gd name="T78" fmla="*/ 1830 w 3287"/>
                  <a:gd name="T79" fmla="*/ 7 h 110"/>
                  <a:gd name="T80" fmla="*/ 1865 w 3287"/>
                  <a:gd name="T81" fmla="*/ 0 h 110"/>
                  <a:gd name="T82" fmla="*/ 1913 w 3287"/>
                  <a:gd name="T83" fmla="*/ 0 h 110"/>
                  <a:gd name="T84" fmla="*/ 1962 w 3287"/>
                  <a:gd name="T85" fmla="*/ 7 h 110"/>
                  <a:gd name="T86" fmla="*/ 2017 w 3287"/>
                  <a:gd name="T87" fmla="*/ 14 h 110"/>
                  <a:gd name="T88" fmla="*/ 2079 w 3287"/>
                  <a:gd name="T89" fmla="*/ 21 h 110"/>
                  <a:gd name="T90" fmla="*/ 2148 w 3287"/>
                  <a:gd name="T91" fmla="*/ 35 h 110"/>
                  <a:gd name="T92" fmla="*/ 2162 w 3287"/>
                  <a:gd name="T93" fmla="*/ 35 h 110"/>
                  <a:gd name="T94" fmla="*/ 2245 w 3287"/>
                  <a:gd name="T95" fmla="*/ 48 h 110"/>
                  <a:gd name="T96" fmla="*/ 2321 w 3287"/>
                  <a:gd name="T97" fmla="*/ 62 h 110"/>
                  <a:gd name="T98" fmla="*/ 2404 w 3287"/>
                  <a:gd name="T99" fmla="*/ 69 h 110"/>
                  <a:gd name="T100" fmla="*/ 2480 w 3287"/>
                  <a:gd name="T101" fmla="*/ 76 h 110"/>
                  <a:gd name="T102" fmla="*/ 2562 w 3287"/>
                  <a:gd name="T103" fmla="*/ 83 h 110"/>
                  <a:gd name="T104" fmla="*/ 2645 w 3287"/>
                  <a:gd name="T105" fmla="*/ 90 h 110"/>
                  <a:gd name="T106" fmla="*/ 2721 w 3287"/>
                  <a:gd name="T107" fmla="*/ 97 h 110"/>
                  <a:gd name="T108" fmla="*/ 2804 w 3287"/>
                  <a:gd name="T109" fmla="*/ 97 h 110"/>
                  <a:gd name="T110" fmla="*/ 2880 w 3287"/>
                  <a:gd name="T111" fmla="*/ 104 h 110"/>
                  <a:gd name="T112" fmla="*/ 2963 w 3287"/>
                  <a:gd name="T113" fmla="*/ 104 h 110"/>
                  <a:gd name="T114" fmla="*/ 3046 w 3287"/>
                  <a:gd name="T115" fmla="*/ 104 h 110"/>
                  <a:gd name="T116" fmla="*/ 3122 w 3287"/>
                  <a:gd name="T117" fmla="*/ 110 h 110"/>
                  <a:gd name="T118" fmla="*/ 3205 w 3287"/>
                  <a:gd name="T119" fmla="*/ 110 h 110"/>
                  <a:gd name="T120" fmla="*/ 3287 w 3287"/>
                  <a:gd name="T121" fmla="*/ 110 h 11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110">
                    <a:moveTo>
                      <a:pt x="0" y="110"/>
                    </a:moveTo>
                    <a:lnTo>
                      <a:pt x="76" y="110"/>
                    </a:lnTo>
                    <a:lnTo>
                      <a:pt x="159" y="110"/>
                    </a:lnTo>
                    <a:lnTo>
                      <a:pt x="235" y="104"/>
                    </a:lnTo>
                    <a:lnTo>
                      <a:pt x="318" y="104"/>
                    </a:lnTo>
                    <a:lnTo>
                      <a:pt x="401" y="104"/>
                    </a:lnTo>
                    <a:lnTo>
                      <a:pt x="477" y="97"/>
                    </a:lnTo>
                    <a:lnTo>
                      <a:pt x="560" y="97"/>
                    </a:lnTo>
                    <a:lnTo>
                      <a:pt x="636" y="90"/>
                    </a:lnTo>
                    <a:lnTo>
                      <a:pt x="719" y="83"/>
                    </a:lnTo>
                    <a:lnTo>
                      <a:pt x="801" y="76"/>
                    </a:lnTo>
                    <a:lnTo>
                      <a:pt x="877" y="69"/>
                    </a:lnTo>
                    <a:lnTo>
                      <a:pt x="960" y="62"/>
                    </a:lnTo>
                    <a:lnTo>
                      <a:pt x="1036" y="48"/>
                    </a:lnTo>
                    <a:lnTo>
                      <a:pt x="1119" y="35"/>
                    </a:lnTo>
                    <a:lnTo>
                      <a:pt x="1133" y="35"/>
                    </a:lnTo>
                    <a:lnTo>
                      <a:pt x="1202" y="21"/>
                    </a:lnTo>
                    <a:lnTo>
                      <a:pt x="1264" y="14"/>
                    </a:lnTo>
                    <a:lnTo>
                      <a:pt x="1319" y="7"/>
                    </a:lnTo>
                    <a:lnTo>
                      <a:pt x="1368" y="0"/>
                    </a:lnTo>
                    <a:lnTo>
                      <a:pt x="1409" y="0"/>
                    </a:lnTo>
                    <a:lnTo>
                      <a:pt x="1444" y="7"/>
                    </a:lnTo>
                    <a:lnTo>
                      <a:pt x="1478" y="14"/>
                    </a:lnTo>
                    <a:lnTo>
                      <a:pt x="1513" y="21"/>
                    </a:lnTo>
                    <a:lnTo>
                      <a:pt x="1533" y="35"/>
                    </a:lnTo>
                    <a:lnTo>
                      <a:pt x="1561" y="41"/>
                    </a:lnTo>
                    <a:lnTo>
                      <a:pt x="1582" y="55"/>
                    </a:lnTo>
                    <a:lnTo>
                      <a:pt x="1596" y="69"/>
                    </a:lnTo>
                    <a:lnTo>
                      <a:pt x="1609" y="83"/>
                    </a:lnTo>
                    <a:lnTo>
                      <a:pt x="1623" y="97"/>
                    </a:lnTo>
                    <a:lnTo>
                      <a:pt x="1637" y="110"/>
                    </a:lnTo>
                    <a:lnTo>
                      <a:pt x="1651" y="104"/>
                    </a:lnTo>
                    <a:lnTo>
                      <a:pt x="1665" y="90"/>
                    </a:lnTo>
                    <a:lnTo>
                      <a:pt x="1678" y="76"/>
                    </a:lnTo>
                    <a:lnTo>
                      <a:pt x="1699" y="62"/>
                    </a:lnTo>
                    <a:lnTo>
                      <a:pt x="1720" y="48"/>
                    </a:lnTo>
                    <a:lnTo>
                      <a:pt x="1741" y="35"/>
                    </a:lnTo>
                    <a:lnTo>
                      <a:pt x="1768" y="21"/>
                    </a:lnTo>
                    <a:lnTo>
                      <a:pt x="1796" y="14"/>
                    </a:lnTo>
                    <a:lnTo>
                      <a:pt x="1830" y="7"/>
                    </a:lnTo>
                    <a:lnTo>
                      <a:pt x="1865" y="0"/>
                    </a:lnTo>
                    <a:lnTo>
                      <a:pt x="1913" y="0"/>
                    </a:lnTo>
                    <a:lnTo>
                      <a:pt x="1962" y="7"/>
                    </a:lnTo>
                    <a:lnTo>
                      <a:pt x="2017" y="14"/>
                    </a:lnTo>
                    <a:lnTo>
                      <a:pt x="2079" y="21"/>
                    </a:lnTo>
                    <a:lnTo>
                      <a:pt x="2148" y="35"/>
                    </a:lnTo>
                    <a:lnTo>
                      <a:pt x="2162" y="35"/>
                    </a:lnTo>
                    <a:lnTo>
                      <a:pt x="2245" y="48"/>
                    </a:lnTo>
                    <a:lnTo>
                      <a:pt x="2321" y="62"/>
                    </a:lnTo>
                    <a:lnTo>
                      <a:pt x="2404" y="69"/>
                    </a:lnTo>
                    <a:lnTo>
                      <a:pt x="2480" y="76"/>
                    </a:lnTo>
                    <a:lnTo>
                      <a:pt x="2562" y="83"/>
                    </a:lnTo>
                    <a:lnTo>
                      <a:pt x="2645" y="90"/>
                    </a:lnTo>
                    <a:lnTo>
                      <a:pt x="2721" y="97"/>
                    </a:lnTo>
                    <a:lnTo>
                      <a:pt x="2804" y="97"/>
                    </a:lnTo>
                    <a:lnTo>
                      <a:pt x="2880" y="104"/>
                    </a:lnTo>
                    <a:lnTo>
                      <a:pt x="2963" y="104"/>
                    </a:lnTo>
                    <a:lnTo>
                      <a:pt x="3046" y="104"/>
                    </a:lnTo>
                    <a:lnTo>
                      <a:pt x="3122" y="110"/>
                    </a:lnTo>
                    <a:lnTo>
                      <a:pt x="3205" y="110"/>
                    </a:lnTo>
                    <a:lnTo>
                      <a:pt x="3287" y="110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7" name="Freeform 115">
                <a:extLst>
                  <a:ext uri="{FF2B5EF4-FFF2-40B4-BE49-F238E27FC236}">
                    <a16:creationId xmlns:a16="http://schemas.microsoft.com/office/drawing/2014/main" id="{57C0B5F9-42F1-3836-B13E-F50956AE6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04"/>
                <a:ext cx="3287" cy="172"/>
              </a:xfrm>
              <a:custGeom>
                <a:avLst/>
                <a:gdLst>
                  <a:gd name="T0" fmla="*/ 0 w 3287"/>
                  <a:gd name="T1" fmla="*/ 27 h 172"/>
                  <a:gd name="T2" fmla="*/ 76 w 3287"/>
                  <a:gd name="T3" fmla="*/ 27 h 172"/>
                  <a:gd name="T4" fmla="*/ 159 w 3287"/>
                  <a:gd name="T5" fmla="*/ 27 h 172"/>
                  <a:gd name="T6" fmla="*/ 235 w 3287"/>
                  <a:gd name="T7" fmla="*/ 27 h 172"/>
                  <a:gd name="T8" fmla="*/ 318 w 3287"/>
                  <a:gd name="T9" fmla="*/ 27 h 172"/>
                  <a:gd name="T10" fmla="*/ 401 w 3287"/>
                  <a:gd name="T11" fmla="*/ 27 h 172"/>
                  <a:gd name="T12" fmla="*/ 477 w 3287"/>
                  <a:gd name="T13" fmla="*/ 21 h 172"/>
                  <a:gd name="T14" fmla="*/ 560 w 3287"/>
                  <a:gd name="T15" fmla="*/ 21 h 172"/>
                  <a:gd name="T16" fmla="*/ 636 w 3287"/>
                  <a:gd name="T17" fmla="*/ 21 h 172"/>
                  <a:gd name="T18" fmla="*/ 719 w 3287"/>
                  <a:gd name="T19" fmla="*/ 14 h 172"/>
                  <a:gd name="T20" fmla="*/ 801 w 3287"/>
                  <a:gd name="T21" fmla="*/ 14 h 172"/>
                  <a:gd name="T22" fmla="*/ 877 w 3287"/>
                  <a:gd name="T23" fmla="*/ 7 h 172"/>
                  <a:gd name="T24" fmla="*/ 960 w 3287"/>
                  <a:gd name="T25" fmla="*/ 7 h 172"/>
                  <a:gd name="T26" fmla="*/ 1036 w 3287"/>
                  <a:gd name="T27" fmla="*/ 0 h 172"/>
                  <a:gd name="T28" fmla="*/ 1119 w 3287"/>
                  <a:gd name="T29" fmla="*/ 0 h 172"/>
                  <a:gd name="T30" fmla="*/ 1133 w 3287"/>
                  <a:gd name="T31" fmla="*/ 0 h 172"/>
                  <a:gd name="T32" fmla="*/ 1202 w 3287"/>
                  <a:gd name="T33" fmla="*/ 0 h 172"/>
                  <a:gd name="T34" fmla="*/ 1264 w 3287"/>
                  <a:gd name="T35" fmla="*/ 0 h 172"/>
                  <a:gd name="T36" fmla="*/ 1319 w 3287"/>
                  <a:gd name="T37" fmla="*/ 7 h 172"/>
                  <a:gd name="T38" fmla="*/ 1368 w 3287"/>
                  <a:gd name="T39" fmla="*/ 14 h 172"/>
                  <a:gd name="T40" fmla="*/ 1409 w 3287"/>
                  <a:gd name="T41" fmla="*/ 21 h 172"/>
                  <a:gd name="T42" fmla="*/ 1444 w 3287"/>
                  <a:gd name="T43" fmla="*/ 34 h 172"/>
                  <a:gd name="T44" fmla="*/ 1478 w 3287"/>
                  <a:gd name="T45" fmla="*/ 48 h 172"/>
                  <a:gd name="T46" fmla="*/ 1513 w 3287"/>
                  <a:gd name="T47" fmla="*/ 69 h 172"/>
                  <a:gd name="T48" fmla="*/ 1533 w 3287"/>
                  <a:gd name="T49" fmla="*/ 83 h 172"/>
                  <a:gd name="T50" fmla="*/ 1561 w 3287"/>
                  <a:gd name="T51" fmla="*/ 97 h 172"/>
                  <a:gd name="T52" fmla="*/ 1582 w 3287"/>
                  <a:gd name="T53" fmla="*/ 117 h 172"/>
                  <a:gd name="T54" fmla="*/ 1596 w 3287"/>
                  <a:gd name="T55" fmla="*/ 131 h 172"/>
                  <a:gd name="T56" fmla="*/ 1609 w 3287"/>
                  <a:gd name="T57" fmla="*/ 145 h 172"/>
                  <a:gd name="T58" fmla="*/ 1623 w 3287"/>
                  <a:gd name="T59" fmla="*/ 159 h 172"/>
                  <a:gd name="T60" fmla="*/ 1637 w 3287"/>
                  <a:gd name="T61" fmla="*/ 172 h 172"/>
                  <a:gd name="T62" fmla="*/ 1651 w 3287"/>
                  <a:gd name="T63" fmla="*/ 159 h 172"/>
                  <a:gd name="T64" fmla="*/ 1665 w 3287"/>
                  <a:gd name="T65" fmla="*/ 145 h 172"/>
                  <a:gd name="T66" fmla="*/ 1678 w 3287"/>
                  <a:gd name="T67" fmla="*/ 131 h 172"/>
                  <a:gd name="T68" fmla="*/ 1699 w 3287"/>
                  <a:gd name="T69" fmla="*/ 117 h 172"/>
                  <a:gd name="T70" fmla="*/ 1720 w 3287"/>
                  <a:gd name="T71" fmla="*/ 103 h 172"/>
                  <a:gd name="T72" fmla="*/ 1741 w 3287"/>
                  <a:gd name="T73" fmla="*/ 83 h 172"/>
                  <a:gd name="T74" fmla="*/ 1768 w 3287"/>
                  <a:gd name="T75" fmla="*/ 69 h 172"/>
                  <a:gd name="T76" fmla="*/ 1796 w 3287"/>
                  <a:gd name="T77" fmla="*/ 55 h 172"/>
                  <a:gd name="T78" fmla="*/ 1830 w 3287"/>
                  <a:gd name="T79" fmla="*/ 34 h 172"/>
                  <a:gd name="T80" fmla="*/ 1865 w 3287"/>
                  <a:gd name="T81" fmla="*/ 27 h 172"/>
                  <a:gd name="T82" fmla="*/ 1913 w 3287"/>
                  <a:gd name="T83" fmla="*/ 14 h 172"/>
                  <a:gd name="T84" fmla="*/ 1962 w 3287"/>
                  <a:gd name="T85" fmla="*/ 7 h 172"/>
                  <a:gd name="T86" fmla="*/ 2017 w 3287"/>
                  <a:gd name="T87" fmla="*/ 0 h 172"/>
                  <a:gd name="T88" fmla="*/ 2079 w 3287"/>
                  <a:gd name="T89" fmla="*/ 0 h 172"/>
                  <a:gd name="T90" fmla="*/ 2148 w 3287"/>
                  <a:gd name="T91" fmla="*/ 0 h 172"/>
                  <a:gd name="T92" fmla="*/ 2162 w 3287"/>
                  <a:gd name="T93" fmla="*/ 0 h 172"/>
                  <a:gd name="T94" fmla="*/ 2245 w 3287"/>
                  <a:gd name="T95" fmla="*/ 0 h 172"/>
                  <a:gd name="T96" fmla="*/ 2321 w 3287"/>
                  <a:gd name="T97" fmla="*/ 7 h 172"/>
                  <a:gd name="T98" fmla="*/ 2404 w 3287"/>
                  <a:gd name="T99" fmla="*/ 7 h 172"/>
                  <a:gd name="T100" fmla="*/ 2480 w 3287"/>
                  <a:gd name="T101" fmla="*/ 14 h 172"/>
                  <a:gd name="T102" fmla="*/ 2562 w 3287"/>
                  <a:gd name="T103" fmla="*/ 14 h 172"/>
                  <a:gd name="T104" fmla="*/ 2645 w 3287"/>
                  <a:gd name="T105" fmla="*/ 21 h 172"/>
                  <a:gd name="T106" fmla="*/ 2721 w 3287"/>
                  <a:gd name="T107" fmla="*/ 21 h 172"/>
                  <a:gd name="T108" fmla="*/ 2804 w 3287"/>
                  <a:gd name="T109" fmla="*/ 21 h 172"/>
                  <a:gd name="T110" fmla="*/ 2880 w 3287"/>
                  <a:gd name="T111" fmla="*/ 27 h 172"/>
                  <a:gd name="T112" fmla="*/ 2963 w 3287"/>
                  <a:gd name="T113" fmla="*/ 27 h 172"/>
                  <a:gd name="T114" fmla="*/ 3046 w 3287"/>
                  <a:gd name="T115" fmla="*/ 27 h 172"/>
                  <a:gd name="T116" fmla="*/ 3122 w 3287"/>
                  <a:gd name="T117" fmla="*/ 27 h 172"/>
                  <a:gd name="T118" fmla="*/ 3205 w 3287"/>
                  <a:gd name="T119" fmla="*/ 27 h 172"/>
                  <a:gd name="T120" fmla="*/ 3287 w 3287"/>
                  <a:gd name="T121" fmla="*/ 27 h 17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172">
                    <a:moveTo>
                      <a:pt x="0" y="27"/>
                    </a:moveTo>
                    <a:lnTo>
                      <a:pt x="76" y="27"/>
                    </a:lnTo>
                    <a:lnTo>
                      <a:pt x="159" y="27"/>
                    </a:lnTo>
                    <a:lnTo>
                      <a:pt x="235" y="27"/>
                    </a:lnTo>
                    <a:lnTo>
                      <a:pt x="318" y="27"/>
                    </a:lnTo>
                    <a:lnTo>
                      <a:pt x="401" y="27"/>
                    </a:lnTo>
                    <a:lnTo>
                      <a:pt x="477" y="21"/>
                    </a:lnTo>
                    <a:lnTo>
                      <a:pt x="560" y="21"/>
                    </a:lnTo>
                    <a:lnTo>
                      <a:pt x="636" y="21"/>
                    </a:lnTo>
                    <a:lnTo>
                      <a:pt x="719" y="14"/>
                    </a:lnTo>
                    <a:lnTo>
                      <a:pt x="801" y="14"/>
                    </a:lnTo>
                    <a:lnTo>
                      <a:pt x="877" y="7"/>
                    </a:lnTo>
                    <a:lnTo>
                      <a:pt x="960" y="7"/>
                    </a:lnTo>
                    <a:lnTo>
                      <a:pt x="1036" y="0"/>
                    </a:lnTo>
                    <a:lnTo>
                      <a:pt x="1119" y="0"/>
                    </a:lnTo>
                    <a:lnTo>
                      <a:pt x="1133" y="0"/>
                    </a:lnTo>
                    <a:lnTo>
                      <a:pt x="1202" y="0"/>
                    </a:lnTo>
                    <a:lnTo>
                      <a:pt x="1264" y="0"/>
                    </a:lnTo>
                    <a:lnTo>
                      <a:pt x="1319" y="7"/>
                    </a:lnTo>
                    <a:lnTo>
                      <a:pt x="1368" y="14"/>
                    </a:lnTo>
                    <a:lnTo>
                      <a:pt x="1409" y="21"/>
                    </a:lnTo>
                    <a:lnTo>
                      <a:pt x="1444" y="34"/>
                    </a:lnTo>
                    <a:lnTo>
                      <a:pt x="1478" y="48"/>
                    </a:lnTo>
                    <a:lnTo>
                      <a:pt x="1513" y="69"/>
                    </a:lnTo>
                    <a:lnTo>
                      <a:pt x="1533" y="83"/>
                    </a:lnTo>
                    <a:lnTo>
                      <a:pt x="1561" y="97"/>
                    </a:lnTo>
                    <a:lnTo>
                      <a:pt x="1582" y="117"/>
                    </a:lnTo>
                    <a:lnTo>
                      <a:pt x="1596" y="131"/>
                    </a:lnTo>
                    <a:lnTo>
                      <a:pt x="1609" y="145"/>
                    </a:lnTo>
                    <a:lnTo>
                      <a:pt x="1623" y="159"/>
                    </a:lnTo>
                    <a:lnTo>
                      <a:pt x="1637" y="172"/>
                    </a:lnTo>
                    <a:lnTo>
                      <a:pt x="1651" y="159"/>
                    </a:lnTo>
                    <a:lnTo>
                      <a:pt x="1665" y="145"/>
                    </a:lnTo>
                    <a:lnTo>
                      <a:pt x="1678" y="131"/>
                    </a:lnTo>
                    <a:lnTo>
                      <a:pt x="1699" y="117"/>
                    </a:lnTo>
                    <a:lnTo>
                      <a:pt x="1720" y="103"/>
                    </a:lnTo>
                    <a:lnTo>
                      <a:pt x="1741" y="83"/>
                    </a:lnTo>
                    <a:lnTo>
                      <a:pt x="1768" y="69"/>
                    </a:lnTo>
                    <a:lnTo>
                      <a:pt x="1796" y="55"/>
                    </a:lnTo>
                    <a:lnTo>
                      <a:pt x="1830" y="34"/>
                    </a:lnTo>
                    <a:lnTo>
                      <a:pt x="1865" y="27"/>
                    </a:lnTo>
                    <a:lnTo>
                      <a:pt x="1913" y="14"/>
                    </a:lnTo>
                    <a:lnTo>
                      <a:pt x="1962" y="7"/>
                    </a:lnTo>
                    <a:lnTo>
                      <a:pt x="2017" y="0"/>
                    </a:lnTo>
                    <a:lnTo>
                      <a:pt x="2079" y="0"/>
                    </a:lnTo>
                    <a:lnTo>
                      <a:pt x="2148" y="0"/>
                    </a:lnTo>
                    <a:lnTo>
                      <a:pt x="2162" y="0"/>
                    </a:lnTo>
                    <a:lnTo>
                      <a:pt x="2245" y="0"/>
                    </a:lnTo>
                    <a:lnTo>
                      <a:pt x="2321" y="7"/>
                    </a:lnTo>
                    <a:lnTo>
                      <a:pt x="2404" y="7"/>
                    </a:lnTo>
                    <a:lnTo>
                      <a:pt x="2480" y="14"/>
                    </a:lnTo>
                    <a:lnTo>
                      <a:pt x="2562" y="14"/>
                    </a:lnTo>
                    <a:lnTo>
                      <a:pt x="2645" y="21"/>
                    </a:lnTo>
                    <a:lnTo>
                      <a:pt x="2721" y="21"/>
                    </a:lnTo>
                    <a:lnTo>
                      <a:pt x="2804" y="21"/>
                    </a:lnTo>
                    <a:lnTo>
                      <a:pt x="2880" y="27"/>
                    </a:lnTo>
                    <a:lnTo>
                      <a:pt x="2963" y="27"/>
                    </a:lnTo>
                    <a:lnTo>
                      <a:pt x="3046" y="27"/>
                    </a:lnTo>
                    <a:lnTo>
                      <a:pt x="3122" y="27"/>
                    </a:lnTo>
                    <a:lnTo>
                      <a:pt x="3205" y="27"/>
                    </a:lnTo>
                    <a:lnTo>
                      <a:pt x="3287" y="27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8" name="Freeform 116">
                <a:extLst>
                  <a:ext uri="{FF2B5EF4-FFF2-40B4-BE49-F238E27FC236}">
                    <a16:creationId xmlns:a16="http://schemas.microsoft.com/office/drawing/2014/main" id="{0E7E70BA-0518-F61E-695D-D884D6094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38"/>
                <a:ext cx="3287" cy="263"/>
              </a:xfrm>
              <a:custGeom>
                <a:avLst/>
                <a:gdLst>
                  <a:gd name="T0" fmla="*/ 0 w 3287"/>
                  <a:gd name="T1" fmla="*/ 0 h 263"/>
                  <a:gd name="T2" fmla="*/ 76 w 3287"/>
                  <a:gd name="T3" fmla="*/ 0 h 263"/>
                  <a:gd name="T4" fmla="*/ 159 w 3287"/>
                  <a:gd name="T5" fmla="*/ 0 h 263"/>
                  <a:gd name="T6" fmla="*/ 235 w 3287"/>
                  <a:gd name="T7" fmla="*/ 0 h 263"/>
                  <a:gd name="T8" fmla="*/ 318 w 3287"/>
                  <a:gd name="T9" fmla="*/ 0 h 263"/>
                  <a:gd name="T10" fmla="*/ 401 w 3287"/>
                  <a:gd name="T11" fmla="*/ 0 h 263"/>
                  <a:gd name="T12" fmla="*/ 477 w 3287"/>
                  <a:gd name="T13" fmla="*/ 0 h 263"/>
                  <a:gd name="T14" fmla="*/ 560 w 3287"/>
                  <a:gd name="T15" fmla="*/ 0 h 263"/>
                  <a:gd name="T16" fmla="*/ 636 w 3287"/>
                  <a:gd name="T17" fmla="*/ 0 h 263"/>
                  <a:gd name="T18" fmla="*/ 719 w 3287"/>
                  <a:gd name="T19" fmla="*/ 0 h 263"/>
                  <a:gd name="T20" fmla="*/ 801 w 3287"/>
                  <a:gd name="T21" fmla="*/ 0 h 263"/>
                  <a:gd name="T22" fmla="*/ 877 w 3287"/>
                  <a:gd name="T23" fmla="*/ 0 h 263"/>
                  <a:gd name="T24" fmla="*/ 960 w 3287"/>
                  <a:gd name="T25" fmla="*/ 7 h 263"/>
                  <a:gd name="T26" fmla="*/ 1036 w 3287"/>
                  <a:gd name="T27" fmla="*/ 7 h 263"/>
                  <a:gd name="T28" fmla="*/ 1119 w 3287"/>
                  <a:gd name="T29" fmla="*/ 14 h 263"/>
                  <a:gd name="T30" fmla="*/ 1133 w 3287"/>
                  <a:gd name="T31" fmla="*/ 21 h 263"/>
                  <a:gd name="T32" fmla="*/ 1202 w 3287"/>
                  <a:gd name="T33" fmla="*/ 28 h 263"/>
                  <a:gd name="T34" fmla="*/ 1264 w 3287"/>
                  <a:gd name="T35" fmla="*/ 42 h 263"/>
                  <a:gd name="T36" fmla="*/ 1319 w 3287"/>
                  <a:gd name="T37" fmla="*/ 56 h 263"/>
                  <a:gd name="T38" fmla="*/ 1368 w 3287"/>
                  <a:gd name="T39" fmla="*/ 69 h 263"/>
                  <a:gd name="T40" fmla="*/ 1409 w 3287"/>
                  <a:gd name="T41" fmla="*/ 90 h 263"/>
                  <a:gd name="T42" fmla="*/ 1444 w 3287"/>
                  <a:gd name="T43" fmla="*/ 111 h 263"/>
                  <a:gd name="T44" fmla="*/ 1478 w 3287"/>
                  <a:gd name="T45" fmla="*/ 132 h 263"/>
                  <a:gd name="T46" fmla="*/ 1513 w 3287"/>
                  <a:gd name="T47" fmla="*/ 152 h 263"/>
                  <a:gd name="T48" fmla="*/ 1533 w 3287"/>
                  <a:gd name="T49" fmla="*/ 166 h 263"/>
                  <a:gd name="T50" fmla="*/ 1561 w 3287"/>
                  <a:gd name="T51" fmla="*/ 187 h 263"/>
                  <a:gd name="T52" fmla="*/ 1582 w 3287"/>
                  <a:gd name="T53" fmla="*/ 208 h 263"/>
                  <a:gd name="T54" fmla="*/ 1596 w 3287"/>
                  <a:gd name="T55" fmla="*/ 221 h 263"/>
                  <a:gd name="T56" fmla="*/ 1609 w 3287"/>
                  <a:gd name="T57" fmla="*/ 235 h 263"/>
                  <a:gd name="T58" fmla="*/ 1623 w 3287"/>
                  <a:gd name="T59" fmla="*/ 249 h 263"/>
                  <a:gd name="T60" fmla="*/ 1637 w 3287"/>
                  <a:gd name="T61" fmla="*/ 263 h 263"/>
                  <a:gd name="T62" fmla="*/ 1651 w 3287"/>
                  <a:gd name="T63" fmla="*/ 256 h 263"/>
                  <a:gd name="T64" fmla="*/ 1665 w 3287"/>
                  <a:gd name="T65" fmla="*/ 242 h 263"/>
                  <a:gd name="T66" fmla="*/ 1678 w 3287"/>
                  <a:gd name="T67" fmla="*/ 228 h 263"/>
                  <a:gd name="T68" fmla="*/ 1699 w 3287"/>
                  <a:gd name="T69" fmla="*/ 208 h 263"/>
                  <a:gd name="T70" fmla="*/ 1720 w 3287"/>
                  <a:gd name="T71" fmla="*/ 194 h 263"/>
                  <a:gd name="T72" fmla="*/ 1741 w 3287"/>
                  <a:gd name="T73" fmla="*/ 173 h 263"/>
                  <a:gd name="T74" fmla="*/ 1768 w 3287"/>
                  <a:gd name="T75" fmla="*/ 152 h 263"/>
                  <a:gd name="T76" fmla="*/ 1796 w 3287"/>
                  <a:gd name="T77" fmla="*/ 132 h 263"/>
                  <a:gd name="T78" fmla="*/ 1830 w 3287"/>
                  <a:gd name="T79" fmla="*/ 111 h 263"/>
                  <a:gd name="T80" fmla="*/ 1865 w 3287"/>
                  <a:gd name="T81" fmla="*/ 90 h 263"/>
                  <a:gd name="T82" fmla="*/ 1913 w 3287"/>
                  <a:gd name="T83" fmla="*/ 76 h 263"/>
                  <a:gd name="T84" fmla="*/ 1962 w 3287"/>
                  <a:gd name="T85" fmla="*/ 56 h 263"/>
                  <a:gd name="T86" fmla="*/ 2017 w 3287"/>
                  <a:gd name="T87" fmla="*/ 42 h 263"/>
                  <a:gd name="T88" fmla="*/ 2079 w 3287"/>
                  <a:gd name="T89" fmla="*/ 28 h 263"/>
                  <a:gd name="T90" fmla="*/ 2148 w 3287"/>
                  <a:gd name="T91" fmla="*/ 21 h 263"/>
                  <a:gd name="T92" fmla="*/ 2162 w 3287"/>
                  <a:gd name="T93" fmla="*/ 14 h 263"/>
                  <a:gd name="T94" fmla="*/ 2245 w 3287"/>
                  <a:gd name="T95" fmla="*/ 7 h 263"/>
                  <a:gd name="T96" fmla="*/ 2321 w 3287"/>
                  <a:gd name="T97" fmla="*/ 7 h 263"/>
                  <a:gd name="T98" fmla="*/ 2404 w 3287"/>
                  <a:gd name="T99" fmla="*/ 0 h 263"/>
                  <a:gd name="T100" fmla="*/ 2480 w 3287"/>
                  <a:gd name="T101" fmla="*/ 0 h 263"/>
                  <a:gd name="T102" fmla="*/ 2562 w 3287"/>
                  <a:gd name="T103" fmla="*/ 0 h 263"/>
                  <a:gd name="T104" fmla="*/ 2645 w 3287"/>
                  <a:gd name="T105" fmla="*/ 0 h 263"/>
                  <a:gd name="T106" fmla="*/ 2721 w 3287"/>
                  <a:gd name="T107" fmla="*/ 0 h 263"/>
                  <a:gd name="T108" fmla="*/ 2804 w 3287"/>
                  <a:gd name="T109" fmla="*/ 0 h 263"/>
                  <a:gd name="T110" fmla="*/ 2880 w 3287"/>
                  <a:gd name="T111" fmla="*/ 0 h 263"/>
                  <a:gd name="T112" fmla="*/ 2963 w 3287"/>
                  <a:gd name="T113" fmla="*/ 0 h 263"/>
                  <a:gd name="T114" fmla="*/ 3046 w 3287"/>
                  <a:gd name="T115" fmla="*/ 0 h 263"/>
                  <a:gd name="T116" fmla="*/ 3122 w 3287"/>
                  <a:gd name="T117" fmla="*/ 0 h 263"/>
                  <a:gd name="T118" fmla="*/ 3205 w 3287"/>
                  <a:gd name="T119" fmla="*/ 0 h 263"/>
                  <a:gd name="T120" fmla="*/ 3287 w 3287"/>
                  <a:gd name="T121" fmla="*/ 0 h 26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263">
                    <a:moveTo>
                      <a:pt x="0" y="0"/>
                    </a:moveTo>
                    <a:lnTo>
                      <a:pt x="76" y="0"/>
                    </a:lnTo>
                    <a:lnTo>
                      <a:pt x="159" y="0"/>
                    </a:lnTo>
                    <a:lnTo>
                      <a:pt x="235" y="0"/>
                    </a:lnTo>
                    <a:lnTo>
                      <a:pt x="318" y="0"/>
                    </a:lnTo>
                    <a:lnTo>
                      <a:pt x="401" y="0"/>
                    </a:lnTo>
                    <a:lnTo>
                      <a:pt x="477" y="0"/>
                    </a:lnTo>
                    <a:lnTo>
                      <a:pt x="560" y="0"/>
                    </a:lnTo>
                    <a:lnTo>
                      <a:pt x="636" y="0"/>
                    </a:lnTo>
                    <a:lnTo>
                      <a:pt x="719" y="0"/>
                    </a:lnTo>
                    <a:lnTo>
                      <a:pt x="801" y="0"/>
                    </a:lnTo>
                    <a:lnTo>
                      <a:pt x="877" y="0"/>
                    </a:lnTo>
                    <a:lnTo>
                      <a:pt x="960" y="7"/>
                    </a:lnTo>
                    <a:lnTo>
                      <a:pt x="1036" y="7"/>
                    </a:lnTo>
                    <a:lnTo>
                      <a:pt x="1119" y="14"/>
                    </a:lnTo>
                    <a:lnTo>
                      <a:pt x="1133" y="21"/>
                    </a:lnTo>
                    <a:lnTo>
                      <a:pt x="1202" y="28"/>
                    </a:lnTo>
                    <a:lnTo>
                      <a:pt x="1264" y="42"/>
                    </a:lnTo>
                    <a:lnTo>
                      <a:pt x="1319" y="56"/>
                    </a:lnTo>
                    <a:lnTo>
                      <a:pt x="1368" y="69"/>
                    </a:lnTo>
                    <a:lnTo>
                      <a:pt x="1409" y="90"/>
                    </a:lnTo>
                    <a:lnTo>
                      <a:pt x="1444" y="111"/>
                    </a:lnTo>
                    <a:lnTo>
                      <a:pt x="1478" y="132"/>
                    </a:lnTo>
                    <a:lnTo>
                      <a:pt x="1513" y="152"/>
                    </a:lnTo>
                    <a:lnTo>
                      <a:pt x="1533" y="166"/>
                    </a:lnTo>
                    <a:lnTo>
                      <a:pt x="1561" y="187"/>
                    </a:lnTo>
                    <a:lnTo>
                      <a:pt x="1582" y="208"/>
                    </a:lnTo>
                    <a:lnTo>
                      <a:pt x="1596" y="221"/>
                    </a:lnTo>
                    <a:lnTo>
                      <a:pt x="1609" y="235"/>
                    </a:lnTo>
                    <a:lnTo>
                      <a:pt x="1623" y="249"/>
                    </a:lnTo>
                    <a:lnTo>
                      <a:pt x="1637" y="263"/>
                    </a:lnTo>
                    <a:lnTo>
                      <a:pt x="1651" y="256"/>
                    </a:lnTo>
                    <a:lnTo>
                      <a:pt x="1665" y="242"/>
                    </a:lnTo>
                    <a:lnTo>
                      <a:pt x="1678" y="228"/>
                    </a:lnTo>
                    <a:lnTo>
                      <a:pt x="1699" y="208"/>
                    </a:lnTo>
                    <a:lnTo>
                      <a:pt x="1720" y="194"/>
                    </a:lnTo>
                    <a:lnTo>
                      <a:pt x="1741" y="173"/>
                    </a:lnTo>
                    <a:lnTo>
                      <a:pt x="1768" y="152"/>
                    </a:lnTo>
                    <a:lnTo>
                      <a:pt x="1796" y="132"/>
                    </a:lnTo>
                    <a:lnTo>
                      <a:pt x="1830" y="111"/>
                    </a:lnTo>
                    <a:lnTo>
                      <a:pt x="1865" y="90"/>
                    </a:lnTo>
                    <a:lnTo>
                      <a:pt x="1913" y="76"/>
                    </a:lnTo>
                    <a:lnTo>
                      <a:pt x="1962" y="56"/>
                    </a:lnTo>
                    <a:lnTo>
                      <a:pt x="2017" y="42"/>
                    </a:lnTo>
                    <a:lnTo>
                      <a:pt x="2079" y="28"/>
                    </a:lnTo>
                    <a:lnTo>
                      <a:pt x="2148" y="21"/>
                    </a:lnTo>
                    <a:lnTo>
                      <a:pt x="2162" y="14"/>
                    </a:lnTo>
                    <a:lnTo>
                      <a:pt x="2245" y="7"/>
                    </a:lnTo>
                    <a:lnTo>
                      <a:pt x="2321" y="7"/>
                    </a:lnTo>
                    <a:lnTo>
                      <a:pt x="2404" y="0"/>
                    </a:lnTo>
                    <a:lnTo>
                      <a:pt x="2480" y="0"/>
                    </a:lnTo>
                    <a:lnTo>
                      <a:pt x="2562" y="0"/>
                    </a:lnTo>
                    <a:lnTo>
                      <a:pt x="2645" y="0"/>
                    </a:lnTo>
                    <a:lnTo>
                      <a:pt x="2721" y="0"/>
                    </a:lnTo>
                    <a:lnTo>
                      <a:pt x="2804" y="0"/>
                    </a:lnTo>
                    <a:lnTo>
                      <a:pt x="2880" y="0"/>
                    </a:lnTo>
                    <a:lnTo>
                      <a:pt x="2963" y="0"/>
                    </a:lnTo>
                    <a:lnTo>
                      <a:pt x="3046" y="0"/>
                    </a:lnTo>
                    <a:lnTo>
                      <a:pt x="3122" y="0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00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59" name="Freeform 117">
                <a:extLst>
                  <a:ext uri="{FF2B5EF4-FFF2-40B4-BE49-F238E27FC236}">
                    <a16:creationId xmlns:a16="http://schemas.microsoft.com/office/drawing/2014/main" id="{575030A1-D90F-6814-4510-AF4E4B8C1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38"/>
                <a:ext cx="3287" cy="359"/>
              </a:xfrm>
              <a:custGeom>
                <a:avLst/>
                <a:gdLst>
                  <a:gd name="T0" fmla="*/ 0 w 3287"/>
                  <a:gd name="T1" fmla="*/ 0 h 359"/>
                  <a:gd name="T2" fmla="*/ 76 w 3287"/>
                  <a:gd name="T3" fmla="*/ 0 h 359"/>
                  <a:gd name="T4" fmla="*/ 159 w 3287"/>
                  <a:gd name="T5" fmla="*/ 0 h 359"/>
                  <a:gd name="T6" fmla="*/ 235 w 3287"/>
                  <a:gd name="T7" fmla="*/ 0 h 359"/>
                  <a:gd name="T8" fmla="*/ 318 w 3287"/>
                  <a:gd name="T9" fmla="*/ 0 h 359"/>
                  <a:gd name="T10" fmla="*/ 401 w 3287"/>
                  <a:gd name="T11" fmla="*/ 7 h 359"/>
                  <a:gd name="T12" fmla="*/ 477 w 3287"/>
                  <a:gd name="T13" fmla="*/ 7 h 359"/>
                  <a:gd name="T14" fmla="*/ 560 w 3287"/>
                  <a:gd name="T15" fmla="*/ 7 h 359"/>
                  <a:gd name="T16" fmla="*/ 636 w 3287"/>
                  <a:gd name="T17" fmla="*/ 14 h 359"/>
                  <a:gd name="T18" fmla="*/ 719 w 3287"/>
                  <a:gd name="T19" fmla="*/ 14 h 359"/>
                  <a:gd name="T20" fmla="*/ 801 w 3287"/>
                  <a:gd name="T21" fmla="*/ 21 h 359"/>
                  <a:gd name="T22" fmla="*/ 877 w 3287"/>
                  <a:gd name="T23" fmla="*/ 28 h 359"/>
                  <a:gd name="T24" fmla="*/ 960 w 3287"/>
                  <a:gd name="T25" fmla="*/ 35 h 359"/>
                  <a:gd name="T26" fmla="*/ 1036 w 3287"/>
                  <a:gd name="T27" fmla="*/ 49 h 359"/>
                  <a:gd name="T28" fmla="*/ 1119 w 3287"/>
                  <a:gd name="T29" fmla="*/ 63 h 359"/>
                  <a:gd name="T30" fmla="*/ 1133 w 3287"/>
                  <a:gd name="T31" fmla="*/ 63 h 359"/>
                  <a:gd name="T32" fmla="*/ 1202 w 3287"/>
                  <a:gd name="T33" fmla="*/ 83 h 359"/>
                  <a:gd name="T34" fmla="*/ 1264 w 3287"/>
                  <a:gd name="T35" fmla="*/ 104 h 359"/>
                  <a:gd name="T36" fmla="*/ 1319 w 3287"/>
                  <a:gd name="T37" fmla="*/ 125 h 359"/>
                  <a:gd name="T38" fmla="*/ 1368 w 3287"/>
                  <a:gd name="T39" fmla="*/ 145 h 359"/>
                  <a:gd name="T40" fmla="*/ 1409 w 3287"/>
                  <a:gd name="T41" fmla="*/ 173 h 359"/>
                  <a:gd name="T42" fmla="*/ 1444 w 3287"/>
                  <a:gd name="T43" fmla="*/ 194 h 359"/>
                  <a:gd name="T44" fmla="*/ 1478 w 3287"/>
                  <a:gd name="T45" fmla="*/ 221 h 359"/>
                  <a:gd name="T46" fmla="*/ 1513 w 3287"/>
                  <a:gd name="T47" fmla="*/ 242 h 359"/>
                  <a:gd name="T48" fmla="*/ 1533 w 3287"/>
                  <a:gd name="T49" fmla="*/ 263 h 359"/>
                  <a:gd name="T50" fmla="*/ 1561 w 3287"/>
                  <a:gd name="T51" fmla="*/ 284 h 359"/>
                  <a:gd name="T52" fmla="*/ 1582 w 3287"/>
                  <a:gd name="T53" fmla="*/ 297 h 359"/>
                  <a:gd name="T54" fmla="*/ 1596 w 3287"/>
                  <a:gd name="T55" fmla="*/ 318 h 359"/>
                  <a:gd name="T56" fmla="*/ 1609 w 3287"/>
                  <a:gd name="T57" fmla="*/ 332 h 359"/>
                  <a:gd name="T58" fmla="*/ 1623 w 3287"/>
                  <a:gd name="T59" fmla="*/ 346 h 359"/>
                  <a:gd name="T60" fmla="*/ 1637 w 3287"/>
                  <a:gd name="T61" fmla="*/ 359 h 359"/>
                  <a:gd name="T62" fmla="*/ 1651 w 3287"/>
                  <a:gd name="T63" fmla="*/ 353 h 359"/>
                  <a:gd name="T64" fmla="*/ 1665 w 3287"/>
                  <a:gd name="T65" fmla="*/ 339 h 359"/>
                  <a:gd name="T66" fmla="*/ 1678 w 3287"/>
                  <a:gd name="T67" fmla="*/ 325 h 359"/>
                  <a:gd name="T68" fmla="*/ 1699 w 3287"/>
                  <a:gd name="T69" fmla="*/ 304 h 359"/>
                  <a:gd name="T70" fmla="*/ 1720 w 3287"/>
                  <a:gd name="T71" fmla="*/ 284 h 359"/>
                  <a:gd name="T72" fmla="*/ 1741 w 3287"/>
                  <a:gd name="T73" fmla="*/ 263 h 359"/>
                  <a:gd name="T74" fmla="*/ 1768 w 3287"/>
                  <a:gd name="T75" fmla="*/ 242 h 359"/>
                  <a:gd name="T76" fmla="*/ 1796 w 3287"/>
                  <a:gd name="T77" fmla="*/ 221 h 359"/>
                  <a:gd name="T78" fmla="*/ 1830 w 3287"/>
                  <a:gd name="T79" fmla="*/ 201 h 359"/>
                  <a:gd name="T80" fmla="*/ 1865 w 3287"/>
                  <a:gd name="T81" fmla="*/ 173 h 359"/>
                  <a:gd name="T82" fmla="*/ 1913 w 3287"/>
                  <a:gd name="T83" fmla="*/ 152 h 359"/>
                  <a:gd name="T84" fmla="*/ 1962 w 3287"/>
                  <a:gd name="T85" fmla="*/ 125 h 359"/>
                  <a:gd name="T86" fmla="*/ 2017 w 3287"/>
                  <a:gd name="T87" fmla="*/ 104 h 359"/>
                  <a:gd name="T88" fmla="*/ 2079 w 3287"/>
                  <a:gd name="T89" fmla="*/ 83 h 359"/>
                  <a:gd name="T90" fmla="*/ 2148 w 3287"/>
                  <a:gd name="T91" fmla="*/ 63 h 359"/>
                  <a:gd name="T92" fmla="*/ 2162 w 3287"/>
                  <a:gd name="T93" fmla="*/ 63 h 359"/>
                  <a:gd name="T94" fmla="*/ 2245 w 3287"/>
                  <a:gd name="T95" fmla="*/ 49 h 359"/>
                  <a:gd name="T96" fmla="*/ 2321 w 3287"/>
                  <a:gd name="T97" fmla="*/ 35 h 359"/>
                  <a:gd name="T98" fmla="*/ 2404 w 3287"/>
                  <a:gd name="T99" fmla="*/ 28 h 359"/>
                  <a:gd name="T100" fmla="*/ 2480 w 3287"/>
                  <a:gd name="T101" fmla="*/ 21 h 359"/>
                  <a:gd name="T102" fmla="*/ 2562 w 3287"/>
                  <a:gd name="T103" fmla="*/ 14 h 359"/>
                  <a:gd name="T104" fmla="*/ 2645 w 3287"/>
                  <a:gd name="T105" fmla="*/ 14 h 359"/>
                  <a:gd name="T106" fmla="*/ 2721 w 3287"/>
                  <a:gd name="T107" fmla="*/ 7 h 359"/>
                  <a:gd name="T108" fmla="*/ 2804 w 3287"/>
                  <a:gd name="T109" fmla="*/ 7 h 359"/>
                  <a:gd name="T110" fmla="*/ 2880 w 3287"/>
                  <a:gd name="T111" fmla="*/ 7 h 359"/>
                  <a:gd name="T112" fmla="*/ 2963 w 3287"/>
                  <a:gd name="T113" fmla="*/ 0 h 359"/>
                  <a:gd name="T114" fmla="*/ 3046 w 3287"/>
                  <a:gd name="T115" fmla="*/ 0 h 359"/>
                  <a:gd name="T116" fmla="*/ 3122 w 3287"/>
                  <a:gd name="T117" fmla="*/ 0 h 359"/>
                  <a:gd name="T118" fmla="*/ 3205 w 3287"/>
                  <a:gd name="T119" fmla="*/ 0 h 359"/>
                  <a:gd name="T120" fmla="*/ 3287 w 3287"/>
                  <a:gd name="T121" fmla="*/ 0 h 3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359">
                    <a:moveTo>
                      <a:pt x="0" y="0"/>
                    </a:moveTo>
                    <a:lnTo>
                      <a:pt x="76" y="0"/>
                    </a:lnTo>
                    <a:lnTo>
                      <a:pt x="159" y="0"/>
                    </a:lnTo>
                    <a:lnTo>
                      <a:pt x="235" y="0"/>
                    </a:lnTo>
                    <a:lnTo>
                      <a:pt x="318" y="0"/>
                    </a:lnTo>
                    <a:lnTo>
                      <a:pt x="401" y="7"/>
                    </a:lnTo>
                    <a:lnTo>
                      <a:pt x="477" y="7"/>
                    </a:lnTo>
                    <a:lnTo>
                      <a:pt x="560" y="7"/>
                    </a:lnTo>
                    <a:lnTo>
                      <a:pt x="636" y="14"/>
                    </a:lnTo>
                    <a:lnTo>
                      <a:pt x="719" y="14"/>
                    </a:lnTo>
                    <a:lnTo>
                      <a:pt x="801" y="21"/>
                    </a:lnTo>
                    <a:lnTo>
                      <a:pt x="877" y="28"/>
                    </a:lnTo>
                    <a:lnTo>
                      <a:pt x="960" y="35"/>
                    </a:lnTo>
                    <a:lnTo>
                      <a:pt x="1036" y="49"/>
                    </a:lnTo>
                    <a:lnTo>
                      <a:pt x="1119" y="63"/>
                    </a:lnTo>
                    <a:lnTo>
                      <a:pt x="1133" y="63"/>
                    </a:lnTo>
                    <a:lnTo>
                      <a:pt x="1202" y="83"/>
                    </a:lnTo>
                    <a:lnTo>
                      <a:pt x="1264" y="104"/>
                    </a:lnTo>
                    <a:lnTo>
                      <a:pt x="1319" y="125"/>
                    </a:lnTo>
                    <a:lnTo>
                      <a:pt x="1368" y="145"/>
                    </a:lnTo>
                    <a:lnTo>
                      <a:pt x="1409" y="173"/>
                    </a:lnTo>
                    <a:lnTo>
                      <a:pt x="1444" y="194"/>
                    </a:lnTo>
                    <a:lnTo>
                      <a:pt x="1478" y="221"/>
                    </a:lnTo>
                    <a:lnTo>
                      <a:pt x="1513" y="242"/>
                    </a:lnTo>
                    <a:lnTo>
                      <a:pt x="1533" y="263"/>
                    </a:lnTo>
                    <a:lnTo>
                      <a:pt x="1561" y="284"/>
                    </a:lnTo>
                    <a:lnTo>
                      <a:pt x="1582" y="297"/>
                    </a:lnTo>
                    <a:lnTo>
                      <a:pt x="1596" y="318"/>
                    </a:lnTo>
                    <a:lnTo>
                      <a:pt x="1609" y="332"/>
                    </a:lnTo>
                    <a:lnTo>
                      <a:pt x="1623" y="346"/>
                    </a:lnTo>
                    <a:lnTo>
                      <a:pt x="1637" y="359"/>
                    </a:lnTo>
                    <a:lnTo>
                      <a:pt x="1651" y="353"/>
                    </a:lnTo>
                    <a:lnTo>
                      <a:pt x="1665" y="339"/>
                    </a:lnTo>
                    <a:lnTo>
                      <a:pt x="1678" y="325"/>
                    </a:lnTo>
                    <a:lnTo>
                      <a:pt x="1699" y="304"/>
                    </a:lnTo>
                    <a:lnTo>
                      <a:pt x="1720" y="284"/>
                    </a:lnTo>
                    <a:lnTo>
                      <a:pt x="1741" y="263"/>
                    </a:lnTo>
                    <a:lnTo>
                      <a:pt x="1768" y="242"/>
                    </a:lnTo>
                    <a:lnTo>
                      <a:pt x="1796" y="221"/>
                    </a:lnTo>
                    <a:lnTo>
                      <a:pt x="1830" y="201"/>
                    </a:lnTo>
                    <a:lnTo>
                      <a:pt x="1865" y="173"/>
                    </a:lnTo>
                    <a:lnTo>
                      <a:pt x="1913" y="152"/>
                    </a:lnTo>
                    <a:lnTo>
                      <a:pt x="1962" y="125"/>
                    </a:lnTo>
                    <a:lnTo>
                      <a:pt x="2017" y="104"/>
                    </a:lnTo>
                    <a:lnTo>
                      <a:pt x="2079" y="83"/>
                    </a:lnTo>
                    <a:lnTo>
                      <a:pt x="2148" y="63"/>
                    </a:lnTo>
                    <a:lnTo>
                      <a:pt x="2162" y="63"/>
                    </a:lnTo>
                    <a:lnTo>
                      <a:pt x="2245" y="49"/>
                    </a:lnTo>
                    <a:lnTo>
                      <a:pt x="2321" y="35"/>
                    </a:lnTo>
                    <a:lnTo>
                      <a:pt x="2404" y="28"/>
                    </a:lnTo>
                    <a:lnTo>
                      <a:pt x="2480" y="21"/>
                    </a:lnTo>
                    <a:lnTo>
                      <a:pt x="2562" y="14"/>
                    </a:lnTo>
                    <a:lnTo>
                      <a:pt x="2645" y="14"/>
                    </a:lnTo>
                    <a:lnTo>
                      <a:pt x="2721" y="7"/>
                    </a:lnTo>
                    <a:lnTo>
                      <a:pt x="2804" y="7"/>
                    </a:lnTo>
                    <a:lnTo>
                      <a:pt x="2880" y="7"/>
                    </a:lnTo>
                    <a:lnTo>
                      <a:pt x="2963" y="0"/>
                    </a:lnTo>
                    <a:lnTo>
                      <a:pt x="3046" y="0"/>
                    </a:lnTo>
                    <a:lnTo>
                      <a:pt x="3122" y="0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BF00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60" name="Freeform 118">
                <a:extLst>
                  <a:ext uri="{FF2B5EF4-FFF2-40B4-BE49-F238E27FC236}">
                    <a16:creationId xmlns:a16="http://schemas.microsoft.com/office/drawing/2014/main" id="{5DA6D1EB-E7CB-FE38-BE84-342F66D59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38"/>
                <a:ext cx="3287" cy="456"/>
              </a:xfrm>
              <a:custGeom>
                <a:avLst/>
                <a:gdLst>
                  <a:gd name="T0" fmla="*/ 0 w 3287"/>
                  <a:gd name="T1" fmla="*/ 0 h 456"/>
                  <a:gd name="T2" fmla="*/ 76 w 3287"/>
                  <a:gd name="T3" fmla="*/ 0 h 456"/>
                  <a:gd name="T4" fmla="*/ 159 w 3287"/>
                  <a:gd name="T5" fmla="*/ 7 h 456"/>
                  <a:gd name="T6" fmla="*/ 235 w 3287"/>
                  <a:gd name="T7" fmla="*/ 7 h 456"/>
                  <a:gd name="T8" fmla="*/ 318 w 3287"/>
                  <a:gd name="T9" fmla="*/ 7 h 456"/>
                  <a:gd name="T10" fmla="*/ 401 w 3287"/>
                  <a:gd name="T11" fmla="*/ 14 h 456"/>
                  <a:gd name="T12" fmla="*/ 477 w 3287"/>
                  <a:gd name="T13" fmla="*/ 14 h 456"/>
                  <a:gd name="T14" fmla="*/ 560 w 3287"/>
                  <a:gd name="T15" fmla="*/ 21 h 456"/>
                  <a:gd name="T16" fmla="*/ 636 w 3287"/>
                  <a:gd name="T17" fmla="*/ 28 h 456"/>
                  <a:gd name="T18" fmla="*/ 719 w 3287"/>
                  <a:gd name="T19" fmla="*/ 35 h 456"/>
                  <a:gd name="T20" fmla="*/ 801 w 3287"/>
                  <a:gd name="T21" fmla="*/ 42 h 456"/>
                  <a:gd name="T22" fmla="*/ 877 w 3287"/>
                  <a:gd name="T23" fmla="*/ 56 h 456"/>
                  <a:gd name="T24" fmla="*/ 960 w 3287"/>
                  <a:gd name="T25" fmla="*/ 69 h 456"/>
                  <a:gd name="T26" fmla="*/ 1036 w 3287"/>
                  <a:gd name="T27" fmla="*/ 90 h 456"/>
                  <a:gd name="T28" fmla="*/ 1119 w 3287"/>
                  <a:gd name="T29" fmla="*/ 111 h 456"/>
                  <a:gd name="T30" fmla="*/ 1133 w 3287"/>
                  <a:gd name="T31" fmla="*/ 118 h 456"/>
                  <a:gd name="T32" fmla="*/ 1202 w 3287"/>
                  <a:gd name="T33" fmla="*/ 138 h 456"/>
                  <a:gd name="T34" fmla="*/ 1264 w 3287"/>
                  <a:gd name="T35" fmla="*/ 166 h 456"/>
                  <a:gd name="T36" fmla="*/ 1319 w 3287"/>
                  <a:gd name="T37" fmla="*/ 194 h 456"/>
                  <a:gd name="T38" fmla="*/ 1368 w 3287"/>
                  <a:gd name="T39" fmla="*/ 221 h 456"/>
                  <a:gd name="T40" fmla="*/ 1409 w 3287"/>
                  <a:gd name="T41" fmla="*/ 249 h 456"/>
                  <a:gd name="T42" fmla="*/ 1444 w 3287"/>
                  <a:gd name="T43" fmla="*/ 277 h 456"/>
                  <a:gd name="T44" fmla="*/ 1478 w 3287"/>
                  <a:gd name="T45" fmla="*/ 304 h 456"/>
                  <a:gd name="T46" fmla="*/ 1513 w 3287"/>
                  <a:gd name="T47" fmla="*/ 332 h 456"/>
                  <a:gd name="T48" fmla="*/ 1533 w 3287"/>
                  <a:gd name="T49" fmla="*/ 353 h 456"/>
                  <a:gd name="T50" fmla="*/ 1561 w 3287"/>
                  <a:gd name="T51" fmla="*/ 373 h 456"/>
                  <a:gd name="T52" fmla="*/ 1582 w 3287"/>
                  <a:gd name="T53" fmla="*/ 394 h 456"/>
                  <a:gd name="T54" fmla="*/ 1596 w 3287"/>
                  <a:gd name="T55" fmla="*/ 408 h 456"/>
                  <a:gd name="T56" fmla="*/ 1609 w 3287"/>
                  <a:gd name="T57" fmla="*/ 429 h 456"/>
                  <a:gd name="T58" fmla="*/ 1623 w 3287"/>
                  <a:gd name="T59" fmla="*/ 442 h 456"/>
                  <a:gd name="T60" fmla="*/ 1637 w 3287"/>
                  <a:gd name="T61" fmla="*/ 456 h 456"/>
                  <a:gd name="T62" fmla="*/ 1651 w 3287"/>
                  <a:gd name="T63" fmla="*/ 442 h 456"/>
                  <a:gd name="T64" fmla="*/ 1665 w 3287"/>
                  <a:gd name="T65" fmla="*/ 429 h 456"/>
                  <a:gd name="T66" fmla="*/ 1678 w 3287"/>
                  <a:gd name="T67" fmla="*/ 415 h 456"/>
                  <a:gd name="T68" fmla="*/ 1699 w 3287"/>
                  <a:gd name="T69" fmla="*/ 394 h 456"/>
                  <a:gd name="T70" fmla="*/ 1720 w 3287"/>
                  <a:gd name="T71" fmla="*/ 373 h 456"/>
                  <a:gd name="T72" fmla="*/ 1741 w 3287"/>
                  <a:gd name="T73" fmla="*/ 353 h 456"/>
                  <a:gd name="T74" fmla="*/ 1768 w 3287"/>
                  <a:gd name="T75" fmla="*/ 332 h 456"/>
                  <a:gd name="T76" fmla="*/ 1796 w 3287"/>
                  <a:gd name="T77" fmla="*/ 304 h 456"/>
                  <a:gd name="T78" fmla="*/ 1830 w 3287"/>
                  <a:gd name="T79" fmla="*/ 284 h 456"/>
                  <a:gd name="T80" fmla="*/ 1865 w 3287"/>
                  <a:gd name="T81" fmla="*/ 256 h 456"/>
                  <a:gd name="T82" fmla="*/ 1913 w 3287"/>
                  <a:gd name="T83" fmla="*/ 228 h 456"/>
                  <a:gd name="T84" fmla="*/ 1962 w 3287"/>
                  <a:gd name="T85" fmla="*/ 201 h 456"/>
                  <a:gd name="T86" fmla="*/ 2017 w 3287"/>
                  <a:gd name="T87" fmla="*/ 173 h 456"/>
                  <a:gd name="T88" fmla="*/ 2079 w 3287"/>
                  <a:gd name="T89" fmla="*/ 145 h 456"/>
                  <a:gd name="T90" fmla="*/ 2148 w 3287"/>
                  <a:gd name="T91" fmla="*/ 118 h 456"/>
                  <a:gd name="T92" fmla="*/ 2162 w 3287"/>
                  <a:gd name="T93" fmla="*/ 111 h 456"/>
                  <a:gd name="T94" fmla="*/ 2245 w 3287"/>
                  <a:gd name="T95" fmla="*/ 90 h 456"/>
                  <a:gd name="T96" fmla="*/ 2321 w 3287"/>
                  <a:gd name="T97" fmla="*/ 69 h 456"/>
                  <a:gd name="T98" fmla="*/ 2404 w 3287"/>
                  <a:gd name="T99" fmla="*/ 56 h 456"/>
                  <a:gd name="T100" fmla="*/ 2480 w 3287"/>
                  <a:gd name="T101" fmla="*/ 42 h 456"/>
                  <a:gd name="T102" fmla="*/ 2562 w 3287"/>
                  <a:gd name="T103" fmla="*/ 35 h 456"/>
                  <a:gd name="T104" fmla="*/ 2645 w 3287"/>
                  <a:gd name="T105" fmla="*/ 28 h 456"/>
                  <a:gd name="T106" fmla="*/ 2721 w 3287"/>
                  <a:gd name="T107" fmla="*/ 21 h 456"/>
                  <a:gd name="T108" fmla="*/ 2804 w 3287"/>
                  <a:gd name="T109" fmla="*/ 14 h 456"/>
                  <a:gd name="T110" fmla="*/ 2880 w 3287"/>
                  <a:gd name="T111" fmla="*/ 14 h 456"/>
                  <a:gd name="T112" fmla="*/ 2963 w 3287"/>
                  <a:gd name="T113" fmla="*/ 7 h 456"/>
                  <a:gd name="T114" fmla="*/ 3046 w 3287"/>
                  <a:gd name="T115" fmla="*/ 7 h 456"/>
                  <a:gd name="T116" fmla="*/ 3122 w 3287"/>
                  <a:gd name="T117" fmla="*/ 7 h 456"/>
                  <a:gd name="T118" fmla="*/ 3205 w 3287"/>
                  <a:gd name="T119" fmla="*/ 0 h 456"/>
                  <a:gd name="T120" fmla="*/ 3287 w 3287"/>
                  <a:gd name="T121" fmla="*/ 0 h 45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456">
                    <a:moveTo>
                      <a:pt x="0" y="0"/>
                    </a:moveTo>
                    <a:lnTo>
                      <a:pt x="76" y="0"/>
                    </a:lnTo>
                    <a:lnTo>
                      <a:pt x="159" y="7"/>
                    </a:lnTo>
                    <a:lnTo>
                      <a:pt x="235" y="7"/>
                    </a:lnTo>
                    <a:lnTo>
                      <a:pt x="318" y="7"/>
                    </a:lnTo>
                    <a:lnTo>
                      <a:pt x="401" y="14"/>
                    </a:lnTo>
                    <a:lnTo>
                      <a:pt x="477" y="14"/>
                    </a:lnTo>
                    <a:lnTo>
                      <a:pt x="560" y="21"/>
                    </a:lnTo>
                    <a:lnTo>
                      <a:pt x="636" y="28"/>
                    </a:lnTo>
                    <a:lnTo>
                      <a:pt x="719" y="35"/>
                    </a:lnTo>
                    <a:lnTo>
                      <a:pt x="801" y="42"/>
                    </a:lnTo>
                    <a:lnTo>
                      <a:pt x="877" y="56"/>
                    </a:lnTo>
                    <a:lnTo>
                      <a:pt x="960" y="69"/>
                    </a:lnTo>
                    <a:lnTo>
                      <a:pt x="1036" y="90"/>
                    </a:lnTo>
                    <a:lnTo>
                      <a:pt x="1119" y="111"/>
                    </a:lnTo>
                    <a:lnTo>
                      <a:pt x="1133" y="118"/>
                    </a:lnTo>
                    <a:lnTo>
                      <a:pt x="1202" y="138"/>
                    </a:lnTo>
                    <a:lnTo>
                      <a:pt x="1264" y="166"/>
                    </a:lnTo>
                    <a:lnTo>
                      <a:pt x="1319" y="194"/>
                    </a:lnTo>
                    <a:lnTo>
                      <a:pt x="1368" y="221"/>
                    </a:lnTo>
                    <a:lnTo>
                      <a:pt x="1409" y="249"/>
                    </a:lnTo>
                    <a:lnTo>
                      <a:pt x="1444" y="277"/>
                    </a:lnTo>
                    <a:lnTo>
                      <a:pt x="1478" y="304"/>
                    </a:lnTo>
                    <a:lnTo>
                      <a:pt x="1513" y="332"/>
                    </a:lnTo>
                    <a:lnTo>
                      <a:pt x="1533" y="353"/>
                    </a:lnTo>
                    <a:lnTo>
                      <a:pt x="1561" y="373"/>
                    </a:lnTo>
                    <a:lnTo>
                      <a:pt x="1582" y="394"/>
                    </a:lnTo>
                    <a:lnTo>
                      <a:pt x="1596" y="408"/>
                    </a:lnTo>
                    <a:lnTo>
                      <a:pt x="1609" y="429"/>
                    </a:lnTo>
                    <a:lnTo>
                      <a:pt x="1623" y="442"/>
                    </a:lnTo>
                    <a:lnTo>
                      <a:pt x="1637" y="456"/>
                    </a:lnTo>
                    <a:lnTo>
                      <a:pt x="1651" y="442"/>
                    </a:lnTo>
                    <a:lnTo>
                      <a:pt x="1665" y="429"/>
                    </a:lnTo>
                    <a:lnTo>
                      <a:pt x="1678" y="415"/>
                    </a:lnTo>
                    <a:lnTo>
                      <a:pt x="1699" y="394"/>
                    </a:lnTo>
                    <a:lnTo>
                      <a:pt x="1720" y="373"/>
                    </a:lnTo>
                    <a:lnTo>
                      <a:pt x="1741" y="353"/>
                    </a:lnTo>
                    <a:lnTo>
                      <a:pt x="1768" y="332"/>
                    </a:lnTo>
                    <a:lnTo>
                      <a:pt x="1796" y="304"/>
                    </a:lnTo>
                    <a:lnTo>
                      <a:pt x="1830" y="284"/>
                    </a:lnTo>
                    <a:lnTo>
                      <a:pt x="1865" y="256"/>
                    </a:lnTo>
                    <a:lnTo>
                      <a:pt x="1913" y="228"/>
                    </a:lnTo>
                    <a:lnTo>
                      <a:pt x="1962" y="201"/>
                    </a:lnTo>
                    <a:lnTo>
                      <a:pt x="2017" y="173"/>
                    </a:lnTo>
                    <a:lnTo>
                      <a:pt x="2079" y="145"/>
                    </a:lnTo>
                    <a:lnTo>
                      <a:pt x="2148" y="118"/>
                    </a:lnTo>
                    <a:lnTo>
                      <a:pt x="2162" y="111"/>
                    </a:lnTo>
                    <a:lnTo>
                      <a:pt x="2245" y="90"/>
                    </a:lnTo>
                    <a:lnTo>
                      <a:pt x="2321" y="69"/>
                    </a:lnTo>
                    <a:lnTo>
                      <a:pt x="2404" y="56"/>
                    </a:lnTo>
                    <a:lnTo>
                      <a:pt x="2480" y="42"/>
                    </a:lnTo>
                    <a:lnTo>
                      <a:pt x="2562" y="35"/>
                    </a:lnTo>
                    <a:lnTo>
                      <a:pt x="2645" y="28"/>
                    </a:lnTo>
                    <a:lnTo>
                      <a:pt x="2721" y="21"/>
                    </a:lnTo>
                    <a:lnTo>
                      <a:pt x="2804" y="14"/>
                    </a:lnTo>
                    <a:lnTo>
                      <a:pt x="2880" y="14"/>
                    </a:lnTo>
                    <a:lnTo>
                      <a:pt x="2963" y="7"/>
                    </a:lnTo>
                    <a:lnTo>
                      <a:pt x="3046" y="7"/>
                    </a:lnTo>
                    <a:lnTo>
                      <a:pt x="3122" y="7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BFB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61" name="Freeform 119">
                <a:extLst>
                  <a:ext uri="{FF2B5EF4-FFF2-40B4-BE49-F238E27FC236}">
                    <a16:creationId xmlns:a16="http://schemas.microsoft.com/office/drawing/2014/main" id="{9E558A85-4CF8-5B60-EFC5-30E9A4B0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3045"/>
                <a:ext cx="3287" cy="525"/>
              </a:xfrm>
              <a:custGeom>
                <a:avLst/>
                <a:gdLst>
                  <a:gd name="T0" fmla="*/ 0 w 3287"/>
                  <a:gd name="T1" fmla="*/ 0 h 525"/>
                  <a:gd name="T2" fmla="*/ 76 w 3287"/>
                  <a:gd name="T3" fmla="*/ 0 h 525"/>
                  <a:gd name="T4" fmla="*/ 159 w 3287"/>
                  <a:gd name="T5" fmla="*/ 0 h 525"/>
                  <a:gd name="T6" fmla="*/ 235 w 3287"/>
                  <a:gd name="T7" fmla="*/ 7 h 525"/>
                  <a:gd name="T8" fmla="*/ 318 w 3287"/>
                  <a:gd name="T9" fmla="*/ 7 h 525"/>
                  <a:gd name="T10" fmla="*/ 401 w 3287"/>
                  <a:gd name="T11" fmla="*/ 14 h 525"/>
                  <a:gd name="T12" fmla="*/ 477 w 3287"/>
                  <a:gd name="T13" fmla="*/ 21 h 525"/>
                  <a:gd name="T14" fmla="*/ 560 w 3287"/>
                  <a:gd name="T15" fmla="*/ 28 h 525"/>
                  <a:gd name="T16" fmla="*/ 636 w 3287"/>
                  <a:gd name="T17" fmla="*/ 35 h 525"/>
                  <a:gd name="T18" fmla="*/ 719 w 3287"/>
                  <a:gd name="T19" fmla="*/ 49 h 525"/>
                  <a:gd name="T20" fmla="*/ 801 w 3287"/>
                  <a:gd name="T21" fmla="*/ 62 h 525"/>
                  <a:gd name="T22" fmla="*/ 877 w 3287"/>
                  <a:gd name="T23" fmla="*/ 76 h 525"/>
                  <a:gd name="T24" fmla="*/ 960 w 3287"/>
                  <a:gd name="T25" fmla="*/ 97 h 525"/>
                  <a:gd name="T26" fmla="*/ 1036 w 3287"/>
                  <a:gd name="T27" fmla="*/ 125 h 525"/>
                  <a:gd name="T28" fmla="*/ 1119 w 3287"/>
                  <a:gd name="T29" fmla="*/ 152 h 525"/>
                  <a:gd name="T30" fmla="*/ 1133 w 3287"/>
                  <a:gd name="T31" fmla="*/ 159 h 525"/>
                  <a:gd name="T32" fmla="*/ 1202 w 3287"/>
                  <a:gd name="T33" fmla="*/ 187 h 525"/>
                  <a:gd name="T34" fmla="*/ 1264 w 3287"/>
                  <a:gd name="T35" fmla="*/ 221 h 525"/>
                  <a:gd name="T36" fmla="*/ 1319 w 3287"/>
                  <a:gd name="T37" fmla="*/ 256 h 525"/>
                  <a:gd name="T38" fmla="*/ 1368 w 3287"/>
                  <a:gd name="T39" fmla="*/ 290 h 525"/>
                  <a:gd name="T40" fmla="*/ 1409 w 3287"/>
                  <a:gd name="T41" fmla="*/ 318 h 525"/>
                  <a:gd name="T42" fmla="*/ 1444 w 3287"/>
                  <a:gd name="T43" fmla="*/ 346 h 525"/>
                  <a:gd name="T44" fmla="*/ 1478 w 3287"/>
                  <a:gd name="T45" fmla="*/ 373 h 525"/>
                  <a:gd name="T46" fmla="*/ 1513 w 3287"/>
                  <a:gd name="T47" fmla="*/ 401 h 525"/>
                  <a:gd name="T48" fmla="*/ 1533 w 3287"/>
                  <a:gd name="T49" fmla="*/ 422 h 525"/>
                  <a:gd name="T50" fmla="*/ 1561 w 3287"/>
                  <a:gd name="T51" fmla="*/ 449 h 525"/>
                  <a:gd name="T52" fmla="*/ 1582 w 3287"/>
                  <a:gd name="T53" fmla="*/ 463 h 525"/>
                  <a:gd name="T54" fmla="*/ 1596 w 3287"/>
                  <a:gd name="T55" fmla="*/ 484 h 525"/>
                  <a:gd name="T56" fmla="*/ 1609 w 3287"/>
                  <a:gd name="T57" fmla="*/ 498 h 525"/>
                  <a:gd name="T58" fmla="*/ 1623 w 3287"/>
                  <a:gd name="T59" fmla="*/ 518 h 525"/>
                  <a:gd name="T60" fmla="*/ 1637 w 3287"/>
                  <a:gd name="T61" fmla="*/ 525 h 525"/>
                  <a:gd name="T62" fmla="*/ 1651 w 3287"/>
                  <a:gd name="T63" fmla="*/ 518 h 525"/>
                  <a:gd name="T64" fmla="*/ 1665 w 3287"/>
                  <a:gd name="T65" fmla="*/ 504 h 525"/>
                  <a:gd name="T66" fmla="*/ 1678 w 3287"/>
                  <a:gd name="T67" fmla="*/ 491 h 525"/>
                  <a:gd name="T68" fmla="*/ 1699 w 3287"/>
                  <a:gd name="T69" fmla="*/ 470 h 525"/>
                  <a:gd name="T70" fmla="*/ 1720 w 3287"/>
                  <a:gd name="T71" fmla="*/ 449 h 525"/>
                  <a:gd name="T72" fmla="*/ 1741 w 3287"/>
                  <a:gd name="T73" fmla="*/ 428 h 525"/>
                  <a:gd name="T74" fmla="*/ 1768 w 3287"/>
                  <a:gd name="T75" fmla="*/ 401 h 525"/>
                  <a:gd name="T76" fmla="*/ 1796 w 3287"/>
                  <a:gd name="T77" fmla="*/ 380 h 525"/>
                  <a:gd name="T78" fmla="*/ 1830 w 3287"/>
                  <a:gd name="T79" fmla="*/ 352 h 525"/>
                  <a:gd name="T80" fmla="*/ 1865 w 3287"/>
                  <a:gd name="T81" fmla="*/ 318 h 525"/>
                  <a:gd name="T82" fmla="*/ 1913 w 3287"/>
                  <a:gd name="T83" fmla="*/ 290 h 525"/>
                  <a:gd name="T84" fmla="*/ 1962 w 3287"/>
                  <a:gd name="T85" fmla="*/ 256 h 525"/>
                  <a:gd name="T86" fmla="*/ 2017 w 3287"/>
                  <a:gd name="T87" fmla="*/ 221 h 525"/>
                  <a:gd name="T88" fmla="*/ 2079 w 3287"/>
                  <a:gd name="T89" fmla="*/ 194 h 525"/>
                  <a:gd name="T90" fmla="*/ 2148 w 3287"/>
                  <a:gd name="T91" fmla="*/ 159 h 525"/>
                  <a:gd name="T92" fmla="*/ 2162 w 3287"/>
                  <a:gd name="T93" fmla="*/ 152 h 525"/>
                  <a:gd name="T94" fmla="*/ 2245 w 3287"/>
                  <a:gd name="T95" fmla="*/ 125 h 525"/>
                  <a:gd name="T96" fmla="*/ 2321 w 3287"/>
                  <a:gd name="T97" fmla="*/ 97 h 525"/>
                  <a:gd name="T98" fmla="*/ 2404 w 3287"/>
                  <a:gd name="T99" fmla="*/ 76 h 525"/>
                  <a:gd name="T100" fmla="*/ 2480 w 3287"/>
                  <a:gd name="T101" fmla="*/ 62 h 525"/>
                  <a:gd name="T102" fmla="*/ 2562 w 3287"/>
                  <a:gd name="T103" fmla="*/ 49 h 525"/>
                  <a:gd name="T104" fmla="*/ 2645 w 3287"/>
                  <a:gd name="T105" fmla="*/ 35 h 525"/>
                  <a:gd name="T106" fmla="*/ 2721 w 3287"/>
                  <a:gd name="T107" fmla="*/ 28 h 525"/>
                  <a:gd name="T108" fmla="*/ 2804 w 3287"/>
                  <a:gd name="T109" fmla="*/ 21 h 525"/>
                  <a:gd name="T110" fmla="*/ 2880 w 3287"/>
                  <a:gd name="T111" fmla="*/ 14 h 525"/>
                  <a:gd name="T112" fmla="*/ 2963 w 3287"/>
                  <a:gd name="T113" fmla="*/ 7 h 525"/>
                  <a:gd name="T114" fmla="*/ 3046 w 3287"/>
                  <a:gd name="T115" fmla="*/ 7 h 525"/>
                  <a:gd name="T116" fmla="*/ 3122 w 3287"/>
                  <a:gd name="T117" fmla="*/ 0 h 525"/>
                  <a:gd name="T118" fmla="*/ 3205 w 3287"/>
                  <a:gd name="T119" fmla="*/ 0 h 525"/>
                  <a:gd name="T120" fmla="*/ 3287 w 3287"/>
                  <a:gd name="T121" fmla="*/ 0 h 52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287" h="525">
                    <a:moveTo>
                      <a:pt x="0" y="0"/>
                    </a:moveTo>
                    <a:lnTo>
                      <a:pt x="76" y="0"/>
                    </a:lnTo>
                    <a:lnTo>
                      <a:pt x="159" y="0"/>
                    </a:lnTo>
                    <a:lnTo>
                      <a:pt x="235" y="7"/>
                    </a:lnTo>
                    <a:lnTo>
                      <a:pt x="318" y="7"/>
                    </a:lnTo>
                    <a:lnTo>
                      <a:pt x="401" y="14"/>
                    </a:lnTo>
                    <a:lnTo>
                      <a:pt x="477" y="21"/>
                    </a:lnTo>
                    <a:lnTo>
                      <a:pt x="560" y="28"/>
                    </a:lnTo>
                    <a:lnTo>
                      <a:pt x="636" y="35"/>
                    </a:lnTo>
                    <a:lnTo>
                      <a:pt x="719" y="49"/>
                    </a:lnTo>
                    <a:lnTo>
                      <a:pt x="801" y="62"/>
                    </a:lnTo>
                    <a:lnTo>
                      <a:pt x="877" y="76"/>
                    </a:lnTo>
                    <a:lnTo>
                      <a:pt x="960" y="97"/>
                    </a:lnTo>
                    <a:lnTo>
                      <a:pt x="1036" y="125"/>
                    </a:lnTo>
                    <a:lnTo>
                      <a:pt x="1119" y="152"/>
                    </a:lnTo>
                    <a:lnTo>
                      <a:pt x="1133" y="159"/>
                    </a:lnTo>
                    <a:lnTo>
                      <a:pt x="1202" y="187"/>
                    </a:lnTo>
                    <a:lnTo>
                      <a:pt x="1264" y="221"/>
                    </a:lnTo>
                    <a:lnTo>
                      <a:pt x="1319" y="256"/>
                    </a:lnTo>
                    <a:lnTo>
                      <a:pt x="1368" y="290"/>
                    </a:lnTo>
                    <a:lnTo>
                      <a:pt x="1409" y="318"/>
                    </a:lnTo>
                    <a:lnTo>
                      <a:pt x="1444" y="346"/>
                    </a:lnTo>
                    <a:lnTo>
                      <a:pt x="1478" y="373"/>
                    </a:lnTo>
                    <a:lnTo>
                      <a:pt x="1513" y="401"/>
                    </a:lnTo>
                    <a:lnTo>
                      <a:pt x="1533" y="422"/>
                    </a:lnTo>
                    <a:lnTo>
                      <a:pt x="1561" y="449"/>
                    </a:lnTo>
                    <a:lnTo>
                      <a:pt x="1582" y="463"/>
                    </a:lnTo>
                    <a:lnTo>
                      <a:pt x="1596" y="484"/>
                    </a:lnTo>
                    <a:lnTo>
                      <a:pt x="1609" y="498"/>
                    </a:lnTo>
                    <a:lnTo>
                      <a:pt x="1623" y="518"/>
                    </a:lnTo>
                    <a:lnTo>
                      <a:pt x="1637" y="525"/>
                    </a:lnTo>
                    <a:lnTo>
                      <a:pt x="1651" y="518"/>
                    </a:lnTo>
                    <a:lnTo>
                      <a:pt x="1665" y="504"/>
                    </a:lnTo>
                    <a:lnTo>
                      <a:pt x="1678" y="491"/>
                    </a:lnTo>
                    <a:lnTo>
                      <a:pt x="1699" y="470"/>
                    </a:lnTo>
                    <a:lnTo>
                      <a:pt x="1720" y="449"/>
                    </a:lnTo>
                    <a:lnTo>
                      <a:pt x="1741" y="428"/>
                    </a:lnTo>
                    <a:lnTo>
                      <a:pt x="1768" y="401"/>
                    </a:lnTo>
                    <a:lnTo>
                      <a:pt x="1796" y="380"/>
                    </a:lnTo>
                    <a:lnTo>
                      <a:pt x="1830" y="352"/>
                    </a:lnTo>
                    <a:lnTo>
                      <a:pt x="1865" y="318"/>
                    </a:lnTo>
                    <a:lnTo>
                      <a:pt x="1913" y="290"/>
                    </a:lnTo>
                    <a:lnTo>
                      <a:pt x="1962" y="256"/>
                    </a:lnTo>
                    <a:lnTo>
                      <a:pt x="2017" y="221"/>
                    </a:lnTo>
                    <a:lnTo>
                      <a:pt x="2079" y="194"/>
                    </a:lnTo>
                    <a:lnTo>
                      <a:pt x="2148" y="159"/>
                    </a:lnTo>
                    <a:lnTo>
                      <a:pt x="2162" y="152"/>
                    </a:lnTo>
                    <a:lnTo>
                      <a:pt x="2245" y="125"/>
                    </a:lnTo>
                    <a:lnTo>
                      <a:pt x="2321" y="97"/>
                    </a:lnTo>
                    <a:lnTo>
                      <a:pt x="2404" y="76"/>
                    </a:lnTo>
                    <a:lnTo>
                      <a:pt x="2480" y="62"/>
                    </a:lnTo>
                    <a:lnTo>
                      <a:pt x="2562" y="49"/>
                    </a:lnTo>
                    <a:lnTo>
                      <a:pt x="2645" y="35"/>
                    </a:lnTo>
                    <a:lnTo>
                      <a:pt x="2721" y="28"/>
                    </a:lnTo>
                    <a:lnTo>
                      <a:pt x="2804" y="21"/>
                    </a:lnTo>
                    <a:lnTo>
                      <a:pt x="2880" y="14"/>
                    </a:lnTo>
                    <a:lnTo>
                      <a:pt x="2963" y="7"/>
                    </a:lnTo>
                    <a:lnTo>
                      <a:pt x="3046" y="7"/>
                    </a:lnTo>
                    <a:lnTo>
                      <a:pt x="3122" y="0"/>
                    </a:lnTo>
                    <a:lnTo>
                      <a:pt x="3205" y="0"/>
                    </a:lnTo>
                    <a:lnTo>
                      <a:pt x="3287" y="0"/>
                    </a:lnTo>
                  </a:path>
                </a:pathLst>
              </a:custGeom>
              <a:noFill/>
              <a:ln w="22225">
                <a:solidFill>
                  <a:srgbClr val="3F3F3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6840" name="Line 120">
              <a:extLst>
                <a:ext uri="{FF2B5EF4-FFF2-40B4-BE49-F238E27FC236}">
                  <a16:creationId xmlns:a16="http://schemas.microsoft.com/office/drawing/2014/main" id="{439496C1-BC9C-8444-E473-609CCF9373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928"/>
              <a:ext cx="432" cy="3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1" name="Line 121">
              <a:extLst>
                <a:ext uri="{FF2B5EF4-FFF2-40B4-BE49-F238E27FC236}">
                  <a16:creationId xmlns:a16="http://schemas.microsoft.com/office/drawing/2014/main" id="{8255378B-5B5A-51EC-244B-81F129BBF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3054"/>
              <a:ext cx="48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2" name="Line 122">
              <a:extLst>
                <a:ext uri="{FF2B5EF4-FFF2-40B4-BE49-F238E27FC236}">
                  <a16:creationId xmlns:a16="http://schemas.microsoft.com/office/drawing/2014/main" id="{2289FEEF-790E-15D8-3DE5-BF56E4F82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204"/>
              <a:ext cx="480" cy="384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3" name="Line 123">
              <a:extLst>
                <a:ext uri="{FF2B5EF4-FFF2-40B4-BE49-F238E27FC236}">
                  <a16:creationId xmlns:a16="http://schemas.microsoft.com/office/drawing/2014/main" id="{25C6E259-84F1-4E32-6A77-2BE10715E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6" y="3180"/>
              <a:ext cx="258" cy="96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4" name="Line 124">
              <a:extLst>
                <a:ext uri="{FF2B5EF4-FFF2-40B4-BE49-F238E27FC236}">
                  <a16:creationId xmlns:a16="http://schemas.microsoft.com/office/drawing/2014/main" id="{B1E81E77-A474-3B5D-AF45-6A4C28AF1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8" y="3300"/>
              <a:ext cx="336" cy="144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5" name="Line 125">
              <a:extLst>
                <a:ext uri="{FF2B5EF4-FFF2-40B4-BE49-F238E27FC236}">
                  <a16:creationId xmlns:a16="http://schemas.microsoft.com/office/drawing/2014/main" id="{CD1517D4-1ADC-7077-5535-FBC1690A8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38" y="3432"/>
              <a:ext cx="414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46" name="Rectangle 126">
              <a:extLst>
                <a:ext uri="{FF2B5EF4-FFF2-40B4-BE49-F238E27FC236}">
                  <a16:creationId xmlns:a16="http://schemas.microsoft.com/office/drawing/2014/main" id="{88110F1D-27FF-131C-6794-B092CE439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3888"/>
              <a:ext cx="5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>
                  <a:solidFill>
                    <a:srgbClr val="000000"/>
                  </a:solidFill>
                  <a:latin typeface="Helvetica" panose="020B0604020202020204" pitchFamily="34" charset="0"/>
                </a:rPr>
                <a:t>n</a:t>
              </a:r>
            </a:p>
          </p:txBody>
        </p:sp>
        <p:sp>
          <p:nvSpPr>
            <p:cNvPr id="116847" name="Rectangle 127">
              <a:extLst>
                <a:ext uri="{FF2B5EF4-FFF2-40B4-BE49-F238E27FC236}">
                  <a16:creationId xmlns:a16="http://schemas.microsoft.com/office/drawing/2014/main" id="{CA5A7BCF-0336-3751-7ABD-DB4B4CEB93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04" y="232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Error 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dB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2400" baseline="-18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3">
            <a:extLst>
              <a:ext uri="{FF2B5EF4-FFF2-40B4-BE49-F238E27FC236}">
                <a16:creationId xmlns:a16="http://schemas.microsoft.com/office/drawing/2014/main" id="{621192FE-C9EC-E92D-AB6D-2942E74E9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1625600"/>
            <a:ext cx="66294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由图可见，当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较小时，由于在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 </a:t>
            </a:r>
            <a:r>
              <a:rPr lang="zh-CN" altLang="en-US" sz="2800">
                <a:latin typeface="宋体" panose="02010600030101010101" pitchFamily="2" charset="-122"/>
              </a:rPr>
              <a:t>附近存在谐振，幅频特性渐近线与实际特性存在较大的误差，</a:t>
            </a:r>
            <a:r>
              <a:rPr lang="zh-CN" altLang="en-US" sz="2800" i="1">
                <a:latin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越小，误差越大。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66D79A0B-B2A4-4888-3B75-3A270F57F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209925"/>
            <a:ext cx="6629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当</a:t>
            </a:r>
            <a:r>
              <a:rPr lang="en-US" altLang="zh-CN" sz="2800">
                <a:latin typeface="Times New Roman" panose="02020603050405020304" pitchFamily="18" charset="0"/>
              </a:rPr>
              <a:t>0.38&lt;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sz="2800">
                <a:latin typeface="Times New Roman" panose="02020603050405020304" pitchFamily="18" charset="0"/>
              </a:rPr>
              <a:t>&lt;0.7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zh-CN" altLang="en-US" sz="2800">
                <a:latin typeface="宋体" panose="02010600030101010101" pitchFamily="2" charset="-122"/>
              </a:rPr>
              <a:t>误差不超过</a:t>
            </a:r>
            <a:r>
              <a:rPr lang="en-US" altLang="zh-CN" sz="2800">
                <a:latin typeface="Times New Roman" panose="02020603050405020304" pitchFamily="18" charset="0"/>
              </a:rPr>
              <a:t>3dB</a:t>
            </a:r>
            <a:r>
              <a:rPr lang="zh-CN" altLang="en-US" sz="2800">
                <a:latin typeface="宋体" panose="02010600030101010101" pitchFamily="2" charset="-122"/>
              </a:rPr>
              <a:t>。因此，在此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范围内，可直接使用渐近对数幅频特性，而在此范围之外，应使用准确的对数幅频曲线。</a:t>
            </a: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7C61D522-B418-AB6B-ECE0-E07A3C46D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226050"/>
            <a:ext cx="66294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准确的对数幅频曲线可在渐近线的基础上，通过误差曲线修正而获得或直接计算。</a:t>
            </a:r>
            <a:endParaRPr lang="en-US" altLang="zh-CN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/>
      <p:bldP spid="10035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3">
            <a:extLst>
              <a:ext uri="{FF2B5EF4-FFF2-40B4-BE49-F238E27FC236}">
                <a16:creationId xmlns:a16="http://schemas.microsoft.com/office/drawing/2014/main" id="{CDBB219F-FDDB-C851-3F25-2904CC803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052513"/>
            <a:ext cx="352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二阶微分</a:t>
            </a:r>
            <a:r>
              <a:rPr lang="zh-CN" altLang="en-US" sz="2800" b="1"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DCD4949-FDF0-EEEF-10AF-107633B0708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057400"/>
            <a:ext cx="6129338" cy="542925"/>
            <a:chOff x="1056" y="1296"/>
            <a:chExt cx="3861" cy="342"/>
          </a:xfrm>
        </p:grpSpPr>
        <p:sp>
          <p:nvSpPr>
            <p:cNvPr id="120845" name="Rectangle 5">
              <a:extLst>
                <a:ext uri="{FF2B5EF4-FFF2-40B4-BE49-F238E27FC236}">
                  <a16:creationId xmlns:a16="http://schemas.microsoft.com/office/drawing/2014/main" id="{F4832572-4C0D-14B9-E09C-D90C0073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11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20846" name="Object 6">
              <a:extLst>
                <a:ext uri="{FF2B5EF4-FFF2-40B4-BE49-F238E27FC236}">
                  <a16:creationId xmlns:a16="http://schemas.microsoft.com/office/drawing/2014/main" id="{90B19448-42D6-DDF3-A777-09070D258D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8" y="1296"/>
            <a:ext cx="262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044700" imgH="241300" progId="Equation.3">
                    <p:embed/>
                  </p:oleObj>
                </mc:Choice>
                <mc:Fallback>
                  <p:oleObj r:id="rId3" imgW="20447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8" y="1296"/>
                          <a:ext cx="262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203FCDFA-C4C3-10EE-F721-E50E9FA2702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43200"/>
            <a:ext cx="5638800" cy="519113"/>
            <a:chOff x="1056" y="1728"/>
            <a:chExt cx="3552" cy="327"/>
          </a:xfrm>
        </p:grpSpPr>
        <p:sp>
          <p:nvSpPr>
            <p:cNvPr id="120843" name="Rectangle 8">
              <a:extLst>
                <a:ext uri="{FF2B5EF4-FFF2-40B4-BE49-F238E27FC236}">
                  <a16:creationId xmlns:a16="http://schemas.microsoft.com/office/drawing/2014/main" id="{A9FD5A69-15BF-B399-3696-62D8C60B8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28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0844" name="Object 9">
              <a:extLst>
                <a:ext uri="{FF2B5EF4-FFF2-40B4-BE49-F238E27FC236}">
                  <a16:creationId xmlns:a16="http://schemas.microsoft.com/office/drawing/2014/main" id="{4CC638F0-3EFB-8586-993D-0C1B2663CB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0" y="1728"/>
            <a:ext cx="212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51000" imgH="241300" progId="Equation.3">
                    <p:embed/>
                  </p:oleObj>
                </mc:Choice>
                <mc:Fallback>
                  <p:oleObj r:id="rId5" imgW="16510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1728"/>
                          <a:ext cx="212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6B9B8A7-B662-6595-6EBD-A71868EA42A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5967413" cy="561975"/>
            <a:chOff x="1056" y="2160"/>
            <a:chExt cx="3759" cy="354"/>
          </a:xfrm>
        </p:grpSpPr>
        <p:sp>
          <p:nvSpPr>
            <p:cNvPr id="120841" name="Rectangle 11">
              <a:extLst>
                <a:ext uri="{FF2B5EF4-FFF2-40B4-BE49-F238E27FC236}">
                  <a16:creationId xmlns:a16="http://schemas.microsoft.com/office/drawing/2014/main" id="{CF284228-1480-DD31-76CD-CEF16F6BD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8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0842" name="Object 12">
              <a:extLst>
                <a:ext uri="{FF2B5EF4-FFF2-40B4-BE49-F238E27FC236}">
                  <a16:creationId xmlns:a16="http://schemas.microsoft.com/office/drawing/2014/main" id="{407F177C-5514-F806-720F-94206CD8B0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1" y="2160"/>
            <a:ext cx="2514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955800" imgH="279400" progId="Equation.3">
                    <p:embed/>
                  </p:oleObj>
                </mc:Choice>
                <mc:Fallback>
                  <p:oleObj r:id="rId7" imgW="1955800" imgH="279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" y="2160"/>
                          <a:ext cx="2514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BAFD98FD-D1FD-B221-5A4F-B8BD83AC502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114800"/>
            <a:ext cx="5638800" cy="790575"/>
            <a:chOff x="1056" y="2592"/>
            <a:chExt cx="3552" cy="498"/>
          </a:xfrm>
        </p:grpSpPr>
        <p:sp>
          <p:nvSpPr>
            <p:cNvPr id="120839" name="Rectangle 14">
              <a:extLst>
                <a:ext uri="{FF2B5EF4-FFF2-40B4-BE49-F238E27FC236}">
                  <a16:creationId xmlns:a16="http://schemas.microsoft.com/office/drawing/2014/main" id="{A7FAA343-64E6-EA74-EE0B-9B774F6F3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69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0840" name="Object 15">
              <a:extLst>
                <a:ext uri="{FF2B5EF4-FFF2-40B4-BE49-F238E27FC236}">
                  <a16:creationId xmlns:a16="http://schemas.microsoft.com/office/drawing/2014/main" id="{8B02C949-8F5C-D614-146F-BF69A74D80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3" y="2592"/>
            <a:ext cx="1780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84300" imgH="393700" progId="Equation.3">
                    <p:embed/>
                  </p:oleObj>
                </mc:Choice>
                <mc:Fallback>
                  <p:oleObj r:id="rId9" imgW="1384300" imgH="3937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3" y="2592"/>
                          <a:ext cx="1780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15C041A2-B7B1-7B87-4134-5124E5FE2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052513"/>
            <a:ext cx="7010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二阶微分环节的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宋体" panose="02010600030101010101" pitchFamily="2" charset="-122"/>
              </a:rPr>
              <a:t>图 </a:t>
            </a:r>
          </a:p>
        </p:txBody>
      </p:sp>
      <p:graphicFrame>
        <p:nvGraphicFramePr>
          <p:cNvPr id="98307" name="Object 3">
            <a:extLst>
              <a:ext uri="{FF2B5EF4-FFF2-40B4-BE49-F238E27FC236}">
                <a16:creationId xmlns:a16="http://schemas.microsoft.com/office/drawing/2014/main" id="{299A9E7F-6440-7DDA-1C85-728ACF913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1638" y="1947863"/>
          <a:ext cx="46132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60600" imgH="279400" progId="Equation.3">
                  <p:embed/>
                </p:oleObj>
              </mc:Choice>
              <mc:Fallback>
                <p:oleObj r:id="rId3" imgW="2260600" imgH="27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1947863"/>
                        <a:ext cx="46132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8" name="Object 4">
            <a:extLst>
              <a:ext uri="{FF2B5EF4-FFF2-40B4-BE49-F238E27FC236}">
                <a16:creationId xmlns:a16="http://schemas.microsoft.com/office/drawing/2014/main" id="{BE12C53B-460C-E843-EE2E-4D7A27E7D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9413" y="2633663"/>
          <a:ext cx="28257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84300" imgH="393700" progId="Equation.3">
                  <p:embed/>
                </p:oleObj>
              </mc:Choice>
              <mc:Fallback>
                <p:oleObj r:id="rId5" imgW="13843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2633663"/>
                        <a:ext cx="28257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9" name="Rectangle 5">
            <a:extLst>
              <a:ext uri="{FF2B5EF4-FFF2-40B4-BE49-F238E27FC236}">
                <a16:creationId xmlns:a16="http://schemas.microsoft.com/office/drawing/2014/main" id="{08481804-CB31-1263-CFE5-A832CFF4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500438"/>
            <a:ext cx="70866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注意到二阶微分环节与振荡环节的频率特性互为倒数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宋体" panose="02010600030101010101" pitchFamily="2" charset="-122"/>
              </a:rPr>
              <a:t>1/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，根据对数频率特性图的特点，二阶微分环节与振荡环节的对数幅频特性曲线关于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</a:rPr>
              <a:t>dB </a:t>
            </a:r>
            <a:r>
              <a:rPr lang="zh-CN" altLang="en-US" sz="2800">
                <a:latin typeface="宋体" panose="02010600030101010101" pitchFamily="2" charset="-122"/>
              </a:rPr>
              <a:t>线对称，相频特性曲线关于零度线对称。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74624F00-BE0C-ED71-B517-C5964A2C0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1752600"/>
            <a:ext cx="352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延迟环节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979F7036-56AE-F08A-2B85-871488CC442C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481263"/>
            <a:ext cx="5867400" cy="542925"/>
            <a:chOff x="1056" y="1563"/>
            <a:chExt cx="3696" cy="342"/>
          </a:xfrm>
        </p:grpSpPr>
        <p:sp>
          <p:nvSpPr>
            <p:cNvPr id="124944" name="Rectangle 4">
              <a:extLst>
                <a:ext uri="{FF2B5EF4-FFF2-40B4-BE49-F238E27FC236}">
                  <a16:creationId xmlns:a16="http://schemas.microsoft.com/office/drawing/2014/main" id="{8AA018D7-0DBA-0C85-EEB7-0DCC5AEFB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578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传递函数：		</a:t>
              </a:r>
              <a:r>
                <a:rPr lang="zh-CN" altLang="en-US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	</a:t>
              </a:r>
            </a:p>
          </p:txBody>
        </p:sp>
        <p:graphicFrame>
          <p:nvGraphicFramePr>
            <p:cNvPr id="124945" name="Object 5">
              <a:extLst>
                <a:ext uri="{FF2B5EF4-FFF2-40B4-BE49-F238E27FC236}">
                  <a16:creationId xmlns:a16="http://schemas.microsoft.com/office/drawing/2014/main" id="{8D30E430-7D09-0F1D-F2DF-897BBA0C96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0" y="1563"/>
            <a:ext cx="91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10891" imgH="241195" progId="Equation.3">
                    <p:embed/>
                  </p:oleObj>
                </mc:Choice>
                <mc:Fallback>
                  <p:oleObj r:id="rId3" imgW="710891" imgH="2411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1563"/>
                          <a:ext cx="91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8D4713B7-C448-DAD5-0D96-9F06E4840451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67063"/>
            <a:ext cx="5638800" cy="519112"/>
            <a:chOff x="1056" y="1995"/>
            <a:chExt cx="3552" cy="327"/>
          </a:xfrm>
        </p:grpSpPr>
        <p:sp>
          <p:nvSpPr>
            <p:cNvPr id="124942" name="Rectangle 7">
              <a:extLst>
                <a:ext uri="{FF2B5EF4-FFF2-40B4-BE49-F238E27FC236}">
                  <a16:creationId xmlns:a16="http://schemas.microsoft.com/office/drawing/2014/main" id="{D394D48C-0F22-8C43-C8F0-0414F762C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95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频率特性：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43" name="Object 8">
              <a:extLst>
                <a:ext uri="{FF2B5EF4-FFF2-40B4-BE49-F238E27FC236}">
                  <a16:creationId xmlns:a16="http://schemas.microsoft.com/office/drawing/2014/main" id="{44F88525-FA2E-BEC5-7B1E-6F4BD2B2C7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9" y="1995"/>
            <a:ext cx="122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52087" imgH="241195" progId="Equation.3">
                    <p:embed/>
                  </p:oleObj>
                </mc:Choice>
                <mc:Fallback>
                  <p:oleObj r:id="rId5" imgW="952087" imgH="24119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9" y="1995"/>
                          <a:ext cx="122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4DE1B888-03A0-F96A-5A86-44ACD982D0E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852863"/>
            <a:ext cx="5638800" cy="519112"/>
            <a:chOff x="1056" y="2427"/>
            <a:chExt cx="3552" cy="327"/>
          </a:xfrm>
        </p:grpSpPr>
        <p:sp>
          <p:nvSpPr>
            <p:cNvPr id="124940" name="Rectangle 10">
              <a:extLst>
                <a:ext uri="{FF2B5EF4-FFF2-40B4-BE49-F238E27FC236}">
                  <a16:creationId xmlns:a16="http://schemas.microsoft.com/office/drawing/2014/main" id="{AC30A81E-48C7-F80E-14EE-43E8AAA21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27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41" name="Object 11">
              <a:extLst>
                <a:ext uri="{FF2B5EF4-FFF2-40B4-BE49-F238E27FC236}">
                  <a16:creationId xmlns:a16="http://schemas.microsoft.com/office/drawing/2014/main" id="{B1588A47-D98E-A63E-B09F-0490FA3AF3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2448"/>
            <a:ext cx="71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58558" imgH="203112" progId="Equation.3">
                    <p:embed/>
                  </p:oleObj>
                </mc:Choice>
                <mc:Fallback>
                  <p:oleObj r:id="rId7" imgW="558558" imgH="20311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48"/>
                          <a:ext cx="718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2D1EB740-CC6E-8834-52D7-9DF6466161E6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510088"/>
            <a:ext cx="5995988" cy="519112"/>
            <a:chOff x="1056" y="2841"/>
            <a:chExt cx="3777" cy="327"/>
          </a:xfrm>
        </p:grpSpPr>
        <p:sp>
          <p:nvSpPr>
            <p:cNvPr id="124938" name="Rectangle 13">
              <a:extLst>
                <a:ext uri="{FF2B5EF4-FFF2-40B4-BE49-F238E27FC236}">
                  <a16:creationId xmlns:a16="http://schemas.microsoft.com/office/drawing/2014/main" id="{8BC9D60F-690A-8D7B-B919-28A89B143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41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相频特性：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39" name="Object 14">
              <a:extLst>
                <a:ext uri="{FF2B5EF4-FFF2-40B4-BE49-F238E27FC236}">
                  <a16:creationId xmlns:a16="http://schemas.microsoft.com/office/drawing/2014/main" id="{0A6EA7F1-E935-869A-3799-31A5424A7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" y="2863"/>
            <a:ext cx="256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993900" imgH="203200" progId="Equation.DSMT4">
                    <p:embed/>
                  </p:oleObj>
                </mc:Choice>
                <mc:Fallback>
                  <p:oleObj r:id="rId9" imgW="1993900" imgH="2032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" y="2863"/>
                          <a:ext cx="256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">
            <a:extLst>
              <a:ext uri="{FF2B5EF4-FFF2-40B4-BE49-F238E27FC236}">
                <a16:creationId xmlns:a16="http://schemas.microsoft.com/office/drawing/2014/main" id="{41DBCB5B-A2F7-3792-6F8E-D01CE46A6EA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195888"/>
            <a:ext cx="5638800" cy="519112"/>
            <a:chOff x="1056" y="3273"/>
            <a:chExt cx="3552" cy="327"/>
          </a:xfrm>
        </p:grpSpPr>
        <p:sp>
          <p:nvSpPr>
            <p:cNvPr id="124936" name="Rectangle 16">
              <a:extLst>
                <a:ext uri="{FF2B5EF4-FFF2-40B4-BE49-F238E27FC236}">
                  <a16:creationId xmlns:a16="http://schemas.microsoft.com/office/drawing/2014/main" id="{2244BD6F-E9B9-4746-340B-D3EAC9024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273"/>
              <a:ext cx="35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对数幅频特性：		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4937" name="Object 17">
              <a:extLst>
                <a:ext uri="{FF2B5EF4-FFF2-40B4-BE49-F238E27FC236}">
                  <a16:creationId xmlns:a16="http://schemas.microsoft.com/office/drawing/2014/main" id="{550BE8E5-3B61-2D6E-6878-2115D88189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343"/>
            <a:ext cx="75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583947" imgH="203112" progId="Equation.3">
                    <p:embed/>
                  </p:oleObj>
                </mc:Choice>
                <mc:Fallback>
                  <p:oleObj r:id="rId11" imgW="583947" imgH="203112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43"/>
                          <a:ext cx="75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FD58B391-9181-EE79-1989-1B56105A0C0F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1628775"/>
            <a:ext cx="5057775" cy="4648200"/>
            <a:chOff x="2400" y="1152"/>
            <a:chExt cx="3186" cy="2928"/>
          </a:xfrm>
        </p:grpSpPr>
        <p:grpSp>
          <p:nvGrpSpPr>
            <p:cNvPr id="126979" name="Group 4">
              <a:extLst>
                <a:ext uri="{FF2B5EF4-FFF2-40B4-BE49-F238E27FC236}">
                  <a16:creationId xmlns:a16="http://schemas.microsoft.com/office/drawing/2014/main" id="{95BAED0F-B8AD-DAE3-99E5-DCAD79BDF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2153"/>
              <a:ext cx="2901" cy="1751"/>
              <a:chOff x="2592" y="1536"/>
              <a:chExt cx="2949" cy="2155"/>
            </a:xfrm>
          </p:grpSpPr>
          <p:sp>
            <p:nvSpPr>
              <p:cNvPr id="127044" name="Rectangle 5">
                <a:extLst>
                  <a:ext uri="{FF2B5EF4-FFF2-40B4-BE49-F238E27FC236}">
                    <a16:creationId xmlns:a16="http://schemas.microsoft.com/office/drawing/2014/main" id="{14BD1FBE-2D69-4741-1038-165C77E62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7045" name="Rectangle 6">
                <a:extLst>
                  <a:ext uri="{FF2B5EF4-FFF2-40B4-BE49-F238E27FC236}">
                    <a16:creationId xmlns:a16="http://schemas.microsoft.com/office/drawing/2014/main" id="{D117D43F-E970-5191-1519-DA8EE2FF5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7046" name="Freeform 7">
                <a:extLst>
                  <a:ext uri="{FF2B5EF4-FFF2-40B4-BE49-F238E27FC236}">
                    <a16:creationId xmlns:a16="http://schemas.microsoft.com/office/drawing/2014/main" id="{7253DC50-EAC1-D034-09F9-206849BB6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7" name="Freeform 8">
                <a:extLst>
                  <a:ext uri="{FF2B5EF4-FFF2-40B4-BE49-F238E27FC236}">
                    <a16:creationId xmlns:a16="http://schemas.microsoft.com/office/drawing/2014/main" id="{08AFCCD7-20CF-A495-2F6A-71F20F794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8" name="Freeform 9">
                <a:extLst>
                  <a:ext uri="{FF2B5EF4-FFF2-40B4-BE49-F238E27FC236}">
                    <a16:creationId xmlns:a16="http://schemas.microsoft.com/office/drawing/2014/main" id="{44AF846C-8C9C-CD54-7DC2-BBFD28129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9" name="Freeform 10">
                <a:extLst>
                  <a:ext uri="{FF2B5EF4-FFF2-40B4-BE49-F238E27FC236}">
                    <a16:creationId xmlns:a16="http://schemas.microsoft.com/office/drawing/2014/main" id="{5AE3C0A0-95B3-FB0F-ECE5-3462ADA1D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3410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0" name="Freeform 11">
                <a:extLst>
                  <a:ext uri="{FF2B5EF4-FFF2-40B4-BE49-F238E27FC236}">
                    <a16:creationId xmlns:a16="http://schemas.microsoft.com/office/drawing/2014/main" id="{B861A25F-C2EC-413C-C9E2-B042E0F0B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3113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1" name="Freeform 12">
                <a:extLst>
                  <a:ext uri="{FF2B5EF4-FFF2-40B4-BE49-F238E27FC236}">
                    <a16:creationId xmlns:a16="http://schemas.microsoft.com/office/drawing/2014/main" id="{9B5473CC-BCFA-EB3D-9484-944BE30FC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2816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2" name="Freeform 13">
                <a:extLst>
                  <a:ext uri="{FF2B5EF4-FFF2-40B4-BE49-F238E27FC236}">
                    <a16:creationId xmlns:a16="http://schemas.microsoft.com/office/drawing/2014/main" id="{04FBEA65-6320-22EF-B817-568077CC0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2519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3" name="Freeform 14">
                <a:extLst>
                  <a:ext uri="{FF2B5EF4-FFF2-40B4-BE49-F238E27FC236}">
                    <a16:creationId xmlns:a16="http://schemas.microsoft.com/office/drawing/2014/main" id="{AEB37270-AF7F-BBE7-48C6-54D36EE29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2222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4" name="Freeform 15">
                <a:extLst>
                  <a:ext uri="{FF2B5EF4-FFF2-40B4-BE49-F238E27FC236}">
                    <a16:creationId xmlns:a16="http://schemas.microsoft.com/office/drawing/2014/main" id="{3FC3C2ED-4035-D1F8-0E69-B8FA233AF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925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5" name="Freeform 16">
                <a:extLst>
                  <a:ext uri="{FF2B5EF4-FFF2-40B4-BE49-F238E27FC236}">
                    <a16:creationId xmlns:a16="http://schemas.microsoft.com/office/drawing/2014/main" id="{18741233-6334-DF93-7D36-97B7C1F13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"/>
              </a:xfrm>
              <a:custGeom>
                <a:avLst/>
                <a:gdLst>
                  <a:gd name="T0" fmla="*/ 0 w 420"/>
                  <a:gd name="T1" fmla="*/ 0 h 1"/>
                  <a:gd name="T2" fmla="*/ 87837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6" name="Line 17">
                <a:extLst>
                  <a:ext uri="{FF2B5EF4-FFF2-40B4-BE49-F238E27FC236}">
                    <a16:creationId xmlns:a16="http://schemas.microsoft.com/office/drawing/2014/main" id="{B17F4ECB-46F5-6A00-FADA-EDB22E51D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249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7" name="Freeform 18">
                <a:extLst>
                  <a:ext uri="{FF2B5EF4-FFF2-40B4-BE49-F238E27FC236}">
                    <a16:creationId xmlns:a16="http://schemas.microsoft.com/office/drawing/2014/main" id="{2F1D7D99-6F86-15ED-9909-6D2778DE1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custGeom>
                <a:avLst/>
                <a:gdLst>
                  <a:gd name="T0" fmla="*/ 0 w 420"/>
                  <a:gd name="T1" fmla="*/ 62659 h 299"/>
                  <a:gd name="T2" fmla="*/ 87837 w 420"/>
                  <a:gd name="T3" fmla="*/ 62659 h 299"/>
                  <a:gd name="T4" fmla="*/ 87837 w 420"/>
                  <a:gd name="T5" fmla="*/ 0 h 2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0" h="299">
                    <a:moveTo>
                      <a:pt x="0" y="299"/>
                    </a:moveTo>
                    <a:lnTo>
                      <a:pt x="420" y="299"/>
                    </a:ln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8" name="Line 19">
                <a:extLst>
                  <a:ext uri="{FF2B5EF4-FFF2-40B4-BE49-F238E27FC236}">
                    <a16:creationId xmlns:a16="http://schemas.microsoft.com/office/drawing/2014/main" id="{D5C2CBB0-24BF-725D-667A-15359B7A8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1634"/>
                <a:ext cx="1" cy="177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9" name="Line 20">
                <a:extLst>
                  <a:ext uri="{FF2B5EF4-FFF2-40B4-BE49-F238E27FC236}">
                    <a16:creationId xmlns:a16="http://schemas.microsoft.com/office/drawing/2014/main" id="{495C1BE5-431E-C9DF-B590-4593867EB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410"/>
                <a:ext cx="249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0" name="Line 21">
                <a:extLst>
                  <a:ext uri="{FF2B5EF4-FFF2-40B4-BE49-F238E27FC236}">
                    <a16:creationId xmlns:a16="http://schemas.microsoft.com/office/drawing/2014/main" id="{B7C190F8-EE17-23EC-1046-0322E3B09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1634"/>
                <a:ext cx="1" cy="177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1" name="Line 22">
                <a:extLst>
                  <a:ext uri="{FF2B5EF4-FFF2-40B4-BE49-F238E27FC236}">
                    <a16:creationId xmlns:a16="http://schemas.microsoft.com/office/drawing/2014/main" id="{14F8DD1F-37E3-7323-FE42-C2A2AD11F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2" name="Line 23">
                <a:extLst>
                  <a:ext uri="{FF2B5EF4-FFF2-40B4-BE49-F238E27FC236}">
                    <a16:creationId xmlns:a16="http://schemas.microsoft.com/office/drawing/2014/main" id="{940CE7D2-7708-0349-EB99-3AD2CEE477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3" name="Freeform 24">
                <a:extLst>
                  <a:ext uri="{FF2B5EF4-FFF2-40B4-BE49-F238E27FC236}">
                    <a16:creationId xmlns:a16="http://schemas.microsoft.com/office/drawing/2014/main" id="{40F2B16F-596A-C86E-0291-347DA3741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4" name="Line 25">
                <a:extLst>
                  <a:ext uri="{FF2B5EF4-FFF2-40B4-BE49-F238E27FC236}">
                    <a16:creationId xmlns:a16="http://schemas.microsoft.com/office/drawing/2014/main" id="{1765954B-0B5E-D89D-A196-41C32622E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381"/>
                <a:ext cx="1" cy="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5" name="Line 26">
                <a:extLst>
                  <a:ext uri="{FF2B5EF4-FFF2-40B4-BE49-F238E27FC236}">
                    <a16:creationId xmlns:a16="http://schemas.microsoft.com/office/drawing/2014/main" id="{62E49166-BE01-5623-9544-70147FD88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6" name="Line 27">
                <a:extLst>
                  <a:ext uri="{FF2B5EF4-FFF2-40B4-BE49-F238E27FC236}">
                    <a16:creationId xmlns:a16="http://schemas.microsoft.com/office/drawing/2014/main" id="{A2BDC6C8-BF41-87EF-65E1-1441595FE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2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7" name="Line 28">
                <a:extLst>
                  <a:ext uri="{FF2B5EF4-FFF2-40B4-BE49-F238E27FC236}">
                    <a16:creationId xmlns:a16="http://schemas.microsoft.com/office/drawing/2014/main" id="{C981F9B4-CD60-91F3-DFC0-FE303F1F8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8" name="Freeform 29">
                <a:extLst>
                  <a:ext uri="{FF2B5EF4-FFF2-40B4-BE49-F238E27FC236}">
                    <a16:creationId xmlns:a16="http://schemas.microsoft.com/office/drawing/2014/main" id="{DF8CCCE4-4DCF-F871-3FC3-65A585A35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2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9" name="Line 30">
                <a:extLst>
                  <a:ext uri="{FF2B5EF4-FFF2-40B4-BE49-F238E27FC236}">
                    <a16:creationId xmlns:a16="http://schemas.microsoft.com/office/drawing/2014/main" id="{248B6932-91DE-970C-983F-EEB37FCCE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1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0" name="Line 31">
                <a:extLst>
                  <a:ext uri="{FF2B5EF4-FFF2-40B4-BE49-F238E27FC236}">
                    <a16:creationId xmlns:a16="http://schemas.microsoft.com/office/drawing/2014/main" id="{9766FF77-C4EF-3DEE-EF1F-C8FD14E63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1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1" name="Freeform 32">
                <a:extLst>
                  <a:ext uri="{FF2B5EF4-FFF2-40B4-BE49-F238E27FC236}">
                    <a16:creationId xmlns:a16="http://schemas.microsoft.com/office/drawing/2014/main" id="{8B8A4831-2258-84DD-3A93-72087290E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2" name="Line 33">
                <a:extLst>
                  <a:ext uri="{FF2B5EF4-FFF2-40B4-BE49-F238E27FC236}">
                    <a16:creationId xmlns:a16="http://schemas.microsoft.com/office/drawing/2014/main" id="{7E4B243B-580F-DE88-562B-1DB21893F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6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3" name="Line 34">
                <a:extLst>
                  <a:ext uri="{FF2B5EF4-FFF2-40B4-BE49-F238E27FC236}">
                    <a16:creationId xmlns:a16="http://schemas.microsoft.com/office/drawing/2014/main" id="{B9279978-2C8D-AC8F-32B6-6129AF083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6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4" name="Freeform 35">
                <a:extLst>
                  <a:ext uri="{FF2B5EF4-FFF2-40B4-BE49-F238E27FC236}">
                    <a16:creationId xmlns:a16="http://schemas.microsoft.com/office/drawing/2014/main" id="{E73BB7EC-9A9A-ED14-BBC4-76C6B5A70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5" name="Line 36">
                <a:extLst>
                  <a:ext uri="{FF2B5EF4-FFF2-40B4-BE49-F238E27FC236}">
                    <a16:creationId xmlns:a16="http://schemas.microsoft.com/office/drawing/2014/main" id="{202D0E50-D6D0-4FAF-13FA-A59EE5ABF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24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6" name="Line 37">
                <a:extLst>
                  <a:ext uri="{FF2B5EF4-FFF2-40B4-BE49-F238E27FC236}">
                    <a16:creationId xmlns:a16="http://schemas.microsoft.com/office/drawing/2014/main" id="{F9E580EF-A2BC-84A8-9C19-BAC7DDF28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4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7" name="Freeform 38">
                <a:extLst>
                  <a:ext uri="{FF2B5EF4-FFF2-40B4-BE49-F238E27FC236}">
                    <a16:creationId xmlns:a16="http://schemas.microsoft.com/office/drawing/2014/main" id="{EB76E5B7-76CC-1DB7-36E0-FC1920A2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4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8" name="Line 39">
                <a:extLst>
                  <a:ext uri="{FF2B5EF4-FFF2-40B4-BE49-F238E27FC236}">
                    <a16:creationId xmlns:a16="http://schemas.microsoft.com/office/drawing/2014/main" id="{02704B5C-CD1D-4C58-D5FD-E2C613151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5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9" name="Line 40">
                <a:extLst>
                  <a:ext uri="{FF2B5EF4-FFF2-40B4-BE49-F238E27FC236}">
                    <a16:creationId xmlns:a16="http://schemas.microsoft.com/office/drawing/2014/main" id="{EEF82176-9619-9DFC-F7BF-CBC10478C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5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0" name="Freeform 41">
                <a:extLst>
                  <a:ext uri="{FF2B5EF4-FFF2-40B4-BE49-F238E27FC236}">
                    <a16:creationId xmlns:a16="http://schemas.microsoft.com/office/drawing/2014/main" id="{9168216D-6090-F250-923D-1CB578BC7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1" name="Line 42">
                <a:extLst>
                  <a:ext uri="{FF2B5EF4-FFF2-40B4-BE49-F238E27FC236}">
                    <a16:creationId xmlns:a16="http://schemas.microsoft.com/office/drawing/2014/main" id="{7E032C7C-BCA5-B917-6FF4-597E17B66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2" name="Line 43">
                <a:extLst>
                  <a:ext uri="{FF2B5EF4-FFF2-40B4-BE49-F238E27FC236}">
                    <a16:creationId xmlns:a16="http://schemas.microsoft.com/office/drawing/2014/main" id="{A662BD5C-6EF8-491F-2107-F2C5A4500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3" name="Freeform 44">
                <a:extLst>
                  <a:ext uri="{FF2B5EF4-FFF2-40B4-BE49-F238E27FC236}">
                    <a16:creationId xmlns:a16="http://schemas.microsoft.com/office/drawing/2014/main" id="{EAB5D015-953C-6352-8E38-E12967FCA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4" name="Line 45">
                <a:extLst>
                  <a:ext uri="{FF2B5EF4-FFF2-40B4-BE49-F238E27FC236}">
                    <a16:creationId xmlns:a16="http://schemas.microsoft.com/office/drawing/2014/main" id="{585A28D8-D63D-62DF-AE07-3AA256663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5" name="Line 46">
                <a:extLst>
                  <a:ext uri="{FF2B5EF4-FFF2-40B4-BE49-F238E27FC236}">
                    <a16:creationId xmlns:a16="http://schemas.microsoft.com/office/drawing/2014/main" id="{28B31FDB-E058-4D71-A8F5-0B7B454A0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6" name="Freeform 47">
                <a:extLst>
                  <a:ext uri="{FF2B5EF4-FFF2-40B4-BE49-F238E27FC236}">
                    <a16:creationId xmlns:a16="http://schemas.microsoft.com/office/drawing/2014/main" id="{C4176A03-3564-B389-B80E-9C1663CD7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7" name="Line 48">
                <a:extLst>
                  <a:ext uri="{FF2B5EF4-FFF2-40B4-BE49-F238E27FC236}">
                    <a16:creationId xmlns:a16="http://schemas.microsoft.com/office/drawing/2014/main" id="{94206AC7-F843-D098-A20D-FF9C07F681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5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8" name="Line 49">
                <a:extLst>
                  <a:ext uri="{FF2B5EF4-FFF2-40B4-BE49-F238E27FC236}">
                    <a16:creationId xmlns:a16="http://schemas.microsoft.com/office/drawing/2014/main" id="{B9A8C9C4-20EC-7EE7-F604-CC301BE31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5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9" name="Freeform 50">
                <a:extLst>
                  <a:ext uri="{FF2B5EF4-FFF2-40B4-BE49-F238E27FC236}">
                    <a16:creationId xmlns:a16="http://schemas.microsoft.com/office/drawing/2014/main" id="{635ADE93-E7E4-81FA-22F1-7340D6D81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5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0" name="Line 51">
                <a:extLst>
                  <a:ext uri="{FF2B5EF4-FFF2-40B4-BE49-F238E27FC236}">
                    <a16:creationId xmlns:a16="http://schemas.microsoft.com/office/drawing/2014/main" id="{D282AD69-3FC2-8B84-8351-AE8BDF2D4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4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1" name="Line 52">
                <a:extLst>
                  <a:ext uri="{FF2B5EF4-FFF2-40B4-BE49-F238E27FC236}">
                    <a16:creationId xmlns:a16="http://schemas.microsoft.com/office/drawing/2014/main" id="{AE306B96-8F88-72AA-A6E7-43B0B9E6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4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2" name="Freeform 53">
                <a:extLst>
                  <a:ext uri="{FF2B5EF4-FFF2-40B4-BE49-F238E27FC236}">
                    <a16:creationId xmlns:a16="http://schemas.microsoft.com/office/drawing/2014/main" id="{5C147E80-2C46-E392-1D7A-1E657FB7B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3" name="Line 54">
                <a:extLst>
                  <a:ext uri="{FF2B5EF4-FFF2-40B4-BE49-F238E27FC236}">
                    <a16:creationId xmlns:a16="http://schemas.microsoft.com/office/drawing/2014/main" id="{5A12B330-529D-EF93-32FF-BE300C7B5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4" y="3381"/>
                <a:ext cx="1" cy="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4" name="Line 55">
                <a:extLst>
                  <a:ext uri="{FF2B5EF4-FFF2-40B4-BE49-F238E27FC236}">
                    <a16:creationId xmlns:a16="http://schemas.microsoft.com/office/drawing/2014/main" id="{C77DE662-FE61-C855-58A0-2706C2526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4" y="1634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5" name="Line 56">
                <a:extLst>
                  <a:ext uri="{FF2B5EF4-FFF2-40B4-BE49-F238E27FC236}">
                    <a16:creationId xmlns:a16="http://schemas.microsoft.com/office/drawing/2014/main" id="{D7CAED41-F02A-141B-78FA-EBB1AFFEE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6" name="Line 57">
                <a:extLst>
                  <a:ext uri="{FF2B5EF4-FFF2-40B4-BE49-F238E27FC236}">
                    <a16:creationId xmlns:a16="http://schemas.microsoft.com/office/drawing/2014/main" id="{06982F23-B30C-944E-9C21-6BDB332B8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7" name="Freeform 58">
                <a:extLst>
                  <a:ext uri="{FF2B5EF4-FFF2-40B4-BE49-F238E27FC236}">
                    <a16:creationId xmlns:a16="http://schemas.microsoft.com/office/drawing/2014/main" id="{8DA05CD3-6B37-E725-218A-0E495D9BD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8" name="Line 59">
                <a:extLst>
                  <a:ext uri="{FF2B5EF4-FFF2-40B4-BE49-F238E27FC236}">
                    <a16:creationId xmlns:a16="http://schemas.microsoft.com/office/drawing/2014/main" id="{8F158C1C-49C6-B162-6867-873A394E5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8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9" name="Line 60">
                <a:extLst>
                  <a:ext uri="{FF2B5EF4-FFF2-40B4-BE49-F238E27FC236}">
                    <a16:creationId xmlns:a16="http://schemas.microsoft.com/office/drawing/2014/main" id="{1BAD16EE-4F3E-C9C1-55E3-7A1A228C2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8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0" name="Freeform 61">
                <a:extLst>
                  <a:ext uri="{FF2B5EF4-FFF2-40B4-BE49-F238E27FC236}">
                    <a16:creationId xmlns:a16="http://schemas.microsoft.com/office/drawing/2014/main" id="{90ABA4CA-68EA-4C39-46B5-8E79EEE50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1" name="Line 62">
                <a:extLst>
                  <a:ext uri="{FF2B5EF4-FFF2-40B4-BE49-F238E27FC236}">
                    <a16:creationId xmlns:a16="http://schemas.microsoft.com/office/drawing/2014/main" id="{0203A4FD-AC34-8A08-2963-C91467A31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53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2" name="Line 63">
                <a:extLst>
                  <a:ext uri="{FF2B5EF4-FFF2-40B4-BE49-F238E27FC236}">
                    <a16:creationId xmlns:a16="http://schemas.microsoft.com/office/drawing/2014/main" id="{7E44CE11-8EC1-4EDD-7310-D14B7D0EF5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3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3" name="Freeform 64">
                <a:extLst>
                  <a:ext uri="{FF2B5EF4-FFF2-40B4-BE49-F238E27FC236}">
                    <a16:creationId xmlns:a16="http://schemas.microsoft.com/office/drawing/2014/main" id="{CAD8E44E-E22A-A768-0AE7-641BB3651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4" name="Line 65">
                <a:extLst>
                  <a:ext uri="{FF2B5EF4-FFF2-40B4-BE49-F238E27FC236}">
                    <a16:creationId xmlns:a16="http://schemas.microsoft.com/office/drawing/2014/main" id="{1C8FEC69-4932-48FF-80C1-8DD0C0B08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71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5" name="Line 66">
                <a:extLst>
                  <a:ext uri="{FF2B5EF4-FFF2-40B4-BE49-F238E27FC236}">
                    <a16:creationId xmlns:a16="http://schemas.microsoft.com/office/drawing/2014/main" id="{4D7F0BAB-E487-E0DF-AF68-58D14115B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1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6" name="Freeform 67">
                <a:extLst>
                  <a:ext uri="{FF2B5EF4-FFF2-40B4-BE49-F238E27FC236}">
                    <a16:creationId xmlns:a16="http://schemas.microsoft.com/office/drawing/2014/main" id="{4DAD23F5-5730-CB30-D54C-40D457F2A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7" name="Line 68">
                <a:extLst>
                  <a:ext uri="{FF2B5EF4-FFF2-40B4-BE49-F238E27FC236}">
                    <a16:creationId xmlns:a16="http://schemas.microsoft.com/office/drawing/2014/main" id="{507A2DE5-88F6-C8B6-2E8E-02C09742F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2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8" name="Line 69">
                <a:extLst>
                  <a:ext uri="{FF2B5EF4-FFF2-40B4-BE49-F238E27FC236}">
                    <a16:creationId xmlns:a16="http://schemas.microsoft.com/office/drawing/2014/main" id="{711C4547-483A-45DA-74C5-1B4C3B0C8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2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9" name="Freeform 70">
                <a:extLst>
                  <a:ext uri="{FF2B5EF4-FFF2-40B4-BE49-F238E27FC236}">
                    <a16:creationId xmlns:a16="http://schemas.microsoft.com/office/drawing/2014/main" id="{375EC462-9838-7786-A03A-779A990A3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0" name="Line 71">
                <a:extLst>
                  <a:ext uri="{FF2B5EF4-FFF2-40B4-BE49-F238E27FC236}">
                    <a16:creationId xmlns:a16="http://schemas.microsoft.com/office/drawing/2014/main" id="{30D92534-4F3B-449B-62B8-58C3EF9BA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55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1" name="Line 72">
                <a:extLst>
                  <a:ext uri="{FF2B5EF4-FFF2-40B4-BE49-F238E27FC236}">
                    <a16:creationId xmlns:a16="http://schemas.microsoft.com/office/drawing/2014/main" id="{C0DB57E1-ECA0-340E-A04F-8DE4130D6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5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2" name="Freeform 73">
                <a:extLst>
                  <a:ext uri="{FF2B5EF4-FFF2-40B4-BE49-F238E27FC236}">
                    <a16:creationId xmlns:a16="http://schemas.microsoft.com/office/drawing/2014/main" id="{A4EDB201-658E-C64E-6A11-D20F75744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3" name="Line 74">
                <a:extLst>
                  <a:ext uri="{FF2B5EF4-FFF2-40B4-BE49-F238E27FC236}">
                    <a16:creationId xmlns:a16="http://schemas.microsoft.com/office/drawing/2014/main" id="{F08FF32B-9936-1857-77DA-CB04D6751D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7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4" name="Line 75">
                <a:extLst>
                  <a:ext uri="{FF2B5EF4-FFF2-40B4-BE49-F238E27FC236}">
                    <a16:creationId xmlns:a16="http://schemas.microsoft.com/office/drawing/2014/main" id="{2AE5BF34-933A-3FFC-C33B-2FF0957A2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7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5" name="Freeform 76">
                <a:extLst>
                  <a:ext uri="{FF2B5EF4-FFF2-40B4-BE49-F238E27FC236}">
                    <a16:creationId xmlns:a16="http://schemas.microsoft.com/office/drawing/2014/main" id="{DD46922F-3BB5-D7C1-4A5D-5C17A86E5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7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6" name="Line 77">
                <a:extLst>
                  <a:ext uri="{FF2B5EF4-FFF2-40B4-BE49-F238E27FC236}">
                    <a16:creationId xmlns:a16="http://schemas.microsoft.com/office/drawing/2014/main" id="{3E670EB7-680A-C48D-5E29-BA2A0D673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92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7" name="Line 78">
                <a:extLst>
                  <a:ext uri="{FF2B5EF4-FFF2-40B4-BE49-F238E27FC236}">
                    <a16:creationId xmlns:a16="http://schemas.microsoft.com/office/drawing/2014/main" id="{49A083BC-8D2B-7555-E2A1-DEF0263AB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2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8" name="Freeform 79">
                <a:extLst>
                  <a:ext uri="{FF2B5EF4-FFF2-40B4-BE49-F238E27FC236}">
                    <a16:creationId xmlns:a16="http://schemas.microsoft.com/office/drawing/2014/main" id="{453A0463-449E-F923-451C-55498B957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2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19" name="Line 80">
                <a:extLst>
                  <a:ext uri="{FF2B5EF4-FFF2-40B4-BE49-F238E27FC236}">
                    <a16:creationId xmlns:a16="http://schemas.microsoft.com/office/drawing/2014/main" id="{6D207613-EAFB-ADCA-A2BB-C36ED7AB2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1" y="3393"/>
                <a:ext cx="1" cy="1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0" name="Line 81">
                <a:extLst>
                  <a:ext uri="{FF2B5EF4-FFF2-40B4-BE49-F238E27FC236}">
                    <a16:creationId xmlns:a16="http://schemas.microsoft.com/office/drawing/2014/main" id="{F2B0548D-B828-13B0-E93B-123C56A0D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51" y="1634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1" name="Freeform 82">
                <a:extLst>
                  <a:ext uri="{FF2B5EF4-FFF2-40B4-BE49-F238E27FC236}">
                    <a16:creationId xmlns:a16="http://schemas.microsoft.com/office/drawing/2014/main" id="{1C7DA6E6-9913-4923-12D8-33066F7D5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1" y="1634"/>
                <a:ext cx="1" cy="1776"/>
              </a:xfrm>
              <a:custGeom>
                <a:avLst/>
                <a:gdLst>
                  <a:gd name="T0" fmla="*/ 0 w 1"/>
                  <a:gd name="T1" fmla="*/ 62659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2" name="Line 83">
                <a:extLst>
                  <a:ext uri="{FF2B5EF4-FFF2-40B4-BE49-F238E27FC236}">
                    <a16:creationId xmlns:a16="http://schemas.microsoft.com/office/drawing/2014/main" id="{0BDD4656-70F6-3DFF-E0A5-BB0CDD097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51" y="3381"/>
                <a:ext cx="1" cy="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3" name="Line 84">
                <a:extLst>
                  <a:ext uri="{FF2B5EF4-FFF2-40B4-BE49-F238E27FC236}">
                    <a16:creationId xmlns:a16="http://schemas.microsoft.com/office/drawing/2014/main" id="{BD5D9365-317E-CFA5-D18B-7EAF6BD82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51" y="1634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4" name="Line 85">
                <a:extLst>
                  <a:ext uri="{FF2B5EF4-FFF2-40B4-BE49-F238E27FC236}">
                    <a16:creationId xmlns:a16="http://schemas.microsoft.com/office/drawing/2014/main" id="{BC1DD96D-AE5F-CA00-AED2-8C6ADE7F2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410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5" name="Line 86">
                <a:extLst>
                  <a:ext uri="{FF2B5EF4-FFF2-40B4-BE49-F238E27FC236}">
                    <a16:creationId xmlns:a16="http://schemas.microsoft.com/office/drawing/2014/main" id="{B972684A-AEE7-5B29-AF87-30D5601D7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3410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6" name="Rectangle 87">
                <a:extLst>
                  <a:ext uri="{FF2B5EF4-FFF2-40B4-BE49-F238E27FC236}">
                    <a16:creationId xmlns:a16="http://schemas.microsoft.com/office/drawing/2014/main" id="{0551E219-AA52-8635-9CFA-FCC026394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0" y="3303"/>
                <a:ext cx="326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-600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27" name="Line 88">
                <a:extLst>
                  <a:ext uri="{FF2B5EF4-FFF2-40B4-BE49-F238E27FC236}">
                    <a16:creationId xmlns:a16="http://schemas.microsoft.com/office/drawing/2014/main" id="{1489C768-1B3E-87C0-9985-880263F11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113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8" name="Line 89">
                <a:extLst>
                  <a:ext uri="{FF2B5EF4-FFF2-40B4-BE49-F238E27FC236}">
                    <a16:creationId xmlns:a16="http://schemas.microsoft.com/office/drawing/2014/main" id="{3DF74EE9-F0B4-A2FE-EC7C-9A7001FDF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3113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29" name="Rectangle 90">
                <a:extLst>
                  <a:ext uri="{FF2B5EF4-FFF2-40B4-BE49-F238E27FC236}">
                    <a16:creationId xmlns:a16="http://schemas.microsoft.com/office/drawing/2014/main" id="{01C35868-EB5D-C65E-9BF2-96993D2D0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015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-500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0" name="Line 91">
                <a:extLst>
                  <a:ext uri="{FF2B5EF4-FFF2-40B4-BE49-F238E27FC236}">
                    <a16:creationId xmlns:a16="http://schemas.microsoft.com/office/drawing/2014/main" id="{C57D1427-74C1-B76C-4229-1A8941249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816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1" name="Line 92">
                <a:extLst>
                  <a:ext uri="{FF2B5EF4-FFF2-40B4-BE49-F238E27FC236}">
                    <a16:creationId xmlns:a16="http://schemas.microsoft.com/office/drawing/2014/main" id="{C0288066-2E8E-675B-8565-A991BB0E4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2816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2" name="Rectangle 93">
                <a:extLst>
                  <a:ext uri="{FF2B5EF4-FFF2-40B4-BE49-F238E27FC236}">
                    <a16:creationId xmlns:a16="http://schemas.microsoft.com/office/drawing/2014/main" id="{BDE0713A-0536-965E-38B5-C4DFA891C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717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-400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3" name="Line 94">
                <a:extLst>
                  <a:ext uri="{FF2B5EF4-FFF2-40B4-BE49-F238E27FC236}">
                    <a16:creationId xmlns:a16="http://schemas.microsoft.com/office/drawing/2014/main" id="{9FF93552-D519-1CB5-87F2-B283EA80CE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519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4" name="Line 95">
                <a:extLst>
                  <a:ext uri="{FF2B5EF4-FFF2-40B4-BE49-F238E27FC236}">
                    <a16:creationId xmlns:a16="http://schemas.microsoft.com/office/drawing/2014/main" id="{00340A95-EAF3-7FF1-8AE5-41D37A716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2519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5" name="Rectangle 96">
                <a:extLst>
                  <a:ext uri="{FF2B5EF4-FFF2-40B4-BE49-F238E27FC236}">
                    <a16:creationId xmlns:a16="http://schemas.microsoft.com/office/drawing/2014/main" id="{0500205F-51A8-1D20-7B2F-0A4EB163B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421"/>
                <a:ext cx="325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-300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6" name="Line 97">
                <a:extLst>
                  <a:ext uri="{FF2B5EF4-FFF2-40B4-BE49-F238E27FC236}">
                    <a16:creationId xmlns:a16="http://schemas.microsoft.com/office/drawing/2014/main" id="{8CAE8795-1BF3-1950-E4C6-6E7191147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2222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7" name="Line 98">
                <a:extLst>
                  <a:ext uri="{FF2B5EF4-FFF2-40B4-BE49-F238E27FC236}">
                    <a16:creationId xmlns:a16="http://schemas.microsoft.com/office/drawing/2014/main" id="{305888A5-5C12-1ACE-DF2B-51D29BCC8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2222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38" name="Rectangle 99">
                <a:extLst>
                  <a:ext uri="{FF2B5EF4-FFF2-40B4-BE49-F238E27FC236}">
                    <a16:creationId xmlns:a16="http://schemas.microsoft.com/office/drawing/2014/main" id="{7FCF53C9-CEE6-6F24-7421-E926EF285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124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39" name="Line 100">
                <a:extLst>
                  <a:ext uri="{FF2B5EF4-FFF2-40B4-BE49-F238E27FC236}">
                    <a16:creationId xmlns:a16="http://schemas.microsoft.com/office/drawing/2014/main" id="{C35120FC-DEDF-1917-4E64-ECA70B8CC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925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0" name="Line 101">
                <a:extLst>
                  <a:ext uri="{FF2B5EF4-FFF2-40B4-BE49-F238E27FC236}">
                    <a16:creationId xmlns:a16="http://schemas.microsoft.com/office/drawing/2014/main" id="{1E8D7352-74A4-7C92-F6F1-4E935A7F4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1925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1" name="Rectangle 102">
                <a:extLst>
                  <a:ext uri="{FF2B5EF4-FFF2-40B4-BE49-F238E27FC236}">
                    <a16:creationId xmlns:a16="http://schemas.microsoft.com/office/drawing/2014/main" id="{951485E4-2973-59D8-F724-8E534DCEB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826"/>
                <a:ext cx="3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42" name="Line 103">
                <a:extLst>
                  <a:ext uri="{FF2B5EF4-FFF2-40B4-BE49-F238E27FC236}">
                    <a16:creationId xmlns:a16="http://schemas.microsoft.com/office/drawing/2014/main" id="{6A275E93-1CCC-0A54-0CF4-173F250FE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3" name="Line 104">
                <a:extLst>
                  <a:ext uri="{FF2B5EF4-FFF2-40B4-BE49-F238E27FC236}">
                    <a16:creationId xmlns:a16="http://schemas.microsoft.com/office/drawing/2014/main" id="{54BE6B6A-2E04-2952-FED3-67F2AAC9C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2" y="1634"/>
                <a:ext cx="2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4" name="Rectangle 105">
                <a:extLst>
                  <a:ext uri="{FF2B5EF4-FFF2-40B4-BE49-F238E27FC236}">
                    <a16:creationId xmlns:a16="http://schemas.microsoft.com/office/drawing/2014/main" id="{A32DEE26-7ECA-37E6-A473-2E5E147DC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1536"/>
                <a:ext cx="91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45" name="Line 106">
                <a:extLst>
                  <a:ext uri="{FF2B5EF4-FFF2-40B4-BE49-F238E27FC236}">
                    <a16:creationId xmlns:a16="http://schemas.microsoft.com/office/drawing/2014/main" id="{EFF071A3-1383-4133-FDAB-9EFA4B23B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1634"/>
                <a:ext cx="2493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6" name="Freeform 107">
                <a:extLst>
                  <a:ext uri="{FF2B5EF4-FFF2-40B4-BE49-F238E27FC236}">
                    <a16:creationId xmlns:a16="http://schemas.microsoft.com/office/drawing/2014/main" id="{3D1B2731-9064-15ED-4AC5-F9213B29F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634"/>
                <a:ext cx="2493" cy="1776"/>
              </a:xfrm>
              <a:custGeom>
                <a:avLst/>
                <a:gdLst>
                  <a:gd name="T0" fmla="*/ 0 w 420"/>
                  <a:gd name="T1" fmla="*/ 62659 h 299"/>
                  <a:gd name="T2" fmla="*/ 87837 w 420"/>
                  <a:gd name="T3" fmla="*/ 62659 h 299"/>
                  <a:gd name="T4" fmla="*/ 87837 w 420"/>
                  <a:gd name="T5" fmla="*/ 0 h 2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0" h="299">
                    <a:moveTo>
                      <a:pt x="0" y="299"/>
                    </a:moveTo>
                    <a:lnTo>
                      <a:pt x="420" y="299"/>
                    </a:lnTo>
                    <a:lnTo>
                      <a:pt x="42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47" name="Line 108">
                <a:extLst>
                  <a:ext uri="{FF2B5EF4-FFF2-40B4-BE49-F238E27FC236}">
                    <a16:creationId xmlns:a16="http://schemas.microsoft.com/office/drawing/2014/main" id="{AFA9DA10-4450-17E2-6E69-FDB866DD1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1634"/>
                <a:ext cx="1" cy="177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7148" name="Group 109">
                <a:extLst>
                  <a:ext uri="{FF2B5EF4-FFF2-40B4-BE49-F238E27FC236}">
                    <a16:creationId xmlns:a16="http://schemas.microsoft.com/office/drawing/2014/main" id="{EEF68880-EE5C-7547-24DC-E341AE929A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8" y="1646"/>
                <a:ext cx="2493" cy="1681"/>
                <a:chOff x="2958" y="1646"/>
                <a:chExt cx="2493" cy="1681"/>
              </a:xfrm>
            </p:grpSpPr>
            <p:sp>
              <p:nvSpPr>
                <p:cNvPr id="127152" name="Freeform 110">
                  <a:extLst>
                    <a:ext uri="{FF2B5EF4-FFF2-40B4-BE49-F238E27FC236}">
                      <a16:creationId xmlns:a16="http://schemas.microsoft.com/office/drawing/2014/main" id="{A5210B86-F1E2-DA01-2911-551586C542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8" y="1646"/>
                  <a:ext cx="1466" cy="244"/>
                </a:xfrm>
                <a:custGeom>
                  <a:avLst/>
                  <a:gdLst>
                    <a:gd name="T0" fmla="*/ 95 w 1466"/>
                    <a:gd name="T1" fmla="*/ 6 h 244"/>
                    <a:gd name="T2" fmla="*/ 213 w 1466"/>
                    <a:gd name="T3" fmla="*/ 12 h 244"/>
                    <a:gd name="T4" fmla="*/ 314 w 1466"/>
                    <a:gd name="T5" fmla="*/ 18 h 244"/>
                    <a:gd name="T6" fmla="*/ 397 w 1466"/>
                    <a:gd name="T7" fmla="*/ 18 h 244"/>
                    <a:gd name="T8" fmla="*/ 469 w 1466"/>
                    <a:gd name="T9" fmla="*/ 24 h 244"/>
                    <a:gd name="T10" fmla="*/ 534 w 1466"/>
                    <a:gd name="T11" fmla="*/ 30 h 244"/>
                    <a:gd name="T12" fmla="*/ 593 w 1466"/>
                    <a:gd name="T13" fmla="*/ 36 h 244"/>
                    <a:gd name="T14" fmla="*/ 641 w 1466"/>
                    <a:gd name="T15" fmla="*/ 42 h 244"/>
                    <a:gd name="T16" fmla="*/ 688 w 1466"/>
                    <a:gd name="T17" fmla="*/ 48 h 244"/>
                    <a:gd name="T18" fmla="*/ 736 w 1466"/>
                    <a:gd name="T19" fmla="*/ 54 h 244"/>
                    <a:gd name="T20" fmla="*/ 771 w 1466"/>
                    <a:gd name="T21" fmla="*/ 54 h 244"/>
                    <a:gd name="T22" fmla="*/ 813 w 1466"/>
                    <a:gd name="T23" fmla="*/ 60 h 244"/>
                    <a:gd name="T24" fmla="*/ 849 w 1466"/>
                    <a:gd name="T25" fmla="*/ 66 h 244"/>
                    <a:gd name="T26" fmla="*/ 878 w 1466"/>
                    <a:gd name="T27" fmla="*/ 71 h 244"/>
                    <a:gd name="T28" fmla="*/ 908 w 1466"/>
                    <a:gd name="T29" fmla="*/ 77 h 244"/>
                    <a:gd name="T30" fmla="*/ 938 w 1466"/>
                    <a:gd name="T31" fmla="*/ 83 h 244"/>
                    <a:gd name="T32" fmla="*/ 967 w 1466"/>
                    <a:gd name="T33" fmla="*/ 89 h 244"/>
                    <a:gd name="T34" fmla="*/ 991 w 1466"/>
                    <a:gd name="T35" fmla="*/ 89 h 244"/>
                    <a:gd name="T36" fmla="*/ 1021 w 1466"/>
                    <a:gd name="T37" fmla="*/ 95 h 244"/>
                    <a:gd name="T38" fmla="*/ 1045 w 1466"/>
                    <a:gd name="T39" fmla="*/ 101 h 244"/>
                    <a:gd name="T40" fmla="*/ 1068 w 1466"/>
                    <a:gd name="T41" fmla="*/ 107 h 244"/>
                    <a:gd name="T42" fmla="*/ 1086 w 1466"/>
                    <a:gd name="T43" fmla="*/ 113 h 244"/>
                    <a:gd name="T44" fmla="*/ 1110 w 1466"/>
                    <a:gd name="T45" fmla="*/ 119 h 244"/>
                    <a:gd name="T46" fmla="*/ 1128 w 1466"/>
                    <a:gd name="T47" fmla="*/ 125 h 244"/>
                    <a:gd name="T48" fmla="*/ 1151 w 1466"/>
                    <a:gd name="T49" fmla="*/ 125 h 244"/>
                    <a:gd name="T50" fmla="*/ 1169 w 1466"/>
                    <a:gd name="T51" fmla="*/ 131 h 244"/>
                    <a:gd name="T52" fmla="*/ 1187 w 1466"/>
                    <a:gd name="T53" fmla="*/ 137 h 244"/>
                    <a:gd name="T54" fmla="*/ 1205 w 1466"/>
                    <a:gd name="T55" fmla="*/ 143 h 244"/>
                    <a:gd name="T56" fmla="*/ 1223 w 1466"/>
                    <a:gd name="T57" fmla="*/ 149 h 244"/>
                    <a:gd name="T58" fmla="*/ 1240 w 1466"/>
                    <a:gd name="T59" fmla="*/ 155 h 244"/>
                    <a:gd name="T60" fmla="*/ 1258 w 1466"/>
                    <a:gd name="T61" fmla="*/ 161 h 244"/>
                    <a:gd name="T62" fmla="*/ 1276 w 1466"/>
                    <a:gd name="T63" fmla="*/ 167 h 244"/>
                    <a:gd name="T64" fmla="*/ 1294 w 1466"/>
                    <a:gd name="T65" fmla="*/ 172 h 244"/>
                    <a:gd name="T66" fmla="*/ 1312 w 1466"/>
                    <a:gd name="T67" fmla="*/ 178 h 244"/>
                    <a:gd name="T68" fmla="*/ 1330 w 1466"/>
                    <a:gd name="T69" fmla="*/ 184 h 244"/>
                    <a:gd name="T70" fmla="*/ 1347 w 1466"/>
                    <a:gd name="T71" fmla="*/ 190 h 244"/>
                    <a:gd name="T72" fmla="*/ 1365 w 1466"/>
                    <a:gd name="T73" fmla="*/ 196 h 244"/>
                    <a:gd name="T74" fmla="*/ 1383 w 1466"/>
                    <a:gd name="T75" fmla="*/ 208 h 244"/>
                    <a:gd name="T76" fmla="*/ 1401 w 1466"/>
                    <a:gd name="T77" fmla="*/ 214 h 244"/>
                    <a:gd name="T78" fmla="*/ 1419 w 1466"/>
                    <a:gd name="T79" fmla="*/ 220 h 244"/>
                    <a:gd name="T80" fmla="*/ 1436 w 1466"/>
                    <a:gd name="T81" fmla="*/ 226 h 244"/>
                    <a:gd name="T82" fmla="*/ 1454 w 1466"/>
                    <a:gd name="T83" fmla="*/ 238 h 24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466" h="244">
                      <a:moveTo>
                        <a:pt x="0" y="0"/>
                      </a:moveTo>
                      <a:lnTo>
                        <a:pt x="47" y="6"/>
                      </a:lnTo>
                      <a:lnTo>
                        <a:pt x="95" y="6"/>
                      </a:lnTo>
                      <a:lnTo>
                        <a:pt x="136" y="6"/>
                      </a:lnTo>
                      <a:lnTo>
                        <a:pt x="178" y="6"/>
                      </a:lnTo>
                      <a:lnTo>
                        <a:pt x="213" y="12"/>
                      </a:lnTo>
                      <a:lnTo>
                        <a:pt x="249" y="12"/>
                      </a:lnTo>
                      <a:lnTo>
                        <a:pt x="285" y="12"/>
                      </a:lnTo>
                      <a:lnTo>
                        <a:pt x="314" y="18"/>
                      </a:lnTo>
                      <a:lnTo>
                        <a:pt x="344" y="18"/>
                      </a:lnTo>
                      <a:lnTo>
                        <a:pt x="374" y="18"/>
                      </a:lnTo>
                      <a:lnTo>
                        <a:pt x="397" y="18"/>
                      </a:lnTo>
                      <a:lnTo>
                        <a:pt x="421" y="24"/>
                      </a:lnTo>
                      <a:lnTo>
                        <a:pt x="445" y="24"/>
                      </a:lnTo>
                      <a:lnTo>
                        <a:pt x="469" y="24"/>
                      </a:lnTo>
                      <a:lnTo>
                        <a:pt x="492" y="30"/>
                      </a:lnTo>
                      <a:lnTo>
                        <a:pt x="516" y="30"/>
                      </a:lnTo>
                      <a:lnTo>
                        <a:pt x="534" y="30"/>
                      </a:lnTo>
                      <a:lnTo>
                        <a:pt x="552" y="30"/>
                      </a:lnTo>
                      <a:lnTo>
                        <a:pt x="575" y="36"/>
                      </a:lnTo>
                      <a:lnTo>
                        <a:pt x="593" y="36"/>
                      </a:lnTo>
                      <a:lnTo>
                        <a:pt x="611" y="36"/>
                      </a:lnTo>
                      <a:lnTo>
                        <a:pt x="629" y="42"/>
                      </a:lnTo>
                      <a:lnTo>
                        <a:pt x="641" y="42"/>
                      </a:lnTo>
                      <a:lnTo>
                        <a:pt x="659" y="42"/>
                      </a:lnTo>
                      <a:lnTo>
                        <a:pt x="676" y="42"/>
                      </a:lnTo>
                      <a:lnTo>
                        <a:pt x="688" y="48"/>
                      </a:lnTo>
                      <a:lnTo>
                        <a:pt x="706" y="48"/>
                      </a:lnTo>
                      <a:lnTo>
                        <a:pt x="718" y="48"/>
                      </a:lnTo>
                      <a:lnTo>
                        <a:pt x="736" y="54"/>
                      </a:lnTo>
                      <a:lnTo>
                        <a:pt x="748" y="54"/>
                      </a:lnTo>
                      <a:lnTo>
                        <a:pt x="760" y="54"/>
                      </a:lnTo>
                      <a:lnTo>
                        <a:pt x="771" y="54"/>
                      </a:lnTo>
                      <a:lnTo>
                        <a:pt x="789" y="60"/>
                      </a:lnTo>
                      <a:lnTo>
                        <a:pt x="801" y="60"/>
                      </a:lnTo>
                      <a:lnTo>
                        <a:pt x="813" y="60"/>
                      </a:lnTo>
                      <a:lnTo>
                        <a:pt x="825" y="66"/>
                      </a:lnTo>
                      <a:lnTo>
                        <a:pt x="837" y="66"/>
                      </a:lnTo>
                      <a:lnTo>
                        <a:pt x="849" y="66"/>
                      </a:lnTo>
                      <a:lnTo>
                        <a:pt x="855" y="66"/>
                      </a:lnTo>
                      <a:lnTo>
                        <a:pt x="866" y="71"/>
                      </a:lnTo>
                      <a:lnTo>
                        <a:pt x="878" y="71"/>
                      </a:lnTo>
                      <a:lnTo>
                        <a:pt x="890" y="71"/>
                      </a:lnTo>
                      <a:lnTo>
                        <a:pt x="902" y="77"/>
                      </a:lnTo>
                      <a:lnTo>
                        <a:pt x="908" y="77"/>
                      </a:lnTo>
                      <a:lnTo>
                        <a:pt x="920" y="77"/>
                      </a:lnTo>
                      <a:lnTo>
                        <a:pt x="932" y="77"/>
                      </a:lnTo>
                      <a:lnTo>
                        <a:pt x="938" y="83"/>
                      </a:lnTo>
                      <a:lnTo>
                        <a:pt x="950" y="83"/>
                      </a:lnTo>
                      <a:lnTo>
                        <a:pt x="955" y="83"/>
                      </a:lnTo>
                      <a:lnTo>
                        <a:pt x="967" y="89"/>
                      </a:lnTo>
                      <a:lnTo>
                        <a:pt x="973" y="89"/>
                      </a:lnTo>
                      <a:lnTo>
                        <a:pt x="985" y="89"/>
                      </a:lnTo>
                      <a:lnTo>
                        <a:pt x="991" y="89"/>
                      </a:lnTo>
                      <a:lnTo>
                        <a:pt x="1003" y="95"/>
                      </a:lnTo>
                      <a:lnTo>
                        <a:pt x="1009" y="95"/>
                      </a:lnTo>
                      <a:lnTo>
                        <a:pt x="1021" y="95"/>
                      </a:lnTo>
                      <a:lnTo>
                        <a:pt x="1027" y="101"/>
                      </a:lnTo>
                      <a:lnTo>
                        <a:pt x="1033" y="101"/>
                      </a:lnTo>
                      <a:lnTo>
                        <a:pt x="1045" y="101"/>
                      </a:lnTo>
                      <a:lnTo>
                        <a:pt x="1050" y="101"/>
                      </a:lnTo>
                      <a:lnTo>
                        <a:pt x="1056" y="107"/>
                      </a:lnTo>
                      <a:lnTo>
                        <a:pt x="1068" y="107"/>
                      </a:lnTo>
                      <a:lnTo>
                        <a:pt x="1074" y="107"/>
                      </a:lnTo>
                      <a:lnTo>
                        <a:pt x="1080" y="113"/>
                      </a:lnTo>
                      <a:lnTo>
                        <a:pt x="1086" y="113"/>
                      </a:lnTo>
                      <a:lnTo>
                        <a:pt x="1092" y="113"/>
                      </a:lnTo>
                      <a:lnTo>
                        <a:pt x="1104" y="113"/>
                      </a:lnTo>
                      <a:lnTo>
                        <a:pt x="1110" y="119"/>
                      </a:lnTo>
                      <a:lnTo>
                        <a:pt x="1116" y="119"/>
                      </a:lnTo>
                      <a:lnTo>
                        <a:pt x="1122" y="119"/>
                      </a:lnTo>
                      <a:lnTo>
                        <a:pt x="1128" y="125"/>
                      </a:lnTo>
                      <a:lnTo>
                        <a:pt x="1134" y="125"/>
                      </a:lnTo>
                      <a:lnTo>
                        <a:pt x="1145" y="125"/>
                      </a:lnTo>
                      <a:lnTo>
                        <a:pt x="1151" y="125"/>
                      </a:lnTo>
                      <a:lnTo>
                        <a:pt x="1157" y="131"/>
                      </a:lnTo>
                      <a:lnTo>
                        <a:pt x="1163" y="131"/>
                      </a:lnTo>
                      <a:lnTo>
                        <a:pt x="1169" y="131"/>
                      </a:lnTo>
                      <a:lnTo>
                        <a:pt x="1175" y="137"/>
                      </a:lnTo>
                      <a:lnTo>
                        <a:pt x="1181" y="137"/>
                      </a:lnTo>
                      <a:lnTo>
                        <a:pt x="1187" y="137"/>
                      </a:lnTo>
                      <a:lnTo>
                        <a:pt x="1193" y="137"/>
                      </a:lnTo>
                      <a:lnTo>
                        <a:pt x="1199" y="143"/>
                      </a:lnTo>
                      <a:lnTo>
                        <a:pt x="1205" y="143"/>
                      </a:lnTo>
                      <a:lnTo>
                        <a:pt x="1211" y="143"/>
                      </a:lnTo>
                      <a:lnTo>
                        <a:pt x="1217" y="149"/>
                      </a:lnTo>
                      <a:lnTo>
                        <a:pt x="1223" y="149"/>
                      </a:lnTo>
                      <a:lnTo>
                        <a:pt x="1229" y="149"/>
                      </a:lnTo>
                      <a:lnTo>
                        <a:pt x="1235" y="149"/>
                      </a:lnTo>
                      <a:lnTo>
                        <a:pt x="1240" y="155"/>
                      </a:lnTo>
                      <a:lnTo>
                        <a:pt x="1246" y="155"/>
                      </a:lnTo>
                      <a:lnTo>
                        <a:pt x="1252" y="161"/>
                      </a:lnTo>
                      <a:lnTo>
                        <a:pt x="1258" y="161"/>
                      </a:lnTo>
                      <a:lnTo>
                        <a:pt x="1264" y="161"/>
                      </a:lnTo>
                      <a:lnTo>
                        <a:pt x="1270" y="161"/>
                      </a:lnTo>
                      <a:lnTo>
                        <a:pt x="1276" y="167"/>
                      </a:lnTo>
                      <a:lnTo>
                        <a:pt x="1282" y="167"/>
                      </a:lnTo>
                      <a:lnTo>
                        <a:pt x="1288" y="172"/>
                      </a:lnTo>
                      <a:lnTo>
                        <a:pt x="1294" y="172"/>
                      </a:lnTo>
                      <a:lnTo>
                        <a:pt x="1300" y="172"/>
                      </a:lnTo>
                      <a:lnTo>
                        <a:pt x="1306" y="172"/>
                      </a:lnTo>
                      <a:lnTo>
                        <a:pt x="1312" y="178"/>
                      </a:lnTo>
                      <a:lnTo>
                        <a:pt x="1318" y="178"/>
                      </a:lnTo>
                      <a:lnTo>
                        <a:pt x="1324" y="184"/>
                      </a:lnTo>
                      <a:lnTo>
                        <a:pt x="1330" y="184"/>
                      </a:lnTo>
                      <a:lnTo>
                        <a:pt x="1335" y="184"/>
                      </a:lnTo>
                      <a:lnTo>
                        <a:pt x="1341" y="190"/>
                      </a:lnTo>
                      <a:lnTo>
                        <a:pt x="1347" y="190"/>
                      </a:lnTo>
                      <a:lnTo>
                        <a:pt x="1353" y="196"/>
                      </a:lnTo>
                      <a:lnTo>
                        <a:pt x="1359" y="196"/>
                      </a:lnTo>
                      <a:lnTo>
                        <a:pt x="1365" y="196"/>
                      </a:lnTo>
                      <a:lnTo>
                        <a:pt x="1371" y="202"/>
                      </a:lnTo>
                      <a:lnTo>
                        <a:pt x="1377" y="202"/>
                      </a:lnTo>
                      <a:lnTo>
                        <a:pt x="1383" y="208"/>
                      </a:lnTo>
                      <a:lnTo>
                        <a:pt x="1389" y="208"/>
                      </a:lnTo>
                      <a:lnTo>
                        <a:pt x="1395" y="208"/>
                      </a:lnTo>
                      <a:lnTo>
                        <a:pt x="1401" y="214"/>
                      </a:lnTo>
                      <a:lnTo>
                        <a:pt x="1407" y="214"/>
                      </a:lnTo>
                      <a:lnTo>
                        <a:pt x="1413" y="220"/>
                      </a:lnTo>
                      <a:lnTo>
                        <a:pt x="1419" y="220"/>
                      </a:lnTo>
                      <a:lnTo>
                        <a:pt x="1425" y="220"/>
                      </a:lnTo>
                      <a:lnTo>
                        <a:pt x="1430" y="226"/>
                      </a:lnTo>
                      <a:lnTo>
                        <a:pt x="1436" y="226"/>
                      </a:lnTo>
                      <a:lnTo>
                        <a:pt x="1442" y="232"/>
                      </a:lnTo>
                      <a:lnTo>
                        <a:pt x="1448" y="232"/>
                      </a:lnTo>
                      <a:lnTo>
                        <a:pt x="1454" y="238"/>
                      </a:lnTo>
                      <a:lnTo>
                        <a:pt x="1460" y="238"/>
                      </a:lnTo>
                      <a:lnTo>
                        <a:pt x="1466" y="244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153" name="Freeform 111">
                  <a:extLst>
                    <a:ext uri="{FF2B5EF4-FFF2-40B4-BE49-F238E27FC236}">
                      <a16:creationId xmlns:a16="http://schemas.microsoft.com/office/drawing/2014/main" id="{9C84B3F9-D696-3B87-A28F-8F37EBDB50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4" y="1890"/>
                  <a:ext cx="754" cy="766"/>
                </a:xfrm>
                <a:custGeom>
                  <a:avLst/>
                  <a:gdLst>
                    <a:gd name="T0" fmla="*/ 12 w 754"/>
                    <a:gd name="T1" fmla="*/ 6 h 766"/>
                    <a:gd name="T2" fmla="*/ 30 w 754"/>
                    <a:gd name="T3" fmla="*/ 12 h 766"/>
                    <a:gd name="T4" fmla="*/ 48 w 754"/>
                    <a:gd name="T5" fmla="*/ 24 h 766"/>
                    <a:gd name="T6" fmla="*/ 65 w 754"/>
                    <a:gd name="T7" fmla="*/ 29 h 766"/>
                    <a:gd name="T8" fmla="*/ 83 w 754"/>
                    <a:gd name="T9" fmla="*/ 41 h 766"/>
                    <a:gd name="T10" fmla="*/ 101 w 754"/>
                    <a:gd name="T11" fmla="*/ 47 h 766"/>
                    <a:gd name="T12" fmla="*/ 119 w 754"/>
                    <a:gd name="T13" fmla="*/ 59 h 766"/>
                    <a:gd name="T14" fmla="*/ 137 w 754"/>
                    <a:gd name="T15" fmla="*/ 71 h 766"/>
                    <a:gd name="T16" fmla="*/ 154 w 754"/>
                    <a:gd name="T17" fmla="*/ 83 h 766"/>
                    <a:gd name="T18" fmla="*/ 172 w 754"/>
                    <a:gd name="T19" fmla="*/ 95 h 766"/>
                    <a:gd name="T20" fmla="*/ 190 w 754"/>
                    <a:gd name="T21" fmla="*/ 107 h 766"/>
                    <a:gd name="T22" fmla="*/ 208 w 754"/>
                    <a:gd name="T23" fmla="*/ 119 h 766"/>
                    <a:gd name="T24" fmla="*/ 226 w 754"/>
                    <a:gd name="T25" fmla="*/ 130 h 766"/>
                    <a:gd name="T26" fmla="*/ 244 w 754"/>
                    <a:gd name="T27" fmla="*/ 142 h 766"/>
                    <a:gd name="T28" fmla="*/ 261 w 754"/>
                    <a:gd name="T29" fmla="*/ 154 h 766"/>
                    <a:gd name="T30" fmla="*/ 279 w 754"/>
                    <a:gd name="T31" fmla="*/ 172 h 766"/>
                    <a:gd name="T32" fmla="*/ 297 w 754"/>
                    <a:gd name="T33" fmla="*/ 184 h 766"/>
                    <a:gd name="T34" fmla="*/ 315 w 754"/>
                    <a:gd name="T35" fmla="*/ 202 h 766"/>
                    <a:gd name="T36" fmla="*/ 333 w 754"/>
                    <a:gd name="T37" fmla="*/ 214 h 766"/>
                    <a:gd name="T38" fmla="*/ 350 w 754"/>
                    <a:gd name="T39" fmla="*/ 231 h 766"/>
                    <a:gd name="T40" fmla="*/ 368 w 754"/>
                    <a:gd name="T41" fmla="*/ 249 h 766"/>
                    <a:gd name="T42" fmla="*/ 386 w 754"/>
                    <a:gd name="T43" fmla="*/ 267 h 766"/>
                    <a:gd name="T44" fmla="*/ 404 w 754"/>
                    <a:gd name="T45" fmla="*/ 285 h 766"/>
                    <a:gd name="T46" fmla="*/ 422 w 754"/>
                    <a:gd name="T47" fmla="*/ 303 h 766"/>
                    <a:gd name="T48" fmla="*/ 439 w 754"/>
                    <a:gd name="T49" fmla="*/ 321 h 766"/>
                    <a:gd name="T50" fmla="*/ 457 w 754"/>
                    <a:gd name="T51" fmla="*/ 338 h 766"/>
                    <a:gd name="T52" fmla="*/ 475 w 754"/>
                    <a:gd name="T53" fmla="*/ 356 h 766"/>
                    <a:gd name="T54" fmla="*/ 493 w 754"/>
                    <a:gd name="T55" fmla="*/ 380 h 766"/>
                    <a:gd name="T56" fmla="*/ 517 w 754"/>
                    <a:gd name="T57" fmla="*/ 404 h 766"/>
                    <a:gd name="T58" fmla="*/ 529 w 754"/>
                    <a:gd name="T59" fmla="*/ 421 h 766"/>
                    <a:gd name="T60" fmla="*/ 546 w 754"/>
                    <a:gd name="T61" fmla="*/ 445 h 766"/>
                    <a:gd name="T62" fmla="*/ 564 w 754"/>
                    <a:gd name="T63" fmla="*/ 469 h 766"/>
                    <a:gd name="T64" fmla="*/ 582 w 754"/>
                    <a:gd name="T65" fmla="*/ 493 h 766"/>
                    <a:gd name="T66" fmla="*/ 606 w 754"/>
                    <a:gd name="T67" fmla="*/ 522 h 766"/>
                    <a:gd name="T68" fmla="*/ 624 w 754"/>
                    <a:gd name="T69" fmla="*/ 546 h 766"/>
                    <a:gd name="T70" fmla="*/ 635 w 754"/>
                    <a:gd name="T71" fmla="*/ 570 h 766"/>
                    <a:gd name="T72" fmla="*/ 653 w 754"/>
                    <a:gd name="T73" fmla="*/ 600 h 766"/>
                    <a:gd name="T74" fmla="*/ 677 w 754"/>
                    <a:gd name="T75" fmla="*/ 629 h 766"/>
                    <a:gd name="T76" fmla="*/ 695 w 754"/>
                    <a:gd name="T77" fmla="*/ 659 h 766"/>
                    <a:gd name="T78" fmla="*/ 713 w 754"/>
                    <a:gd name="T79" fmla="*/ 689 h 766"/>
                    <a:gd name="T80" fmla="*/ 724 w 754"/>
                    <a:gd name="T81" fmla="*/ 718 h 766"/>
                    <a:gd name="T82" fmla="*/ 742 w 754"/>
                    <a:gd name="T83" fmla="*/ 742 h 76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754" h="766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2" y="6"/>
                      </a:lnTo>
                      <a:lnTo>
                        <a:pt x="18" y="6"/>
                      </a:lnTo>
                      <a:lnTo>
                        <a:pt x="24" y="12"/>
                      </a:lnTo>
                      <a:lnTo>
                        <a:pt x="30" y="12"/>
                      </a:lnTo>
                      <a:lnTo>
                        <a:pt x="36" y="18"/>
                      </a:lnTo>
                      <a:lnTo>
                        <a:pt x="42" y="18"/>
                      </a:lnTo>
                      <a:lnTo>
                        <a:pt x="48" y="24"/>
                      </a:lnTo>
                      <a:lnTo>
                        <a:pt x="54" y="24"/>
                      </a:lnTo>
                      <a:lnTo>
                        <a:pt x="59" y="29"/>
                      </a:lnTo>
                      <a:lnTo>
                        <a:pt x="65" y="29"/>
                      </a:lnTo>
                      <a:lnTo>
                        <a:pt x="71" y="35"/>
                      </a:lnTo>
                      <a:lnTo>
                        <a:pt x="77" y="35"/>
                      </a:lnTo>
                      <a:lnTo>
                        <a:pt x="83" y="41"/>
                      </a:lnTo>
                      <a:lnTo>
                        <a:pt x="89" y="41"/>
                      </a:lnTo>
                      <a:lnTo>
                        <a:pt x="95" y="47"/>
                      </a:lnTo>
                      <a:lnTo>
                        <a:pt x="101" y="47"/>
                      </a:lnTo>
                      <a:lnTo>
                        <a:pt x="107" y="53"/>
                      </a:lnTo>
                      <a:lnTo>
                        <a:pt x="113" y="59"/>
                      </a:lnTo>
                      <a:lnTo>
                        <a:pt x="119" y="59"/>
                      </a:lnTo>
                      <a:lnTo>
                        <a:pt x="125" y="65"/>
                      </a:lnTo>
                      <a:lnTo>
                        <a:pt x="131" y="71"/>
                      </a:lnTo>
                      <a:lnTo>
                        <a:pt x="137" y="71"/>
                      </a:lnTo>
                      <a:lnTo>
                        <a:pt x="143" y="77"/>
                      </a:lnTo>
                      <a:lnTo>
                        <a:pt x="149" y="77"/>
                      </a:lnTo>
                      <a:lnTo>
                        <a:pt x="154" y="83"/>
                      </a:lnTo>
                      <a:lnTo>
                        <a:pt x="160" y="83"/>
                      </a:lnTo>
                      <a:lnTo>
                        <a:pt x="166" y="89"/>
                      </a:lnTo>
                      <a:lnTo>
                        <a:pt x="172" y="95"/>
                      </a:lnTo>
                      <a:lnTo>
                        <a:pt x="178" y="95"/>
                      </a:lnTo>
                      <a:lnTo>
                        <a:pt x="184" y="101"/>
                      </a:lnTo>
                      <a:lnTo>
                        <a:pt x="190" y="107"/>
                      </a:lnTo>
                      <a:lnTo>
                        <a:pt x="196" y="107"/>
                      </a:lnTo>
                      <a:lnTo>
                        <a:pt x="202" y="113"/>
                      </a:lnTo>
                      <a:lnTo>
                        <a:pt x="208" y="119"/>
                      </a:lnTo>
                      <a:lnTo>
                        <a:pt x="214" y="124"/>
                      </a:lnTo>
                      <a:lnTo>
                        <a:pt x="220" y="124"/>
                      </a:lnTo>
                      <a:lnTo>
                        <a:pt x="226" y="130"/>
                      </a:lnTo>
                      <a:lnTo>
                        <a:pt x="232" y="136"/>
                      </a:lnTo>
                      <a:lnTo>
                        <a:pt x="238" y="142"/>
                      </a:lnTo>
                      <a:lnTo>
                        <a:pt x="244" y="142"/>
                      </a:lnTo>
                      <a:lnTo>
                        <a:pt x="249" y="148"/>
                      </a:lnTo>
                      <a:lnTo>
                        <a:pt x="255" y="154"/>
                      </a:lnTo>
                      <a:lnTo>
                        <a:pt x="261" y="154"/>
                      </a:lnTo>
                      <a:lnTo>
                        <a:pt x="267" y="160"/>
                      </a:lnTo>
                      <a:lnTo>
                        <a:pt x="273" y="166"/>
                      </a:lnTo>
                      <a:lnTo>
                        <a:pt x="279" y="172"/>
                      </a:lnTo>
                      <a:lnTo>
                        <a:pt x="285" y="178"/>
                      </a:lnTo>
                      <a:lnTo>
                        <a:pt x="291" y="178"/>
                      </a:lnTo>
                      <a:lnTo>
                        <a:pt x="297" y="184"/>
                      </a:lnTo>
                      <a:lnTo>
                        <a:pt x="303" y="190"/>
                      </a:lnTo>
                      <a:lnTo>
                        <a:pt x="309" y="196"/>
                      </a:lnTo>
                      <a:lnTo>
                        <a:pt x="315" y="202"/>
                      </a:lnTo>
                      <a:lnTo>
                        <a:pt x="321" y="208"/>
                      </a:lnTo>
                      <a:lnTo>
                        <a:pt x="327" y="214"/>
                      </a:lnTo>
                      <a:lnTo>
                        <a:pt x="333" y="214"/>
                      </a:lnTo>
                      <a:lnTo>
                        <a:pt x="339" y="220"/>
                      </a:lnTo>
                      <a:lnTo>
                        <a:pt x="344" y="225"/>
                      </a:lnTo>
                      <a:lnTo>
                        <a:pt x="350" y="231"/>
                      </a:lnTo>
                      <a:lnTo>
                        <a:pt x="356" y="237"/>
                      </a:lnTo>
                      <a:lnTo>
                        <a:pt x="362" y="243"/>
                      </a:lnTo>
                      <a:lnTo>
                        <a:pt x="368" y="249"/>
                      </a:lnTo>
                      <a:lnTo>
                        <a:pt x="374" y="255"/>
                      </a:lnTo>
                      <a:lnTo>
                        <a:pt x="380" y="261"/>
                      </a:lnTo>
                      <a:lnTo>
                        <a:pt x="386" y="267"/>
                      </a:lnTo>
                      <a:lnTo>
                        <a:pt x="392" y="273"/>
                      </a:lnTo>
                      <a:lnTo>
                        <a:pt x="398" y="279"/>
                      </a:lnTo>
                      <a:lnTo>
                        <a:pt x="404" y="285"/>
                      </a:lnTo>
                      <a:lnTo>
                        <a:pt x="410" y="291"/>
                      </a:lnTo>
                      <a:lnTo>
                        <a:pt x="416" y="297"/>
                      </a:lnTo>
                      <a:lnTo>
                        <a:pt x="422" y="303"/>
                      </a:lnTo>
                      <a:lnTo>
                        <a:pt x="428" y="309"/>
                      </a:lnTo>
                      <a:lnTo>
                        <a:pt x="434" y="315"/>
                      </a:lnTo>
                      <a:lnTo>
                        <a:pt x="439" y="321"/>
                      </a:lnTo>
                      <a:lnTo>
                        <a:pt x="445" y="326"/>
                      </a:lnTo>
                      <a:lnTo>
                        <a:pt x="451" y="332"/>
                      </a:lnTo>
                      <a:lnTo>
                        <a:pt x="457" y="338"/>
                      </a:lnTo>
                      <a:lnTo>
                        <a:pt x="463" y="344"/>
                      </a:lnTo>
                      <a:lnTo>
                        <a:pt x="469" y="350"/>
                      </a:lnTo>
                      <a:lnTo>
                        <a:pt x="475" y="356"/>
                      </a:lnTo>
                      <a:lnTo>
                        <a:pt x="487" y="368"/>
                      </a:lnTo>
                      <a:lnTo>
                        <a:pt x="487" y="374"/>
                      </a:lnTo>
                      <a:lnTo>
                        <a:pt x="493" y="380"/>
                      </a:lnTo>
                      <a:lnTo>
                        <a:pt x="499" y="386"/>
                      </a:lnTo>
                      <a:lnTo>
                        <a:pt x="505" y="392"/>
                      </a:lnTo>
                      <a:lnTo>
                        <a:pt x="517" y="404"/>
                      </a:lnTo>
                      <a:lnTo>
                        <a:pt x="517" y="410"/>
                      </a:lnTo>
                      <a:lnTo>
                        <a:pt x="523" y="416"/>
                      </a:lnTo>
                      <a:lnTo>
                        <a:pt x="529" y="421"/>
                      </a:lnTo>
                      <a:lnTo>
                        <a:pt x="534" y="427"/>
                      </a:lnTo>
                      <a:lnTo>
                        <a:pt x="546" y="439"/>
                      </a:lnTo>
                      <a:lnTo>
                        <a:pt x="546" y="445"/>
                      </a:lnTo>
                      <a:lnTo>
                        <a:pt x="552" y="451"/>
                      </a:lnTo>
                      <a:lnTo>
                        <a:pt x="564" y="463"/>
                      </a:lnTo>
                      <a:lnTo>
                        <a:pt x="564" y="469"/>
                      </a:lnTo>
                      <a:lnTo>
                        <a:pt x="570" y="475"/>
                      </a:lnTo>
                      <a:lnTo>
                        <a:pt x="582" y="487"/>
                      </a:lnTo>
                      <a:lnTo>
                        <a:pt x="582" y="493"/>
                      </a:lnTo>
                      <a:lnTo>
                        <a:pt x="594" y="505"/>
                      </a:lnTo>
                      <a:lnTo>
                        <a:pt x="594" y="511"/>
                      </a:lnTo>
                      <a:lnTo>
                        <a:pt x="606" y="522"/>
                      </a:lnTo>
                      <a:lnTo>
                        <a:pt x="606" y="528"/>
                      </a:lnTo>
                      <a:lnTo>
                        <a:pt x="612" y="534"/>
                      </a:lnTo>
                      <a:lnTo>
                        <a:pt x="624" y="546"/>
                      </a:lnTo>
                      <a:lnTo>
                        <a:pt x="624" y="552"/>
                      </a:lnTo>
                      <a:lnTo>
                        <a:pt x="635" y="564"/>
                      </a:lnTo>
                      <a:lnTo>
                        <a:pt x="635" y="570"/>
                      </a:lnTo>
                      <a:lnTo>
                        <a:pt x="647" y="582"/>
                      </a:lnTo>
                      <a:lnTo>
                        <a:pt x="647" y="594"/>
                      </a:lnTo>
                      <a:lnTo>
                        <a:pt x="653" y="600"/>
                      </a:lnTo>
                      <a:lnTo>
                        <a:pt x="665" y="612"/>
                      </a:lnTo>
                      <a:lnTo>
                        <a:pt x="665" y="618"/>
                      </a:lnTo>
                      <a:lnTo>
                        <a:pt x="677" y="629"/>
                      </a:lnTo>
                      <a:lnTo>
                        <a:pt x="677" y="641"/>
                      </a:lnTo>
                      <a:lnTo>
                        <a:pt x="683" y="647"/>
                      </a:lnTo>
                      <a:lnTo>
                        <a:pt x="695" y="659"/>
                      </a:lnTo>
                      <a:lnTo>
                        <a:pt x="695" y="671"/>
                      </a:lnTo>
                      <a:lnTo>
                        <a:pt x="701" y="677"/>
                      </a:lnTo>
                      <a:lnTo>
                        <a:pt x="713" y="689"/>
                      </a:lnTo>
                      <a:lnTo>
                        <a:pt x="713" y="701"/>
                      </a:lnTo>
                      <a:lnTo>
                        <a:pt x="724" y="713"/>
                      </a:lnTo>
                      <a:lnTo>
                        <a:pt x="724" y="718"/>
                      </a:lnTo>
                      <a:lnTo>
                        <a:pt x="730" y="724"/>
                      </a:lnTo>
                      <a:lnTo>
                        <a:pt x="730" y="730"/>
                      </a:lnTo>
                      <a:lnTo>
                        <a:pt x="742" y="742"/>
                      </a:lnTo>
                      <a:lnTo>
                        <a:pt x="742" y="754"/>
                      </a:lnTo>
                      <a:lnTo>
                        <a:pt x="754" y="766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154" name="Freeform 112">
                  <a:extLst>
                    <a:ext uri="{FF2B5EF4-FFF2-40B4-BE49-F238E27FC236}">
                      <a16:creationId xmlns:a16="http://schemas.microsoft.com/office/drawing/2014/main" id="{13AD20B0-97EA-C45D-5D20-210DCD558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8" y="2656"/>
                  <a:ext cx="273" cy="671"/>
                </a:xfrm>
                <a:custGeom>
                  <a:avLst/>
                  <a:gdLst>
                    <a:gd name="T0" fmla="*/ 0 w 273"/>
                    <a:gd name="T1" fmla="*/ 12 h 671"/>
                    <a:gd name="T2" fmla="*/ 12 w 273"/>
                    <a:gd name="T3" fmla="*/ 36 h 671"/>
                    <a:gd name="T4" fmla="*/ 24 w 273"/>
                    <a:gd name="T5" fmla="*/ 48 h 671"/>
                    <a:gd name="T6" fmla="*/ 30 w 273"/>
                    <a:gd name="T7" fmla="*/ 59 h 671"/>
                    <a:gd name="T8" fmla="*/ 36 w 273"/>
                    <a:gd name="T9" fmla="*/ 71 h 671"/>
                    <a:gd name="T10" fmla="*/ 48 w 273"/>
                    <a:gd name="T11" fmla="*/ 95 h 671"/>
                    <a:gd name="T12" fmla="*/ 60 w 273"/>
                    <a:gd name="T13" fmla="*/ 119 h 671"/>
                    <a:gd name="T14" fmla="*/ 71 w 273"/>
                    <a:gd name="T15" fmla="*/ 143 h 671"/>
                    <a:gd name="T16" fmla="*/ 77 w 273"/>
                    <a:gd name="T17" fmla="*/ 160 h 671"/>
                    <a:gd name="T18" fmla="*/ 89 w 273"/>
                    <a:gd name="T19" fmla="*/ 184 h 671"/>
                    <a:gd name="T20" fmla="*/ 101 w 273"/>
                    <a:gd name="T21" fmla="*/ 208 h 671"/>
                    <a:gd name="T22" fmla="*/ 107 w 273"/>
                    <a:gd name="T23" fmla="*/ 226 h 671"/>
                    <a:gd name="T24" fmla="*/ 119 w 273"/>
                    <a:gd name="T25" fmla="*/ 249 h 671"/>
                    <a:gd name="T26" fmla="*/ 125 w 273"/>
                    <a:gd name="T27" fmla="*/ 267 h 671"/>
                    <a:gd name="T28" fmla="*/ 131 w 273"/>
                    <a:gd name="T29" fmla="*/ 285 h 671"/>
                    <a:gd name="T30" fmla="*/ 137 w 273"/>
                    <a:gd name="T31" fmla="*/ 297 h 671"/>
                    <a:gd name="T32" fmla="*/ 149 w 273"/>
                    <a:gd name="T33" fmla="*/ 321 h 671"/>
                    <a:gd name="T34" fmla="*/ 160 w 273"/>
                    <a:gd name="T35" fmla="*/ 350 h 671"/>
                    <a:gd name="T36" fmla="*/ 172 w 273"/>
                    <a:gd name="T37" fmla="*/ 380 h 671"/>
                    <a:gd name="T38" fmla="*/ 178 w 273"/>
                    <a:gd name="T39" fmla="*/ 404 h 671"/>
                    <a:gd name="T40" fmla="*/ 190 w 273"/>
                    <a:gd name="T41" fmla="*/ 428 h 671"/>
                    <a:gd name="T42" fmla="*/ 196 w 273"/>
                    <a:gd name="T43" fmla="*/ 451 h 671"/>
                    <a:gd name="T44" fmla="*/ 202 w 273"/>
                    <a:gd name="T45" fmla="*/ 469 h 671"/>
                    <a:gd name="T46" fmla="*/ 208 w 273"/>
                    <a:gd name="T47" fmla="*/ 481 h 671"/>
                    <a:gd name="T48" fmla="*/ 214 w 273"/>
                    <a:gd name="T49" fmla="*/ 499 h 671"/>
                    <a:gd name="T50" fmla="*/ 220 w 273"/>
                    <a:gd name="T51" fmla="*/ 517 h 671"/>
                    <a:gd name="T52" fmla="*/ 226 w 273"/>
                    <a:gd name="T53" fmla="*/ 535 h 671"/>
                    <a:gd name="T54" fmla="*/ 232 w 273"/>
                    <a:gd name="T55" fmla="*/ 552 h 671"/>
                    <a:gd name="T56" fmla="*/ 238 w 273"/>
                    <a:gd name="T57" fmla="*/ 570 h 671"/>
                    <a:gd name="T58" fmla="*/ 244 w 273"/>
                    <a:gd name="T59" fmla="*/ 588 h 671"/>
                    <a:gd name="T60" fmla="*/ 250 w 273"/>
                    <a:gd name="T61" fmla="*/ 606 h 671"/>
                    <a:gd name="T62" fmla="*/ 255 w 273"/>
                    <a:gd name="T63" fmla="*/ 624 h 671"/>
                    <a:gd name="T64" fmla="*/ 261 w 273"/>
                    <a:gd name="T65" fmla="*/ 642 h 671"/>
                    <a:gd name="T66" fmla="*/ 267 w 273"/>
                    <a:gd name="T67" fmla="*/ 659 h 671"/>
                    <a:gd name="T68" fmla="*/ 273 w 273"/>
                    <a:gd name="T69" fmla="*/ 671 h 67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273" h="671">
                      <a:moveTo>
                        <a:pt x="0" y="0"/>
                      </a:moveTo>
                      <a:lnTo>
                        <a:pt x="0" y="12"/>
                      </a:lnTo>
                      <a:lnTo>
                        <a:pt x="12" y="24"/>
                      </a:lnTo>
                      <a:lnTo>
                        <a:pt x="12" y="36"/>
                      </a:lnTo>
                      <a:lnTo>
                        <a:pt x="18" y="42"/>
                      </a:lnTo>
                      <a:lnTo>
                        <a:pt x="24" y="48"/>
                      </a:lnTo>
                      <a:lnTo>
                        <a:pt x="24" y="53"/>
                      </a:lnTo>
                      <a:lnTo>
                        <a:pt x="30" y="59"/>
                      </a:lnTo>
                      <a:lnTo>
                        <a:pt x="30" y="65"/>
                      </a:lnTo>
                      <a:lnTo>
                        <a:pt x="36" y="71"/>
                      </a:lnTo>
                      <a:lnTo>
                        <a:pt x="36" y="83"/>
                      </a:lnTo>
                      <a:lnTo>
                        <a:pt x="48" y="95"/>
                      </a:lnTo>
                      <a:lnTo>
                        <a:pt x="48" y="107"/>
                      </a:lnTo>
                      <a:lnTo>
                        <a:pt x="60" y="119"/>
                      </a:lnTo>
                      <a:lnTo>
                        <a:pt x="60" y="131"/>
                      </a:lnTo>
                      <a:lnTo>
                        <a:pt x="71" y="143"/>
                      </a:lnTo>
                      <a:lnTo>
                        <a:pt x="71" y="154"/>
                      </a:lnTo>
                      <a:lnTo>
                        <a:pt x="77" y="160"/>
                      </a:lnTo>
                      <a:lnTo>
                        <a:pt x="77" y="172"/>
                      </a:lnTo>
                      <a:lnTo>
                        <a:pt x="89" y="184"/>
                      </a:lnTo>
                      <a:lnTo>
                        <a:pt x="89" y="196"/>
                      </a:lnTo>
                      <a:lnTo>
                        <a:pt x="101" y="208"/>
                      </a:lnTo>
                      <a:lnTo>
                        <a:pt x="101" y="220"/>
                      </a:lnTo>
                      <a:lnTo>
                        <a:pt x="107" y="226"/>
                      </a:lnTo>
                      <a:lnTo>
                        <a:pt x="107" y="238"/>
                      </a:lnTo>
                      <a:lnTo>
                        <a:pt x="119" y="249"/>
                      </a:lnTo>
                      <a:lnTo>
                        <a:pt x="119" y="261"/>
                      </a:lnTo>
                      <a:lnTo>
                        <a:pt x="125" y="267"/>
                      </a:lnTo>
                      <a:lnTo>
                        <a:pt x="125" y="279"/>
                      </a:lnTo>
                      <a:lnTo>
                        <a:pt x="131" y="285"/>
                      </a:lnTo>
                      <a:lnTo>
                        <a:pt x="131" y="291"/>
                      </a:lnTo>
                      <a:lnTo>
                        <a:pt x="137" y="297"/>
                      </a:lnTo>
                      <a:lnTo>
                        <a:pt x="137" y="309"/>
                      </a:lnTo>
                      <a:lnTo>
                        <a:pt x="149" y="321"/>
                      </a:lnTo>
                      <a:lnTo>
                        <a:pt x="149" y="339"/>
                      </a:lnTo>
                      <a:lnTo>
                        <a:pt x="160" y="350"/>
                      </a:lnTo>
                      <a:lnTo>
                        <a:pt x="160" y="368"/>
                      </a:lnTo>
                      <a:lnTo>
                        <a:pt x="172" y="380"/>
                      </a:lnTo>
                      <a:lnTo>
                        <a:pt x="172" y="398"/>
                      </a:lnTo>
                      <a:lnTo>
                        <a:pt x="178" y="404"/>
                      </a:lnTo>
                      <a:lnTo>
                        <a:pt x="178" y="416"/>
                      </a:lnTo>
                      <a:lnTo>
                        <a:pt x="190" y="428"/>
                      </a:lnTo>
                      <a:lnTo>
                        <a:pt x="190" y="446"/>
                      </a:lnTo>
                      <a:lnTo>
                        <a:pt x="196" y="451"/>
                      </a:lnTo>
                      <a:lnTo>
                        <a:pt x="196" y="463"/>
                      </a:lnTo>
                      <a:lnTo>
                        <a:pt x="202" y="469"/>
                      </a:lnTo>
                      <a:lnTo>
                        <a:pt x="202" y="475"/>
                      </a:lnTo>
                      <a:lnTo>
                        <a:pt x="208" y="481"/>
                      </a:lnTo>
                      <a:lnTo>
                        <a:pt x="208" y="493"/>
                      </a:lnTo>
                      <a:lnTo>
                        <a:pt x="214" y="499"/>
                      </a:lnTo>
                      <a:lnTo>
                        <a:pt x="214" y="511"/>
                      </a:lnTo>
                      <a:lnTo>
                        <a:pt x="220" y="517"/>
                      </a:lnTo>
                      <a:lnTo>
                        <a:pt x="220" y="529"/>
                      </a:lnTo>
                      <a:lnTo>
                        <a:pt x="226" y="535"/>
                      </a:lnTo>
                      <a:lnTo>
                        <a:pt x="226" y="546"/>
                      </a:lnTo>
                      <a:lnTo>
                        <a:pt x="232" y="552"/>
                      </a:lnTo>
                      <a:lnTo>
                        <a:pt x="232" y="564"/>
                      </a:lnTo>
                      <a:lnTo>
                        <a:pt x="238" y="570"/>
                      </a:lnTo>
                      <a:lnTo>
                        <a:pt x="238" y="582"/>
                      </a:lnTo>
                      <a:lnTo>
                        <a:pt x="244" y="588"/>
                      </a:lnTo>
                      <a:lnTo>
                        <a:pt x="244" y="600"/>
                      </a:lnTo>
                      <a:lnTo>
                        <a:pt x="250" y="606"/>
                      </a:lnTo>
                      <a:lnTo>
                        <a:pt x="250" y="618"/>
                      </a:lnTo>
                      <a:lnTo>
                        <a:pt x="255" y="624"/>
                      </a:lnTo>
                      <a:lnTo>
                        <a:pt x="255" y="636"/>
                      </a:lnTo>
                      <a:lnTo>
                        <a:pt x="261" y="642"/>
                      </a:lnTo>
                      <a:lnTo>
                        <a:pt x="261" y="653"/>
                      </a:lnTo>
                      <a:lnTo>
                        <a:pt x="267" y="659"/>
                      </a:lnTo>
                      <a:lnTo>
                        <a:pt x="267" y="671"/>
                      </a:lnTo>
                      <a:lnTo>
                        <a:pt x="273" y="671"/>
                      </a:lnTo>
                    </a:path>
                  </a:pathLst>
                </a:custGeom>
                <a:noFill/>
                <a:ln w="222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7149" name="Rectangle 113">
                <a:extLst>
                  <a:ext uri="{FF2B5EF4-FFF2-40B4-BE49-F238E27FC236}">
                    <a16:creationId xmlns:a16="http://schemas.microsoft.com/office/drawing/2014/main" id="{E88B7EF8-2DDB-9D2F-46BF-2B701AA43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3454"/>
                <a:ext cx="225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50" name="Rectangle 114">
                <a:extLst>
                  <a:ext uri="{FF2B5EF4-FFF2-40B4-BE49-F238E27FC236}">
                    <a16:creationId xmlns:a16="http://schemas.microsoft.com/office/drawing/2014/main" id="{216C0D81-1BC0-5C6A-071A-C36A915A9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3454"/>
                <a:ext cx="90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151" name="Rectangle 115">
                <a:extLst>
                  <a:ext uri="{FF2B5EF4-FFF2-40B4-BE49-F238E27FC236}">
                    <a16:creationId xmlns:a16="http://schemas.microsoft.com/office/drawing/2014/main" id="{5A250B2E-00EB-0007-FFCF-CC85490EF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0" y="3454"/>
                <a:ext cx="181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6980" name="Rectangle 116">
              <a:extLst>
                <a:ext uri="{FF2B5EF4-FFF2-40B4-BE49-F238E27FC236}">
                  <a16:creationId xmlns:a16="http://schemas.microsoft.com/office/drawing/2014/main" id="{17661BC0-9C48-7818-4579-D4147AB88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" y="3791"/>
              <a:ext cx="86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rad/s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2400" i="1" baseline="-18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6981" name="Rectangle 117">
              <a:extLst>
                <a:ext uri="{FF2B5EF4-FFF2-40B4-BE49-F238E27FC236}">
                  <a16:creationId xmlns:a16="http://schemas.microsoft.com/office/drawing/2014/main" id="{50EF0C9E-B148-309F-BD16-95BB89969D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994" y="2857"/>
              <a:ext cx="11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 / (deg)</a:t>
              </a:r>
            </a:p>
          </p:txBody>
        </p:sp>
        <p:grpSp>
          <p:nvGrpSpPr>
            <p:cNvPr id="126982" name="Group 118">
              <a:extLst>
                <a:ext uri="{FF2B5EF4-FFF2-40B4-BE49-F238E27FC236}">
                  <a16:creationId xmlns:a16="http://schemas.microsoft.com/office/drawing/2014/main" id="{5399FE1E-AF21-2C13-A932-6AA0428852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152"/>
              <a:ext cx="3098" cy="1047"/>
              <a:chOff x="2400" y="1248"/>
              <a:chExt cx="3098" cy="1047"/>
            </a:xfrm>
          </p:grpSpPr>
          <p:sp>
            <p:nvSpPr>
              <p:cNvPr id="126983" name="Rectangle 119">
                <a:extLst>
                  <a:ext uri="{FF2B5EF4-FFF2-40B4-BE49-F238E27FC236}">
                    <a16:creationId xmlns:a16="http://schemas.microsoft.com/office/drawing/2014/main" id="{C3678579-310E-4D45-633B-8656CC885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346"/>
                <a:ext cx="2452" cy="8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6984" name="Freeform 120">
                <a:extLst>
                  <a:ext uri="{FF2B5EF4-FFF2-40B4-BE49-F238E27FC236}">
                    <a16:creationId xmlns:a16="http://schemas.microsoft.com/office/drawing/2014/main" id="{D05025E8-3FAB-57AD-C9B3-394DEA631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2231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5" name="Freeform 121">
                <a:extLst>
                  <a:ext uri="{FF2B5EF4-FFF2-40B4-BE49-F238E27FC236}">
                    <a16:creationId xmlns:a16="http://schemas.microsoft.com/office/drawing/2014/main" id="{336093CB-7E0E-2C53-F044-66CFBB293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934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6" name="Freeform 122">
                <a:extLst>
                  <a:ext uri="{FF2B5EF4-FFF2-40B4-BE49-F238E27FC236}">
                    <a16:creationId xmlns:a16="http://schemas.microsoft.com/office/drawing/2014/main" id="{EA91440A-0858-6B64-552D-736E831EF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637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7" name="Freeform 123">
                <a:extLst>
                  <a:ext uri="{FF2B5EF4-FFF2-40B4-BE49-F238E27FC236}">
                    <a16:creationId xmlns:a16="http://schemas.microsoft.com/office/drawing/2014/main" id="{1117B3F2-7A9E-F4A2-AB17-09A5A565A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346"/>
                <a:ext cx="2452" cy="1"/>
              </a:xfrm>
              <a:custGeom>
                <a:avLst/>
                <a:gdLst>
                  <a:gd name="T0" fmla="*/ 0 w 420"/>
                  <a:gd name="T1" fmla="*/ 0 h 1"/>
                  <a:gd name="T2" fmla="*/ 83572 w 4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8" name="Line 124">
                <a:extLst>
                  <a:ext uri="{FF2B5EF4-FFF2-40B4-BE49-F238E27FC236}">
                    <a16:creationId xmlns:a16="http://schemas.microsoft.com/office/drawing/2014/main" id="{CCFD69B7-3A65-9634-5989-AC8E9F6CC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245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89" name="Line 125">
                <a:extLst>
                  <a:ext uri="{FF2B5EF4-FFF2-40B4-BE49-F238E27FC236}">
                    <a16:creationId xmlns:a16="http://schemas.microsoft.com/office/drawing/2014/main" id="{6894A04D-3B06-7C1A-CC06-B8662E489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0" name="Line 126">
                <a:extLst>
                  <a:ext uri="{FF2B5EF4-FFF2-40B4-BE49-F238E27FC236}">
                    <a16:creationId xmlns:a16="http://schemas.microsoft.com/office/drawing/2014/main" id="{F8272635-DE50-C934-DF97-9437319C6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1" name="Line 127">
                <a:extLst>
                  <a:ext uri="{FF2B5EF4-FFF2-40B4-BE49-F238E27FC236}">
                    <a16:creationId xmlns:a16="http://schemas.microsoft.com/office/drawing/2014/main" id="{B58682E8-C2DD-8A82-3CC8-7C6BA1BA7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2" name="Freeform 128">
                <a:extLst>
                  <a:ext uri="{FF2B5EF4-FFF2-40B4-BE49-F238E27FC236}">
                    <a16:creationId xmlns:a16="http://schemas.microsoft.com/office/drawing/2014/main" id="{821429F9-7E01-8321-A584-F11F7FF2B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3" name="Line 129">
                <a:extLst>
                  <a:ext uri="{FF2B5EF4-FFF2-40B4-BE49-F238E27FC236}">
                    <a16:creationId xmlns:a16="http://schemas.microsoft.com/office/drawing/2014/main" id="{098D715C-B70B-A0F0-54B6-A69DAA271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4" name="Freeform 130">
                <a:extLst>
                  <a:ext uri="{FF2B5EF4-FFF2-40B4-BE49-F238E27FC236}">
                    <a16:creationId xmlns:a16="http://schemas.microsoft.com/office/drawing/2014/main" id="{2C5D700D-AF18-B3A3-C2CE-F08F61810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5" name="Line 131">
                <a:extLst>
                  <a:ext uri="{FF2B5EF4-FFF2-40B4-BE49-F238E27FC236}">
                    <a16:creationId xmlns:a16="http://schemas.microsoft.com/office/drawing/2014/main" id="{5B532D79-B249-242F-20E8-1F862B65A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1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6" name="Freeform 132">
                <a:extLst>
                  <a:ext uri="{FF2B5EF4-FFF2-40B4-BE49-F238E27FC236}">
                    <a16:creationId xmlns:a16="http://schemas.microsoft.com/office/drawing/2014/main" id="{A8487043-80F6-23A8-F5C7-90B08B51F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1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7" name="Line 133">
                <a:extLst>
                  <a:ext uri="{FF2B5EF4-FFF2-40B4-BE49-F238E27FC236}">
                    <a16:creationId xmlns:a16="http://schemas.microsoft.com/office/drawing/2014/main" id="{8B16FCDD-6280-F865-5787-FF304CEA2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7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8" name="Freeform 134">
                <a:extLst>
                  <a:ext uri="{FF2B5EF4-FFF2-40B4-BE49-F238E27FC236}">
                    <a16:creationId xmlns:a16="http://schemas.microsoft.com/office/drawing/2014/main" id="{DA469FA6-E3B3-C085-EB40-90569952E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9" name="Line 135">
                <a:extLst>
                  <a:ext uri="{FF2B5EF4-FFF2-40B4-BE49-F238E27FC236}">
                    <a16:creationId xmlns:a16="http://schemas.microsoft.com/office/drawing/2014/main" id="{115EDEF4-5353-E70C-16B6-4C1481AED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0" name="Freeform 136">
                <a:extLst>
                  <a:ext uri="{FF2B5EF4-FFF2-40B4-BE49-F238E27FC236}">
                    <a16:creationId xmlns:a16="http://schemas.microsoft.com/office/drawing/2014/main" id="{DC85C248-BAC1-647E-3540-70A495E09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1" name="Line 137">
                <a:extLst>
                  <a:ext uri="{FF2B5EF4-FFF2-40B4-BE49-F238E27FC236}">
                    <a16:creationId xmlns:a16="http://schemas.microsoft.com/office/drawing/2014/main" id="{E509A5F8-F5F4-FE1B-6A46-B2DE6472E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8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2" name="Freeform 138">
                <a:extLst>
                  <a:ext uri="{FF2B5EF4-FFF2-40B4-BE49-F238E27FC236}">
                    <a16:creationId xmlns:a16="http://schemas.microsoft.com/office/drawing/2014/main" id="{8D173771-F800-4149-291E-D15A5A3D3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8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3" name="Line 139">
                <a:extLst>
                  <a:ext uri="{FF2B5EF4-FFF2-40B4-BE49-F238E27FC236}">
                    <a16:creationId xmlns:a16="http://schemas.microsoft.com/office/drawing/2014/main" id="{FF3D09C7-7A2B-212E-8BC8-62BBF0E07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9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4" name="Freeform 140">
                <a:extLst>
                  <a:ext uri="{FF2B5EF4-FFF2-40B4-BE49-F238E27FC236}">
                    <a16:creationId xmlns:a16="http://schemas.microsoft.com/office/drawing/2014/main" id="{DB97DE61-E71A-E864-4762-EC5DD54A8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5" name="Line 141">
                <a:extLst>
                  <a:ext uri="{FF2B5EF4-FFF2-40B4-BE49-F238E27FC236}">
                    <a16:creationId xmlns:a16="http://schemas.microsoft.com/office/drawing/2014/main" id="{313E1150-3003-A04F-8398-7EF65FD85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6" name="Freeform 142">
                <a:extLst>
                  <a:ext uri="{FF2B5EF4-FFF2-40B4-BE49-F238E27FC236}">
                    <a16:creationId xmlns:a16="http://schemas.microsoft.com/office/drawing/2014/main" id="{DBD33BD9-4040-CC76-49EA-9A3A95989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7" name="Line 143">
                <a:extLst>
                  <a:ext uri="{FF2B5EF4-FFF2-40B4-BE49-F238E27FC236}">
                    <a16:creationId xmlns:a16="http://schemas.microsoft.com/office/drawing/2014/main" id="{E0742496-7A84-783D-5F60-D32D5640C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1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8" name="Freeform 144">
                <a:extLst>
                  <a:ext uri="{FF2B5EF4-FFF2-40B4-BE49-F238E27FC236}">
                    <a16:creationId xmlns:a16="http://schemas.microsoft.com/office/drawing/2014/main" id="{6DBBA397-51CE-B049-5A0F-E0C5453C1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1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9" name="Line 145">
                <a:extLst>
                  <a:ext uri="{FF2B5EF4-FFF2-40B4-BE49-F238E27FC236}">
                    <a16:creationId xmlns:a16="http://schemas.microsoft.com/office/drawing/2014/main" id="{F399C844-5B79-D4E8-190D-A9FACD0F5A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1" y="1346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0" name="Line 146">
                <a:extLst>
                  <a:ext uri="{FF2B5EF4-FFF2-40B4-BE49-F238E27FC236}">
                    <a16:creationId xmlns:a16="http://schemas.microsoft.com/office/drawing/2014/main" id="{FAE515DA-AA04-BF53-2410-22A27292E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8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1" name="Freeform 147">
                <a:extLst>
                  <a:ext uri="{FF2B5EF4-FFF2-40B4-BE49-F238E27FC236}">
                    <a16:creationId xmlns:a16="http://schemas.microsoft.com/office/drawing/2014/main" id="{EC90211D-8DF1-AC1D-AD18-0766D147A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8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2" name="Line 148">
                <a:extLst>
                  <a:ext uri="{FF2B5EF4-FFF2-40B4-BE49-F238E27FC236}">
                    <a16:creationId xmlns:a16="http://schemas.microsoft.com/office/drawing/2014/main" id="{F995FFE5-AC19-0E81-6A98-956BFAC51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3" name="Freeform 149">
                <a:extLst>
                  <a:ext uri="{FF2B5EF4-FFF2-40B4-BE49-F238E27FC236}">
                    <a16:creationId xmlns:a16="http://schemas.microsoft.com/office/drawing/2014/main" id="{C5A63A11-F183-E2B8-43A5-14B4E6452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4" name="Line 150">
                <a:extLst>
                  <a:ext uri="{FF2B5EF4-FFF2-40B4-BE49-F238E27FC236}">
                    <a16:creationId xmlns:a16="http://schemas.microsoft.com/office/drawing/2014/main" id="{0085CD32-228C-AFA2-D3B3-B2D674310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7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5" name="Freeform 151">
                <a:extLst>
                  <a:ext uri="{FF2B5EF4-FFF2-40B4-BE49-F238E27FC236}">
                    <a16:creationId xmlns:a16="http://schemas.microsoft.com/office/drawing/2014/main" id="{A3FA3D87-BA3A-F011-F312-2967C57A3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7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6" name="Line 152">
                <a:extLst>
                  <a:ext uri="{FF2B5EF4-FFF2-40B4-BE49-F238E27FC236}">
                    <a16:creationId xmlns:a16="http://schemas.microsoft.com/office/drawing/2014/main" id="{FCEF8561-C136-5696-CB42-139284608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7" name="Freeform 153">
                <a:extLst>
                  <a:ext uri="{FF2B5EF4-FFF2-40B4-BE49-F238E27FC236}">
                    <a16:creationId xmlns:a16="http://schemas.microsoft.com/office/drawing/2014/main" id="{FB4F229A-9CC3-E046-6F8A-85EFFA963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8" name="Line 154">
                <a:extLst>
                  <a:ext uri="{FF2B5EF4-FFF2-40B4-BE49-F238E27FC236}">
                    <a16:creationId xmlns:a16="http://schemas.microsoft.com/office/drawing/2014/main" id="{3E6FC332-321A-FF29-FC5D-C15B73DE6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3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19" name="Freeform 155">
                <a:extLst>
                  <a:ext uri="{FF2B5EF4-FFF2-40B4-BE49-F238E27FC236}">
                    <a16:creationId xmlns:a16="http://schemas.microsoft.com/office/drawing/2014/main" id="{26E92BBF-4273-C147-B447-890B0A3E7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3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0" name="Line 156">
                <a:extLst>
                  <a:ext uri="{FF2B5EF4-FFF2-40B4-BE49-F238E27FC236}">
                    <a16:creationId xmlns:a16="http://schemas.microsoft.com/office/drawing/2014/main" id="{16E29A1A-1030-078B-1535-8524E80A4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4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1" name="Freeform 157">
                <a:extLst>
                  <a:ext uri="{FF2B5EF4-FFF2-40B4-BE49-F238E27FC236}">
                    <a16:creationId xmlns:a16="http://schemas.microsoft.com/office/drawing/2014/main" id="{BC265B8D-8A1F-31A2-E863-C89EEAAFF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4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2" name="Line 158">
                <a:extLst>
                  <a:ext uri="{FF2B5EF4-FFF2-40B4-BE49-F238E27FC236}">
                    <a16:creationId xmlns:a16="http://schemas.microsoft.com/office/drawing/2014/main" id="{A8482E70-33E2-039E-4896-9D857697F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5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3" name="Freeform 159">
                <a:extLst>
                  <a:ext uri="{FF2B5EF4-FFF2-40B4-BE49-F238E27FC236}">
                    <a16:creationId xmlns:a16="http://schemas.microsoft.com/office/drawing/2014/main" id="{5715EED3-4FDD-C6D6-210E-BDA90BC6E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5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4" name="Line 160">
                <a:extLst>
                  <a:ext uri="{FF2B5EF4-FFF2-40B4-BE49-F238E27FC236}">
                    <a16:creationId xmlns:a16="http://schemas.microsoft.com/office/drawing/2014/main" id="{872D9CFE-65D7-5D2B-8195-2B1F1B821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9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5" name="Freeform 161">
                <a:extLst>
                  <a:ext uri="{FF2B5EF4-FFF2-40B4-BE49-F238E27FC236}">
                    <a16:creationId xmlns:a16="http://schemas.microsoft.com/office/drawing/2014/main" id="{B759EE39-42BC-722B-F88B-1A1D35D56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9" y="1346"/>
                <a:ext cx="1" cy="889"/>
              </a:xfrm>
              <a:custGeom>
                <a:avLst/>
                <a:gdLst>
                  <a:gd name="T0" fmla="*/ 0 w 1"/>
                  <a:gd name="T1" fmla="*/ 7858 h 299"/>
                  <a:gd name="T2" fmla="*/ 0 w 1"/>
                  <a:gd name="T3" fmla="*/ 0 h 2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6" name="Line 162">
                <a:extLst>
                  <a:ext uri="{FF2B5EF4-FFF2-40B4-BE49-F238E27FC236}">
                    <a16:creationId xmlns:a16="http://schemas.microsoft.com/office/drawing/2014/main" id="{EC34EAAC-E8FA-049A-62AE-72EC60B4F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7" y="1346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7" name="Line 163">
                <a:extLst>
                  <a:ext uri="{FF2B5EF4-FFF2-40B4-BE49-F238E27FC236}">
                    <a16:creationId xmlns:a16="http://schemas.microsoft.com/office/drawing/2014/main" id="{DBEC980D-681B-B5A7-9693-EF2D0F1F0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7" y="1346"/>
                <a:ext cx="1" cy="2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8" name="Line 164">
                <a:extLst>
                  <a:ext uri="{FF2B5EF4-FFF2-40B4-BE49-F238E27FC236}">
                    <a16:creationId xmlns:a16="http://schemas.microsoft.com/office/drawing/2014/main" id="{79CD3D38-90ED-EACB-DAC8-F57C9E708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223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9" name="Line 165">
                <a:extLst>
                  <a:ext uri="{FF2B5EF4-FFF2-40B4-BE49-F238E27FC236}">
                    <a16:creationId xmlns:a16="http://schemas.microsoft.com/office/drawing/2014/main" id="{B4C70A8B-020B-7245-9D9F-8FE88E170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2231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0" name="Line 166">
                <a:extLst>
                  <a:ext uri="{FF2B5EF4-FFF2-40B4-BE49-F238E27FC236}">
                    <a16:creationId xmlns:a16="http://schemas.microsoft.com/office/drawing/2014/main" id="{00FFE015-CF8C-C3AF-B00E-E8D400768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934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1" name="Line 167">
                <a:extLst>
                  <a:ext uri="{FF2B5EF4-FFF2-40B4-BE49-F238E27FC236}">
                    <a16:creationId xmlns:a16="http://schemas.microsoft.com/office/drawing/2014/main" id="{FDB6774D-D1DE-B918-EAA7-E7F1748F5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1934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2" name="Line 168">
                <a:extLst>
                  <a:ext uri="{FF2B5EF4-FFF2-40B4-BE49-F238E27FC236}">
                    <a16:creationId xmlns:a16="http://schemas.microsoft.com/office/drawing/2014/main" id="{F92C2EEB-A2AA-86E6-5E93-BCFF4363DB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637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3" name="Line 169">
                <a:extLst>
                  <a:ext uri="{FF2B5EF4-FFF2-40B4-BE49-F238E27FC236}">
                    <a16:creationId xmlns:a16="http://schemas.microsoft.com/office/drawing/2014/main" id="{00F6C96A-68D4-12DD-2B42-FB25C2DEE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1637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4" name="Line 170">
                <a:extLst>
                  <a:ext uri="{FF2B5EF4-FFF2-40B4-BE49-F238E27FC236}">
                    <a16:creationId xmlns:a16="http://schemas.microsoft.com/office/drawing/2014/main" id="{4E489671-6E96-C401-D2C4-7ADA25CE6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5" name="Line 171">
                <a:extLst>
                  <a:ext uri="{FF2B5EF4-FFF2-40B4-BE49-F238E27FC236}">
                    <a16:creationId xmlns:a16="http://schemas.microsoft.com/office/drawing/2014/main" id="{ED945A31-5912-34FE-F31F-62FAE0AEB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9" y="1346"/>
                <a:ext cx="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6" name="Rectangle 172">
                <a:extLst>
                  <a:ext uri="{FF2B5EF4-FFF2-40B4-BE49-F238E27FC236}">
                    <a16:creationId xmlns:a16="http://schemas.microsoft.com/office/drawing/2014/main" id="{7967B5AB-713C-0241-DD95-187E9FDDC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1248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37" name="Line 173">
                <a:extLst>
                  <a:ext uri="{FF2B5EF4-FFF2-40B4-BE49-F238E27FC236}">
                    <a16:creationId xmlns:a16="http://schemas.microsoft.com/office/drawing/2014/main" id="{37E83BE0-98D7-AFCA-17B5-F71106D18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1346"/>
                <a:ext cx="2452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8" name="Freeform 174">
                <a:extLst>
                  <a:ext uri="{FF2B5EF4-FFF2-40B4-BE49-F238E27FC236}">
                    <a16:creationId xmlns:a16="http://schemas.microsoft.com/office/drawing/2014/main" id="{4823E0F2-2249-7C3A-FE1A-DBEFBA85A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346"/>
                <a:ext cx="2452" cy="889"/>
              </a:xfrm>
              <a:custGeom>
                <a:avLst/>
                <a:gdLst>
                  <a:gd name="T0" fmla="*/ 0 w 420"/>
                  <a:gd name="T1" fmla="*/ 7858 h 299"/>
                  <a:gd name="T2" fmla="*/ 83572 w 420"/>
                  <a:gd name="T3" fmla="*/ 7858 h 299"/>
                  <a:gd name="T4" fmla="*/ 83572 w 420"/>
                  <a:gd name="T5" fmla="*/ 0 h 2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0" h="299">
                    <a:moveTo>
                      <a:pt x="0" y="299"/>
                    </a:moveTo>
                    <a:lnTo>
                      <a:pt x="420" y="299"/>
                    </a:lnTo>
                    <a:lnTo>
                      <a:pt x="42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9" name="Line 175">
                <a:extLst>
                  <a:ext uri="{FF2B5EF4-FFF2-40B4-BE49-F238E27FC236}">
                    <a16:creationId xmlns:a16="http://schemas.microsoft.com/office/drawing/2014/main" id="{9EC0B5A3-C575-0265-052B-C7C8FBDD0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5" y="1346"/>
                <a:ext cx="1" cy="88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0" name="Rectangle 176">
                <a:extLst>
                  <a:ext uri="{FF2B5EF4-FFF2-40B4-BE49-F238E27FC236}">
                    <a16:creationId xmlns:a16="http://schemas.microsoft.com/office/drawing/2014/main" id="{B70267DC-E0EA-6F07-CAD7-4E05962CC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037" y="1629"/>
                <a:ext cx="100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L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r>
                  <a:rPr lang="en-US" altLang="zh-CN" sz="2400" i="1">
                    <a:solidFill>
                      <a:srgbClr val="000000"/>
                    </a:solidFill>
                    <a:latin typeface="Helvetica" panose="020B060402020202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 / (dB)</a:t>
                </a:r>
              </a:p>
            </p:txBody>
          </p:sp>
          <p:sp>
            <p:nvSpPr>
              <p:cNvPr id="127041" name="Rectangle 177">
                <a:extLst>
                  <a:ext uri="{FF2B5EF4-FFF2-40B4-BE49-F238E27FC236}">
                    <a16:creationId xmlns:a16="http://schemas.microsoft.com/office/drawing/2014/main" id="{736BF0A5-CE84-673B-A83B-71869B308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536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42" name="Rectangle 178">
                <a:extLst>
                  <a:ext uri="{FF2B5EF4-FFF2-40B4-BE49-F238E27FC236}">
                    <a16:creationId xmlns:a16="http://schemas.microsoft.com/office/drawing/2014/main" id="{458BB96B-9E04-D76F-819A-C804E0FD8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8" y="2103"/>
                <a:ext cx="23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-20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043" name="Rectangle 179">
                <a:extLst>
                  <a:ext uri="{FF2B5EF4-FFF2-40B4-BE49-F238E27FC236}">
                    <a16:creationId xmlns:a16="http://schemas.microsoft.com/office/drawing/2014/main" id="{C3D1369F-AA7C-7310-91B7-F15E3E92A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4" y="1845"/>
                <a:ext cx="23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-10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281</TotalTime>
  <Words>2660</Words>
  <Application>Microsoft Office PowerPoint</Application>
  <PresentationFormat>全屏显示(4:3)</PresentationFormat>
  <Paragraphs>570</Paragraphs>
  <Slides>64</Slides>
  <Notes>60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75" baseType="lpstr">
      <vt:lpstr>宋体</vt:lpstr>
      <vt:lpstr>Arial</vt:lpstr>
      <vt:lpstr>Calibri</vt:lpstr>
      <vt:lpstr>Helvetica</vt:lpstr>
      <vt:lpstr>Times New Roman</vt:lpstr>
      <vt:lpstr>Verdana</vt:lpstr>
      <vt:lpstr>Wingdings</vt:lpstr>
      <vt:lpstr>Profile</vt:lpstr>
      <vt:lpstr>1_Profile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AIMIN FANG</cp:lastModifiedBy>
  <cp:revision>159</cp:revision>
  <dcterms:created xsi:type="dcterms:W3CDTF">2011-07-28T08:27:52Z</dcterms:created>
  <dcterms:modified xsi:type="dcterms:W3CDTF">2025-10-07T09:39:41Z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