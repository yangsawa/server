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6"/>
  </p:notesMasterIdLst>
  <p:handoutMasterIdLst>
    <p:handoutMasterId r:id="rId57"/>
  </p:handoutMasterIdLst>
  <p:sldIdLst>
    <p:sldId id="428" r:id="rId2"/>
    <p:sldId id="444" r:id="rId3"/>
    <p:sldId id="448" r:id="rId4"/>
    <p:sldId id="451" r:id="rId5"/>
    <p:sldId id="452" r:id="rId6"/>
    <p:sldId id="601" r:id="rId7"/>
    <p:sldId id="593" r:id="rId8"/>
    <p:sldId id="594" r:id="rId9"/>
    <p:sldId id="595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3" r:id="rId22"/>
    <p:sldId id="614" r:id="rId23"/>
    <p:sldId id="615" r:id="rId24"/>
    <p:sldId id="471" r:id="rId25"/>
    <p:sldId id="307" r:id="rId26"/>
    <p:sldId id="308" r:id="rId27"/>
    <p:sldId id="311" r:id="rId28"/>
    <p:sldId id="312" r:id="rId29"/>
    <p:sldId id="313" r:id="rId30"/>
    <p:sldId id="333" r:id="rId31"/>
    <p:sldId id="334" r:id="rId32"/>
    <p:sldId id="419" r:id="rId33"/>
    <p:sldId id="420" r:id="rId34"/>
    <p:sldId id="421" r:id="rId35"/>
    <p:sldId id="422" r:id="rId36"/>
    <p:sldId id="596" r:id="rId37"/>
    <p:sldId id="368" r:id="rId38"/>
    <p:sldId id="369" r:id="rId39"/>
    <p:sldId id="370" r:id="rId40"/>
    <p:sldId id="371" r:id="rId41"/>
    <p:sldId id="372" r:id="rId42"/>
    <p:sldId id="37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2" r:id="rId52"/>
    <p:sldId id="598" r:id="rId53"/>
    <p:sldId id="599" r:id="rId54"/>
    <p:sldId id="600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3866" autoAdjust="0"/>
  </p:normalViewPr>
  <p:slideViewPr>
    <p:cSldViewPr>
      <p:cViewPr varScale="1">
        <p:scale>
          <a:sx n="70" d="100"/>
          <a:sy n="70" d="100"/>
        </p:scale>
        <p:origin x="990" y="39"/>
      </p:cViewPr>
      <p:guideLst>
        <p:guide orient="horz" pos="2160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6FBB766-6872-4DD0-B61B-D54122288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A318CA2-96A1-431F-B111-53B878E14A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0C04C3-BE5F-4909-BA49-6B1DC2F33DA7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0F08E0B-3872-43D2-A9C4-4BF8A9A99047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234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2C2134-C347-45E7-873A-0A383DE98308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6510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35C12C9-565D-BA77-247C-5A5A795D1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6F733A-AAA8-40CC-B043-10991124D0E4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B598D76-7DC8-739C-0E3A-2B96F8C7FC3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AAA6721-41FD-6F90-3123-5869AC5C7A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253A36A-982A-D247-23A7-0568973EE8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1F64BE-5779-43D4-91ED-407F46D72377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0F3C284-30E8-11B9-4E32-6D0CDAC4AE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1D5A4DF-8DE1-FE3D-5FDC-DCCF17AD76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4BF3C93-1D61-4887-8A2B-37BA6FE7A5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1C0B09-6763-4382-8D28-0EFE6A006175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B9817B4-96CC-B16E-635E-146BCA3EBAD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A88B27A-C6D5-183D-6607-EB78F85B9E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213ABEF8-FDBF-DFCC-1985-AE04163118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462008-D1BF-47D5-853F-2A23B95837E8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F183DCF-65E7-F724-CA72-3C3531042F4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12440CB-9DB0-8BA2-EAD3-4EE819E7D9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97BA60C-FC52-448A-F41A-7292C5AF6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3BD4059-A8D1-442C-86DB-C23D91718004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F1DB6C0-1717-FA5E-6891-1D276C3BF0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8959A469-9C81-C4C1-1B11-3232B5344E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D944AF0-65A9-A9C5-120C-A53D20B264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62C205-1CAB-46E6-8F7A-8ACB1BD8B1B1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DDB00A1-2968-2730-0972-CCBE116C8F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DE23095-6F3E-D946-F19A-6EBB2D75CA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4A70078-2CF4-6533-87BE-4A2469BCA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44106AF-11C5-4FA9-80F8-4B9D15B1E450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00229D3-4AF1-18F1-91E6-C6245D5B589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2C937017-9D2F-FA00-8E04-3982B60B7E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0CEC004D-CC9B-B990-137D-8732297EB3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A362F0-F756-4E70-B06E-8BA2FF14456E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7B6FC35-9907-CAA6-031A-A4D297FAA5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B82C0AA-71F5-F923-EF4F-7E10F173C8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16A379F4-DAF9-49BE-8FF6-5B4D81F17E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976672-754B-4BB5-B4A3-B12093E67CA8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7673D41F-3FBA-1607-2105-0071B2CF1B5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2D3E229-D7A8-6005-C6D5-7ED1CEADB4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A2A6A79A-44AB-8CE9-F14F-16E6F8485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A0F98D-6E85-4B01-B9CB-20EE675F9839}" type="slidenum">
              <a:rPr lang="en-US" altLang="zh-CN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E0E4798A-C1D5-A8E3-0F1C-A72E7586A82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83292211-72EC-232E-7AFB-42C355E591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2E79ACD-9861-B7D6-6925-611EDE640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783887-1F49-49F9-9511-B681DD5798D9}" type="slidenum">
              <a:rPr lang="en-US" altLang="zh-CN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212DDFA5-F407-FA2F-1F95-86490E4C278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7C00F21-3AFE-AAA1-40A3-E1189AA77D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B45FE304-D8C9-9BCE-D34D-F34F50078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D0B679-1215-4D5C-9D9E-4392A1D05C59}" type="slidenum">
              <a:rPr lang="en-US" altLang="zh-CN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925AF19B-3391-3875-F3D5-5AAF8AE54DD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B45984BB-6DF1-3458-A8AF-4C3EB773C2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769293E-8FAB-CC52-5B90-1E04D2B3B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304BAD-2EA0-4F90-9C21-20B3E18BCE45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E3D7102-B298-3B35-F3F9-893EE6D07A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7A40097-7689-49FF-C624-AF4D17F080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17E5BD91-0841-54D7-55FE-798E3EC74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31DE8C-ED3F-4DF3-97E8-B5D1E4A6C862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98936AD6-54E5-A815-18B2-0A0534F2212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741E788-5427-9B41-B1FF-D997B792E0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D249DFF4-4426-C206-7ADE-D6CDAC412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579EF9-4E1D-478C-AF30-3F2448C49BF7}" type="slidenum">
              <a:rPr lang="en-US" altLang="zh-CN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1D0EE2E9-3B4D-5B23-B320-0E87E8C001D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EE482464-BC0C-0B02-6A6B-85991EAD85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7FADA92A-39A7-BF31-588F-761CCB4DFA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DA71BF-F18C-475A-9C15-15591B976C18}" type="slidenum">
              <a:rPr lang="en-US" altLang="zh-CN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AF151185-132E-4901-337E-8F2C37E6A0D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E1A73018-1AFF-A03A-6C8D-A21FEA4C92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4039609F-0D43-7289-5FC0-01FDDACD0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2B30F6-3AC6-4F44-B99F-540E3BDDC75A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7AD174EB-C6CA-4938-504B-ADA2F8B7856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BF31C05-7B9C-24BF-8C68-CAD267DCDC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A146BE0-542C-56B3-F542-7A311E053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B0B6B8-567D-4637-A4BE-602935DF5562}" type="slidenum">
              <a:rPr lang="en-US" altLang="zh-CN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0DF7C0C3-9AE7-BCD3-D3E2-30C7DC7A642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0E71732-B3CD-E5CC-1AB7-C2CBB40C37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8EAC37C9-A30E-7E0F-1EEF-01C8C550D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BE08AC-1129-4600-98CD-6A0ABCAC3D74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C6DE41AF-D01C-BBE0-DC28-9E870DB9CA8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7CAECEB3-3A7D-4D41-F913-3AE7964C47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74FC996-1611-A41A-7C03-50132012F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0E8AA37-D13E-4A89-9769-7C8371208396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66B44F74-ADDD-E14C-0B5F-878D3D6481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578E48C1-4E71-6F49-2252-6854587411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E6B0B7-D8A6-4E00-8E19-6D447910409C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C82CDDD-B15C-48D7-99CA-070509B22870}" type="slidenum">
              <a:rPr lang="en-US" altLang="zh-CN" smtClean="0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F4DCB7-5F99-43EA-8296-E11BB8EEA099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97EEFC8-F393-43FD-BD2B-4070690DA078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FDAD68D-FD46-40ED-9F82-F656159208DB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579E4E5-943D-4B12-BF08-EC141CCED892}" type="slidenum">
              <a:rPr lang="en-US" altLang="zh-CN" smtClean="0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1D0F49-84AC-4A90-9890-1D95E6D26AE6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DDE10C-F6D9-497E-AB6E-B167078163E6}" type="slidenum">
              <a:rPr lang="en-US" altLang="zh-CN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3F36DE-284F-43E1-A0F2-F6467AAA5D83}" type="slidenum">
              <a:rPr lang="en-US" altLang="zh-CN" smtClean="0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891C01-925B-43C4-9716-76C0D0C6E1F6}" type="slidenum">
              <a:rPr lang="en-US" altLang="zh-CN" smtClean="0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FBAAF89-D84A-44C5-A831-A66324A3EB0B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12FF14-B355-4094-9404-4D186A8AEF2A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9160D1-FA23-40B2-9912-1178A7D1B774}" type="slidenum">
              <a:rPr lang="en-US" altLang="zh-CN" smtClean="0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A076A1-7D0D-4FAA-B232-7CDC7814BFEC}" type="slidenum">
              <a:rPr lang="en-US" altLang="zh-CN" smtClean="0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5742FA7-12BC-4FBC-84B7-A963E425ABF9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4589E2-8950-47C7-8646-4BDF73B78FA2}" type="slidenum">
              <a:rPr lang="en-US" altLang="zh-CN" smtClean="0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5928BA-3D01-4568-8E7C-F4BB2B117C15}" type="slidenum">
              <a:rPr lang="en-US" altLang="zh-CN" smtClean="0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839420-202E-4002-A2F2-2F49B7D6C08C}" type="slidenum">
              <a:rPr lang="en-US" altLang="zh-CN" smtClean="0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45CFCD-B455-44CF-A41F-64CFAB26F900}" type="slidenum">
              <a:rPr lang="en-US" altLang="zh-CN" smtClean="0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A81A71E-D066-4C2C-9278-AD5F9303DDA7}" type="slidenum">
              <a:rPr lang="en-US" altLang="zh-CN" smtClean="0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E6012D5-031A-4D26-8421-5404DEFE85E2}" type="slidenum">
              <a:rPr lang="en-US" altLang="zh-CN" smtClean="0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AC3E60-1C11-4584-BA00-52718E171103}" type="slidenum">
              <a:rPr lang="en-US" altLang="zh-CN" smtClean="0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E5D97F-407F-4801-931E-9B2D270FC149}" type="slidenum">
              <a:rPr lang="en-US" altLang="zh-CN" smtClean="0"/>
              <a:pPr>
                <a:spcBef>
                  <a:spcPct val="0"/>
                </a:spcBef>
              </a:pPr>
              <a:t>51</a:t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086A1F-4983-401F-9362-5EF882AA13AA}" type="slidenum">
              <a:rPr lang="zh-CN" altLang="zh-CN" smtClean="0">
                <a:latin typeface="Arial" panose="020B0604020202020204" pitchFamily="34" charset="0"/>
              </a:rPr>
              <a:pPr/>
              <a:t>52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711C17-4933-4A5F-A3B0-1F72B55F46D3}" type="slidenum">
              <a:rPr lang="zh-CN" altLang="zh-CN" smtClean="0">
                <a:latin typeface="Arial" panose="020B0604020202020204" pitchFamily="34" charset="0"/>
              </a:rPr>
              <a:pPr/>
              <a:t>53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08BA3-9AEE-4FCF-9DD8-46FAF301C6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09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FD9B2-5BAC-418F-9907-97A32D0FB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50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03824-CA3F-4F15-BB91-15B69441A2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372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0C664-52A6-4777-AEAC-FD468D7CFE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396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A102E-4D83-4DBF-9175-8172077806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49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FBB0F-187D-4CA2-A80E-3B477E850E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37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2E758-935B-4517-8C45-3505CCE2DC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032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B9954-23D4-4297-B6C8-E6BF1A5F87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15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4C739-C16F-4B3D-9456-90B93F2E57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21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26A05-A790-4C21-925C-F1BAD1BE2A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29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AFCBD-AB6B-46AE-99BD-294607690B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44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AB7D99E-E366-4EEB-962C-FE26ABDCD1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4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3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0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9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5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1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image" Target="../media/image81.emf"/><Relationship Id="rId7" Type="http://schemas.openxmlformats.org/officeDocument/2006/relationships/image" Target="../media/image83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4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8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image" Target="../media/image93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0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11" Type="http://schemas.openxmlformats.org/officeDocument/2006/relationships/image" Target="../media/image92.wmf"/><Relationship Id="rId5" Type="http://schemas.openxmlformats.org/officeDocument/2006/relationships/oleObject" Target="../embeddings/oleObject87.bin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88.wmf"/><Relationship Id="rId9" Type="http://schemas.openxmlformats.org/officeDocument/2006/relationships/image" Target="../media/image91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91.bin"/><Relationship Id="rId7" Type="http://schemas.openxmlformats.org/officeDocument/2006/relationships/image" Target="../media/image95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7.wmf"/><Relationship Id="rId5" Type="http://schemas.openxmlformats.org/officeDocument/2006/relationships/image" Target="../media/image91.emf"/><Relationship Id="rId10" Type="http://schemas.openxmlformats.org/officeDocument/2006/relationships/oleObject" Target="../embeddings/oleObject94.bin"/><Relationship Id="rId4" Type="http://schemas.openxmlformats.org/officeDocument/2006/relationships/image" Target="../media/image94.wmf"/><Relationship Id="rId9" Type="http://schemas.openxmlformats.org/officeDocument/2006/relationships/image" Target="../media/image9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8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5125" name="Rectangle 8"/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5126" name="Rectangle 9"/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323850" y="1628775"/>
            <a:ext cx="482441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比例环节（</a:t>
            </a:r>
            <a:r>
              <a:rPr lang="en-US" altLang="zh-CN" sz="2800">
                <a:latin typeface="Times New Roman" panose="02020603050405020304" pitchFamily="18" charset="0"/>
              </a:rPr>
              <a:t>G(s)=K</a:t>
            </a:r>
            <a:r>
              <a:rPr lang="zh-CN" altLang="en-US" sz="2800">
                <a:latin typeface="Times New Roman" panose="02020603050405020304" pitchFamily="18" charset="0"/>
              </a:rPr>
              <a:t>）：</a:t>
            </a:r>
          </a:p>
        </p:txBody>
      </p:sp>
      <p:grpSp>
        <p:nvGrpSpPr>
          <p:cNvPr id="8195" name="Group 4"/>
          <p:cNvGrpSpPr>
            <a:grpSpLocks/>
          </p:cNvGrpSpPr>
          <p:nvPr/>
        </p:nvGrpSpPr>
        <p:grpSpPr bwMode="auto">
          <a:xfrm>
            <a:off x="1784350" y="1895475"/>
            <a:ext cx="5654675" cy="4784725"/>
            <a:chOff x="2063" y="1210"/>
            <a:chExt cx="3562" cy="3014"/>
          </a:xfrm>
        </p:grpSpPr>
        <p:sp>
          <p:nvSpPr>
            <p:cNvPr id="8198" name="Rectangle 5"/>
            <p:cNvSpPr>
              <a:spLocks noChangeArrowheads="1"/>
            </p:cNvSpPr>
            <p:nvPr/>
          </p:nvSpPr>
          <p:spPr bwMode="auto">
            <a:xfrm>
              <a:off x="3567" y="1210"/>
              <a:ext cx="122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199" name="Rectangle 6"/>
            <p:cNvSpPr>
              <a:spLocks noChangeArrowheads="1"/>
            </p:cNvSpPr>
            <p:nvPr/>
          </p:nvSpPr>
          <p:spPr bwMode="auto">
            <a:xfrm>
              <a:off x="3586" y="3994"/>
              <a:ext cx="9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8200" name="Rectangle 7"/>
            <p:cNvSpPr>
              <a:spLocks noChangeArrowheads="1"/>
            </p:cNvSpPr>
            <p:nvPr/>
          </p:nvSpPr>
          <p:spPr bwMode="auto">
            <a:xfrm rot="-5400000">
              <a:off x="1934" y="3095"/>
              <a:ext cx="47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8201" name="Rectangle 8"/>
            <p:cNvSpPr>
              <a:spLocks noChangeArrowheads="1"/>
            </p:cNvSpPr>
            <p:nvPr/>
          </p:nvSpPr>
          <p:spPr bwMode="auto">
            <a:xfrm rot="-5400000">
              <a:off x="1724" y="1867"/>
              <a:ext cx="9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202" name="Rectangle 9"/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203" name="Freeform 10"/>
            <p:cNvSpPr>
              <a:spLocks noChangeArrowheads="1"/>
            </p:cNvSpPr>
            <p:nvPr/>
          </p:nvSpPr>
          <p:spPr bwMode="auto">
            <a:xfrm>
              <a:off x="2643" y="1472"/>
              <a:ext cx="0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Freeform 11"/>
            <p:cNvSpPr>
              <a:spLocks noChangeArrowheads="1"/>
            </p:cNvSpPr>
            <p:nvPr/>
          </p:nvSpPr>
          <p:spPr bwMode="auto">
            <a:xfrm>
              <a:off x="359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Freeform 12"/>
            <p:cNvSpPr>
              <a:spLocks noChangeArrowheads="1"/>
            </p:cNvSpPr>
            <p:nvPr/>
          </p:nvSpPr>
          <p:spPr bwMode="auto">
            <a:xfrm>
              <a:off x="455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Freeform 13"/>
            <p:cNvSpPr>
              <a:spLocks noChangeArrowheads="1"/>
            </p:cNvSpPr>
            <p:nvPr/>
          </p:nvSpPr>
          <p:spPr bwMode="auto">
            <a:xfrm>
              <a:off x="551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Freeform 14"/>
            <p:cNvSpPr>
              <a:spLocks noChangeArrowheads="1"/>
            </p:cNvSpPr>
            <p:nvPr/>
          </p:nvSpPr>
          <p:spPr bwMode="auto">
            <a:xfrm>
              <a:off x="2643" y="2557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Freeform 15"/>
            <p:cNvSpPr>
              <a:spLocks noChangeArrowheads="1"/>
            </p:cNvSpPr>
            <p:nvPr/>
          </p:nvSpPr>
          <p:spPr bwMode="auto">
            <a:xfrm>
              <a:off x="2643" y="2280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Freeform 16"/>
            <p:cNvSpPr>
              <a:spLocks noChangeArrowheads="1"/>
            </p:cNvSpPr>
            <p:nvPr/>
          </p:nvSpPr>
          <p:spPr bwMode="auto">
            <a:xfrm>
              <a:off x="2643" y="2011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Freeform 17"/>
            <p:cNvSpPr>
              <a:spLocks noChangeArrowheads="1"/>
            </p:cNvSpPr>
            <p:nvPr/>
          </p:nvSpPr>
          <p:spPr bwMode="auto">
            <a:xfrm>
              <a:off x="2643" y="1742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Freeform 18"/>
            <p:cNvSpPr>
              <a:spLocks noChangeArrowheads="1"/>
            </p:cNvSpPr>
            <p:nvPr/>
          </p:nvSpPr>
          <p:spPr bwMode="auto">
            <a:xfrm>
              <a:off x="2643" y="1472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19"/>
            <p:cNvSpPr>
              <a:spLocks noChangeShapeType="1"/>
            </p:cNvSpPr>
            <p:nvPr/>
          </p:nvSpPr>
          <p:spPr bwMode="auto">
            <a:xfrm>
              <a:off x="2643" y="1472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Freeform 20"/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custGeom>
              <a:avLst/>
              <a:gdLst>
                <a:gd name="T0" fmla="*/ 0 w 422"/>
                <a:gd name="T1" fmla="*/ 978548253 h 153"/>
                <a:gd name="T2" fmla="*/ 1952998062 w 422"/>
                <a:gd name="T3" fmla="*/ 978548253 h 153"/>
                <a:gd name="T4" fmla="*/ 1952998062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Line 21"/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22"/>
            <p:cNvSpPr>
              <a:spLocks noChangeShapeType="1"/>
            </p:cNvSpPr>
            <p:nvPr/>
          </p:nvSpPr>
          <p:spPr bwMode="auto">
            <a:xfrm>
              <a:off x="2643" y="2557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23"/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24"/>
            <p:cNvSpPr>
              <a:spLocks noChangeShapeType="1"/>
            </p:cNvSpPr>
            <p:nvPr/>
          </p:nvSpPr>
          <p:spPr bwMode="auto">
            <a:xfrm flipV="1">
              <a:off x="2643" y="2535"/>
              <a:ext cx="0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Line 25"/>
            <p:cNvSpPr>
              <a:spLocks noChangeShapeType="1"/>
            </p:cNvSpPr>
            <p:nvPr/>
          </p:nvSpPr>
          <p:spPr bwMode="auto">
            <a:xfrm>
              <a:off x="2643" y="1472"/>
              <a:ext cx="0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Freeform 26"/>
            <p:cNvSpPr>
              <a:spLocks noChangeArrowheads="1"/>
            </p:cNvSpPr>
            <p:nvPr/>
          </p:nvSpPr>
          <p:spPr bwMode="auto">
            <a:xfrm>
              <a:off x="2643" y="1472"/>
              <a:ext cx="0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Line 27"/>
            <p:cNvSpPr>
              <a:spLocks noChangeShapeType="1"/>
            </p:cNvSpPr>
            <p:nvPr/>
          </p:nvSpPr>
          <p:spPr bwMode="auto">
            <a:xfrm flipV="1">
              <a:off x="2643" y="2521"/>
              <a:ext cx="0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28"/>
            <p:cNvSpPr>
              <a:spLocks noChangeShapeType="1"/>
            </p:cNvSpPr>
            <p:nvPr/>
          </p:nvSpPr>
          <p:spPr bwMode="auto">
            <a:xfrm>
              <a:off x="2643" y="1472"/>
              <a:ext cx="0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29"/>
            <p:cNvSpPr>
              <a:spLocks noChangeShapeType="1"/>
            </p:cNvSpPr>
            <p:nvPr/>
          </p:nvSpPr>
          <p:spPr bwMode="auto">
            <a:xfrm flipV="1">
              <a:off x="292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30"/>
            <p:cNvSpPr>
              <a:spLocks noChangeShapeType="1"/>
            </p:cNvSpPr>
            <p:nvPr/>
          </p:nvSpPr>
          <p:spPr bwMode="auto">
            <a:xfrm>
              <a:off x="292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Freeform 31"/>
            <p:cNvSpPr>
              <a:spLocks noChangeArrowheads="1"/>
            </p:cNvSpPr>
            <p:nvPr/>
          </p:nvSpPr>
          <p:spPr bwMode="auto">
            <a:xfrm>
              <a:off x="2929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2"/>
            <p:cNvSpPr>
              <a:spLocks noChangeShapeType="1"/>
            </p:cNvSpPr>
            <p:nvPr/>
          </p:nvSpPr>
          <p:spPr bwMode="auto">
            <a:xfrm flipV="1">
              <a:off x="309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3"/>
            <p:cNvSpPr>
              <a:spLocks noChangeShapeType="1"/>
            </p:cNvSpPr>
            <p:nvPr/>
          </p:nvSpPr>
          <p:spPr bwMode="auto">
            <a:xfrm>
              <a:off x="309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Freeform 34"/>
            <p:cNvSpPr>
              <a:spLocks noChangeArrowheads="1"/>
            </p:cNvSpPr>
            <p:nvPr/>
          </p:nvSpPr>
          <p:spPr bwMode="auto">
            <a:xfrm>
              <a:off x="3099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5"/>
            <p:cNvSpPr>
              <a:spLocks noChangeShapeType="1"/>
            </p:cNvSpPr>
            <p:nvPr/>
          </p:nvSpPr>
          <p:spPr bwMode="auto">
            <a:xfrm flipV="1">
              <a:off x="321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Line 36"/>
            <p:cNvSpPr>
              <a:spLocks noChangeShapeType="1"/>
            </p:cNvSpPr>
            <p:nvPr/>
          </p:nvSpPr>
          <p:spPr bwMode="auto">
            <a:xfrm>
              <a:off x="321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Freeform 37"/>
            <p:cNvSpPr>
              <a:spLocks noChangeArrowheads="1"/>
            </p:cNvSpPr>
            <p:nvPr/>
          </p:nvSpPr>
          <p:spPr bwMode="auto">
            <a:xfrm>
              <a:off x="321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38"/>
            <p:cNvSpPr>
              <a:spLocks noChangeShapeType="1"/>
            </p:cNvSpPr>
            <p:nvPr/>
          </p:nvSpPr>
          <p:spPr bwMode="auto">
            <a:xfrm flipV="1">
              <a:off x="331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39"/>
            <p:cNvSpPr>
              <a:spLocks noChangeShapeType="1"/>
            </p:cNvSpPr>
            <p:nvPr/>
          </p:nvSpPr>
          <p:spPr bwMode="auto">
            <a:xfrm>
              <a:off x="331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Freeform 40"/>
            <p:cNvSpPr>
              <a:spLocks noChangeArrowheads="1"/>
            </p:cNvSpPr>
            <p:nvPr/>
          </p:nvSpPr>
          <p:spPr bwMode="auto">
            <a:xfrm>
              <a:off x="3310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Line 41"/>
            <p:cNvSpPr>
              <a:spLocks noChangeShapeType="1"/>
            </p:cNvSpPr>
            <p:nvPr/>
          </p:nvSpPr>
          <p:spPr bwMode="auto">
            <a:xfrm flipV="1">
              <a:off x="338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Line 42"/>
            <p:cNvSpPr>
              <a:spLocks noChangeShapeType="1"/>
            </p:cNvSpPr>
            <p:nvPr/>
          </p:nvSpPr>
          <p:spPr bwMode="auto">
            <a:xfrm>
              <a:off x="338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Freeform 43"/>
            <p:cNvSpPr>
              <a:spLocks noChangeArrowheads="1"/>
            </p:cNvSpPr>
            <p:nvPr/>
          </p:nvSpPr>
          <p:spPr bwMode="auto">
            <a:xfrm>
              <a:off x="338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/>
            <p:cNvSpPr>
              <a:spLocks noChangeShapeType="1"/>
            </p:cNvSpPr>
            <p:nvPr/>
          </p:nvSpPr>
          <p:spPr bwMode="auto">
            <a:xfrm flipV="1">
              <a:off x="344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Line 45"/>
            <p:cNvSpPr>
              <a:spLocks noChangeShapeType="1"/>
            </p:cNvSpPr>
            <p:nvPr/>
          </p:nvSpPr>
          <p:spPr bwMode="auto">
            <a:xfrm>
              <a:off x="344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Freeform 46"/>
            <p:cNvSpPr>
              <a:spLocks noChangeArrowheads="1"/>
            </p:cNvSpPr>
            <p:nvPr/>
          </p:nvSpPr>
          <p:spPr bwMode="auto">
            <a:xfrm>
              <a:off x="344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Line 47"/>
            <p:cNvSpPr>
              <a:spLocks noChangeShapeType="1"/>
            </p:cNvSpPr>
            <p:nvPr/>
          </p:nvSpPr>
          <p:spPr bwMode="auto">
            <a:xfrm flipV="1">
              <a:off x="3508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Line 48"/>
            <p:cNvSpPr>
              <a:spLocks noChangeShapeType="1"/>
            </p:cNvSpPr>
            <p:nvPr/>
          </p:nvSpPr>
          <p:spPr bwMode="auto">
            <a:xfrm>
              <a:off x="3508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Freeform 49"/>
            <p:cNvSpPr>
              <a:spLocks noChangeArrowheads="1"/>
            </p:cNvSpPr>
            <p:nvPr/>
          </p:nvSpPr>
          <p:spPr bwMode="auto">
            <a:xfrm>
              <a:off x="3508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Line 50"/>
            <p:cNvSpPr>
              <a:spLocks noChangeShapeType="1"/>
            </p:cNvSpPr>
            <p:nvPr/>
          </p:nvSpPr>
          <p:spPr bwMode="auto">
            <a:xfrm flipV="1">
              <a:off x="3556" y="2535"/>
              <a:ext cx="0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Line 51"/>
            <p:cNvSpPr>
              <a:spLocks noChangeShapeType="1"/>
            </p:cNvSpPr>
            <p:nvPr/>
          </p:nvSpPr>
          <p:spPr bwMode="auto">
            <a:xfrm>
              <a:off x="3556" y="1472"/>
              <a:ext cx="0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Freeform 52"/>
            <p:cNvSpPr>
              <a:spLocks noChangeArrowheads="1"/>
            </p:cNvSpPr>
            <p:nvPr/>
          </p:nvSpPr>
          <p:spPr bwMode="auto">
            <a:xfrm>
              <a:off x="3556" y="1472"/>
              <a:ext cx="0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Line 53"/>
            <p:cNvSpPr>
              <a:spLocks noChangeShapeType="1"/>
            </p:cNvSpPr>
            <p:nvPr/>
          </p:nvSpPr>
          <p:spPr bwMode="auto">
            <a:xfrm flipV="1">
              <a:off x="359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Line 54"/>
            <p:cNvSpPr>
              <a:spLocks noChangeShapeType="1"/>
            </p:cNvSpPr>
            <p:nvPr/>
          </p:nvSpPr>
          <p:spPr bwMode="auto">
            <a:xfrm>
              <a:off x="359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Freeform 55"/>
            <p:cNvSpPr>
              <a:spLocks noChangeArrowheads="1"/>
            </p:cNvSpPr>
            <p:nvPr/>
          </p:nvSpPr>
          <p:spPr bwMode="auto">
            <a:xfrm>
              <a:off x="359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Line 56"/>
            <p:cNvSpPr>
              <a:spLocks noChangeShapeType="1"/>
            </p:cNvSpPr>
            <p:nvPr/>
          </p:nvSpPr>
          <p:spPr bwMode="auto">
            <a:xfrm flipV="1">
              <a:off x="359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Line 57"/>
            <p:cNvSpPr>
              <a:spLocks noChangeShapeType="1"/>
            </p:cNvSpPr>
            <p:nvPr/>
          </p:nvSpPr>
          <p:spPr bwMode="auto">
            <a:xfrm>
              <a:off x="359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Line 58"/>
            <p:cNvSpPr>
              <a:spLocks noChangeShapeType="1"/>
            </p:cNvSpPr>
            <p:nvPr/>
          </p:nvSpPr>
          <p:spPr bwMode="auto">
            <a:xfrm flipV="1">
              <a:off x="388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Line 59"/>
            <p:cNvSpPr>
              <a:spLocks noChangeShapeType="1"/>
            </p:cNvSpPr>
            <p:nvPr/>
          </p:nvSpPr>
          <p:spPr bwMode="auto">
            <a:xfrm>
              <a:off x="388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Freeform 60"/>
            <p:cNvSpPr>
              <a:spLocks noChangeArrowheads="1"/>
            </p:cNvSpPr>
            <p:nvPr/>
          </p:nvSpPr>
          <p:spPr bwMode="auto">
            <a:xfrm>
              <a:off x="3889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Line 61"/>
            <p:cNvSpPr>
              <a:spLocks noChangeShapeType="1"/>
            </p:cNvSpPr>
            <p:nvPr/>
          </p:nvSpPr>
          <p:spPr bwMode="auto">
            <a:xfrm flipV="1">
              <a:off x="405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Line 62"/>
            <p:cNvSpPr>
              <a:spLocks noChangeShapeType="1"/>
            </p:cNvSpPr>
            <p:nvPr/>
          </p:nvSpPr>
          <p:spPr bwMode="auto">
            <a:xfrm>
              <a:off x="405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Freeform 63"/>
            <p:cNvSpPr>
              <a:spLocks noChangeArrowheads="1"/>
            </p:cNvSpPr>
            <p:nvPr/>
          </p:nvSpPr>
          <p:spPr bwMode="auto">
            <a:xfrm>
              <a:off x="4053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Line 64"/>
            <p:cNvSpPr>
              <a:spLocks noChangeShapeType="1"/>
            </p:cNvSpPr>
            <p:nvPr/>
          </p:nvSpPr>
          <p:spPr bwMode="auto">
            <a:xfrm flipV="1">
              <a:off x="417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Line 65"/>
            <p:cNvSpPr>
              <a:spLocks noChangeShapeType="1"/>
            </p:cNvSpPr>
            <p:nvPr/>
          </p:nvSpPr>
          <p:spPr bwMode="auto">
            <a:xfrm>
              <a:off x="417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Freeform 66"/>
            <p:cNvSpPr>
              <a:spLocks noChangeArrowheads="1"/>
            </p:cNvSpPr>
            <p:nvPr/>
          </p:nvSpPr>
          <p:spPr bwMode="auto">
            <a:xfrm>
              <a:off x="417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Line 67"/>
            <p:cNvSpPr>
              <a:spLocks noChangeShapeType="1"/>
            </p:cNvSpPr>
            <p:nvPr/>
          </p:nvSpPr>
          <p:spPr bwMode="auto">
            <a:xfrm flipV="1">
              <a:off x="4264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1" name="Line 68"/>
            <p:cNvSpPr>
              <a:spLocks noChangeShapeType="1"/>
            </p:cNvSpPr>
            <p:nvPr/>
          </p:nvSpPr>
          <p:spPr bwMode="auto">
            <a:xfrm>
              <a:off x="4264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Freeform 69"/>
            <p:cNvSpPr>
              <a:spLocks noChangeArrowheads="1"/>
            </p:cNvSpPr>
            <p:nvPr/>
          </p:nvSpPr>
          <p:spPr bwMode="auto">
            <a:xfrm>
              <a:off x="4264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Line 70"/>
            <p:cNvSpPr>
              <a:spLocks noChangeShapeType="1"/>
            </p:cNvSpPr>
            <p:nvPr/>
          </p:nvSpPr>
          <p:spPr bwMode="auto">
            <a:xfrm flipV="1">
              <a:off x="434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Line 71"/>
            <p:cNvSpPr>
              <a:spLocks noChangeShapeType="1"/>
            </p:cNvSpPr>
            <p:nvPr/>
          </p:nvSpPr>
          <p:spPr bwMode="auto">
            <a:xfrm>
              <a:off x="434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Freeform 72"/>
            <p:cNvSpPr>
              <a:spLocks noChangeArrowheads="1"/>
            </p:cNvSpPr>
            <p:nvPr/>
          </p:nvSpPr>
          <p:spPr bwMode="auto">
            <a:xfrm>
              <a:off x="434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Line 73"/>
            <p:cNvSpPr>
              <a:spLocks noChangeShapeType="1"/>
            </p:cNvSpPr>
            <p:nvPr/>
          </p:nvSpPr>
          <p:spPr bwMode="auto">
            <a:xfrm flipV="1">
              <a:off x="440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Line 74"/>
            <p:cNvSpPr>
              <a:spLocks noChangeShapeType="1"/>
            </p:cNvSpPr>
            <p:nvPr/>
          </p:nvSpPr>
          <p:spPr bwMode="auto">
            <a:xfrm>
              <a:off x="440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8" name="Freeform 75"/>
            <p:cNvSpPr>
              <a:spLocks noChangeArrowheads="1"/>
            </p:cNvSpPr>
            <p:nvPr/>
          </p:nvSpPr>
          <p:spPr bwMode="auto">
            <a:xfrm>
              <a:off x="440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Line 76"/>
            <p:cNvSpPr>
              <a:spLocks noChangeShapeType="1"/>
            </p:cNvSpPr>
            <p:nvPr/>
          </p:nvSpPr>
          <p:spPr bwMode="auto">
            <a:xfrm flipV="1">
              <a:off x="4462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Line 77"/>
            <p:cNvSpPr>
              <a:spLocks noChangeShapeType="1"/>
            </p:cNvSpPr>
            <p:nvPr/>
          </p:nvSpPr>
          <p:spPr bwMode="auto">
            <a:xfrm>
              <a:off x="4462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Freeform 78"/>
            <p:cNvSpPr>
              <a:spLocks noChangeArrowheads="1"/>
            </p:cNvSpPr>
            <p:nvPr/>
          </p:nvSpPr>
          <p:spPr bwMode="auto">
            <a:xfrm>
              <a:off x="4462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Line 79"/>
            <p:cNvSpPr>
              <a:spLocks noChangeShapeType="1"/>
            </p:cNvSpPr>
            <p:nvPr/>
          </p:nvSpPr>
          <p:spPr bwMode="auto">
            <a:xfrm flipV="1">
              <a:off x="450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Line 80"/>
            <p:cNvSpPr>
              <a:spLocks noChangeShapeType="1"/>
            </p:cNvSpPr>
            <p:nvPr/>
          </p:nvSpPr>
          <p:spPr bwMode="auto">
            <a:xfrm>
              <a:off x="450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Freeform 81"/>
            <p:cNvSpPr>
              <a:spLocks noChangeArrowheads="1"/>
            </p:cNvSpPr>
            <p:nvPr/>
          </p:nvSpPr>
          <p:spPr bwMode="auto">
            <a:xfrm>
              <a:off x="4509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5" name="Line 82"/>
            <p:cNvSpPr>
              <a:spLocks noChangeShapeType="1"/>
            </p:cNvSpPr>
            <p:nvPr/>
          </p:nvSpPr>
          <p:spPr bwMode="auto">
            <a:xfrm flipV="1">
              <a:off x="455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Line 83"/>
            <p:cNvSpPr>
              <a:spLocks noChangeShapeType="1"/>
            </p:cNvSpPr>
            <p:nvPr/>
          </p:nvSpPr>
          <p:spPr bwMode="auto">
            <a:xfrm>
              <a:off x="455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7" name="Freeform 84"/>
            <p:cNvSpPr>
              <a:spLocks noChangeArrowheads="1"/>
            </p:cNvSpPr>
            <p:nvPr/>
          </p:nvSpPr>
          <p:spPr bwMode="auto">
            <a:xfrm>
              <a:off x="455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8" name="Line 85"/>
            <p:cNvSpPr>
              <a:spLocks noChangeShapeType="1"/>
            </p:cNvSpPr>
            <p:nvPr/>
          </p:nvSpPr>
          <p:spPr bwMode="auto">
            <a:xfrm flipV="1">
              <a:off x="455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9" name="Line 86"/>
            <p:cNvSpPr>
              <a:spLocks noChangeShapeType="1"/>
            </p:cNvSpPr>
            <p:nvPr/>
          </p:nvSpPr>
          <p:spPr bwMode="auto">
            <a:xfrm>
              <a:off x="455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0" name="Line 87"/>
            <p:cNvSpPr>
              <a:spLocks noChangeShapeType="1"/>
            </p:cNvSpPr>
            <p:nvPr/>
          </p:nvSpPr>
          <p:spPr bwMode="auto">
            <a:xfrm flipV="1">
              <a:off x="484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1" name="Line 88"/>
            <p:cNvSpPr>
              <a:spLocks noChangeShapeType="1"/>
            </p:cNvSpPr>
            <p:nvPr/>
          </p:nvSpPr>
          <p:spPr bwMode="auto">
            <a:xfrm>
              <a:off x="484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2" name="Freeform 89"/>
            <p:cNvSpPr>
              <a:spLocks noChangeArrowheads="1"/>
            </p:cNvSpPr>
            <p:nvPr/>
          </p:nvSpPr>
          <p:spPr bwMode="auto">
            <a:xfrm>
              <a:off x="4843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Line 90"/>
            <p:cNvSpPr>
              <a:spLocks noChangeShapeType="1"/>
            </p:cNvSpPr>
            <p:nvPr/>
          </p:nvSpPr>
          <p:spPr bwMode="auto">
            <a:xfrm flipV="1">
              <a:off x="501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4" name="Line 91"/>
            <p:cNvSpPr>
              <a:spLocks noChangeShapeType="1"/>
            </p:cNvSpPr>
            <p:nvPr/>
          </p:nvSpPr>
          <p:spPr bwMode="auto">
            <a:xfrm>
              <a:off x="501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5" name="Freeform 92"/>
            <p:cNvSpPr>
              <a:spLocks noChangeArrowheads="1"/>
            </p:cNvSpPr>
            <p:nvPr/>
          </p:nvSpPr>
          <p:spPr bwMode="auto">
            <a:xfrm>
              <a:off x="5013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6" name="Line 93"/>
            <p:cNvSpPr>
              <a:spLocks noChangeShapeType="1"/>
            </p:cNvSpPr>
            <p:nvPr/>
          </p:nvSpPr>
          <p:spPr bwMode="auto">
            <a:xfrm flipV="1">
              <a:off x="513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7" name="Line 94"/>
            <p:cNvSpPr>
              <a:spLocks noChangeShapeType="1"/>
            </p:cNvSpPr>
            <p:nvPr/>
          </p:nvSpPr>
          <p:spPr bwMode="auto">
            <a:xfrm>
              <a:off x="513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Freeform 95"/>
            <p:cNvSpPr>
              <a:spLocks noChangeArrowheads="1"/>
            </p:cNvSpPr>
            <p:nvPr/>
          </p:nvSpPr>
          <p:spPr bwMode="auto">
            <a:xfrm>
              <a:off x="513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9" name="Line 96"/>
            <p:cNvSpPr>
              <a:spLocks noChangeShapeType="1"/>
            </p:cNvSpPr>
            <p:nvPr/>
          </p:nvSpPr>
          <p:spPr bwMode="auto">
            <a:xfrm flipV="1">
              <a:off x="522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Line 97"/>
            <p:cNvSpPr>
              <a:spLocks noChangeShapeType="1"/>
            </p:cNvSpPr>
            <p:nvPr/>
          </p:nvSpPr>
          <p:spPr bwMode="auto">
            <a:xfrm>
              <a:off x="522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1" name="Freeform 98"/>
            <p:cNvSpPr>
              <a:spLocks noChangeArrowheads="1"/>
            </p:cNvSpPr>
            <p:nvPr/>
          </p:nvSpPr>
          <p:spPr bwMode="auto">
            <a:xfrm>
              <a:off x="5225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Line 99"/>
            <p:cNvSpPr>
              <a:spLocks noChangeShapeType="1"/>
            </p:cNvSpPr>
            <p:nvPr/>
          </p:nvSpPr>
          <p:spPr bwMode="auto">
            <a:xfrm flipV="1">
              <a:off x="530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3" name="Line 100"/>
            <p:cNvSpPr>
              <a:spLocks noChangeShapeType="1"/>
            </p:cNvSpPr>
            <p:nvPr/>
          </p:nvSpPr>
          <p:spPr bwMode="auto">
            <a:xfrm>
              <a:off x="530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4" name="Freeform 101"/>
            <p:cNvSpPr>
              <a:spLocks noChangeArrowheads="1"/>
            </p:cNvSpPr>
            <p:nvPr/>
          </p:nvSpPr>
          <p:spPr bwMode="auto">
            <a:xfrm>
              <a:off x="5300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" name="Line 102"/>
            <p:cNvSpPr>
              <a:spLocks noChangeShapeType="1"/>
            </p:cNvSpPr>
            <p:nvPr/>
          </p:nvSpPr>
          <p:spPr bwMode="auto">
            <a:xfrm flipV="1">
              <a:off x="536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" name="Line 103"/>
            <p:cNvSpPr>
              <a:spLocks noChangeShapeType="1"/>
            </p:cNvSpPr>
            <p:nvPr/>
          </p:nvSpPr>
          <p:spPr bwMode="auto">
            <a:xfrm>
              <a:off x="536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" name="Freeform 104"/>
            <p:cNvSpPr>
              <a:spLocks noChangeArrowheads="1"/>
            </p:cNvSpPr>
            <p:nvPr/>
          </p:nvSpPr>
          <p:spPr bwMode="auto">
            <a:xfrm>
              <a:off x="536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" name="Line 105"/>
            <p:cNvSpPr>
              <a:spLocks noChangeShapeType="1"/>
            </p:cNvSpPr>
            <p:nvPr/>
          </p:nvSpPr>
          <p:spPr bwMode="auto">
            <a:xfrm flipV="1">
              <a:off x="5422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Line 106"/>
            <p:cNvSpPr>
              <a:spLocks noChangeShapeType="1"/>
            </p:cNvSpPr>
            <p:nvPr/>
          </p:nvSpPr>
          <p:spPr bwMode="auto">
            <a:xfrm>
              <a:off x="5422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Freeform 107"/>
            <p:cNvSpPr>
              <a:spLocks noChangeArrowheads="1"/>
            </p:cNvSpPr>
            <p:nvPr/>
          </p:nvSpPr>
          <p:spPr bwMode="auto">
            <a:xfrm>
              <a:off x="5422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Line 108"/>
            <p:cNvSpPr>
              <a:spLocks noChangeShapeType="1"/>
            </p:cNvSpPr>
            <p:nvPr/>
          </p:nvSpPr>
          <p:spPr bwMode="auto">
            <a:xfrm flipV="1">
              <a:off x="547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2" name="Line 109"/>
            <p:cNvSpPr>
              <a:spLocks noChangeShapeType="1"/>
            </p:cNvSpPr>
            <p:nvPr/>
          </p:nvSpPr>
          <p:spPr bwMode="auto">
            <a:xfrm>
              <a:off x="547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3" name="Freeform 110"/>
            <p:cNvSpPr>
              <a:spLocks noChangeArrowheads="1"/>
            </p:cNvSpPr>
            <p:nvPr/>
          </p:nvSpPr>
          <p:spPr bwMode="auto">
            <a:xfrm>
              <a:off x="5470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" name="Line 111"/>
            <p:cNvSpPr>
              <a:spLocks noChangeShapeType="1"/>
            </p:cNvSpPr>
            <p:nvPr/>
          </p:nvSpPr>
          <p:spPr bwMode="auto">
            <a:xfrm flipV="1">
              <a:off x="551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Line 112"/>
            <p:cNvSpPr>
              <a:spLocks noChangeShapeType="1"/>
            </p:cNvSpPr>
            <p:nvPr/>
          </p:nvSpPr>
          <p:spPr bwMode="auto">
            <a:xfrm>
              <a:off x="551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Freeform 113"/>
            <p:cNvSpPr>
              <a:spLocks noChangeArrowheads="1"/>
            </p:cNvSpPr>
            <p:nvPr/>
          </p:nvSpPr>
          <p:spPr bwMode="auto">
            <a:xfrm>
              <a:off x="5517" y="1472"/>
              <a:ext cx="1" cy="1085"/>
            </a:xfrm>
            <a:custGeom>
              <a:avLst/>
              <a:gdLst>
                <a:gd name="T0" fmla="*/ 0 w 1"/>
                <a:gd name="T1" fmla="*/ 978548253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" name="Line 114"/>
            <p:cNvSpPr>
              <a:spLocks noChangeShapeType="1"/>
            </p:cNvSpPr>
            <p:nvPr/>
          </p:nvSpPr>
          <p:spPr bwMode="auto">
            <a:xfrm flipV="1">
              <a:off x="551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Line 115"/>
            <p:cNvSpPr>
              <a:spLocks noChangeShapeType="1"/>
            </p:cNvSpPr>
            <p:nvPr/>
          </p:nvSpPr>
          <p:spPr bwMode="auto">
            <a:xfrm>
              <a:off x="551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Line 116"/>
            <p:cNvSpPr>
              <a:spLocks noChangeShapeType="1"/>
            </p:cNvSpPr>
            <p:nvPr/>
          </p:nvSpPr>
          <p:spPr bwMode="auto">
            <a:xfrm>
              <a:off x="2643" y="2557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Line 117"/>
            <p:cNvSpPr>
              <a:spLocks noChangeShapeType="1"/>
            </p:cNvSpPr>
            <p:nvPr/>
          </p:nvSpPr>
          <p:spPr bwMode="auto">
            <a:xfrm flipH="1">
              <a:off x="5483" y="2557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Rectangle 118"/>
            <p:cNvSpPr>
              <a:spLocks noChangeArrowheads="1"/>
            </p:cNvSpPr>
            <p:nvPr/>
          </p:nvSpPr>
          <p:spPr bwMode="auto">
            <a:xfrm>
              <a:off x="2413" y="2448"/>
              <a:ext cx="23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12" name="Line 119"/>
            <p:cNvSpPr>
              <a:spLocks noChangeShapeType="1"/>
            </p:cNvSpPr>
            <p:nvPr/>
          </p:nvSpPr>
          <p:spPr bwMode="auto">
            <a:xfrm>
              <a:off x="2643" y="2280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3" name="Line 120"/>
            <p:cNvSpPr>
              <a:spLocks noChangeShapeType="1"/>
            </p:cNvSpPr>
            <p:nvPr/>
          </p:nvSpPr>
          <p:spPr bwMode="auto">
            <a:xfrm flipH="1">
              <a:off x="5483" y="2280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Rectangle 121"/>
            <p:cNvSpPr>
              <a:spLocks noChangeArrowheads="1"/>
            </p:cNvSpPr>
            <p:nvPr/>
          </p:nvSpPr>
          <p:spPr bwMode="auto">
            <a:xfrm>
              <a:off x="2481" y="217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15" name="Line 122"/>
            <p:cNvSpPr>
              <a:spLocks noChangeShapeType="1"/>
            </p:cNvSpPr>
            <p:nvPr/>
          </p:nvSpPr>
          <p:spPr bwMode="auto">
            <a:xfrm>
              <a:off x="2643" y="2011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6" name="Line 123"/>
            <p:cNvSpPr>
              <a:spLocks noChangeShapeType="1"/>
            </p:cNvSpPr>
            <p:nvPr/>
          </p:nvSpPr>
          <p:spPr bwMode="auto">
            <a:xfrm flipH="1">
              <a:off x="5483" y="2011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Rectangle 124"/>
            <p:cNvSpPr>
              <a:spLocks noChangeArrowheads="1"/>
            </p:cNvSpPr>
            <p:nvPr/>
          </p:nvSpPr>
          <p:spPr bwMode="auto">
            <a:xfrm>
              <a:off x="2440" y="190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18" name="Line 125"/>
            <p:cNvSpPr>
              <a:spLocks noChangeShapeType="1"/>
            </p:cNvSpPr>
            <p:nvPr/>
          </p:nvSpPr>
          <p:spPr bwMode="auto">
            <a:xfrm>
              <a:off x="2643" y="1742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9" name="Line 126"/>
            <p:cNvSpPr>
              <a:spLocks noChangeShapeType="1"/>
            </p:cNvSpPr>
            <p:nvPr/>
          </p:nvSpPr>
          <p:spPr bwMode="auto">
            <a:xfrm flipH="1">
              <a:off x="5483" y="1742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0" name="Rectangle 127"/>
            <p:cNvSpPr>
              <a:spLocks noChangeArrowheads="1"/>
            </p:cNvSpPr>
            <p:nvPr/>
          </p:nvSpPr>
          <p:spPr bwMode="auto">
            <a:xfrm>
              <a:off x="2440" y="163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21" name="Line 128"/>
            <p:cNvSpPr>
              <a:spLocks noChangeShapeType="1"/>
            </p:cNvSpPr>
            <p:nvPr/>
          </p:nvSpPr>
          <p:spPr bwMode="auto">
            <a:xfrm>
              <a:off x="2643" y="1472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2" name="Line 129"/>
            <p:cNvSpPr>
              <a:spLocks noChangeShapeType="1"/>
            </p:cNvSpPr>
            <p:nvPr/>
          </p:nvSpPr>
          <p:spPr bwMode="auto">
            <a:xfrm flipH="1">
              <a:off x="5483" y="1472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3" name="Rectangle 130"/>
            <p:cNvSpPr>
              <a:spLocks noChangeArrowheads="1"/>
            </p:cNvSpPr>
            <p:nvPr/>
          </p:nvSpPr>
          <p:spPr bwMode="auto">
            <a:xfrm>
              <a:off x="2440" y="136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24" name="Line 131"/>
            <p:cNvSpPr>
              <a:spLocks noChangeShapeType="1"/>
            </p:cNvSpPr>
            <p:nvPr/>
          </p:nvSpPr>
          <p:spPr bwMode="auto">
            <a:xfrm>
              <a:off x="2643" y="1472"/>
              <a:ext cx="287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5" name="Freeform 132"/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custGeom>
              <a:avLst/>
              <a:gdLst>
                <a:gd name="T0" fmla="*/ 0 w 422"/>
                <a:gd name="T1" fmla="*/ 978548253 h 153"/>
                <a:gd name="T2" fmla="*/ 1952998062 w 422"/>
                <a:gd name="T3" fmla="*/ 978548253 h 153"/>
                <a:gd name="T4" fmla="*/ 1952998062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6" name="Line 133"/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7" name="Freeform 134"/>
            <p:cNvSpPr>
              <a:spLocks noChangeArrowheads="1"/>
            </p:cNvSpPr>
            <p:nvPr/>
          </p:nvSpPr>
          <p:spPr bwMode="auto">
            <a:xfrm>
              <a:off x="2643" y="1872"/>
              <a:ext cx="2874" cy="1"/>
            </a:xfrm>
            <a:custGeom>
              <a:avLst/>
              <a:gdLst>
                <a:gd name="T0" fmla="*/ 0 w 2991"/>
                <a:gd name="T1" fmla="*/ 0 h 1"/>
                <a:gd name="T2" fmla="*/ 52 w 2991"/>
                <a:gd name="T3" fmla="*/ 0 h 1"/>
                <a:gd name="T4" fmla="*/ 103 w 2991"/>
                <a:gd name="T5" fmla="*/ 0 h 1"/>
                <a:gd name="T6" fmla="*/ 155 w 2991"/>
                <a:gd name="T7" fmla="*/ 0 h 1"/>
                <a:gd name="T8" fmla="*/ 211 w 2991"/>
                <a:gd name="T9" fmla="*/ 0 h 1"/>
                <a:gd name="T10" fmla="*/ 262 w 2991"/>
                <a:gd name="T11" fmla="*/ 0 h 1"/>
                <a:gd name="T12" fmla="*/ 315 w 2991"/>
                <a:gd name="T13" fmla="*/ 0 h 1"/>
                <a:gd name="T14" fmla="*/ 372 w 2991"/>
                <a:gd name="T15" fmla="*/ 0 h 1"/>
                <a:gd name="T16" fmla="*/ 423 w 2991"/>
                <a:gd name="T17" fmla="*/ 0 h 1"/>
                <a:gd name="T18" fmla="*/ 473 w 2991"/>
                <a:gd name="T19" fmla="*/ 0 h 1"/>
                <a:gd name="T20" fmla="*/ 527 w 2991"/>
                <a:gd name="T21" fmla="*/ 0 h 1"/>
                <a:gd name="T22" fmla="*/ 581 w 2991"/>
                <a:gd name="T23" fmla="*/ 0 h 1"/>
                <a:gd name="T24" fmla="*/ 634 w 2991"/>
                <a:gd name="T25" fmla="*/ 0 h 1"/>
                <a:gd name="T26" fmla="*/ 686 w 2991"/>
                <a:gd name="T27" fmla="*/ 0 h 1"/>
                <a:gd name="T28" fmla="*/ 743 w 2991"/>
                <a:gd name="T29" fmla="*/ 0 h 1"/>
                <a:gd name="T30" fmla="*/ 794 w 2991"/>
                <a:gd name="T31" fmla="*/ 0 h 1"/>
                <a:gd name="T32" fmla="*/ 846 w 2991"/>
                <a:gd name="T33" fmla="*/ 0 h 1"/>
                <a:gd name="T34" fmla="*/ 897 w 2991"/>
                <a:gd name="T35" fmla="*/ 0 h 1"/>
                <a:gd name="T36" fmla="*/ 954 w 2991"/>
                <a:gd name="T37" fmla="*/ 0 h 1"/>
                <a:gd name="T38" fmla="*/ 1005 w 2991"/>
                <a:gd name="T39" fmla="*/ 0 h 1"/>
                <a:gd name="T40" fmla="*/ 1056 w 2991"/>
                <a:gd name="T41" fmla="*/ 0 h 1"/>
                <a:gd name="T42" fmla="*/ 1113 w 2991"/>
                <a:gd name="T43" fmla="*/ 0 h 1"/>
                <a:gd name="T44" fmla="*/ 1165 w 2991"/>
                <a:gd name="T45" fmla="*/ 0 h 1"/>
                <a:gd name="T46" fmla="*/ 1216 w 2991"/>
                <a:gd name="T47" fmla="*/ 0 h 1"/>
                <a:gd name="T48" fmla="*/ 1273 w 2991"/>
                <a:gd name="T49" fmla="*/ 0 h 1"/>
                <a:gd name="T50" fmla="*/ 1325 w 2991"/>
                <a:gd name="T51" fmla="*/ 0 h 1"/>
                <a:gd name="T52" fmla="*/ 1376 w 2991"/>
                <a:gd name="T53" fmla="*/ 0 h 1"/>
                <a:gd name="T54" fmla="*/ 1428 w 2991"/>
                <a:gd name="T55" fmla="*/ 0 h 1"/>
                <a:gd name="T56" fmla="*/ 1484 w 2991"/>
                <a:gd name="T57" fmla="*/ 0 h 1"/>
                <a:gd name="T58" fmla="*/ 1536 w 2991"/>
                <a:gd name="T59" fmla="*/ 0 h 1"/>
                <a:gd name="T60" fmla="*/ 1586 w 2991"/>
                <a:gd name="T61" fmla="*/ 0 h 1"/>
                <a:gd name="T62" fmla="*/ 1644 w 2991"/>
                <a:gd name="T63" fmla="*/ 0 h 1"/>
                <a:gd name="T64" fmla="*/ 1694 w 2991"/>
                <a:gd name="T65" fmla="*/ 0 h 1"/>
                <a:gd name="T66" fmla="*/ 1747 w 2991"/>
                <a:gd name="T67" fmla="*/ 0 h 1"/>
                <a:gd name="T68" fmla="*/ 1799 w 2991"/>
                <a:gd name="T69" fmla="*/ 0 h 1"/>
                <a:gd name="T70" fmla="*/ 1854 w 2991"/>
                <a:gd name="T71" fmla="*/ 0 h 1"/>
                <a:gd name="T72" fmla="*/ 1905 w 2991"/>
                <a:gd name="T73" fmla="*/ 0 h 1"/>
                <a:gd name="T74" fmla="*/ 1958 w 2991"/>
                <a:gd name="T75" fmla="*/ 0 h 1"/>
                <a:gd name="T76" fmla="*/ 2016 w 2991"/>
                <a:gd name="T77" fmla="*/ 0 h 1"/>
                <a:gd name="T78" fmla="*/ 2065 w 2991"/>
                <a:gd name="T79" fmla="*/ 0 h 1"/>
                <a:gd name="T80" fmla="*/ 2118 w 2991"/>
                <a:gd name="T81" fmla="*/ 0 h 1"/>
                <a:gd name="T82" fmla="*/ 2174 w 2991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991" h="1">
                  <a:moveTo>
                    <a:pt x="0" y="0"/>
                  </a:moveTo>
                  <a:lnTo>
                    <a:pt x="71" y="0"/>
                  </a:lnTo>
                  <a:lnTo>
                    <a:pt x="142" y="0"/>
                  </a:lnTo>
                  <a:lnTo>
                    <a:pt x="213" y="0"/>
                  </a:lnTo>
                  <a:lnTo>
                    <a:pt x="291" y="0"/>
                  </a:lnTo>
                  <a:lnTo>
                    <a:pt x="362" y="0"/>
                  </a:lnTo>
                  <a:lnTo>
                    <a:pt x="433" y="0"/>
                  </a:lnTo>
                  <a:lnTo>
                    <a:pt x="511" y="0"/>
                  </a:lnTo>
                  <a:lnTo>
                    <a:pt x="582" y="0"/>
                  </a:lnTo>
                  <a:lnTo>
                    <a:pt x="652" y="0"/>
                  </a:lnTo>
                  <a:lnTo>
                    <a:pt x="723" y="0"/>
                  </a:lnTo>
                  <a:lnTo>
                    <a:pt x="801" y="0"/>
                  </a:lnTo>
                  <a:lnTo>
                    <a:pt x="872" y="0"/>
                  </a:lnTo>
                  <a:lnTo>
                    <a:pt x="943" y="0"/>
                  </a:lnTo>
                  <a:lnTo>
                    <a:pt x="1021" y="0"/>
                  </a:lnTo>
                  <a:lnTo>
                    <a:pt x="1092" y="0"/>
                  </a:lnTo>
                  <a:lnTo>
                    <a:pt x="1163" y="0"/>
                  </a:lnTo>
                  <a:lnTo>
                    <a:pt x="1234" y="0"/>
                  </a:lnTo>
                  <a:lnTo>
                    <a:pt x="1312" y="0"/>
                  </a:lnTo>
                  <a:lnTo>
                    <a:pt x="1383" y="0"/>
                  </a:lnTo>
                  <a:lnTo>
                    <a:pt x="1453" y="0"/>
                  </a:lnTo>
                  <a:lnTo>
                    <a:pt x="1531" y="0"/>
                  </a:lnTo>
                  <a:lnTo>
                    <a:pt x="1602" y="0"/>
                  </a:lnTo>
                  <a:lnTo>
                    <a:pt x="1673" y="0"/>
                  </a:lnTo>
                  <a:lnTo>
                    <a:pt x="1751" y="0"/>
                  </a:lnTo>
                  <a:lnTo>
                    <a:pt x="1822" y="0"/>
                  </a:lnTo>
                  <a:lnTo>
                    <a:pt x="1893" y="0"/>
                  </a:lnTo>
                  <a:lnTo>
                    <a:pt x="1964" y="0"/>
                  </a:lnTo>
                  <a:lnTo>
                    <a:pt x="2042" y="0"/>
                  </a:lnTo>
                  <a:lnTo>
                    <a:pt x="2113" y="0"/>
                  </a:lnTo>
                  <a:lnTo>
                    <a:pt x="2183" y="0"/>
                  </a:lnTo>
                  <a:lnTo>
                    <a:pt x="2261" y="0"/>
                  </a:lnTo>
                  <a:lnTo>
                    <a:pt x="2332" y="0"/>
                  </a:lnTo>
                  <a:lnTo>
                    <a:pt x="2403" y="0"/>
                  </a:lnTo>
                  <a:lnTo>
                    <a:pt x="2474" y="0"/>
                  </a:lnTo>
                  <a:lnTo>
                    <a:pt x="2552" y="0"/>
                  </a:lnTo>
                  <a:lnTo>
                    <a:pt x="2623" y="0"/>
                  </a:lnTo>
                  <a:lnTo>
                    <a:pt x="2694" y="0"/>
                  </a:lnTo>
                  <a:lnTo>
                    <a:pt x="2772" y="0"/>
                  </a:lnTo>
                  <a:lnTo>
                    <a:pt x="2843" y="0"/>
                  </a:lnTo>
                  <a:lnTo>
                    <a:pt x="2913" y="0"/>
                  </a:lnTo>
                  <a:lnTo>
                    <a:pt x="299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8" name="Rectangle 135"/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329" name="Freeform 136"/>
            <p:cNvSpPr>
              <a:spLocks noChangeArrowheads="1"/>
            </p:cNvSpPr>
            <p:nvPr/>
          </p:nvSpPr>
          <p:spPr bwMode="auto">
            <a:xfrm>
              <a:off x="2643" y="2726"/>
              <a:ext cx="0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0" name="Freeform 137"/>
            <p:cNvSpPr>
              <a:spLocks noChangeArrowheads="1"/>
            </p:cNvSpPr>
            <p:nvPr/>
          </p:nvSpPr>
          <p:spPr bwMode="auto">
            <a:xfrm>
              <a:off x="359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1" name="Freeform 138"/>
            <p:cNvSpPr>
              <a:spLocks noChangeArrowheads="1"/>
            </p:cNvSpPr>
            <p:nvPr/>
          </p:nvSpPr>
          <p:spPr bwMode="auto">
            <a:xfrm>
              <a:off x="455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2" name="Freeform 139"/>
            <p:cNvSpPr>
              <a:spLocks noChangeArrowheads="1"/>
            </p:cNvSpPr>
            <p:nvPr/>
          </p:nvSpPr>
          <p:spPr bwMode="auto">
            <a:xfrm>
              <a:off x="551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3" name="Freeform 140"/>
            <p:cNvSpPr>
              <a:spLocks noChangeArrowheads="1"/>
            </p:cNvSpPr>
            <p:nvPr/>
          </p:nvSpPr>
          <p:spPr bwMode="auto">
            <a:xfrm>
              <a:off x="2643" y="3810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4" name="Freeform 141"/>
            <p:cNvSpPr>
              <a:spLocks noChangeArrowheads="1"/>
            </p:cNvSpPr>
            <p:nvPr/>
          </p:nvSpPr>
          <p:spPr bwMode="auto">
            <a:xfrm>
              <a:off x="2643" y="3534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5" name="Freeform 142"/>
            <p:cNvSpPr>
              <a:spLocks noChangeArrowheads="1"/>
            </p:cNvSpPr>
            <p:nvPr/>
          </p:nvSpPr>
          <p:spPr bwMode="auto">
            <a:xfrm>
              <a:off x="2643" y="3264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6" name="Freeform 143"/>
            <p:cNvSpPr>
              <a:spLocks noChangeArrowheads="1"/>
            </p:cNvSpPr>
            <p:nvPr/>
          </p:nvSpPr>
          <p:spPr bwMode="auto">
            <a:xfrm>
              <a:off x="2643" y="2995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7" name="Freeform 144"/>
            <p:cNvSpPr>
              <a:spLocks noChangeArrowheads="1"/>
            </p:cNvSpPr>
            <p:nvPr/>
          </p:nvSpPr>
          <p:spPr bwMode="auto">
            <a:xfrm>
              <a:off x="2643" y="2726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2998062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8" name="Line 145"/>
            <p:cNvSpPr>
              <a:spLocks noChangeShapeType="1"/>
            </p:cNvSpPr>
            <p:nvPr/>
          </p:nvSpPr>
          <p:spPr bwMode="auto">
            <a:xfrm>
              <a:off x="2643" y="2726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9" name="Freeform 146"/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custGeom>
              <a:avLst/>
              <a:gdLst>
                <a:gd name="T0" fmla="*/ 0 w 422"/>
                <a:gd name="T1" fmla="*/ 971385351 h 153"/>
                <a:gd name="T2" fmla="*/ 1952998062 w 422"/>
                <a:gd name="T3" fmla="*/ 971385351 h 153"/>
                <a:gd name="T4" fmla="*/ 1952998062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0" name="Line 147"/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1" name="Line 148"/>
            <p:cNvSpPr>
              <a:spLocks noChangeShapeType="1"/>
            </p:cNvSpPr>
            <p:nvPr/>
          </p:nvSpPr>
          <p:spPr bwMode="auto">
            <a:xfrm>
              <a:off x="2643" y="3810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2" name="Line 149"/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3" name="Line 150"/>
            <p:cNvSpPr>
              <a:spLocks noChangeShapeType="1"/>
            </p:cNvSpPr>
            <p:nvPr/>
          </p:nvSpPr>
          <p:spPr bwMode="auto">
            <a:xfrm flipV="1">
              <a:off x="2643" y="3789"/>
              <a:ext cx="0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4" name="Line 151"/>
            <p:cNvSpPr>
              <a:spLocks noChangeShapeType="1"/>
            </p:cNvSpPr>
            <p:nvPr/>
          </p:nvSpPr>
          <p:spPr bwMode="auto">
            <a:xfrm>
              <a:off x="2643" y="2726"/>
              <a:ext cx="0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5" name="Freeform 152"/>
            <p:cNvSpPr>
              <a:spLocks noChangeArrowheads="1"/>
            </p:cNvSpPr>
            <p:nvPr/>
          </p:nvSpPr>
          <p:spPr bwMode="auto">
            <a:xfrm>
              <a:off x="2643" y="2726"/>
              <a:ext cx="0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6" name="Line 153"/>
            <p:cNvSpPr>
              <a:spLocks noChangeShapeType="1"/>
            </p:cNvSpPr>
            <p:nvPr/>
          </p:nvSpPr>
          <p:spPr bwMode="auto">
            <a:xfrm flipV="1">
              <a:off x="2643" y="3775"/>
              <a:ext cx="0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7" name="Line 154"/>
            <p:cNvSpPr>
              <a:spLocks noChangeShapeType="1"/>
            </p:cNvSpPr>
            <p:nvPr/>
          </p:nvSpPr>
          <p:spPr bwMode="auto">
            <a:xfrm>
              <a:off x="2643" y="2726"/>
              <a:ext cx="0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8" name="Rectangle 155"/>
            <p:cNvSpPr>
              <a:spLocks noChangeArrowheads="1"/>
            </p:cNvSpPr>
            <p:nvPr/>
          </p:nvSpPr>
          <p:spPr bwMode="auto">
            <a:xfrm>
              <a:off x="2538" y="385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49" name="Rectangle 156"/>
            <p:cNvSpPr>
              <a:spLocks noChangeArrowheads="1"/>
            </p:cNvSpPr>
            <p:nvPr/>
          </p:nvSpPr>
          <p:spPr bwMode="auto">
            <a:xfrm>
              <a:off x="2674" y="3800"/>
              <a:ext cx="1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50" name="Line 157"/>
            <p:cNvSpPr>
              <a:spLocks noChangeShapeType="1"/>
            </p:cNvSpPr>
            <p:nvPr/>
          </p:nvSpPr>
          <p:spPr bwMode="auto">
            <a:xfrm flipV="1">
              <a:off x="292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1" name="Line 158"/>
            <p:cNvSpPr>
              <a:spLocks noChangeShapeType="1"/>
            </p:cNvSpPr>
            <p:nvPr/>
          </p:nvSpPr>
          <p:spPr bwMode="auto">
            <a:xfrm>
              <a:off x="292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2" name="Freeform 159"/>
            <p:cNvSpPr>
              <a:spLocks noChangeArrowheads="1"/>
            </p:cNvSpPr>
            <p:nvPr/>
          </p:nvSpPr>
          <p:spPr bwMode="auto">
            <a:xfrm>
              <a:off x="2929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3" name="Line 160"/>
            <p:cNvSpPr>
              <a:spLocks noChangeShapeType="1"/>
            </p:cNvSpPr>
            <p:nvPr/>
          </p:nvSpPr>
          <p:spPr bwMode="auto">
            <a:xfrm flipV="1">
              <a:off x="309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4" name="Line 161"/>
            <p:cNvSpPr>
              <a:spLocks noChangeShapeType="1"/>
            </p:cNvSpPr>
            <p:nvPr/>
          </p:nvSpPr>
          <p:spPr bwMode="auto">
            <a:xfrm>
              <a:off x="309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5" name="Freeform 162"/>
            <p:cNvSpPr>
              <a:spLocks noChangeArrowheads="1"/>
            </p:cNvSpPr>
            <p:nvPr/>
          </p:nvSpPr>
          <p:spPr bwMode="auto">
            <a:xfrm>
              <a:off x="3099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6" name="Line 163"/>
            <p:cNvSpPr>
              <a:spLocks noChangeShapeType="1"/>
            </p:cNvSpPr>
            <p:nvPr/>
          </p:nvSpPr>
          <p:spPr bwMode="auto">
            <a:xfrm flipV="1">
              <a:off x="321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7" name="Line 164"/>
            <p:cNvSpPr>
              <a:spLocks noChangeShapeType="1"/>
            </p:cNvSpPr>
            <p:nvPr/>
          </p:nvSpPr>
          <p:spPr bwMode="auto">
            <a:xfrm>
              <a:off x="321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8" name="Freeform 165"/>
            <p:cNvSpPr>
              <a:spLocks noChangeArrowheads="1"/>
            </p:cNvSpPr>
            <p:nvPr/>
          </p:nvSpPr>
          <p:spPr bwMode="auto">
            <a:xfrm>
              <a:off x="321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9" name="Line 166"/>
            <p:cNvSpPr>
              <a:spLocks noChangeShapeType="1"/>
            </p:cNvSpPr>
            <p:nvPr/>
          </p:nvSpPr>
          <p:spPr bwMode="auto">
            <a:xfrm flipV="1">
              <a:off x="331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0" name="Line 167"/>
            <p:cNvSpPr>
              <a:spLocks noChangeShapeType="1"/>
            </p:cNvSpPr>
            <p:nvPr/>
          </p:nvSpPr>
          <p:spPr bwMode="auto">
            <a:xfrm>
              <a:off x="331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1" name="Freeform 168"/>
            <p:cNvSpPr>
              <a:spLocks noChangeArrowheads="1"/>
            </p:cNvSpPr>
            <p:nvPr/>
          </p:nvSpPr>
          <p:spPr bwMode="auto">
            <a:xfrm>
              <a:off x="3310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2" name="Line 169"/>
            <p:cNvSpPr>
              <a:spLocks noChangeShapeType="1"/>
            </p:cNvSpPr>
            <p:nvPr/>
          </p:nvSpPr>
          <p:spPr bwMode="auto">
            <a:xfrm flipV="1">
              <a:off x="338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3" name="Line 170"/>
            <p:cNvSpPr>
              <a:spLocks noChangeShapeType="1"/>
            </p:cNvSpPr>
            <p:nvPr/>
          </p:nvSpPr>
          <p:spPr bwMode="auto">
            <a:xfrm>
              <a:off x="338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4" name="Freeform 171"/>
            <p:cNvSpPr>
              <a:spLocks noChangeArrowheads="1"/>
            </p:cNvSpPr>
            <p:nvPr/>
          </p:nvSpPr>
          <p:spPr bwMode="auto">
            <a:xfrm>
              <a:off x="338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5" name="Line 172"/>
            <p:cNvSpPr>
              <a:spLocks noChangeShapeType="1"/>
            </p:cNvSpPr>
            <p:nvPr/>
          </p:nvSpPr>
          <p:spPr bwMode="auto">
            <a:xfrm flipV="1">
              <a:off x="344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6" name="Line 173"/>
            <p:cNvSpPr>
              <a:spLocks noChangeShapeType="1"/>
            </p:cNvSpPr>
            <p:nvPr/>
          </p:nvSpPr>
          <p:spPr bwMode="auto">
            <a:xfrm>
              <a:off x="344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7" name="Freeform 174"/>
            <p:cNvSpPr>
              <a:spLocks noChangeArrowheads="1"/>
            </p:cNvSpPr>
            <p:nvPr/>
          </p:nvSpPr>
          <p:spPr bwMode="auto">
            <a:xfrm>
              <a:off x="344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8" name="Line 175"/>
            <p:cNvSpPr>
              <a:spLocks noChangeShapeType="1"/>
            </p:cNvSpPr>
            <p:nvPr/>
          </p:nvSpPr>
          <p:spPr bwMode="auto">
            <a:xfrm flipV="1">
              <a:off x="3508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9" name="Line 176"/>
            <p:cNvSpPr>
              <a:spLocks noChangeShapeType="1"/>
            </p:cNvSpPr>
            <p:nvPr/>
          </p:nvSpPr>
          <p:spPr bwMode="auto">
            <a:xfrm>
              <a:off x="3508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0" name="Freeform 177"/>
            <p:cNvSpPr>
              <a:spLocks noChangeArrowheads="1"/>
            </p:cNvSpPr>
            <p:nvPr/>
          </p:nvSpPr>
          <p:spPr bwMode="auto">
            <a:xfrm>
              <a:off x="3508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1" name="Line 178"/>
            <p:cNvSpPr>
              <a:spLocks noChangeShapeType="1"/>
            </p:cNvSpPr>
            <p:nvPr/>
          </p:nvSpPr>
          <p:spPr bwMode="auto">
            <a:xfrm flipV="1">
              <a:off x="3556" y="3789"/>
              <a:ext cx="0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2" name="Line 179"/>
            <p:cNvSpPr>
              <a:spLocks noChangeShapeType="1"/>
            </p:cNvSpPr>
            <p:nvPr/>
          </p:nvSpPr>
          <p:spPr bwMode="auto">
            <a:xfrm>
              <a:off x="3556" y="2726"/>
              <a:ext cx="0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3" name="Freeform 180"/>
            <p:cNvSpPr>
              <a:spLocks noChangeArrowheads="1"/>
            </p:cNvSpPr>
            <p:nvPr/>
          </p:nvSpPr>
          <p:spPr bwMode="auto">
            <a:xfrm>
              <a:off x="3556" y="2726"/>
              <a:ext cx="0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4" name="Line 181"/>
            <p:cNvSpPr>
              <a:spLocks noChangeShapeType="1"/>
            </p:cNvSpPr>
            <p:nvPr/>
          </p:nvSpPr>
          <p:spPr bwMode="auto">
            <a:xfrm flipV="1">
              <a:off x="359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5" name="Line 182"/>
            <p:cNvSpPr>
              <a:spLocks noChangeShapeType="1"/>
            </p:cNvSpPr>
            <p:nvPr/>
          </p:nvSpPr>
          <p:spPr bwMode="auto">
            <a:xfrm>
              <a:off x="359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6" name="Freeform 183"/>
            <p:cNvSpPr>
              <a:spLocks noChangeArrowheads="1"/>
            </p:cNvSpPr>
            <p:nvPr/>
          </p:nvSpPr>
          <p:spPr bwMode="auto">
            <a:xfrm>
              <a:off x="359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7" name="Line 184"/>
            <p:cNvSpPr>
              <a:spLocks noChangeShapeType="1"/>
            </p:cNvSpPr>
            <p:nvPr/>
          </p:nvSpPr>
          <p:spPr bwMode="auto">
            <a:xfrm flipV="1">
              <a:off x="359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8" name="Line 185"/>
            <p:cNvSpPr>
              <a:spLocks noChangeShapeType="1"/>
            </p:cNvSpPr>
            <p:nvPr/>
          </p:nvSpPr>
          <p:spPr bwMode="auto">
            <a:xfrm>
              <a:off x="359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9" name="Rectangle 186"/>
            <p:cNvSpPr>
              <a:spLocks noChangeArrowheads="1"/>
            </p:cNvSpPr>
            <p:nvPr/>
          </p:nvSpPr>
          <p:spPr bwMode="auto">
            <a:xfrm>
              <a:off x="3494" y="385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80" name="Rectangle 187"/>
            <p:cNvSpPr>
              <a:spLocks noChangeArrowheads="1"/>
            </p:cNvSpPr>
            <p:nvPr/>
          </p:nvSpPr>
          <p:spPr bwMode="auto">
            <a:xfrm>
              <a:off x="3646" y="379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381" name="Line 188"/>
            <p:cNvSpPr>
              <a:spLocks noChangeShapeType="1"/>
            </p:cNvSpPr>
            <p:nvPr/>
          </p:nvSpPr>
          <p:spPr bwMode="auto">
            <a:xfrm flipV="1">
              <a:off x="388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2" name="Line 189"/>
            <p:cNvSpPr>
              <a:spLocks noChangeShapeType="1"/>
            </p:cNvSpPr>
            <p:nvPr/>
          </p:nvSpPr>
          <p:spPr bwMode="auto">
            <a:xfrm>
              <a:off x="388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3" name="Freeform 190"/>
            <p:cNvSpPr>
              <a:spLocks noChangeArrowheads="1"/>
            </p:cNvSpPr>
            <p:nvPr/>
          </p:nvSpPr>
          <p:spPr bwMode="auto">
            <a:xfrm>
              <a:off x="3889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4" name="Line 191"/>
            <p:cNvSpPr>
              <a:spLocks noChangeShapeType="1"/>
            </p:cNvSpPr>
            <p:nvPr/>
          </p:nvSpPr>
          <p:spPr bwMode="auto">
            <a:xfrm flipV="1">
              <a:off x="405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5" name="Line 192"/>
            <p:cNvSpPr>
              <a:spLocks noChangeShapeType="1"/>
            </p:cNvSpPr>
            <p:nvPr/>
          </p:nvSpPr>
          <p:spPr bwMode="auto">
            <a:xfrm>
              <a:off x="405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6" name="Freeform 193"/>
            <p:cNvSpPr>
              <a:spLocks noChangeArrowheads="1"/>
            </p:cNvSpPr>
            <p:nvPr/>
          </p:nvSpPr>
          <p:spPr bwMode="auto">
            <a:xfrm>
              <a:off x="4053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7" name="Line 194"/>
            <p:cNvSpPr>
              <a:spLocks noChangeShapeType="1"/>
            </p:cNvSpPr>
            <p:nvPr/>
          </p:nvSpPr>
          <p:spPr bwMode="auto">
            <a:xfrm flipV="1">
              <a:off x="417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8" name="Line 195"/>
            <p:cNvSpPr>
              <a:spLocks noChangeShapeType="1"/>
            </p:cNvSpPr>
            <p:nvPr/>
          </p:nvSpPr>
          <p:spPr bwMode="auto">
            <a:xfrm>
              <a:off x="417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9" name="Freeform 196"/>
            <p:cNvSpPr>
              <a:spLocks noChangeArrowheads="1"/>
            </p:cNvSpPr>
            <p:nvPr/>
          </p:nvSpPr>
          <p:spPr bwMode="auto">
            <a:xfrm>
              <a:off x="417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0" name="Line 197"/>
            <p:cNvSpPr>
              <a:spLocks noChangeShapeType="1"/>
            </p:cNvSpPr>
            <p:nvPr/>
          </p:nvSpPr>
          <p:spPr bwMode="auto">
            <a:xfrm flipV="1">
              <a:off x="4264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1" name="Line 198"/>
            <p:cNvSpPr>
              <a:spLocks noChangeShapeType="1"/>
            </p:cNvSpPr>
            <p:nvPr/>
          </p:nvSpPr>
          <p:spPr bwMode="auto">
            <a:xfrm>
              <a:off x="4264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2" name="Freeform 199"/>
            <p:cNvSpPr>
              <a:spLocks noChangeArrowheads="1"/>
            </p:cNvSpPr>
            <p:nvPr/>
          </p:nvSpPr>
          <p:spPr bwMode="auto">
            <a:xfrm>
              <a:off x="4264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3" name="Line 200"/>
            <p:cNvSpPr>
              <a:spLocks noChangeShapeType="1"/>
            </p:cNvSpPr>
            <p:nvPr/>
          </p:nvSpPr>
          <p:spPr bwMode="auto">
            <a:xfrm flipV="1">
              <a:off x="434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4" name="Line 201"/>
            <p:cNvSpPr>
              <a:spLocks noChangeShapeType="1"/>
            </p:cNvSpPr>
            <p:nvPr/>
          </p:nvSpPr>
          <p:spPr bwMode="auto">
            <a:xfrm>
              <a:off x="434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5" name="Freeform 202"/>
            <p:cNvSpPr>
              <a:spLocks noChangeArrowheads="1"/>
            </p:cNvSpPr>
            <p:nvPr/>
          </p:nvSpPr>
          <p:spPr bwMode="auto">
            <a:xfrm>
              <a:off x="434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6" name="Line 203"/>
            <p:cNvSpPr>
              <a:spLocks noChangeShapeType="1"/>
            </p:cNvSpPr>
            <p:nvPr/>
          </p:nvSpPr>
          <p:spPr bwMode="auto">
            <a:xfrm flipV="1">
              <a:off x="440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" name="Line 204"/>
            <p:cNvSpPr>
              <a:spLocks noChangeShapeType="1"/>
            </p:cNvSpPr>
            <p:nvPr/>
          </p:nvSpPr>
          <p:spPr bwMode="auto">
            <a:xfrm>
              <a:off x="440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" name="Freeform 205"/>
            <p:cNvSpPr>
              <a:spLocks noChangeArrowheads="1"/>
            </p:cNvSpPr>
            <p:nvPr/>
          </p:nvSpPr>
          <p:spPr bwMode="auto">
            <a:xfrm>
              <a:off x="440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" name="Line 206"/>
            <p:cNvSpPr>
              <a:spLocks noChangeShapeType="1"/>
            </p:cNvSpPr>
            <p:nvPr/>
          </p:nvSpPr>
          <p:spPr bwMode="auto">
            <a:xfrm flipV="1">
              <a:off x="4462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" name="Line 207"/>
            <p:cNvSpPr>
              <a:spLocks noChangeShapeType="1"/>
            </p:cNvSpPr>
            <p:nvPr/>
          </p:nvSpPr>
          <p:spPr bwMode="auto">
            <a:xfrm>
              <a:off x="4462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" name="Freeform 208"/>
            <p:cNvSpPr>
              <a:spLocks noChangeArrowheads="1"/>
            </p:cNvSpPr>
            <p:nvPr/>
          </p:nvSpPr>
          <p:spPr bwMode="auto">
            <a:xfrm>
              <a:off x="4462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" name="Line 209"/>
            <p:cNvSpPr>
              <a:spLocks noChangeShapeType="1"/>
            </p:cNvSpPr>
            <p:nvPr/>
          </p:nvSpPr>
          <p:spPr bwMode="auto">
            <a:xfrm flipV="1">
              <a:off x="450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" name="Line 210"/>
            <p:cNvSpPr>
              <a:spLocks noChangeShapeType="1"/>
            </p:cNvSpPr>
            <p:nvPr/>
          </p:nvSpPr>
          <p:spPr bwMode="auto">
            <a:xfrm>
              <a:off x="450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" name="Freeform 211"/>
            <p:cNvSpPr>
              <a:spLocks noChangeArrowheads="1"/>
            </p:cNvSpPr>
            <p:nvPr/>
          </p:nvSpPr>
          <p:spPr bwMode="auto">
            <a:xfrm>
              <a:off x="4509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" name="Line 212"/>
            <p:cNvSpPr>
              <a:spLocks noChangeShapeType="1"/>
            </p:cNvSpPr>
            <p:nvPr/>
          </p:nvSpPr>
          <p:spPr bwMode="auto">
            <a:xfrm flipV="1">
              <a:off x="455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" name="Line 213"/>
            <p:cNvSpPr>
              <a:spLocks noChangeShapeType="1"/>
            </p:cNvSpPr>
            <p:nvPr/>
          </p:nvSpPr>
          <p:spPr bwMode="auto">
            <a:xfrm>
              <a:off x="455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" name="Freeform 214"/>
            <p:cNvSpPr>
              <a:spLocks noChangeArrowheads="1"/>
            </p:cNvSpPr>
            <p:nvPr/>
          </p:nvSpPr>
          <p:spPr bwMode="auto">
            <a:xfrm>
              <a:off x="455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" name="Line 215"/>
            <p:cNvSpPr>
              <a:spLocks noChangeShapeType="1"/>
            </p:cNvSpPr>
            <p:nvPr/>
          </p:nvSpPr>
          <p:spPr bwMode="auto">
            <a:xfrm flipV="1">
              <a:off x="455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" name="Line 216"/>
            <p:cNvSpPr>
              <a:spLocks noChangeShapeType="1"/>
            </p:cNvSpPr>
            <p:nvPr/>
          </p:nvSpPr>
          <p:spPr bwMode="auto">
            <a:xfrm>
              <a:off x="455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410" name="Group 217"/>
            <p:cNvGrpSpPr>
              <a:grpSpLocks/>
            </p:cNvGrpSpPr>
            <p:nvPr/>
          </p:nvGrpSpPr>
          <p:grpSpPr bwMode="auto">
            <a:xfrm>
              <a:off x="4463" y="3800"/>
              <a:ext cx="249" cy="259"/>
              <a:chOff x="3936" y="3704"/>
              <a:chExt cx="259" cy="259"/>
            </a:xfrm>
          </p:grpSpPr>
          <p:sp>
            <p:nvSpPr>
              <p:cNvPr id="8464" name="Rectangle 218"/>
              <p:cNvSpPr>
                <a:spLocks noChangeArrowheads="1"/>
              </p:cNvSpPr>
              <p:nvPr/>
            </p:nvSpPr>
            <p:spPr bwMode="auto">
              <a:xfrm>
                <a:off x="3936" y="3771"/>
                <a:ext cx="1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65" name="Rectangle 219"/>
              <p:cNvSpPr>
                <a:spLocks noChangeArrowheads="1"/>
              </p:cNvSpPr>
              <p:nvPr/>
            </p:nvSpPr>
            <p:spPr bwMode="auto">
              <a:xfrm>
                <a:off x="4103" y="3704"/>
                <a:ext cx="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411" name="Line 220"/>
            <p:cNvSpPr>
              <a:spLocks noChangeShapeType="1"/>
            </p:cNvSpPr>
            <p:nvPr/>
          </p:nvSpPr>
          <p:spPr bwMode="auto">
            <a:xfrm flipV="1">
              <a:off x="484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" name="Line 221"/>
            <p:cNvSpPr>
              <a:spLocks noChangeShapeType="1"/>
            </p:cNvSpPr>
            <p:nvPr/>
          </p:nvSpPr>
          <p:spPr bwMode="auto">
            <a:xfrm>
              <a:off x="484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" name="Freeform 222"/>
            <p:cNvSpPr>
              <a:spLocks noChangeArrowheads="1"/>
            </p:cNvSpPr>
            <p:nvPr/>
          </p:nvSpPr>
          <p:spPr bwMode="auto">
            <a:xfrm>
              <a:off x="4843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" name="Line 223"/>
            <p:cNvSpPr>
              <a:spLocks noChangeShapeType="1"/>
            </p:cNvSpPr>
            <p:nvPr/>
          </p:nvSpPr>
          <p:spPr bwMode="auto">
            <a:xfrm flipV="1">
              <a:off x="501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" name="Line 224"/>
            <p:cNvSpPr>
              <a:spLocks noChangeShapeType="1"/>
            </p:cNvSpPr>
            <p:nvPr/>
          </p:nvSpPr>
          <p:spPr bwMode="auto">
            <a:xfrm>
              <a:off x="501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" name="Freeform 225"/>
            <p:cNvSpPr>
              <a:spLocks noChangeArrowheads="1"/>
            </p:cNvSpPr>
            <p:nvPr/>
          </p:nvSpPr>
          <p:spPr bwMode="auto">
            <a:xfrm>
              <a:off x="5013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" name="Line 226"/>
            <p:cNvSpPr>
              <a:spLocks noChangeShapeType="1"/>
            </p:cNvSpPr>
            <p:nvPr/>
          </p:nvSpPr>
          <p:spPr bwMode="auto">
            <a:xfrm flipV="1">
              <a:off x="513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" name="Line 227"/>
            <p:cNvSpPr>
              <a:spLocks noChangeShapeType="1"/>
            </p:cNvSpPr>
            <p:nvPr/>
          </p:nvSpPr>
          <p:spPr bwMode="auto">
            <a:xfrm>
              <a:off x="513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" name="Freeform 228"/>
            <p:cNvSpPr>
              <a:spLocks noChangeArrowheads="1"/>
            </p:cNvSpPr>
            <p:nvPr/>
          </p:nvSpPr>
          <p:spPr bwMode="auto">
            <a:xfrm>
              <a:off x="513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0" name="Line 229"/>
            <p:cNvSpPr>
              <a:spLocks noChangeShapeType="1"/>
            </p:cNvSpPr>
            <p:nvPr/>
          </p:nvSpPr>
          <p:spPr bwMode="auto">
            <a:xfrm flipV="1">
              <a:off x="522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1" name="Line 230"/>
            <p:cNvSpPr>
              <a:spLocks noChangeShapeType="1"/>
            </p:cNvSpPr>
            <p:nvPr/>
          </p:nvSpPr>
          <p:spPr bwMode="auto">
            <a:xfrm>
              <a:off x="522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2" name="Freeform 231"/>
            <p:cNvSpPr>
              <a:spLocks noChangeArrowheads="1"/>
            </p:cNvSpPr>
            <p:nvPr/>
          </p:nvSpPr>
          <p:spPr bwMode="auto">
            <a:xfrm>
              <a:off x="5225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3" name="Line 232"/>
            <p:cNvSpPr>
              <a:spLocks noChangeShapeType="1"/>
            </p:cNvSpPr>
            <p:nvPr/>
          </p:nvSpPr>
          <p:spPr bwMode="auto">
            <a:xfrm flipV="1">
              <a:off x="530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4" name="Line 233"/>
            <p:cNvSpPr>
              <a:spLocks noChangeShapeType="1"/>
            </p:cNvSpPr>
            <p:nvPr/>
          </p:nvSpPr>
          <p:spPr bwMode="auto">
            <a:xfrm>
              <a:off x="530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5" name="Freeform 234"/>
            <p:cNvSpPr>
              <a:spLocks noChangeArrowheads="1"/>
            </p:cNvSpPr>
            <p:nvPr/>
          </p:nvSpPr>
          <p:spPr bwMode="auto">
            <a:xfrm>
              <a:off x="5300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6" name="Line 235"/>
            <p:cNvSpPr>
              <a:spLocks noChangeShapeType="1"/>
            </p:cNvSpPr>
            <p:nvPr/>
          </p:nvSpPr>
          <p:spPr bwMode="auto">
            <a:xfrm flipV="1">
              <a:off x="536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7" name="Line 236"/>
            <p:cNvSpPr>
              <a:spLocks noChangeShapeType="1"/>
            </p:cNvSpPr>
            <p:nvPr/>
          </p:nvSpPr>
          <p:spPr bwMode="auto">
            <a:xfrm>
              <a:off x="536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8" name="Freeform 237"/>
            <p:cNvSpPr>
              <a:spLocks noChangeArrowheads="1"/>
            </p:cNvSpPr>
            <p:nvPr/>
          </p:nvSpPr>
          <p:spPr bwMode="auto">
            <a:xfrm>
              <a:off x="536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29" name="Line 238"/>
            <p:cNvSpPr>
              <a:spLocks noChangeShapeType="1"/>
            </p:cNvSpPr>
            <p:nvPr/>
          </p:nvSpPr>
          <p:spPr bwMode="auto">
            <a:xfrm flipV="1">
              <a:off x="5422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0" name="Line 239"/>
            <p:cNvSpPr>
              <a:spLocks noChangeShapeType="1"/>
            </p:cNvSpPr>
            <p:nvPr/>
          </p:nvSpPr>
          <p:spPr bwMode="auto">
            <a:xfrm>
              <a:off x="5422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1" name="Freeform 240"/>
            <p:cNvSpPr>
              <a:spLocks noChangeArrowheads="1"/>
            </p:cNvSpPr>
            <p:nvPr/>
          </p:nvSpPr>
          <p:spPr bwMode="auto">
            <a:xfrm>
              <a:off x="5422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2" name="Line 241"/>
            <p:cNvSpPr>
              <a:spLocks noChangeShapeType="1"/>
            </p:cNvSpPr>
            <p:nvPr/>
          </p:nvSpPr>
          <p:spPr bwMode="auto">
            <a:xfrm flipV="1">
              <a:off x="547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3" name="Line 242"/>
            <p:cNvSpPr>
              <a:spLocks noChangeShapeType="1"/>
            </p:cNvSpPr>
            <p:nvPr/>
          </p:nvSpPr>
          <p:spPr bwMode="auto">
            <a:xfrm>
              <a:off x="547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4" name="Freeform 243"/>
            <p:cNvSpPr>
              <a:spLocks noChangeArrowheads="1"/>
            </p:cNvSpPr>
            <p:nvPr/>
          </p:nvSpPr>
          <p:spPr bwMode="auto">
            <a:xfrm>
              <a:off x="5470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5" name="Line 244"/>
            <p:cNvSpPr>
              <a:spLocks noChangeShapeType="1"/>
            </p:cNvSpPr>
            <p:nvPr/>
          </p:nvSpPr>
          <p:spPr bwMode="auto">
            <a:xfrm flipV="1">
              <a:off x="551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6" name="Line 245"/>
            <p:cNvSpPr>
              <a:spLocks noChangeShapeType="1"/>
            </p:cNvSpPr>
            <p:nvPr/>
          </p:nvSpPr>
          <p:spPr bwMode="auto">
            <a:xfrm>
              <a:off x="551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7" name="Freeform 246"/>
            <p:cNvSpPr>
              <a:spLocks noChangeArrowheads="1"/>
            </p:cNvSpPr>
            <p:nvPr/>
          </p:nvSpPr>
          <p:spPr bwMode="auto">
            <a:xfrm>
              <a:off x="5517" y="2726"/>
              <a:ext cx="1" cy="1084"/>
            </a:xfrm>
            <a:custGeom>
              <a:avLst/>
              <a:gdLst>
                <a:gd name="T0" fmla="*/ 0 w 1"/>
                <a:gd name="T1" fmla="*/ 971385351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8" name="Line 247"/>
            <p:cNvSpPr>
              <a:spLocks noChangeShapeType="1"/>
            </p:cNvSpPr>
            <p:nvPr/>
          </p:nvSpPr>
          <p:spPr bwMode="auto">
            <a:xfrm flipV="1">
              <a:off x="551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39" name="Line 248"/>
            <p:cNvSpPr>
              <a:spLocks noChangeShapeType="1"/>
            </p:cNvSpPr>
            <p:nvPr/>
          </p:nvSpPr>
          <p:spPr bwMode="auto">
            <a:xfrm>
              <a:off x="551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440" name="Group 249"/>
            <p:cNvGrpSpPr>
              <a:grpSpLocks/>
            </p:cNvGrpSpPr>
            <p:nvPr/>
          </p:nvGrpSpPr>
          <p:grpSpPr bwMode="auto">
            <a:xfrm>
              <a:off x="5385" y="3791"/>
              <a:ext cx="240" cy="259"/>
              <a:chOff x="4977" y="3704"/>
              <a:chExt cx="249" cy="259"/>
            </a:xfrm>
          </p:grpSpPr>
          <p:sp>
            <p:nvSpPr>
              <p:cNvPr id="8462" name="Rectangle 250"/>
              <p:cNvSpPr>
                <a:spLocks noChangeArrowheads="1"/>
              </p:cNvSpPr>
              <p:nvPr/>
            </p:nvSpPr>
            <p:spPr bwMode="auto">
              <a:xfrm>
                <a:off x="4977" y="3771"/>
                <a:ext cx="1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63" name="Rectangle 251"/>
              <p:cNvSpPr>
                <a:spLocks noChangeArrowheads="1"/>
              </p:cNvSpPr>
              <p:nvPr/>
            </p:nvSpPr>
            <p:spPr bwMode="auto">
              <a:xfrm>
                <a:off x="5134" y="3704"/>
                <a:ext cx="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2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441" name="Line 252"/>
            <p:cNvSpPr>
              <a:spLocks noChangeShapeType="1"/>
            </p:cNvSpPr>
            <p:nvPr/>
          </p:nvSpPr>
          <p:spPr bwMode="auto">
            <a:xfrm>
              <a:off x="2643" y="3810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2" name="Line 253"/>
            <p:cNvSpPr>
              <a:spLocks noChangeShapeType="1"/>
            </p:cNvSpPr>
            <p:nvPr/>
          </p:nvSpPr>
          <p:spPr bwMode="auto">
            <a:xfrm flipH="1">
              <a:off x="5483" y="3810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3" name="Rectangle 254"/>
            <p:cNvSpPr>
              <a:spLocks noChangeArrowheads="1"/>
            </p:cNvSpPr>
            <p:nvPr/>
          </p:nvSpPr>
          <p:spPr bwMode="auto">
            <a:xfrm>
              <a:off x="2270" y="370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-180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8444" name="Line 255"/>
            <p:cNvSpPr>
              <a:spLocks noChangeShapeType="1"/>
            </p:cNvSpPr>
            <p:nvPr/>
          </p:nvSpPr>
          <p:spPr bwMode="auto">
            <a:xfrm>
              <a:off x="2643" y="3534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5" name="Line 256"/>
            <p:cNvSpPr>
              <a:spLocks noChangeShapeType="1"/>
            </p:cNvSpPr>
            <p:nvPr/>
          </p:nvSpPr>
          <p:spPr bwMode="auto">
            <a:xfrm flipH="1">
              <a:off x="5483" y="3534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6" name="Rectangle 257"/>
            <p:cNvSpPr>
              <a:spLocks noChangeArrowheads="1"/>
            </p:cNvSpPr>
            <p:nvPr/>
          </p:nvSpPr>
          <p:spPr bwMode="auto">
            <a:xfrm>
              <a:off x="2333" y="3428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8447" name="Line 258"/>
            <p:cNvSpPr>
              <a:spLocks noChangeShapeType="1"/>
            </p:cNvSpPr>
            <p:nvPr/>
          </p:nvSpPr>
          <p:spPr bwMode="auto">
            <a:xfrm>
              <a:off x="2643" y="3264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8" name="Line 259"/>
            <p:cNvSpPr>
              <a:spLocks noChangeShapeType="1"/>
            </p:cNvSpPr>
            <p:nvPr/>
          </p:nvSpPr>
          <p:spPr bwMode="auto">
            <a:xfrm flipH="1">
              <a:off x="5483" y="3264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49" name="Rectangle 260"/>
            <p:cNvSpPr>
              <a:spLocks noChangeArrowheads="1"/>
            </p:cNvSpPr>
            <p:nvPr/>
          </p:nvSpPr>
          <p:spPr bwMode="auto">
            <a:xfrm>
              <a:off x="2471" y="3159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</a:p>
          </p:txBody>
        </p:sp>
        <p:sp>
          <p:nvSpPr>
            <p:cNvPr id="8450" name="Line 261"/>
            <p:cNvSpPr>
              <a:spLocks noChangeShapeType="1"/>
            </p:cNvSpPr>
            <p:nvPr/>
          </p:nvSpPr>
          <p:spPr bwMode="auto">
            <a:xfrm>
              <a:off x="2643" y="2995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1" name="Line 262"/>
            <p:cNvSpPr>
              <a:spLocks noChangeShapeType="1"/>
            </p:cNvSpPr>
            <p:nvPr/>
          </p:nvSpPr>
          <p:spPr bwMode="auto">
            <a:xfrm flipH="1">
              <a:off x="5483" y="2995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2" name="Rectangle 263"/>
            <p:cNvSpPr>
              <a:spLocks noChangeArrowheads="1"/>
            </p:cNvSpPr>
            <p:nvPr/>
          </p:nvSpPr>
          <p:spPr bwMode="auto">
            <a:xfrm>
              <a:off x="2389" y="2910"/>
              <a:ext cx="2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</a:p>
          </p:txBody>
        </p:sp>
        <p:sp>
          <p:nvSpPr>
            <p:cNvPr id="8453" name="Line 264"/>
            <p:cNvSpPr>
              <a:spLocks noChangeShapeType="1"/>
            </p:cNvSpPr>
            <p:nvPr/>
          </p:nvSpPr>
          <p:spPr bwMode="auto">
            <a:xfrm>
              <a:off x="2643" y="2726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4" name="Line 265"/>
            <p:cNvSpPr>
              <a:spLocks noChangeShapeType="1"/>
            </p:cNvSpPr>
            <p:nvPr/>
          </p:nvSpPr>
          <p:spPr bwMode="auto">
            <a:xfrm flipH="1">
              <a:off x="5483" y="2726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5" name="Rectangle 266"/>
            <p:cNvSpPr>
              <a:spLocks noChangeArrowheads="1"/>
            </p:cNvSpPr>
            <p:nvPr/>
          </p:nvSpPr>
          <p:spPr bwMode="auto">
            <a:xfrm>
              <a:off x="2332" y="2640"/>
              <a:ext cx="3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180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456" name="Line 267"/>
            <p:cNvSpPr>
              <a:spLocks noChangeShapeType="1"/>
            </p:cNvSpPr>
            <p:nvPr/>
          </p:nvSpPr>
          <p:spPr bwMode="auto">
            <a:xfrm>
              <a:off x="2643" y="2726"/>
              <a:ext cx="287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7" name="Freeform 268"/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custGeom>
              <a:avLst/>
              <a:gdLst>
                <a:gd name="T0" fmla="*/ 0 w 422"/>
                <a:gd name="T1" fmla="*/ 971385351 h 153"/>
                <a:gd name="T2" fmla="*/ 1952998062 w 422"/>
                <a:gd name="T3" fmla="*/ 971385351 h 153"/>
                <a:gd name="T4" fmla="*/ 1952998062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8" name="Line 269"/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59" name="Freeform 270"/>
            <p:cNvSpPr>
              <a:spLocks noChangeArrowheads="1"/>
            </p:cNvSpPr>
            <p:nvPr/>
          </p:nvSpPr>
          <p:spPr bwMode="auto">
            <a:xfrm>
              <a:off x="2643" y="3264"/>
              <a:ext cx="2874" cy="1"/>
            </a:xfrm>
            <a:custGeom>
              <a:avLst/>
              <a:gdLst>
                <a:gd name="T0" fmla="*/ 0 w 2991"/>
                <a:gd name="T1" fmla="*/ 0 h 1"/>
                <a:gd name="T2" fmla="*/ 52 w 2991"/>
                <a:gd name="T3" fmla="*/ 0 h 1"/>
                <a:gd name="T4" fmla="*/ 103 w 2991"/>
                <a:gd name="T5" fmla="*/ 0 h 1"/>
                <a:gd name="T6" fmla="*/ 155 w 2991"/>
                <a:gd name="T7" fmla="*/ 0 h 1"/>
                <a:gd name="T8" fmla="*/ 211 w 2991"/>
                <a:gd name="T9" fmla="*/ 0 h 1"/>
                <a:gd name="T10" fmla="*/ 262 w 2991"/>
                <a:gd name="T11" fmla="*/ 0 h 1"/>
                <a:gd name="T12" fmla="*/ 315 w 2991"/>
                <a:gd name="T13" fmla="*/ 0 h 1"/>
                <a:gd name="T14" fmla="*/ 372 w 2991"/>
                <a:gd name="T15" fmla="*/ 0 h 1"/>
                <a:gd name="T16" fmla="*/ 423 w 2991"/>
                <a:gd name="T17" fmla="*/ 0 h 1"/>
                <a:gd name="T18" fmla="*/ 473 w 2991"/>
                <a:gd name="T19" fmla="*/ 0 h 1"/>
                <a:gd name="T20" fmla="*/ 527 w 2991"/>
                <a:gd name="T21" fmla="*/ 0 h 1"/>
                <a:gd name="T22" fmla="*/ 581 w 2991"/>
                <a:gd name="T23" fmla="*/ 0 h 1"/>
                <a:gd name="T24" fmla="*/ 634 w 2991"/>
                <a:gd name="T25" fmla="*/ 0 h 1"/>
                <a:gd name="T26" fmla="*/ 686 w 2991"/>
                <a:gd name="T27" fmla="*/ 0 h 1"/>
                <a:gd name="T28" fmla="*/ 743 w 2991"/>
                <a:gd name="T29" fmla="*/ 0 h 1"/>
                <a:gd name="T30" fmla="*/ 794 w 2991"/>
                <a:gd name="T31" fmla="*/ 0 h 1"/>
                <a:gd name="T32" fmla="*/ 846 w 2991"/>
                <a:gd name="T33" fmla="*/ 0 h 1"/>
                <a:gd name="T34" fmla="*/ 897 w 2991"/>
                <a:gd name="T35" fmla="*/ 0 h 1"/>
                <a:gd name="T36" fmla="*/ 954 w 2991"/>
                <a:gd name="T37" fmla="*/ 0 h 1"/>
                <a:gd name="T38" fmla="*/ 1005 w 2991"/>
                <a:gd name="T39" fmla="*/ 0 h 1"/>
                <a:gd name="T40" fmla="*/ 1056 w 2991"/>
                <a:gd name="T41" fmla="*/ 0 h 1"/>
                <a:gd name="T42" fmla="*/ 1113 w 2991"/>
                <a:gd name="T43" fmla="*/ 0 h 1"/>
                <a:gd name="T44" fmla="*/ 1165 w 2991"/>
                <a:gd name="T45" fmla="*/ 0 h 1"/>
                <a:gd name="T46" fmla="*/ 1216 w 2991"/>
                <a:gd name="T47" fmla="*/ 0 h 1"/>
                <a:gd name="T48" fmla="*/ 1273 w 2991"/>
                <a:gd name="T49" fmla="*/ 0 h 1"/>
                <a:gd name="T50" fmla="*/ 1325 w 2991"/>
                <a:gd name="T51" fmla="*/ 0 h 1"/>
                <a:gd name="T52" fmla="*/ 1376 w 2991"/>
                <a:gd name="T53" fmla="*/ 0 h 1"/>
                <a:gd name="T54" fmla="*/ 1428 w 2991"/>
                <a:gd name="T55" fmla="*/ 0 h 1"/>
                <a:gd name="T56" fmla="*/ 1484 w 2991"/>
                <a:gd name="T57" fmla="*/ 0 h 1"/>
                <a:gd name="T58" fmla="*/ 1536 w 2991"/>
                <a:gd name="T59" fmla="*/ 0 h 1"/>
                <a:gd name="T60" fmla="*/ 1586 w 2991"/>
                <a:gd name="T61" fmla="*/ 0 h 1"/>
                <a:gd name="T62" fmla="*/ 1644 w 2991"/>
                <a:gd name="T63" fmla="*/ 0 h 1"/>
                <a:gd name="T64" fmla="*/ 1694 w 2991"/>
                <a:gd name="T65" fmla="*/ 0 h 1"/>
                <a:gd name="T66" fmla="*/ 1747 w 2991"/>
                <a:gd name="T67" fmla="*/ 0 h 1"/>
                <a:gd name="T68" fmla="*/ 1799 w 2991"/>
                <a:gd name="T69" fmla="*/ 0 h 1"/>
                <a:gd name="T70" fmla="*/ 1854 w 2991"/>
                <a:gd name="T71" fmla="*/ 0 h 1"/>
                <a:gd name="T72" fmla="*/ 1905 w 2991"/>
                <a:gd name="T73" fmla="*/ 0 h 1"/>
                <a:gd name="T74" fmla="*/ 1958 w 2991"/>
                <a:gd name="T75" fmla="*/ 0 h 1"/>
                <a:gd name="T76" fmla="*/ 2016 w 2991"/>
                <a:gd name="T77" fmla="*/ 0 h 1"/>
                <a:gd name="T78" fmla="*/ 2065 w 2991"/>
                <a:gd name="T79" fmla="*/ 0 h 1"/>
                <a:gd name="T80" fmla="*/ 2118 w 2991"/>
                <a:gd name="T81" fmla="*/ 0 h 1"/>
                <a:gd name="T82" fmla="*/ 2174 w 2991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991" h="1">
                  <a:moveTo>
                    <a:pt x="0" y="0"/>
                  </a:moveTo>
                  <a:lnTo>
                    <a:pt x="71" y="0"/>
                  </a:lnTo>
                  <a:lnTo>
                    <a:pt x="142" y="0"/>
                  </a:lnTo>
                  <a:lnTo>
                    <a:pt x="213" y="0"/>
                  </a:lnTo>
                  <a:lnTo>
                    <a:pt x="291" y="0"/>
                  </a:lnTo>
                  <a:lnTo>
                    <a:pt x="362" y="0"/>
                  </a:lnTo>
                  <a:lnTo>
                    <a:pt x="433" y="0"/>
                  </a:lnTo>
                  <a:lnTo>
                    <a:pt x="511" y="0"/>
                  </a:lnTo>
                  <a:lnTo>
                    <a:pt x="582" y="0"/>
                  </a:lnTo>
                  <a:lnTo>
                    <a:pt x="652" y="0"/>
                  </a:lnTo>
                  <a:lnTo>
                    <a:pt x="723" y="0"/>
                  </a:lnTo>
                  <a:lnTo>
                    <a:pt x="801" y="0"/>
                  </a:lnTo>
                  <a:lnTo>
                    <a:pt x="872" y="0"/>
                  </a:lnTo>
                  <a:lnTo>
                    <a:pt x="943" y="0"/>
                  </a:lnTo>
                  <a:lnTo>
                    <a:pt x="1021" y="0"/>
                  </a:lnTo>
                  <a:lnTo>
                    <a:pt x="1092" y="0"/>
                  </a:lnTo>
                  <a:lnTo>
                    <a:pt x="1163" y="0"/>
                  </a:lnTo>
                  <a:lnTo>
                    <a:pt x="1234" y="0"/>
                  </a:lnTo>
                  <a:lnTo>
                    <a:pt x="1312" y="0"/>
                  </a:lnTo>
                  <a:lnTo>
                    <a:pt x="1383" y="0"/>
                  </a:lnTo>
                  <a:lnTo>
                    <a:pt x="1453" y="0"/>
                  </a:lnTo>
                  <a:lnTo>
                    <a:pt x="1531" y="0"/>
                  </a:lnTo>
                  <a:lnTo>
                    <a:pt x="1602" y="0"/>
                  </a:lnTo>
                  <a:lnTo>
                    <a:pt x="1673" y="0"/>
                  </a:lnTo>
                  <a:lnTo>
                    <a:pt x="1751" y="0"/>
                  </a:lnTo>
                  <a:lnTo>
                    <a:pt x="1822" y="0"/>
                  </a:lnTo>
                  <a:lnTo>
                    <a:pt x="1893" y="0"/>
                  </a:lnTo>
                  <a:lnTo>
                    <a:pt x="1964" y="0"/>
                  </a:lnTo>
                  <a:lnTo>
                    <a:pt x="2042" y="0"/>
                  </a:lnTo>
                  <a:lnTo>
                    <a:pt x="2113" y="0"/>
                  </a:lnTo>
                  <a:lnTo>
                    <a:pt x="2183" y="0"/>
                  </a:lnTo>
                  <a:lnTo>
                    <a:pt x="2261" y="0"/>
                  </a:lnTo>
                  <a:lnTo>
                    <a:pt x="2332" y="0"/>
                  </a:lnTo>
                  <a:lnTo>
                    <a:pt x="2403" y="0"/>
                  </a:lnTo>
                  <a:lnTo>
                    <a:pt x="2474" y="0"/>
                  </a:lnTo>
                  <a:lnTo>
                    <a:pt x="2552" y="0"/>
                  </a:lnTo>
                  <a:lnTo>
                    <a:pt x="2623" y="0"/>
                  </a:lnTo>
                  <a:lnTo>
                    <a:pt x="2694" y="0"/>
                  </a:lnTo>
                  <a:lnTo>
                    <a:pt x="2772" y="0"/>
                  </a:lnTo>
                  <a:lnTo>
                    <a:pt x="2843" y="0"/>
                  </a:lnTo>
                  <a:lnTo>
                    <a:pt x="2913" y="0"/>
                  </a:lnTo>
                  <a:lnTo>
                    <a:pt x="299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8460" name="Text Box 271"/>
            <p:cNvSpPr txBox="1">
              <a:spLocks noChangeArrowheads="1"/>
            </p:cNvSpPr>
            <p:nvPr/>
          </p:nvSpPr>
          <p:spPr bwMode="auto">
            <a:xfrm>
              <a:off x="3679" y="1920"/>
              <a:ext cx="585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20lg</a:t>
              </a:r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461" name="Line 272"/>
            <p:cNvSpPr>
              <a:spLocks noChangeShapeType="1"/>
            </p:cNvSpPr>
            <p:nvPr/>
          </p:nvSpPr>
          <p:spPr bwMode="auto">
            <a:xfrm flipV="1">
              <a:off x="3679" y="1872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6" name="Rectangle 273"/>
          <p:cNvSpPr>
            <a:spLocks noChangeArrowheads="1"/>
          </p:cNvSpPr>
          <p:nvPr/>
        </p:nvSpPr>
        <p:spPr bwMode="auto">
          <a:xfrm>
            <a:off x="539750" y="908050"/>
            <a:ext cx="5562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 典型环节的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23850" y="130175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</p:spTree>
    <p:extLst>
      <p:ext uri="{BB962C8B-B14F-4D97-AF65-F5344CB8AC3E}">
        <p14:creationId xmlns:p14="http://schemas.microsoft.com/office/powerpoint/2010/main" val="330303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3"/>
          <p:cNvGrpSpPr>
            <a:grpSpLocks/>
          </p:cNvGrpSpPr>
          <p:nvPr/>
        </p:nvGrpSpPr>
        <p:grpSpPr bwMode="auto">
          <a:xfrm>
            <a:off x="5148263" y="3789363"/>
            <a:ext cx="1628775" cy="457200"/>
            <a:chOff x="3438" y="2352"/>
            <a:chExt cx="1026" cy="288"/>
          </a:xfrm>
        </p:grpSpPr>
        <p:sp useBgFill="1">
          <p:nvSpPr>
            <p:cNvPr id="10494" name="Text Box 4"/>
            <p:cNvSpPr txBox="1">
              <a:spLocks noChangeArrowheads="1"/>
            </p:cNvSpPr>
            <p:nvPr/>
          </p:nvSpPr>
          <p:spPr bwMode="auto">
            <a:xfrm>
              <a:off x="3580" y="2352"/>
              <a:ext cx="884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</a:rPr>
                <a:t>转折频率</a:t>
              </a:r>
            </a:p>
          </p:txBody>
        </p:sp>
        <p:sp>
          <p:nvSpPr>
            <p:cNvPr id="10495" name="Line 5"/>
            <p:cNvSpPr>
              <a:spLocks noChangeShapeType="1"/>
            </p:cNvSpPr>
            <p:nvPr/>
          </p:nvSpPr>
          <p:spPr bwMode="auto">
            <a:xfrm flipH="1" flipV="1">
              <a:off x="3438" y="2391"/>
              <a:ext cx="162" cy="105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43" name="Rectangle 7"/>
          <p:cNvSpPr>
            <a:spLocks noChangeArrowheads="1"/>
          </p:cNvSpPr>
          <p:nvPr/>
        </p:nvSpPr>
        <p:spPr bwMode="auto">
          <a:xfrm>
            <a:off x="1790700" y="2165350"/>
            <a:ext cx="5821363" cy="1662113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0244" name="Freeform 8"/>
          <p:cNvSpPr>
            <a:spLocks noChangeArrowheads="1"/>
          </p:cNvSpPr>
          <p:nvPr/>
        </p:nvSpPr>
        <p:spPr bwMode="auto">
          <a:xfrm>
            <a:off x="17907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Freeform 9"/>
          <p:cNvSpPr>
            <a:spLocks noChangeArrowheads="1"/>
          </p:cNvSpPr>
          <p:nvPr/>
        </p:nvSpPr>
        <p:spPr bwMode="auto">
          <a:xfrm>
            <a:off x="37290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Freeform 10"/>
          <p:cNvSpPr>
            <a:spLocks noChangeArrowheads="1"/>
          </p:cNvSpPr>
          <p:nvPr/>
        </p:nvSpPr>
        <p:spPr bwMode="auto">
          <a:xfrm>
            <a:off x="56737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Freeform 11"/>
          <p:cNvSpPr>
            <a:spLocks noChangeArrowheads="1"/>
          </p:cNvSpPr>
          <p:nvPr/>
        </p:nvSpPr>
        <p:spPr bwMode="auto">
          <a:xfrm>
            <a:off x="76215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Freeform 12"/>
          <p:cNvSpPr>
            <a:spLocks noChangeArrowheads="1"/>
          </p:cNvSpPr>
          <p:nvPr/>
        </p:nvSpPr>
        <p:spPr bwMode="auto">
          <a:xfrm>
            <a:off x="1790700" y="382746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9" name="Freeform 13"/>
          <p:cNvSpPr>
            <a:spLocks noChangeArrowheads="1"/>
          </p:cNvSpPr>
          <p:nvPr/>
        </p:nvSpPr>
        <p:spPr bwMode="auto">
          <a:xfrm>
            <a:off x="1790700" y="3411538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0" name="Freeform 14"/>
          <p:cNvSpPr>
            <a:spLocks noChangeArrowheads="1"/>
          </p:cNvSpPr>
          <p:nvPr/>
        </p:nvSpPr>
        <p:spPr bwMode="auto">
          <a:xfrm>
            <a:off x="1790700" y="299561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Freeform 15"/>
          <p:cNvSpPr>
            <a:spLocks noChangeArrowheads="1"/>
          </p:cNvSpPr>
          <p:nvPr/>
        </p:nvSpPr>
        <p:spPr bwMode="auto">
          <a:xfrm>
            <a:off x="1790700" y="2581275"/>
            <a:ext cx="5830888" cy="1588"/>
          </a:xfrm>
          <a:custGeom>
            <a:avLst/>
            <a:gdLst>
              <a:gd name="T0" fmla="*/ 0 w 794"/>
              <a:gd name="T1" fmla="*/ 0 h 1588"/>
              <a:gd name="T2" fmla="*/ 2147483646 w 794"/>
              <a:gd name="T3" fmla="*/ 0 h 15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8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2" name="Freeform 16"/>
          <p:cNvSpPr>
            <a:spLocks noChangeArrowheads="1"/>
          </p:cNvSpPr>
          <p:nvPr/>
        </p:nvSpPr>
        <p:spPr bwMode="auto">
          <a:xfrm>
            <a:off x="1790700" y="2173288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3" name="Freeform 17"/>
          <p:cNvSpPr>
            <a:spLocks noChangeArrowheads="1"/>
          </p:cNvSpPr>
          <p:nvPr/>
        </p:nvSpPr>
        <p:spPr bwMode="auto">
          <a:xfrm>
            <a:off x="1790700" y="2165350"/>
            <a:ext cx="5821363" cy="1662113"/>
          </a:xfrm>
          <a:custGeom>
            <a:avLst/>
            <a:gdLst>
              <a:gd name="T0" fmla="*/ 0 w 793"/>
              <a:gd name="T1" fmla="*/ 2147483646 h 228"/>
              <a:gd name="T2" fmla="*/ 2147483646 w 793"/>
              <a:gd name="T3" fmla="*/ 2147483646 h 228"/>
              <a:gd name="T4" fmla="*/ 2147483646 w 793"/>
              <a:gd name="T5" fmla="*/ 0 h 2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8">
                <a:moveTo>
                  <a:pt x="0" y="228"/>
                </a:moveTo>
                <a:lnTo>
                  <a:pt x="793" y="228"/>
                </a:lnTo>
                <a:lnTo>
                  <a:pt x="793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4" name="Line 18"/>
          <p:cNvSpPr>
            <a:spLocks noChangeShapeType="1"/>
          </p:cNvSpPr>
          <p:nvPr/>
        </p:nvSpPr>
        <p:spPr bwMode="auto">
          <a:xfrm flipV="1">
            <a:off x="1790700" y="2165350"/>
            <a:ext cx="1588" cy="1662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5" name="Line 19"/>
          <p:cNvSpPr>
            <a:spLocks noChangeShapeType="1"/>
          </p:cNvSpPr>
          <p:nvPr/>
        </p:nvSpPr>
        <p:spPr bwMode="auto">
          <a:xfrm flipV="1">
            <a:off x="1790700" y="2165350"/>
            <a:ext cx="1588" cy="1662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6" name="Freeform 20"/>
          <p:cNvSpPr>
            <a:spLocks noChangeArrowheads="1"/>
          </p:cNvSpPr>
          <p:nvPr/>
        </p:nvSpPr>
        <p:spPr bwMode="auto">
          <a:xfrm>
            <a:off x="17907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7" name="Line 21"/>
          <p:cNvSpPr>
            <a:spLocks noChangeShapeType="1"/>
          </p:cNvSpPr>
          <p:nvPr/>
        </p:nvSpPr>
        <p:spPr bwMode="auto">
          <a:xfrm flipV="1">
            <a:off x="23701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8" name="Line 22"/>
          <p:cNvSpPr>
            <a:spLocks noChangeShapeType="1"/>
          </p:cNvSpPr>
          <p:nvPr/>
        </p:nvSpPr>
        <p:spPr bwMode="auto">
          <a:xfrm>
            <a:off x="23701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9" name="Freeform 23"/>
          <p:cNvSpPr>
            <a:spLocks noChangeArrowheads="1"/>
          </p:cNvSpPr>
          <p:nvPr/>
        </p:nvSpPr>
        <p:spPr bwMode="auto">
          <a:xfrm>
            <a:off x="23701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0" name="Line 24"/>
          <p:cNvSpPr>
            <a:spLocks noChangeShapeType="1"/>
          </p:cNvSpPr>
          <p:nvPr/>
        </p:nvSpPr>
        <p:spPr bwMode="auto">
          <a:xfrm flipV="1">
            <a:off x="2714625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1" name="Line 25"/>
          <p:cNvSpPr>
            <a:spLocks noChangeShapeType="1"/>
          </p:cNvSpPr>
          <p:nvPr/>
        </p:nvSpPr>
        <p:spPr bwMode="auto">
          <a:xfrm>
            <a:off x="2714625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2" name="Freeform 26"/>
          <p:cNvSpPr>
            <a:spLocks noChangeArrowheads="1"/>
          </p:cNvSpPr>
          <p:nvPr/>
        </p:nvSpPr>
        <p:spPr bwMode="auto">
          <a:xfrm>
            <a:off x="2714625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3" name="Line 27"/>
          <p:cNvSpPr>
            <a:spLocks noChangeShapeType="1"/>
          </p:cNvSpPr>
          <p:nvPr/>
        </p:nvSpPr>
        <p:spPr bwMode="auto">
          <a:xfrm flipV="1">
            <a:off x="29591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4" name="Line 28"/>
          <p:cNvSpPr>
            <a:spLocks noChangeShapeType="1"/>
          </p:cNvSpPr>
          <p:nvPr/>
        </p:nvSpPr>
        <p:spPr bwMode="auto">
          <a:xfrm>
            <a:off x="29591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5" name="Freeform 29"/>
          <p:cNvSpPr>
            <a:spLocks noChangeArrowheads="1"/>
          </p:cNvSpPr>
          <p:nvPr/>
        </p:nvSpPr>
        <p:spPr bwMode="auto">
          <a:xfrm>
            <a:off x="29591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6" name="Line 30"/>
          <p:cNvSpPr>
            <a:spLocks noChangeShapeType="1"/>
          </p:cNvSpPr>
          <p:nvPr/>
        </p:nvSpPr>
        <p:spPr bwMode="auto">
          <a:xfrm flipV="1">
            <a:off x="314325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7" name="Line 31"/>
          <p:cNvSpPr>
            <a:spLocks noChangeShapeType="1"/>
          </p:cNvSpPr>
          <p:nvPr/>
        </p:nvSpPr>
        <p:spPr bwMode="auto">
          <a:xfrm>
            <a:off x="314325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8" name="Freeform 32"/>
          <p:cNvSpPr>
            <a:spLocks noChangeArrowheads="1"/>
          </p:cNvSpPr>
          <p:nvPr/>
        </p:nvSpPr>
        <p:spPr bwMode="auto">
          <a:xfrm>
            <a:off x="314325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9" name="Line 33"/>
          <p:cNvSpPr>
            <a:spLocks noChangeShapeType="1"/>
          </p:cNvSpPr>
          <p:nvPr/>
        </p:nvSpPr>
        <p:spPr bwMode="auto">
          <a:xfrm flipV="1">
            <a:off x="329565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0" name="Line 34"/>
          <p:cNvSpPr>
            <a:spLocks noChangeShapeType="1"/>
          </p:cNvSpPr>
          <p:nvPr/>
        </p:nvSpPr>
        <p:spPr bwMode="auto">
          <a:xfrm>
            <a:off x="329565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1" name="Freeform 35"/>
          <p:cNvSpPr>
            <a:spLocks noChangeArrowheads="1"/>
          </p:cNvSpPr>
          <p:nvPr/>
        </p:nvSpPr>
        <p:spPr bwMode="auto">
          <a:xfrm>
            <a:off x="329565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2" name="Line 36"/>
          <p:cNvSpPr>
            <a:spLocks noChangeShapeType="1"/>
          </p:cNvSpPr>
          <p:nvPr/>
        </p:nvSpPr>
        <p:spPr bwMode="auto">
          <a:xfrm flipV="1">
            <a:off x="34290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3" name="Line 37"/>
          <p:cNvSpPr>
            <a:spLocks noChangeShapeType="1"/>
          </p:cNvSpPr>
          <p:nvPr/>
        </p:nvSpPr>
        <p:spPr bwMode="auto">
          <a:xfrm>
            <a:off x="34290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4" name="Freeform 38"/>
          <p:cNvSpPr>
            <a:spLocks noChangeArrowheads="1"/>
          </p:cNvSpPr>
          <p:nvPr/>
        </p:nvSpPr>
        <p:spPr bwMode="auto">
          <a:xfrm>
            <a:off x="34290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5" name="Line 39"/>
          <p:cNvSpPr>
            <a:spLocks noChangeShapeType="1"/>
          </p:cNvSpPr>
          <p:nvPr/>
        </p:nvSpPr>
        <p:spPr bwMode="auto">
          <a:xfrm flipV="1">
            <a:off x="35448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6" name="Line 40"/>
          <p:cNvSpPr>
            <a:spLocks noChangeShapeType="1"/>
          </p:cNvSpPr>
          <p:nvPr/>
        </p:nvSpPr>
        <p:spPr bwMode="auto">
          <a:xfrm>
            <a:off x="35448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7" name="Freeform 41"/>
          <p:cNvSpPr>
            <a:spLocks noChangeArrowheads="1"/>
          </p:cNvSpPr>
          <p:nvPr/>
        </p:nvSpPr>
        <p:spPr bwMode="auto">
          <a:xfrm>
            <a:off x="35448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8" name="Line 42"/>
          <p:cNvSpPr>
            <a:spLocks noChangeShapeType="1"/>
          </p:cNvSpPr>
          <p:nvPr/>
        </p:nvSpPr>
        <p:spPr bwMode="auto">
          <a:xfrm flipV="1">
            <a:off x="36401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9" name="Line 43"/>
          <p:cNvSpPr>
            <a:spLocks noChangeShapeType="1"/>
          </p:cNvSpPr>
          <p:nvPr/>
        </p:nvSpPr>
        <p:spPr bwMode="auto">
          <a:xfrm>
            <a:off x="36401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0" name="Freeform 44"/>
          <p:cNvSpPr>
            <a:spLocks noChangeArrowheads="1"/>
          </p:cNvSpPr>
          <p:nvPr/>
        </p:nvSpPr>
        <p:spPr bwMode="auto">
          <a:xfrm>
            <a:off x="36401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1" name="Line 45"/>
          <p:cNvSpPr>
            <a:spLocks noChangeShapeType="1"/>
          </p:cNvSpPr>
          <p:nvPr/>
        </p:nvSpPr>
        <p:spPr bwMode="auto">
          <a:xfrm flipV="1">
            <a:off x="37290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2" name="Line 46"/>
          <p:cNvSpPr>
            <a:spLocks noChangeShapeType="1"/>
          </p:cNvSpPr>
          <p:nvPr/>
        </p:nvSpPr>
        <p:spPr bwMode="auto">
          <a:xfrm>
            <a:off x="37290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3" name="Freeform 47"/>
          <p:cNvSpPr>
            <a:spLocks noChangeArrowheads="1"/>
          </p:cNvSpPr>
          <p:nvPr/>
        </p:nvSpPr>
        <p:spPr bwMode="auto">
          <a:xfrm>
            <a:off x="37290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4" name="Line 48"/>
          <p:cNvSpPr>
            <a:spLocks noChangeShapeType="1"/>
          </p:cNvSpPr>
          <p:nvPr/>
        </p:nvSpPr>
        <p:spPr bwMode="auto">
          <a:xfrm flipV="1">
            <a:off x="3729038" y="3768725"/>
            <a:ext cx="1587" cy="58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5" name="Line 49"/>
          <p:cNvSpPr>
            <a:spLocks noChangeShapeType="1"/>
          </p:cNvSpPr>
          <p:nvPr/>
        </p:nvSpPr>
        <p:spPr bwMode="auto">
          <a:xfrm>
            <a:off x="3729038" y="2173288"/>
            <a:ext cx="1587" cy="508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6" name="Line 50"/>
          <p:cNvSpPr>
            <a:spLocks noChangeShapeType="1"/>
          </p:cNvSpPr>
          <p:nvPr/>
        </p:nvSpPr>
        <p:spPr bwMode="auto">
          <a:xfrm flipV="1">
            <a:off x="43180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7" name="Line 51"/>
          <p:cNvSpPr>
            <a:spLocks noChangeShapeType="1"/>
          </p:cNvSpPr>
          <p:nvPr/>
        </p:nvSpPr>
        <p:spPr bwMode="auto">
          <a:xfrm>
            <a:off x="43180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8" name="Freeform 52"/>
          <p:cNvSpPr>
            <a:spLocks noChangeArrowheads="1"/>
          </p:cNvSpPr>
          <p:nvPr/>
        </p:nvSpPr>
        <p:spPr bwMode="auto">
          <a:xfrm>
            <a:off x="43180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9" name="Line 53"/>
          <p:cNvSpPr>
            <a:spLocks noChangeShapeType="1"/>
          </p:cNvSpPr>
          <p:nvPr/>
        </p:nvSpPr>
        <p:spPr bwMode="auto">
          <a:xfrm flipV="1">
            <a:off x="465296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0" name="Line 54"/>
          <p:cNvSpPr>
            <a:spLocks noChangeShapeType="1"/>
          </p:cNvSpPr>
          <p:nvPr/>
        </p:nvSpPr>
        <p:spPr bwMode="auto">
          <a:xfrm>
            <a:off x="465296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1" name="Freeform 55"/>
          <p:cNvSpPr>
            <a:spLocks noChangeArrowheads="1"/>
          </p:cNvSpPr>
          <p:nvPr/>
        </p:nvSpPr>
        <p:spPr bwMode="auto">
          <a:xfrm>
            <a:off x="465296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2" name="Line 56"/>
          <p:cNvSpPr>
            <a:spLocks noChangeShapeType="1"/>
          </p:cNvSpPr>
          <p:nvPr/>
        </p:nvSpPr>
        <p:spPr bwMode="auto">
          <a:xfrm flipV="1">
            <a:off x="49037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3" name="Line 57"/>
          <p:cNvSpPr>
            <a:spLocks noChangeShapeType="1"/>
          </p:cNvSpPr>
          <p:nvPr/>
        </p:nvSpPr>
        <p:spPr bwMode="auto">
          <a:xfrm>
            <a:off x="49037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4" name="Freeform 58"/>
          <p:cNvSpPr>
            <a:spLocks noChangeArrowheads="1"/>
          </p:cNvSpPr>
          <p:nvPr/>
        </p:nvSpPr>
        <p:spPr bwMode="auto">
          <a:xfrm>
            <a:off x="49037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5" name="Line 59"/>
          <p:cNvSpPr>
            <a:spLocks noChangeShapeType="1"/>
          </p:cNvSpPr>
          <p:nvPr/>
        </p:nvSpPr>
        <p:spPr bwMode="auto">
          <a:xfrm flipV="1">
            <a:off x="50879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6" name="Line 60"/>
          <p:cNvSpPr>
            <a:spLocks noChangeShapeType="1"/>
          </p:cNvSpPr>
          <p:nvPr/>
        </p:nvSpPr>
        <p:spPr bwMode="auto">
          <a:xfrm>
            <a:off x="50879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7" name="Freeform 61"/>
          <p:cNvSpPr>
            <a:spLocks noChangeArrowheads="1"/>
          </p:cNvSpPr>
          <p:nvPr/>
        </p:nvSpPr>
        <p:spPr bwMode="auto">
          <a:xfrm>
            <a:off x="50879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8" name="Line 62"/>
          <p:cNvSpPr>
            <a:spLocks noChangeShapeType="1"/>
          </p:cNvSpPr>
          <p:nvPr/>
        </p:nvSpPr>
        <p:spPr bwMode="auto">
          <a:xfrm flipV="1">
            <a:off x="52419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9" name="Line 63"/>
          <p:cNvSpPr>
            <a:spLocks noChangeShapeType="1"/>
          </p:cNvSpPr>
          <p:nvPr/>
        </p:nvSpPr>
        <p:spPr bwMode="auto">
          <a:xfrm>
            <a:off x="52419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0" name="Freeform 64"/>
          <p:cNvSpPr>
            <a:spLocks noChangeArrowheads="1"/>
          </p:cNvSpPr>
          <p:nvPr/>
        </p:nvSpPr>
        <p:spPr bwMode="auto">
          <a:xfrm>
            <a:off x="52419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1" name="Line 65"/>
          <p:cNvSpPr>
            <a:spLocks noChangeShapeType="1"/>
          </p:cNvSpPr>
          <p:nvPr/>
        </p:nvSpPr>
        <p:spPr bwMode="auto">
          <a:xfrm flipV="1">
            <a:off x="53736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2" name="Line 66"/>
          <p:cNvSpPr>
            <a:spLocks noChangeShapeType="1"/>
          </p:cNvSpPr>
          <p:nvPr/>
        </p:nvSpPr>
        <p:spPr bwMode="auto">
          <a:xfrm>
            <a:off x="53736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3" name="Freeform 67"/>
          <p:cNvSpPr>
            <a:spLocks noChangeArrowheads="1"/>
          </p:cNvSpPr>
          <p:nvPr/>
        </p:nvSpPr>
        <p:spPr bwMode="auto">
          <a:xfrm>
            <a:off x="53736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4" name="Line 68"/>
          <p:cNvSpPr>
            <a:spLocks noChangeShapeType="1"/>
          </p:cNvSpPr>
          <p:nvPr/>
        </p:nvSpPr>
        <p:spPr bwMode="auto">
          <a:xfrm flipV="1">
            <a:off x="54832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5" name="Line 69"/>
          <p:cNvSpPr>
            <a:spLocks noChangeShapeType="1"/>
          </p:cNvSpPr>
          <p:nvPr/>
        </p:nvSpPr>
        <p:spPr bwMode="auto">
          <a:xfrm>
            <a:off x="54832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6" name="Freeform 70"/>
          <p:cNvSpPr>
            <a:spLocks noChangeArrowheads="1"/>
          </p:cNvSpPr>
          <p:nvPr/>
        </p:nvSpPr>
        <p:spPr bwMode="auto">
          <a:xfrm>
            <a:off x="54832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7" name="Line 71"/>
          <p:cNvSpPr>
            <a:spLocks noChangeShapeType="1"/>
          </p:cNvSpPr>
          <p:nvPr/>
        </p:nvSpPr>
        <p:spPr bwMode="auto">
          <a:xfrm flipV="1">
            <a:off x="55864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8" name="Line 72"/>
          <p:cNvSpPr>
            <a:spLocks noChangeShapeType="1"/>
          </p:cNvSpPr>
          <p:nvPr/>
        </p:nvSpPr>
        <p:spPr bwMode="auto">
          <a:xfrm>
            <a:off x="55864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9" name="Freeform 73"/>
          <p:cNvSpPr>
            <a:spLocks noChangeArrowheads="1"/>
          </p:cNvSpPr>
          <p:nvPr/>
        </p:nvSpPr>
        <p:spPr bwMode="auto">
          <a:xfrm>
            <a:off x="55864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0" name="Line 74"/>
          <p:cNvSpPr>
            <a:spLocks noChangeShapeType="1"/>
          </p:cNvSpPr>
          <p:nvPr/>
        </p:nvSpPr>
        <p:spPr bwMode="auto">
          <a:xfrm flipV="1">
            <a:off x="56737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1" name="Line 75"/>
          <p:cNvSpPr>
            <a:spLocks noChangeShapeType="1"/>
          </p:cNvSpPr>
          <p:nvPr/>
        </p:nvSpPr>
        <p:spPr bwMode="auto">
          <a:xfrm>
            <a:off x="56737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2" name="Freeform 76"/>
          <p:cNvSpPr>
            <a:spLocks noChangeArrowheads="1"/>
          </p:cNvSpPr>
          <p:nvPr/>
        </p:nvSpPr>
        <p:spPr bwMode="auto">
          <a:xfrm>
            <a:off x="56737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3" name="Line 77"/>
          <p:cNvSpPr>
            <a:spLocks noChangeShapeType="1"/>
          </p:cNvSpPr>
          <p:nvPr/>
        </p:nvSpPr>
        <p:spPr bwMode="auto">
          <a:xfrm flipV="1">
            <a:off x="5673725" y="3768725"/>
            <a:ext cx="1588" cy="58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4" name="Line 78"/>
          <p:cNvSpPr>
            <a:spLocks noChangeShapeType="1"/>
          </p:cNvSpPr>
          <p:nvPr/>
        </p:nvSpPr>
        <p:spPr bwMode="auto">
          <a:xfrm>
            <a:off x="5673725" y="2173288"/>
            <a:ext cx="1588" cy="508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5" name="Line 79"/>
          <p:cNvSpPr>
            <a:spLocks noChangeShapeType="1"/>
          </p:cNvSpPr>
          <p:nvPr/>
        </p:nvSpPr>
        <p:spPr bwMode="auto">
          <a:xfrm flipV="1">
            <a:off x="62626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6" name="Line 80"/>
          <p:cNvSpPr>
            <a:spLocks noChangeShapeType="1"/>
          </p:cNvSpPr>
          <p:nvPr/>
        </p:nvSpPr>
        <p:spPr bwMode="auto">
          <a:xfrm>
            <a:off x="62626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7" name="Freeform 81"/>
          <p:cNvSpPr>
            <a:spLocks noChangeArrowheads="1"/>
          </p:cNvSpPr>
          <p:nvPr/>
        </p:nvSpPr>
        <p:spPr bwMode="auto">
          <a:xfrm>
            <a:off x="62626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8" name="Line 82"/>
          <p:cNvSpPr>
            <a:spLocks noChangeShapeType="1"/>
          </p:cNvSpPr>
          <p:nvPr/>
        </p:nvSpPr>
        <p:spPr bwMode="auto">
          <a:xfrm flipV="1">
            <a:off x="65992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9" name="Line 83"/>
          <p:cNvSpPr>
            <a:spLocks noChangeShapeType="1"/>
          </p:cNvSpPr>
          <p:nvPr/>
        </p:nvSpPr>
        <p:spPr bwMode="auto">
          <a:xfrm>
            <a:off x="65992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0" name="Freeform 84"/>
          <p:cNvSpPr>
            <a:spLocks noChangeArrowheads="1"/>
          </p:cNvSpPr>
          <p:nvPr/>
        </p:nvSpPr>
        <p:spPr bwMode="auto">
          <a:xfrm>
            <a:off x="65992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1" name="Line 85"/>
          <p:cNvSpPr>
            <a:spLocks noChangeShapeType="1"/>
          </p:cNvSpPr>
          <p:nvPr/>
        </p:nvSpPr>
        <p:spPr bwMode="auto">
          <a:xfrm flipV="1">
            <a:off x="68421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2" name="Line 86"/>
          <p:cNvSpPr>
            <a:spLocks noChangeShapeType="1"/>
          </p:cNvSpPr>
          <p:nvPr/>
        </p:nvSpPr>
        <p:spPr bwMode="auto">
          <a:xfrm>
            <a:off x="68421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3" name="Freeform 87"/>
          <p:cNvSpPr>
            <a:spLocks noChangeArrowheads="1"/>
          </p:cNvSpPr>
          <p:nvPr/>
        </p:nvSpPr>
        <p:spPr bwMode="auto">
          <a:xfrm>
            <a:off x="68421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4" name="Line 88"/>
          <p:cNvSpPr>
            <a:spLocks noChangeShapeType="1"/>
          </p:cNvSpPr>
          <p:nvPr/>
        </p:nvSpPr>
        <p:spPr bwMode="auto">
          <a:xfrm flipV="1">
            <a:off x="70326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5" name="Line 89"/>
          <p:cNvSpPr>
            <a:spLocks noChangeShapeType="1"/>
          </p:cNvSpPr>
          <p:nvPr/>
        </p:nvSpPr>
        <p:spPr bwMode="auto">
          <a:xfrm>
            <a:off x="70326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6" name="Freeform 90"/>
          <p:cNvSpPr>
            <a:spLocks noChangeArrowheads="1"/>
          </p:cNvSpPr>
          <p:nvPr/>
        </p:nvSpPr>
        <p:spPr bwMode="auto">
          <a:xfrm>
            <a:off x="70326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7" name="Line 91"/>
          <p:cNvSpPr>
            <a:spLocks noChangeShapeType="1"/>
          </p:cNvSpPr>
          <p:nvPr/>
        </p:nvSpPr>
        <p:spPr bwMode="auto">
          <a:xfrm flipV="1">
            <a:off x="71866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8" name="Line 92"/>
          <p:cNvSpPr>
            <a:spLocks noChangeShapeType="1"/>
          </p:cNvSpPr>
          <p:nvPr/>
        </p:nvSpPr>
        <p:spPr bwMode="auto">
          <a:xfrm>
            <a:off x="71866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9" name="Freeform 93"/>
          <p:cNvSpPr>
            <a:spLocks noChangeArrowheads="1"/>
          </p:cNvSpPr>
          <p:nvPr/>
        </p:nvSpPr>
        <p:spPr bwMode="auto">
          <a:xfrm>
            <a:off x="71866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0" name="Line 94"/>
          <p:cNvSpPr>
            <a:spLocks noChangeShapeType="1"/>
          </p:cNvSpPr>
          <p:nvPr/>
        </p:nvSpPr>
        <p:spPr bwMode="auto">
          <a:xfrm flipV="1">
            <a:off x="731837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1" name="Line 95"/>
          <p:cNvSpPr>
            <a:spLocks noChangeShapeType="1"/>
          </p:cNvSpPr>
          <p:nvPr/>
        </p:nvSpPr>
        <p:spPr bwMode="auto">
          <a:xfrm>
            <a:off x="731837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2" name="Freeform 96"/>
          <p:cNvSpPr>
            <a:spLocks noChangeArrowheads="1"/>
          </p:cNvSpPr>
          <p:nvPr/>
        </p:nvSpPr>
        <p:spPr bwMode="auto">
          <a:xfrm>
            <a:off x="731837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3" name="Line 97"/>
          <p:cNvSpPr>
            <a:spLocks noChangeShapeType="1"/>
          </p:cNvSpPr>
          <p:nvPr/>
        </p:nvSpPr>
        <p:spPr bwMode="auto">
          <a:xfrm flipV="1">
            <a:off x="74279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4" name="Line 98"/>
          <p:cNvSpPr>
            <a:spLocks noChangeShapeType="1"/>
          </p:cNvSpPr>
          <p:nvPr/>
        </p:nvSpPr>
        <p:spPr bwMode="auto">
          <a:xfrm>
            <a:off x="74279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5" name="Freeform 99"/>
          <p:cNvSpPr>
            <a:spLocks noChangeArrowheads="1"/>
          </p:cNvSpPr>
          <p:nvPr/>
        </p:nvSpPr>
        <p:spPr bwMode="auto">
          <a:xfrm>
            <a:off x="74279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6" name="Line 100"/>
          <p:cNvSpPr>
            <a:spLocks noChangeShapeType="1"/>
          </p:cNvSpPr>
          <p:nvPr/>
        </p:nvSpPr>
        <p:spPr bwMode="auto">
          <a:xfrm flipV="1">
            <a:off x="752316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7" name="Line 101"/>
          <p:cNvSpPr>
            <a:spLocks noChangeShapeType="1"/>
          </p:cNvSpPr>
          <p:nvPr/>
        </p:nvSpPr>
        <p:spPr bwMode="auto">
          <a:xfrm>
            <a:off x="752316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8" name="Freeform 102"/>
          <p:cNvSpPr>
            <a:spLocks noChangeArrowheads="1"/>
          </p:cNvSpPr>
          <p:nvPr/>
        </p:nvSpPr>
        <p:spPr bwMode="auto">
          <a:xfrm>
            <a:off x="752316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9" name="Freeform 103"/>
          <p:cNvSpPr>
            <a:spLocks noChangeArrowheads="1"/>
          </p:cNvSpPr>
          <p:nvPr/>
        </p:nvSpPr>
        <p:spPr bwMode="auto">
          <a:xfrm>
            <a:off x="76215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0" name="Rectangle 104"/>
          <p:cNvSpPr>
            <a:spLocks noChangeArrowheads="1"/>
          </p:cNvSpPr>
          <p:nvPr/>
        </p:nvSpPr>
        <p:spPr bwMode="auto">
          <a:xfrm>
            <a:off x="1314450" y="3641725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-30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1" name="Line 105"/>
          <p:cNvSpPr>
            <a:spLocks noChangeShapeType="1"/>
          </p:cNvSpPr>
          <p:nvPr/>
        </p:nvSpPr>
        <p:spPr bwMode="auto">
          <a:xfrm flipH="1">
            <a:off x="7561263" y="3411538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2" name="Rectangle 106"/>
          <p:cNvSpPr>
            <a:spLocks noChangeArrowheads="1"/>
          </p:cNvSpPr>
          <p:nvPr/>
        </p:nvSpPr>
        <p:spPr bwMode="auto">
          <a:xfrm>
            <a:off x="1314450" y="3224213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-20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3" name="Line 107"/>
          <p:cNvSpPr>
            <a:spLocks noChangeShapeType="1"/>
          </p:cNvSpPr>
          <p:nvPr/>
        </p:nvSpPr>
        <p:spPr bwMode="auto">
          <a:xfrm flipH="1">
            <a:off x="7561263" y="2995613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4" name="Rectangle 108"/>
          <p:cNvSpPr>
            <a:spLocks noChangeArrowheads="1"/>
          </p:cNvSpPr>
          <p:nvPr/>
        </p:nvSpPr>
        <p:spPr bwMode="auto">
          <a:xfrm>
            <a:off x="1314450" y="2808288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-10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5" name="Line 109"/>
          <p:cNvSpPr>
            <a:spLocks noChangeShapeType="1"/>
          </p:cNvSpPr>
          <p:nvPr/>
        </p:nvSpPr>
        <p:spPr bwMode="auto">
          <a:xfrm flipH="1">
            <a:off x="7561263" y="2581275"/>
            <a:ext cx="603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6" name="Rectangle 110"/>
          <p:cNvSpPr>
            <a:spLocks noChangeArrowheads="1"/>
          </p:cNvSpPr>
          <p:nvPr/>
        </p:nvSpPr>
        <p:spPr bwMode="auto">
          <a:xfrm>
            <a:off x="1527175" y="23955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7" name="Rectangle 111"/>
          <p:cNvSpPr>
            <a:spLocks noChangeArrowheads="1"/>
          </p:cNvSpPr>
          <p:nvPr/>
        </p:nvSpPr>
        <p:spPr bwMode="auto">
          <a:xfrm>
            <a:off x="1423988" y="19875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10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8" name="Rectangle 112"/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0349" name="Freeform 113"/>
          <p:cNvSpPr>
            <a:spLocks noChangeArrowheads="1"/>
          </p:cNvSpPr>
          <p:nvPr/>
        </p:nvSpPr>
        <p:spPr bwMode="auto">
          <a:xfrm>
            <a:off x="17907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0" name="Freeform 114"/>
          <p:cNvSpPr>
            <a:spLocks noChangeArrowheads="1"/>
          </p:cNvSpPr>
          <p:nvPr/>
        </p:nvSpPr>
        <p:spPr bwMode="auto">
          <a:xfrm>
            <a:off x="37290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1" name="Freeform 115"/>
          <p:cNvSpPr>
            <a:spLocks noChangeArrowheads="1"/>
          </p:cNvSpPr>
          <p:nvPr/>
        </p:nvSpPr>
        <p:spPr bwMode="auto">
          <a:xfrm>
            <a:off x="56737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2" name="Freeform 116"/>
          <p:cNvSpPr>
            <a:spLocks noChangeArrowheads="1"/>
          </p:cNvSpPr>
          <p:nvPr/>
        </p:nvSpPr>
        <p:spPr bwMode="auto">
          <a:xfrm>
            <a:off x="76215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3" name="Freeform 117"/>
          <p:cNvSpPr>
            <a:spLocks noChangeArrowheads="1"/>
          </p:cNvSpPr>
          <p:nvPr/>
        </p:nvSpPr>
        <p:spPr bwMode="auto">
          <a:xfrm>
            <a:off x="1790700" y="5832475"/>
            <a:ext cx="5830888" cy="1588"/>
          </a:xfrm>
          <a:custGeom>
            <a:avLst/>
            <a:gdLst>
              <a:gd name="T0" fmla="*/ 0 w 794"/>
              <a:gd name="T1" fmla="*/ 0 h 1588"/>
              <a:gd name="T2" fmla="*/ 2147483646 w 794"/>
              <a:gd name="T3" fmla="*/ 0 h 15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8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4" name="Freeform 118"/>
          <p:cNvSpPr>
            <a:spLocks noChangeArrowheads="1"/>
          </p:cNvSpPr>
          <p:nvPr/>
        </p:nvSpPr>
        <p:spPr bwMode="auto">
          <a:xfrm>
            <a:off x="1790700" y="4999038"/>
            <a:ext cx="5830888" cy="3175"/>
          </a:xfrm>
          <a:custGeom>
            <a:avLst/>
            <a:gdLst>
              <a:gd name="T0" fmla="*/ 0 w 794"/>
              <a:gd name="T1" fmla="*/ 0 h 3175"/>
              <a:gd name="T2" fmla="*/ 2147483646 w 794"/>
              <a:gd name="T3" fmla="*/ 0 h 31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3175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5" name="Freeform 119"/>
          <p:cNvSpPr>
            <a:spLocks noChangeArrowheads="1"/>
          </p:cNvSpPr>
          <p:nvPr/>
        </p:nvSpPr>
        <p:spPr bwMode="auto">
          <a:xfrm>
            <a:off x="1790700" y="417671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6" name="Line 120"/>
          <p:cNvSpPr>
            <a:spLocks noChangeShapeType="1"/>
          </p:cNvSpPr>
          <p:nvPr/>
        </p:nvSpPr>
        <p:spPr bwMode="auto">
          <a:xfrm>
            <a:off x="1790700" y="4176713"/>
            <a:ext cx="582136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7" name="Freeform 121"/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custGeom>
            <a:avLst/>
            <a:gdLst>
              <a:gd name="T0" fmla="*/ 0 w 793"/>
              <a:gd name="T1" fmla="*/ 2147483646 h 227"/>
              <a:gd name="T2" fmla="*/ 2147483646 w 793"/>
              <a:gd name="T3" fmla="*/ 2147483646 h 227"/>
              <a:gd name="T4" fmla="*/ 2147483646 w 793"/>
              <a:gd name="T5" fmla="*/ 0 h 2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7">
                <a:moveTo>
                  <a:pt x="0" y="227"/>
                </a:moveTo>
                <a:lnTo>
                  <a:pt x="793" y="227"/>
                </a:lnTo>
                <a:lnTo>
                  <a:pt x="793" y="0"/>
                </a:ln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8" name="Line 122"/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9" name="Line 123"/>
          <p:cNvSpPr>
            <a:spLocks noChangeShapeType="1"/>
          </p:cNvSpPr>
          <p:nvPr/>
        </p:nvSpPr>
        <p:spPr bwMode="auto">
          <a:xfrm>
            <a:off x="1790700" y="5832475"/>
            <a:ext cx="582136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0" name="Line 124"/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1" name="Line 125"/>
          <p:cNvSpPr>
            <a:spLocks noChangeShapeType="1"/>
          </p:cNvSpPr>
          <p:nvPr/>
        </p:nvSpPr>
        <p:spPr bwMode="auto">
          <a:xfrm flipV="1">
            <a:off x="17907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2" name="Line 126"/>
          <p:cNvSpPr>
            <a:spLocks noChangeShapeType="1"/>
          </p:cNvSpPr>
          <p:nvPr/>
        </p:nvSpPr>
        <p:spPr bwMode="auto">
          <a:xfrm>
            <a:off x="17907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3" name="Freeform 127"/>
          <p:cNvSpPr>
            <a:spLocks noChangeArrowheads="1"/>
          </p:cNvSpPr>
          <p:nvPr/>
        </p:nvSpPr>
        <p:spPr bwMode="auto">
          <a:xfrm>
            <a:off x="17907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4" name="Line 128"/>
          <p:cNvSpPr>
            <a:spLocks noChangeShapeType="1"/>
          </p:cNvSpPr>
          <p:nvPr/>
        </p:nvSpPr>
        <p:spPr bwMode="auto">
          <a:xfrm flipV="1">
            <a:off x="1790700" y="5772150"/>
            <a:ext cx="1588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5" name="Line 129"/>
          <p:cNvSpPr>
            <a:spLocks noChangeShapeType="1"/>
          </p:cNvSpPr>
          <p:nvPr/>
        </p:nvSpPr>
        <p:spPr bwMode="auto">
          <a:xfrm>
            <a:off x="1790700" y="4176713"/>
            <a:ext cx="1588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6" name="Line 130"/>
          <p:cNvSpPr>
            <a:spLocks noChangeShapeType="1"/>
          </p:cNvSpPr>
          <p:nvPr/>
        </p:nvSpPr>
        <p:spPr bwMode="auto">
          <a:xfrm flipV="1">
            <a:off x="23701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7" name="Line 131"/>
          <p:cNvSpPr>
            <a:spLocks noChangeShapeType="1"/>
          </p:cNvSpPr>
          <p:nvPr/>
        </p:nvSpPr>
        <p:spPr bwMode="auto">
          <a:xfrm>
            <a:off x="23701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8" name="Freeform 132"/>
          <p:cNvSpPr>
            <a:spLocks noChangeArrowheads="1"/>
          </p:cNvSpPr>
          <p:nvPr/>
        </p:nvSpPr>
        <p:spPr bwMode="auto">
          <a:xfrm>
            <a:off x="23701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9" name="Line 133"/>
          <p:cNvSpPr>
            <a:spLocks noChangeShapeType="1"/>
          </p:cNvSpPr>
          <p:nvPr/>
        </p:nvSpPr>
        <p:spPr bwMode="auto">
          <a:xfrm flipV="1">
            <a:off x="2714625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0" name="Line 134"/>
          <p:cNvSpPr>
            <a:spLocks noChangeShapeType="1"/>
          </p:cNvSpPr>
          <p:nvPr/>
        </p:nvSpPr>
        <p:spPr bwMode="auto">
          <a:xfrm>
            <a:off x="2714625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1" name="Freeform 135"/>
          <p:cNvSpPr>
            <a:spLocks noChangeArrowheads="1"/>
          </p:cNvSpPr>
          <p:nvPr/>
        </p:nvSpPr>
        <p:spPr bwMode="auto">
          <a:xfrm>
            <a:off x="2714625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2" name="Line 136"/>
          <p:cNvSpPr>
            <a:spLocks noChangeShapeType="1"/>
          </p:cNvSpPr>
          <p:nvPr/>
        </p:nvSpPr>
        <p:spPr bwMode="auto">
          <a:xfrm flipV="1">
            <a:off x="29591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3" name="Line 137"/>
          <p:cNvSpPr>
            <a:spLocks noChangeShapeType="1"/>
          </p:cNvSpPr>
          <p:nvPr/>
        </p:nvSpPr>
        <p:spPr bwMode="auto">
          <a:xfrm>
            <a:off x="29591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4" name="Freeform 138"/>
          <p:cNvSpPr>
            <a:spLocks noChangeArrowheads="1"/>
          </p:cNvSpPr>
          <p:nvPr/>
        </p:nvSpPr>
        <p:spPr bwMode="auto">
          <a:xfrm>
            <a:off x="29591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5" name="Line 139"/>
          <p:cNvSpPr>
            <a:spLocks noChangeShapeType="1"/>
          </p:cNvSpPr>
          <p:nvPr/>
        </p:nvSpPr>
        <p:spPr bwMode="auto">
          <a:xfrm flipV="1">
            <a:off x="314325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6" name="Line 140"/>
          <p:cNvSpPr>
            <a:spLocks noChangeShapeType="1"/>
          </p:cNvSpPr>
          <p:nvPr/>
        </p:nvSpPr>
        <p:spPr bwMode="auto">
          <a:xfrm>
            <a:off x="314325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7" name="Freeform 141"/>
          <p:cNvSpPr>
            <a:spLocks noChangeArrowheads="1"/>
          </p:cNvSpPr>
          <p:nvPr/>
        </p:nvSpPr>
        <p:spPr bwMode="auto">
          <a:xfrm>
            <a:off x="314325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8" name="Line 142"/>
          <p:cNvSpPr>
            <a:spLocks noChangeShapeType="1"/>
          </p:cNvSpPr>
          <p:nvPr/>
        </p:nvSpPr>
        <p:spPr bwMode="auto">
          <a:xfrm flipV="1">
            <a:off x="329565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9" name="Line 143"/>
          <p:cNvSpPr>
            <a:spLocks noChangeShapeType="1"/>
          </p:cNvSpPr>
          <p:nvPr/>
        </p:nvSpPr>
        <p:spPr bwMode="auto">
          <a:xfrm>
            <a:off x="329565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0" name="Freeform 144"/>
          <p:cNvSpPr>
            <a:spLocks noChangeArrowheads="1"/>
          </p:cNvSpPr>
          <p:nvPr/>
        </p:nvSpPr>
        <p:spPr bwMode="auto">
          <a:xfrm>
            <a:off x="329565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1" name="Line 145"/>
          <p:cNvSpPr>
            <a:spLocks noChangeShapeType="1"/>
          </p:cNvSpPr>
          <p:nvPr/>
        </p:nvSpPr>
        <p:spPr bwMode="auto">
          <a:xfrm flipV="1">
            <a:off x="34290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2" name="Line 146"/>
          <p:cNvSpPr>
            <a:spLocks noChangeShapeType="1"/>
          </p:cNvSpPr>
          <p:nvPr/>
        </p:nvSpPr>
        <p:spPr bwMode="auto">
          <a:xfrm>
            <a:off x="34290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3" name="Freeform 147"/>
          <p:cNvSpPr>
            <a:spLocks noChangeArrowheads="1"/>
          </p:cNvSpPr>
          <p:nvPr/>
        </p:nvSpPr>
        <p:spPr bwMode="auto">
          <a:xfrm>
            <a:off x="34290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4" name="Line 148"/>
          <p:cNvSpPr>
            <a:spLocks noChangeShapeType="1"/>
          </p:cNvSpPr>
          <p:nvPr/>
        </p:nvSpPr>
        <p:spPr bwMode="auto">
          <a:xfrm flipV="1">
            <a:off x="35448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5" name="Line 149"/>
          <p:cNvSpPr>
            <a:spLocks noChangeShapeType="1"/>
          </p:cNvSpPr>
          <p:nvPr/>
        </p:nvSpPr>
        <p:spPr bwMode="auto">
          <a:xfrm>
            <a:off x="35448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6" name="Freeform 150"/>
          <p:cNvSpPr>
            <a:spLocks noChangeArrowheads="1"/>
          </p:cNvSpPr>
          <p:nvPr/>
        </p:nvSpPr>
        <p:spPr bwMode="auto">
          <a:xfrm>
            <a:off x="35448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7" name="Line 151"/>
          <p:cNvSpPr>
            <a:spLocks noChangeShapeType="1"/>
          </p:cNvSpPr>
          <p:nvPr/>
        </p:nvSpPr>
        <p:spPr bwMode="auto">
          <a:xfrm flipV="1">
            <a:off x="36401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8" name="Line 152"/>
          <p:cNvSpPr>
            <a:spLocks noChangeShapeType="1"/>
          </p:cNvSpPr>
          <p:nvPr/>
        </p:nvSpPr>
        <p:spPr bwMode="auto">
          <a:xfrm>
            <a:off x="36401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9" name="Freeform 153"/>
          <p:cNvSpPr>
            <a:spLocks noChangeArrowheads="1"/>
          </p:cNvSpPr>
          <p:nvPr/>
        </p:nvSpPr>
        <p:spPr bwMode="auto">
          <a:xfrm>
            <a:off x="36401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0" name="Line 154"/>
          <p:cNvSpPr>
            <a:spLocks noChangeShapeType="1"/>
          </p:cNvSpPr>
          <p:nvPr/>
        </p:nvSpPr>
        <p:spPr bwMode="auto">
          <a:xfrm flipV="1">
            <a:off x="37290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1" name="Line 155"/>
          <p:cNvSpPr>
            <a:spLocks noChangeShapeType="1"/>
          </p:cNvSpPr>
          <p:nvPr/>
        </p:nvSpPr>
        <p:spPr bwMode="auto">
          <a:xfrm>
            <a:off x="37290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2" name="Freeform 156"/>
          <p:cNvSpPr>
            <a:spLocks noChangeArrowheads="1"/>
          </p:cNvSpPr>
          <p:nvPr/>
        </p:nvSpPr>
        <p:spPr bwMode="auto">
          <a:xfrm>
            <a:off x="37290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3" name="Line 157"/>
          <p:cNvSpPr>
            <a:spLocks noChangeShapeType="1"/>
          </p:cNvSpPr>
          <p:nvPr/>
        </p:nvSpPr>
        <p:spPr bwMode="auto">
          <a:xfrm flipV="1">
            <a:off x="3729038" y="5772150"/>
            <a:ext cx="1587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4" name="Line 158"/>
          <p:cNvSpPr>
            <a:spLocks noChangeShapeType="1"/>
          </p:cNvSpPr>
          <p:nvPr/>
        </p:nvSpPr>
        <p:spPr bwMode="auto">
          <a:xfrm>
            <a:off x="3729038" y="4176713"/>
            <a:ext cx="1587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5" name="Line 159"/>
          <p:cNvSpPr>
            <a:spLocks noChangeShapeType="1"/>
          </p:cNvSpPr>
          <p:nvPr/>
        </p:nvSpPr>
        <p:spPr bwMode="auto">
          <a:xfrm flipV="1">
            <a:off x="43180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6" name="Line 160"/>
          <p:cNvSpPr>
            <a:spLocks noChangeShapeType="1"/>
          </p:cNvSpPr>
          <p:nvPr/>
        </p:nvSpPr>
        <p:spPr bwMode="auto">
          <a:xfrm>
            <a:off x="43180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7" name="Freeform 161"/>
          <p:cNvSpPr>
            <a:spLocks noChangeArrowheads="1"/>
          </p:cNvSpPr>
          <p:nvPr/>
        </p:nvSpPr>
        <p:spPr bwMode="auto">
          <a:xfrm>
            <a:off x="43180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8" name="Line 162"/>
          <p:cNvSpPr>
            <a:spLocks noChangeShapeType="1"/>
          </p:cNvSpPr>
          <p:nvPr/>
        </p:nvSpPr>
        <p:spPr bwMode="auto">
          <a:xfrm flipV="1">
            <a:off x="465296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9" name="Line 163"/>
          <p:cNvSpPr>
            <a:spLocks noChangeShapeType="1"/>
          </p:cNvSpPr>
          <p:nvPr/>
        </p:nvSpPr>
        <p:spPr bwMode="auto">
          <a:xfrm>
            <a:off x="465296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0" name="Freeform 164"/>
          <p:cNvSpPr>
            <a:spLocks noChangeArrowheads="1"/>
          </p:cNvSpPr>
          <p:nvPr/>
        </p:nvSpPr>
        <p:spPr bwMode="auto">
          <a:xfrm>
            <a:off x="465296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1" name="Line 165"/>
          <p:cNvSpPr>
            <a:spLocks noChangeShapeType="1"/>
          </p:cNvSpPr>
          <p:nvPr/>
        </p:nvSpPr>
        <p:spPr bwMode="auto">
          <a:xfrm flipV="1">
            <a:off x="49037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2" name="Line 166"/>
          <p:cNvSpPr>
            <a:spLocks noChangeShapeType="1"/>
          </p:cNvSpPr>
          <p:nvPr/>
        </p:nvSpPr>
        <p:spPr bwMode="auto">
          <a:xfrm>
            <a:off x="49037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3" name="Freeform 167"/>
          <p:cNvSpPr>
            <a:spLocks noChangeArrowheads="1"/>
          </p:cNvSpPr>
          <p:nvPr/>
        </p:nvSpPr>
        <p:spPr bwMode="auto">
          <a:xfrm>
            <a:off x="49037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4" name="Line 168"/>
          <p:cNvSpPr>
            <a:spLocks noChangeShapeType="1"/>
          </p:cNvSpPr>
          <p:nvPr/>
        </p:nvSpPr>
        <p:spPr bwMode="auto">
          <a:xfrm flipV="1">
            <a:off x="50879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5" name="Line 169"/>
          <p:cNvSpPr>
            <a:spLocks noChangeShapeType="1"/>
          </p:cNvSpPr>
          <p:nvPr/>
        </p:nvSpPr>
        <p:spPr bwMode="auto">
          <a:xfrm>
            <a:off x="50879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6" name="Freeform 170"/>
          <p:cNvSpPr>
            <a:spLocks noChangeArrowheads="1"/>
          </p:cNvSpPr>
          <p:nvPr/>
        </p:nvSpPr>
        <p:spPr bwMode="auto">
          <a:xfrm>
            <a:off x="50879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7" name="Line 171"/>
          <p:cNvSpPr>
            <a:spLocks noChangeShapeType="1"/>
          </p:cNvSpPr>
          <p:nvPr/>
        </p:nvSpPr>
        <p:spPr bwMode="auto">
          <a:xfrm flipV="1">
            <a:off x="52419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8" name="Line 172"/>
          <p:cNvSpPr>
            <a:spLocks noChangeShapeType="1"/>
          </p:cNvSpPr>
          <p:nvPr/>
        </p:nvSpPr>
        <p:spPr bwMode="auto">
          <a:xfrm>
            <a:off x="52419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9" name="Freeform 173"/>
          <p:cNvSpPr>
            <a:spLocks noChangeArrowheads="1"/>
          </p:cNvSpPr>
          <p:nvPr/>
        </p:nvSpPr>
        <p:spPr bwMode="auto">
          <a:xfrm>
            <a:off x="52419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0" name="Line 174"/>
          <p:cNvSpPr>
            <a:spLocks noChangeShapeType="1"/>
          </p:cNvSpPr>
          <p:nvPr/>
        </p:nvSpPr>
        <p:spPr bwMode="auto">
          <a:xfrm flipV="1">
            <a:off x="53736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1" name="Line 175"/>
          <p:cNvSpPr>
            <a:spLocks noChangeShapeType="1"/>
          </p:cNvSpPr>
          <p:nvPr/>
        </p:nvSpPr>
        <p:spPr bwMode="auto">
          <a:xfrm>
            <a:off x="53736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2" name="Freeform 176"/>
          <p:cNvSpPr>
            <a:spLocks noChangeArrowheads="1"/>
          </p:cNvSpPr>
          <p:nvPr/>
        </p:nvSpPr>
        <p:spPr bwMode="auto">
          <a:xfrm>
            <a:off x="53736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3" name="Line 177"/>
          <p:cNvSpPr>
            <a:spLocks noChangeShapeType="1"/>
          </p:cNvSpPr>
          <p:nvPr/>
        </p:nvSpPr>
        <p:spPr bwMode="auto">
          <a:xfrm flipV="1">
            <a:off x="54832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4" name="Line 178"/>
          <p:cNvSpPr>
            <a:spLocks noChangeShapeType="1"/>
          </p:cNvSpPr>
          <p:nvPr/>
        </p:nvSpPr>
        <p:spPr bwMode="auto">
          <a:xfrm>
            <a:off x="54832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5" name="Freeform 179"/>
          <p:cNvSpPr>
            <a:spLocks noChangeArrowheads="1"/>
          </p:cNvSpPr>
          <p:nvPr/>
        </p:nvSpPr>
        <p:spPr bwMode="auto">
          <a:xfrm>
            <a:off x="54832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6" name="Line 180"/>
          <p:cNvSpPr>
            <a:spLocks noChangeShapeType="1"/>
          </p:cNvSpPr>
          <p:nvPr/>
        </p:nvSpPr>
        <p:spPr bwMode="auto">
          <a:xfrm flipV="1">
            <a:off x="55864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7" name="Line 181"/>
          <p:cNvSpPr>
            <a:spLocks noChangeShapeType="1"/>
          </p:cNvSpPr>
          <p:nvPr/>
        </p:nvSpPr>
        <p:spPr bwMode="auto">
          <a:xfrm>
            <a:off x="55864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8" name="Freeform 182"/>
          <p:cNvSpPr>
            <a:spLocks noChangeArrowheads="1"/>
          </p:cNvSpPr>
          <p:nvPr/>
        </p:nvSpPr>
        <p:spPr bwMode="auto">
          <a:xfrm>
            <a:off x="55864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9" name="Line 183"/>
          <p:cNvSpPr>
            <a:spLocks noChangeShapeType="1"/>
          </p:cNvSpPr>
          <p:nvPr/>
        </p:nvSpPr>
        <p:spPr bwMode="auto">
          <a:xfrm flipV="1">
            <a:off x="56737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0" name="Line 184"/>
          <p:cNvSpPr>
            <a:spLocks noChangeShapeType="1"/>
          </p:cNvSpPr>
          <p:nvPr/>
        </p:nvSpPr>
        <p:spPr bwMode="auto">
          <a:xfrm>
            <a:off x="56737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1" name="Freeform 185"/>
          <p:cNvSpPr>
            <a:spLocks noChangeArrowheads="1"/>
          </p:cNvSpPr>
          <p:nvPr/>
        </p:nvSpPr>
        <p:spPr bwMode="auto">
          <a:xfrm>
            <a:off x="56737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2" name="Line 186"/>
          <p:cNvSpPr>
            <a:spLocks noChangeShapeType="1"/>
          </p:cNvSpPr>
          <p:nvPr/>
        </p:nvSpPr>
        <p:spPr bwMode="auto">
          <a:xfrm flipV="1">
            <a:off x="5673725" y="5772150"/>
            <a:ext cx="1588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3" name="Line 187"/>
          <p:cNvSpPr>
            <a:spLocks noChangeShapeType="1"/>
          </p:cNvSpPr>
          <p:nvPr/>
        </p:nvSpPr>
        <p:spPr bwMode="auto">
          <a:xfrm>
            <a:off x="5673725" y="4176713"/>
            <a:ext cx="1588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4" name="Line 188"/>
          <p:cNvSpPr>
            <a:spLocks noChangeShapeType="1"/>
          </p:cNvSpPr>
          <p:nvPr/>
        </p:nvSpPr>
        <p:spPr bwMode="auto">
          <a:xfrm flipV="1">
            <a:off x="62626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5" name="Line 189"/>
          <p:cNvSpPr>
            <a:spLocks noChangeShapeType="1"/>
          </p:cNvSpPr>
          <p:nvPr/>
        </p:nvSpPr>
        <p:spPr bwMode="auto">
          <a:xfrm>
            <a:off x="62626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6" name="Freeform 190"/>
          <p:cNvSpPr>
            <a:spLocks noChangeArrowheads="1"/>
          </p:cNvSpPr>
          <p:nvPr/>
        </p:nvSpPr>
        <p:spPr bwMode="auto">
          <a:xfrm>
            <a:off x="62626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7" name="Line 191"/>
          <p:cNvSpPr>
            <a:spLocks noChangeShapeType="1"/>
          </p:cNvSpPr>
          <p:nvPr/>
        </p:nvSpPr>
        <p:spPr bwMode="auto">
          <a:xfrm flipV="1">
            <a:off x="65992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8" name="Line 192"/>
          <p:cNvSpPr>
            <a:spLocks noChangeShapeType="1"/>
          </p:cNvSpPr>
          <p:nvPr/>
        </p:nvSpPr>
        <p:spPr bwMode="auto">
          <a:xfrm>
            <a:off x="65992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9" name="Freeform 193"/>
          <p:cNvSpPr>
            <a:spLocks noChangeArrowheads="1"/>
          </p:cNvSpPr>
          <p:nvPr/>
        </p:nvSpPr>
        <p:spPr bwMode="auto">
          <a:xfrm>
            <a:off x="65992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0" name="Line 194"/>
          <p:cNvSpPr>
            <a:spLocks noChangeShapeType="1"/>
          </p:cNvSpPr>
          <p:nvPr/>
        </p:nvSpPr>
        <p:spPr bwMode="auto">
          <a:xfrm flipV="1">
            <a:off x="68421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1" name="Line 195"/>
          <p:cNvSpPr>
            <a:spLocks noChangeShapeType="1"/>
          </p:cNvSpPr>
          <p:nvPr/>
        </p:nvSpPr>
        <p:spPr bwMode="auto">
          <a:xfrm>
            <a:off x="68421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2" name="Freeform 196"/>
          <p:cNvSpPr>
            <a:spLocks noChangeArrowheads="1"/>
          </p:cNvSpPr>
          <p:nvPr/>
        </p:nvSpPr>
        <p:spPr bwMode="auto">
          <a:xfrm>
            <a:off x="68421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3" name="Line 197"/>
          <p:cNvSpPr>
            <a:spLocks noChangeShapeType="1"/>
          </p:cNvSpPr>
          <p:nvPr/>
        </p:nvSpPr>
        <p:spPr bwMode="auto">
          <a:xfrm flipV="1">
            <a:off x="70326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4" name="Line 198"/>
          <p:cNvSpPr>
            <a:spLocks noChangeShapeType="1"/>
          </p:cNvSpPr>
          <p:nvPr/>
        </p:nvSpPr>
        <p:spPr bwMode="auto">
          <a:xfrm>
            <a:off x="70326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5" name="Freeform 199"/>
          <p:cNvSpPr>
            <a:spLocks noChangeArrowheads="1"/>
          </p:cNvSpPr>
          <p:nvPr/>
        </p:nvSpPr>
        <p:spPr bwMode="auto">
          <a:xfrm>
            <a:off x="70326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6" name="Line 200"/>
          <p:cNvSpPr>
            <a:spLocks noChangeShapeType="1"/>
          </p:cNvSpPr>
          <p:nvPr/>
        </p:nvSpPr>
        <p:spPr bwMode="auto">
          <a:xfrm flipV="1">
            <a:off x="71866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7" name="Line 201"/>
          <p:cNvSpPr>
            <a:spLocks noChangeShapeType="1"/>
          </p:cNvSpPr>
          <p:nvPr/>
        </p:nvSpPr>
        <p:spPr bwMode="auto">
          <a:xfrm>
            <a:off x="71866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8" name="Freeform 202"/>
          <p:cNvSpPr>
            <a:spLocks noChangeArrowheads="1"/>
          </p:cNvSpPr>
          <p:nvPr/>
        </p:nvSpPr>
        <p:spPr bwMode="auto">
          <a:xfrm>
            <a:off x="71866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39" name="Line 203"/>
          <p:cNvSpPr>
            <a:spLocks noChangeShapeType="1"/>
          </p:cNvSpPr>
          <p:nvPr/>
        </p:nvSpPr>
        <p:spPr bwMode="auto">
          <a:xfrm flipV="1">
            <a:off x="731837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0" name="Line 204"/>
          <p:cNvSpPr>
            <a:spLocks noChangeShapeType="1"/>
          </p:cNvSpPr>
          <p:nvPr/>
        </p:nvSpPr>
        <p:spPr bwMode="auto">
          <a:xfrm>
            <a:off x="731837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1" name="Freeform 205"/>
          <p:cNvSpPr>
            <a:spLocks noChangeArrowheads="1"/>
          </p:cNvSpPr>
          <p:nvPr/>
        </p:nvSpPr>
        <p:spPr bwMode="auto">
          <a:xfrm>
            <a:off x="731837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2" name="Line 206"/>
          <p:cNvSpPr>
            <a:spLocks noChangeShapeType="1"/>
          </p:cNvSpPr>
          <p:nvPr/>
        </p:nvSpPr>
        <p:spPr bwMode="auto">
          <a:xfrm flipV="1">
            <a:off x="74279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3" name="Line 207"/>
          <p:cNvSpPr>
            <a:spLocks noChangeShapeType="1"/>
          </p:cNvSpPr>
          <p:nvPr/>
        </p:nvSpPr>
        <p:spPr bwMode="auto">
          <a:xfrm>
            <a:off x="74279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4" name="Freeform 208"/>
          <p:cNvSpPr>
            <a:spLocks noChangeArrowheads="1"/>
          </p:cNvSpPr>
          <p:nvPr/>
        </p:nvSpPr>
        <p:spPr bwMode="auto">
          <a:xfrm>
            <a:off x="74279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" name="Line 209"/>
          <p:cNvSpPr>
            <a:spLocks noChangeShapeType="1"/>
          </p:cNvSpPr>
          <p:nvPr/>
        </p:nvSpPr>
        <p:spPr bwMode="auto">
          <a:xfrm flipV="1">
            <a:off x="752316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6" name="Line 210"/>
          <p:cNvSpPr>
            <a:spLocks noChangeShapeType="1"/>
          </p:cNvSpPr>
          <p:nvPr/>
        </p:nvSpPr>
        <p:spPr bwMode="auto">
          <a:xfrm>
            <a:off x="752316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" name="Freeform 211"/>
          <p:cNvSpPr>
            <a:spLocks noChangeArrowheads="1"/>
          </p:cNvSpPr>
          <p:nvPr/>
        </p:nvSpPr>
        <p:spPr bwMode="auto">
          <a:xfrm>
            <a:off x="752316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8" name="Freeform 212"/>
          <p:cNvSpPr>
            <a:spLocks noChangeArrowheads="1"/>
          </p:cNvSpPr>
          <p:nvPr/>
        </p:nvSpPr>
        <p:spPr bwMode="auto">
          <a:xfrm>
            <a:off x="76215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9" name="Line 213"/>
          <p:cNvSpPr>
            <a:spLocks noChangeShapeType="1"/>
          </p:cNvSpPr>
          <p:nvPr/>
        </p:nvSpPr>
        <p:spPr bwMode="auto">
          <a:xfrm>
            <a:off x="1790700" y="5832475"/>
            <a:ext cx="523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0" name="Line 214"/>
          <p:cNvSpPr>
            <a:spLocks noChangeShapeType="1"/>
          </p:cNvSpPr>
          <p:nvPr/>
        </p:nvSpPr>
        <p:spPr bwMode="auto">
          <a:xfrm flipH="1">
            <a:off x="7561263" y="5832475"/>
            <a:ext cx="603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1" name="Rectangle 215"/>
          <p:cNvSpPr>
            <a:spLocks noChangeArrowheads="1"/>
          </p:cNvSpPr>
          <p:nvPr/>
        </p:nvSpPr>
        <p:spPr bwMode="auto">
          <a:xfrm>
            <a:off x="1271588" y="5664200"/>
            <a:ext cx="609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-90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10452" name="Line 216"/>
          <p:cNvSpPr>
            <a:spLocks noChangeShapeType="1"/>
          </p:cNvSpPr>
          <p:nvPr/>
        </p:nvSpPr>
        <p:spPr bwMode="auto">
          <a:xfrm>
            <a:off x="1790700" y="4999038"/>
            <a:ext cx="52388" cy="31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3" name="Line 217"/>
          <p:cNvSpPr>
            <a:spLocks noChangeShapeType="1"/>
          </p:cNvSpPr>
          <p:nvPr/>
        </p:nvSpPr>
        <p:spPr bwMode="auto">
          <a:xfrm flipH="1">
            <a:off x="7561263" y="4999038"/>
            <a:ext cx="60325" cy="31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4" name="Rectangle 218"/>
          <p:cNvSpPr>
            <a:spLocks noChangeArrowheads="1"/>
          </p:cNvSpPr>
          <p:nvPr/>
        </p:nvSpPr>
        <p:spPr bwMode="auto">
          <a:xfrm>
            <a:off x="1271588" y="4833938"/>
            <a:ext cx="71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-45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10455" name="Line 219"/>
          <p:cNvSpPr>
            <a:spLocks noChangeShapeType="1"/>
          </p:cNvSpPr>
          <p:nvPr/>
        </p:nvSpPr>
        <p:spPr bwMode="auto">
          <a:xfrm>
            <a:off x="1790700" y="4176713"/>
            <a:ext cx="523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6" name="Line 220"/>
          <p:cNvSpPr>
            <a:spLocks noChangeShapeType="1"/>
          </p:cNvSpPr>
          <p:nvPr/>
        </p:nvSpPr>
        <p:spPr bwMode="auto">
          <a:xfrm flipH="1">
            <a:off x="7561263" y="4176713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7" name="Rectangle 221"/>
          <p:cNvSpPr>
            <a:spLocks noChangeArrowheads="1"/>
          </p:cNvSpPr>
          <p:nvPr/>
        </p:nvSpPr>
        <p:spPr bwMode="auto">
          <a:xfrm>
            <a:off x="1487488" y="4048125"/>
            <a:ext cx="427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0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10458" name="Line 222"/>
          <p:cNvSpPr>
            <a:spLocks noChangeShapeType="1"/>
          </p:cNvSpPr>
          <p:nvPr/>
        </p:nvSpPr>
        <p:spPr bwMode="auto">
          <a:xfrm>
            <a:off x="1790700" y="4176713"/>
            <a:ext cx="5821363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59" name="Freeform 223"/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custGeom>
            <a:avLst/>
            <a:gdLst>
              <a:gd name="T0" fmla="*/ 0 w 793"/>
              <a:gd name="T1" fmla="*/ 2147483646 h 227"/>
              <a:gd name="T2" fmla="*/ 2147483646 w 793"/>
              <a:gd name="T3" fmla="*/ 2147483646 h 227"/>
              <a:gd name="T4" fmla="*/ 2147483646 w 793"/>
              <a:gd name="T5" fmla="*/ 0 h 2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7">
                <a:moveTo>
                  <a:pt x="0" y="227"/>
                </a:moveTo>
                <a:lnTo>
                  <a:pt x="793" y="227"/>
                </a:lnTo>
                <a:lnTo>
                  <a:pt x="793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0" name="Line 224"/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61" name="Group 225"/>
          <p:cNvGrpSpPr>
            <a:grpSpLocks/>
          </p:cNvGrpSpPr>
          <p:nvPr/>
        </p:nvGrpSpPr>
        <p:grpSpPr bwMode="auto">
          <a:xfrm>
            <a:off x="1790700" y="4191000"/>
            <a:ext cx="5821363" cy="1581150"/>
            <a:chOff x="2492" y="2742"/>
            <a:chExt cx="2751" cy="845"/>
          </a:xfrm>
        </p:grpSpPr>
        <p:sp>
          <p:nvSpPr>
            <p:cNvPr id="10489" name="Freeform 226"/>
            <p:cNvSpPr>
              <a:spLocks noChangeArrowheads="1"/>
            </p:cNvSpPr>
            <p:nvPr/>
          </p:nvSpPr>
          <p:spPr bwMode="auto">
            <a:xfrm>
              <a:off x="2492" y="2742"/>
              <a:ext cx="1048" cy="144"/>
            </a:xfrm>
            <a:custGeom>
              <a:avLst/>
              <a:gdLst>
                <a:gd name="T0" fmla="*/ 70 w 1048"/>
                <a:gd name="T1" fmla="*/ 4 h 144"/>
                <a:gd name="T2" fmla="*/ 160 w 1048"/>
                <a:gd name="T3" fmla="*/ 8 h 144"/>
                <a:gd name="T4" fmla="*/ 233 w 1048"/>
                <a:gd name="T5" fmla="*/ 12 h 144"/>
                <a:gd name="T6" fmla="*/ 295 w 1048"/>
                <a:gd name="T7" fmla="*/ 16 h 144"/>
                <a:gd name="T8" fmla="*/ 347 w 1048"/>
                <a:gd name="T9" fmla="*/ 16 h 144"/>
                <a:gd name="T10" fmla="*/ 396 w 1048"/>
                <a:gd name="T11" fmla="*/ 20 h 144"/>
                <a:gd name="T12" fmla="*/ 437 w 1048"/>
                <a:gd name="T13" fmla="*/ 23 h 144"/>
                <a:gd name="T14" fmla="*/ 476 w 1048"/>
                <a:gd name="T15" fmla="*/ 27 h 144"/>
                <a:gd name="T16" fmla="*/ 510 w 1048"/>
                <a:gd name="T17" fmla="*/ 31 h 144"/>
                <a:gd name="T18" fmla="*/ 541 w 1048"/>
                <a:gd name="T19" fmla="*/ 35 h 144"/>
                <a:gd name="T20" fmla="*/ 569 w 1048"/>
                <a:gd name="T21" fmla="*/ 39 h 144"/>
                <a:gd name="T22" fmla="*/ 597 w 1048"/>
                <a:gd name="T23" fmla="*/ 39 h 144"/>
                <a:gd name="T24" fmla="*/ 625 w 1048"/>
                <a:gd name="T25" fmla="*/ 43 h 144"/>
                <a:gd name="T26" fmla="*/ 649 w 1048"/>
                <a:gd name="T27" fmla="*/ 47 h 144"/>
                <a:gd name="T28" fmla="*/ 670 w 1048"/>
                <a:gd name="T29" fmla="*/ 51 h 144"/>
                <a:gd name="T30" fmla="*/ 694 w 1048"/>
                <a:gd name="T31" fmla="*/ 55 h 144"/>
                <a:gd name="T32" fmla="*/ 711 w 1048"/>
                <a:gd name="T33" fmla="*/ 58 h 144"/>
                <a:gd name="T34" fmla="*/ 732 w 1048"/>
                <a:gd name="T35" fmla="*/ 62 h 144"/>
                <a:gd name="T36" fmla="*/ 750 w 1048"/>
                <a:gd name="T37" fmla="*/ 62 h 144"/>
                <a:gd name="T38" fmla="*/ 770 w 1048"/>
                <a:gd name="T39" fmla="*/ 66 h 144"/>
                <a:gd name="T40" fmla="*/ 784 w 1048"/>
                <a:gd name="T41" fmla="*/ 70 h 144"/>
                <a:gd name="T42" fmla="*/ 802 w 1048"/>
                <a:gd name="T43" fmla="*/ 74 h 144"/>
                <a:gd name="T44" fmla="*/ 819 w 1048"/>
                <a:gd name="T45" fmla="*/ 78 h 144"/>
                <a:gd name="T46" fmla="*/ 833 w 1048"/>
                <a:gd name="T47" fmla="*/ 82 h 144"/>
                <a:gd name="T48" fmla="*/ 847 w 1048"/>
                <a:gd name="T49" fmla="*/ 86 h 144"/>
                <a:gd name="T50" fmla="*/ 861 w 1048"/>
                <a:gd name="T51" fmla="*/ 86 h 144"/>
                <a:gd name="T52" fmla="*/ 874 w 1048"/>
                <a:gd name="T53" fmla="*/ 90 h 144"/>
                <a:gd name="T54" fmla="*/ 888 w 1048"/>
                <a:gd name="T55" fmla="*/ 94 h 144"/>
                <a:gd name="T56" fmla="*/ 899 w 1048"/>
                <a:gd name="T57" fmla="*/ 97 h 144"/>
                <a:gd name="T58" fmla="*/ 913 w 1048"/>
                <a:gd name="T59" fmla="*/ 101 h 144"/>
                <a:gd name="T60" fmla="*/ 923 w 1048"/>
                <a:gd name="T61" fmla="*/ 105 h 144"/>
                <a:gd name="T62" fmla="*/ 937 w 1048"/>
                <a:gd name="T63" fmla="*/ 105 h 144"/>
                <a:gd name="T64" fmla="*/ 947 w 1048"/>
                <a:gd name="T65" fmla="*/ 109 h 144"/>
                <a:gd name="T66" fmla="*/ 958 w 1048"/>
                <a:gd name="T67" fmla="*/ 113 h 144"/>
                <a:gd name="T68" fmla="*/ 968 w 1048"/>
                <a:gd name="T69" fmla="*/ 117 h 144"/>
                <a:gd name="T70" fmla="*/ 979 w 1048"/>
                <a:gd name="T71" fmla="*/ 121 h 144"/>
                <a:gd name="T72" fmla="*/ 989 w 1048"/>
                <a:gd name="T73" fmla="*/ 125 h 144"/>
                <a:gd name="T74" fmla="*/ 999 w 1048"/>
                <a:gd name="T75" fmla="*/ 125 h 144"/>
                <a:gd name="T76" fmla="*/ 1010 w 1048"/>
                <a:gd name="T77" fmla="*/ 129 h 144"/>
                <a:gd name="T78" fmla="*/ 1020 w 1048"/>
                <a:gd name="T79" fmla="*/ 133 h 144"/>
                <a:gd name="T80" fmla="*/ 1031 w 1048"/>
                <a:gd name="T81" fmla="*/ 136 h 144"/>
                <a:gd name="T82" fmla="*/ 1041 w 1048"/>
                <a:gd name="T83" fmla="*/ 140 h 1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48" h="144">
                  <a:moveTo>
                    <a:pt x="0" y="0"/>
                  </a:moveTo>
                  <a:lnTo>
                    <a:pt x="35" y="4"/>
                  </a:lnTo>
                  <a:lnTo>
                    <a:pt x="70" y="4"/>
                  </a:lnTo>
                  <a:lnTo>
                    <a:pt x="104" y="4"/>
                  </a:lnTo>
                  <a:lnTo>
                    <a:pt x="132" y="8"/>
                  </a:lnTo>
                  <a:lnTo>
                    <a:pt x="160" y="8"/>
                  </a:lnTo>
                  <a:lnTo>
                    <a:pt x="188" y="8"/>
                  </a:lnTo>
                  <a:lnTo>
                    <a:pt x="208" y="8"/>
                  </a:lnTo>
                  <a:lnTo>
                    <a:pt x="233" y="12"/>
                  </a:lnTo>
                  <a:lnTo>
                    <a:pt x="254" y="12"/>
                  </a:lnTo>
                  <a:lnTo>
                    <a:pt x="274" y="12"/>
                  </a:lnTo>
                  <a:lnTo>
                    <a:pt x="295" y="16"/>
                  </a:lnTo>
                  <a:lnTo>
                    <a:pt x="313" y="16"/>
                  </a:lnTo>
                  <a:lnTo>
                    <a:pt x="330" y="16"/>
                  </a:lnTo>
                  <a:lnTo>
                    <a:pt x="347" y="16"/>
                  </a:lnTo>
                  <a:lnTo>
                    <a:pt x="365" y="20"/>
                  </a:lnTo>
                  <a:lnTo>
                    <a:pt x="378" y="20"/>
                  </a:lnTo>
                  <a:lnTo>
                    <a:pt x="396" y="20"/>
                  </a:lnTo>
                  <a:lnTo>
                    <a:pt x="410" y="23"/>
                  </a:lnTo>
                  <a:lnTo>
                    <a:pt x="424" y="23"/>
                  </a:lnTo>
                  <a:lnTo>
                    <a:pt x="437" y="23"/>
                  </a:lnTo>
                  <a:lnTo>
                    <a:pt x="451" y="23"/>
                  </a:lnTo>
                  <a:lnTo>
                    <a:pt x="462" y="27"/>
                  </a:lnTo>
                  <a:lnTo>
                    <a:pt x="476" y="27"/>
                  </a:lnTo>
                  <a:lnTo>
                    <a:pt x="486" y="27"/>
                  </a:lnTo>
                  <a:lnTo>
                    <a:pt x="496" y="31"/>
                  </a:lnTo>
                  <a:lnTo>
                    <a:pt x="510" y="31"/>
                  </a:lnTo>
                  <a:lnTo>
                    <a:pt x="521" y="31"/>
                  </a:lnTo>
                  <a:lnTo>
                    <a:pt x="531" y="31"/>
                  </a:lnTo>
                  <a:lnTo>
                    <a:pt x="541" y="35"/>
                  </a:lnTo>
                  <a:lnTo>
                    <a:pt x="552" y="35"/>
                  </a:lnTo>
                  <a:lnTo>
                    <a:pt x="562" y="35"/>
                  </a:lnTo>
                  <a:lnTo>
                    <a:pt x="569" y="39"/>
                  </a:lnTo>
                  <a:lnTo>
                    <a:pt x="580" y="39"/>
                  </a:lnTo>
                  <a:lnTo>
                    <a:pt x="590" y="39"/>
                  </a:lnTo>
                  <a:lnTo>
                    <a:pt x="597" y="39"/>
                  </a:lnTo>
                  <a:lnTo>
                    <a:pt x="607" y="43"/>
                  </a:lnTo>
                  <a:lnTo>
                    <a:pt x="614" y="43"/>
                  </a:lnTo>
                  <a:lnTo>
                    <a:pt x="625" y="43"/>
                  </a:lnTo>
                  <a:lnTo>
                    <a:pt x="632" y="47"/>
                  </a:lnTo>
                  <a:lnTo>
                    <a:pt x="639" y="47"/>
                  </a:lnTo>
                  <a:lnTo>
                    <a:pt x="649" y="47"/>
                  </a:lnTo>
                  <a:lnTo>
                    <a:pt x="656" y="47"/>
                  </a:lnTo>
                  <a:lnTo>
                    <a:pt x="663" y="51"/>
                  </a:lnTo>
                  <a:lnTo>
                    <a:pt x="670" y="51"/>
                  </a:lnTo>
                  <a:lnTo>
                    <a:pt x="677" y="51"/>
                  </a:lnTo>
                  <a:lnTo>
                    <a:pt x="687" y="55"/>
                  </a:lnTo>
                  <a:lnTo>
                    <a:pt x="694" y="55"/>
                  </a:lnTo>
                  <a:lnTo>
                    <a:pt x="701" y="55"/>
                  </a:lnTo>
                  <a:lnTo>
                    <a:pt x="708" y="55"/>
                  </a:lnTo>
                  <a:lnTo>
                    <a:pt x="711" y="58"/>
                  </a:lnTo>
                  <a:lnTo>
                    <a:pt x="718" y="58"/>
                  </a:lnTo>
                  <a:lnTo>
                    <a:pt x="725" y="58"/>
                  </a:lnTo>
                  <a:lnTo>
                    <a:pt x="732" y="62"/>
                  </a:lnTo>
                  <a:lnTo>
                    <a:pt x="739" y="62"/>
                  </a:lnTo>
                  <a:lnTo>
                    <a:pt x="746" y="62"/>
                  </a:lnTo>
                  <a:lnTo>
                    <a:pt x="750" y="62"/>
                  </a:lnTo>
                  <a:lnTo>
                    <a:pt x="757" y="66"/>
                  </a:lnTo>
                  <a:lnTo>
                    <a:pt x="763" y="66"/>
                  </a:lnTo>
                  <a:lnTo>
                    <a:pt x="770" y="66"/>
                  </a:lnTo>
                  <a:lnTo>
                    <a:pt x="774" y="70"/>
                  </a:lnTo>
                  <a:lnTo>
                    <a:pt x="781" y="70"/>
                  </a:lnTo>
                  <a:lnTo>
                    <a:pt x="784" y="70"/>
                  </a:lnTo>
                  <a:lnTo>
                    <a:pt x="791" y="70"/>
                  </a:lnTo>
                  <a:lnTo>
                    <a:pt x="798" y="74"/>
                  </a:lnTo>
                  <a:lnTo>
                    <a:pt x="802" y="74"/>
                  </a:lnTo>
                  <a:lnTo>
                    <a:pt x="809" y="74"/>
                  </a:lnTo>
                  <a:lnTo>
                    <a:pt x="812" y="78"/>
                  </a:lnTo>
                  <a:lnTo>
                    <a:pt x="819" y="78"/>
                  </a:lnTo>
                  <a:lnTo>
                    <a:pt x="822" y="78"/>
                  </a:lnTo>
                  <a:lnTo>
                    <a:pt x="829" y="78"/>
                  </a:lnTo>
                  <a:lnTo>
                    <a:pt x="833" y="82"/>
                  </a:lnTo>
                  <a:lnTo>
                    <a:pt x="836" y="82"/>
                  </a:lnTo>
                  <a:lnTo>
                    <a:pt x="843" y="82"/>
                  </a:lnTo>
                  <a:lnTo>
                    <a:pt x="847" y="86"/>
                  </a:lnTo>
                  <a:lnTo>
                    <a:pt x="850" y="86"/>
                  </a:lnTo>
                  <a:lnTo>
                    <a:pt x="857" y="86"/>
                  </a:lnTo>
                  <a:lnTo>
                    <a:pt x="861" y="86"/>
                  </a:lnTo>
                  <a:lnTo>
                    <a:pt x="864" y="90"/>
                  </a:lnTo>
                  <a:lnTo>
                    <a:pt x="871" y="90"/>
                  </a:lnTo>
                  <a:lnTo>
                    <a:pt x="874" y="90"/>
                  </a:lnTo>
                  <a:lnTo>
                    <a:pt x="878" y="94"/>
                  </a:lnTo>
                  <a:lnTo>
                    <a:pt x="885" y="94"/>
                  </a:lnTo>
                  <a:lnTo>
                    <a:pt x="888" y="94"/>
                  </a:lnTo>
                  <a:lnTo>
                    <a:pt x="892" y="94"/>
                  </a:lnTo>
                  <a:lnTo>
                    <a:pt x="895" y="97"/>
                  </a:lnTo>
                  <a:lnTo>
                    <a:pt x="899" y="97"/>
                  </a:lnTo>
                  <a:lnTo>
                    <a:pt x="906" y="97"/>
                  </a:lnTo>
                  <a:lnTo>
                    <a:pt x="909" y="97"/>
                  </a:lnTo>
                  <a:lnTo>
                    <a:pt x="913" y="101"/>
                  </a:lnTo>
                  <a:lnTo>
                    <a:pt x="916" y="101"/>
                  </a:lnTo>
                  <a:lnTo>
                    <a:pt x="920" y="101"/>
                  </a:lnTo>
                  <a:lnTo>
                    <a:pt x="923" y="105"/>
                  </a:lnTo>
                  <a:lnTo>
                    <a:pt x="930" y="105"/>
                  </a:lnTo>
                  <a:lnTo>
                    <a:pt x="933" y="105"/>
                  </a:lnTo>
                  <a:lnTo>
                    <a:pt x="937" y="105"/>
                  </a:lnTo>
                  <a:lnTo>
                    <a:pt x="940" y="109"/>
                  </a:lnTo>
                  <a:lnTo>
                    <a:pt x="944" y="109"/>
                  </a:lnTo>
                  <a:lnTo>
                    <a:pt x="947" y="109"/>
                  </a:lnTo>
                  <a:lnTo>
                    <a:pt x="951" y="113"/>
                  </a:lnTo>
                  <a:lnTo>
                    <a:pt x="954" y="113"/>
                  </a:lnTo>
                  <a:lnTo>
                    <a:pt x="958" y="113"/>
                  </a:lnTo>
                  <a:lnTo>
                    <a:pt x="961" y="113"/>
                  </a:lnTo>
                  <a:lnTo>
                    <a:pt x="965" y="117"/>
                  </a:lnTo>
                  <a:lnTo>
                    <a:pt x="968" y="117"/>
                  </a:lnTo>
                  <a:lnTo>
                    <a:pt x="972" y="117"/>
                  </a:lnTo>
                  <a:lnTo>
                    <a:pt x="975" y="117"/>
                  </a:lnTo>
                  <a:lnTo>
                    <a:pt x="979" y="121"/>
                  </a:lnTo>
                  <a:lnTo>
                    <a:pt x="982" y="121"/>
                  </a:lnTo>
                  <a:lnTo>
                    <a:pt x="985" y="121"/>
                  </a:lnTo>
                  <a:lnTo>
                    <a:pt x="989" y="125"/>
                  </a:lnTo>
                  <a:lnTo>
                    <a:pt x="992" y="125"/>
                  </a:lnTo>
                  <a:lnTo>
                    <a:pt x="996" y="125"/>
                  </a:lnTo>
                  <a:lnTo>
                    <a:pt x="999" y="125"/>
                  </a:lnTo>
                  <a:lnTo>
                    <a:pt x="1003" y="129"/>
                  </a:lnTo>
                  <a:lnTo>
                    <a:pt x="1006" y="129"/>
                  </a:lnTo>
                  <a:lnTo>
                    <a:pt x="1010" y="129"/>
                  </a:lnTo>
                  <a:lnTo>
                    <a:pt x="1013" y="129"/>
                  </a:lnTo>
                  <a:lnTo>
                    <a:pt x="1017" y="133"/>
                  </a:lnTo>
                  <a:lnTo>
                    <a:pt x="1020" y="133"/>
                  </a:lnTo>
                  <a:lnTo>
                    <a:pt x="1024" y="136"/>
                  </a:lnTo>
                  <a:lnTo>
                    <a:pt x="1027" y="136"/>
                  </a:lnTo>
                  <a:lnTo>
                    <a:pt x="1031" y="136"/>
                  </a:lnTo>
                  <a:lnTo>
                    <a:pt x="1034" y="136"/>
                  </a:lnTo>
                  <a:lnTo>
                    <a:pt x="1038" y="140"/>
                  </a:lnTo>
                  <a:lnTo>
                    <a:pt x="1041" y="140"/>
                  </a:lnTo>
                  <a:lnTo>
                    <a:pt x="1044" y="140"/>
                  </a:lnTo>
                  <a:lnTo>
                    <a:pt x="1048" y="144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0" name="Freeform 227"/>
            <p:cNvSpPr>
              <a:spLocks noChangeArrowheads="1"/>
            </p:cNvSpPr>
            <p:nvPr/>
          </p:nvSpPr>
          <p:spPr bwMode="auto">
            <a:xfrm>
              <a:off x="3540" y="2886"/>
              <a:ext cx="440" cy="242"/>
            </a:xfrm>
            <a:custGeom>
              <a:avLst/>
              <a:gdLst>
                <a:gd name="T0" fmla="*/ 7 w 440"/>
                <a:gd name="T1" fmla="*/ 0 h 242"/>
                <a:gd name="T2" fmla="*/ 17 w 440"/>
                <a:gd name="T3" fmla="*/ 4 h 242"/>
                <a:gd name="T4" fmla="*/ 28 w 440"/>
                <a:gd name="T5" fmla="*/ 8 h 242"/>
                <a:gd name="T6" fmla="*/ 38 w 440"/>
                <a:gd name="T7" fmla="*/ 12 h 242"/>
                <a:gd name="T8" fmla="*/ 48 w 440"/>
                <a:gd name="T9" fmla="*/ 16 h 242"/>
                <a:gd name="T10" fmla="*/ 59 w 440"/>
                <a:gd name="T11" fmla="*/ 24 h 242"/>
                <a:gd name="T12" fmla="*/ 69 w 440"/>
                <a:gd name="T13" fmla="*/ 27 h 242"/>
                <a:gd name="T14" fmla="*/ 80 w 440"/>
                <a:gd name="T15" fmla="*/ 31 h 242"/>
                <a:gd name="T16" fmla="*/ 90 w 440"/>
                <a:gd name="T17" fmla="*/ 35 h 242"/>
                <a:gd name="T18" fmla="*/ 101 w 440"/>
                <a:gd name="T19" fmla="*/ 39 h 242"/>
                <a:gd name="T20" fmla="*/ 111 w 440"/>
                <a:gd name="T21" fmla="*/ 43 h 242"/>
                <a:gd name="T22" fmla="*/ 121 w 440"/>
                <a:gd name="T23" fmla="*/ 51 h 242"/>
                <a:gd name="T24" fmla="*/ 132 w 440"/>
                <a:gd name="T25" fmla="*/ 55 h 242"/>
                <a:gd name="T26" fmla="*/ 142 w 440"/>
                <a:gd name="T27" fmla="*/ 59 h 242"/>
                <a:gd name="T28" fmla="*/ 153 w 440"/>
                <a:gd name="T29" fmla="*/ 63 h 242"/>
                <a:gd name="T30" fmla="*/ 163 w 440"/>
                <a:gd name="T31" fmla="*/ 70 h 242"/>
                <a:gd name="T32" fmla="*/ 173 w 440"/>
                <a:gd name="T33" fmla="*/ 74 h 242"/>
                <a:gd name="T34" fmla="*/ 184 w 440"/>
                <a:gd name="T35" fmla="*/ 82 h 242"/>
                <a:gd name="T36" fmla="*/ 194 w 440"/>
                <a:gd name="T37" fmla="*/ 86 h 242"/>
                <a:gd name="T38" fmla="*/ 205 w 440"/>
                <a:gd name="T39" fmla="*/ 94 h 242"/>
                <a:gd name="T40" fmla="*/ 215 w 440"/>
                <a:gd name="T41" fmla="*/ 98 h 242"/>
                <a:gd name="T42" fmla="*/ 225 w 440"/>
                <a:gd name="T43" fmla="*/ 101 h 242"/>
                <a:gd name="T44" fmla="*/ 236 w 440"/>
                <a:gd name="T45" fmla="*/ 109 h 242"/>
                <a:gd name="T46" fmla="*/ 246 w 440"/>
                <a:gd name="T47" fmla="*/ 113 h 242"/>
                <a:gd name="T48" fmla="*/ 257 w 440"/>
                <a:gd name="T49" fmla="*/ 121 h 242"/>
                <a:gd name="T50" fmla="*/ 267 w 440"/>
                <a:gd name="T51" fmla="*/ 125 h 242"/>
                <a:gd name="T52" fmla="*/ 277 w 440"/>
                <a:gd name="T53" fmla="*/ 133 h 242"/>
                <a:gd name="T54" fmla="*/ 288 w 440"/>
                <a:gd name="T55" fmla="*/ 140 h 242"/>
                <a:gd name="T56" fmla="*/ 298 w 440"/>
                <a:gd name="T57" fmla="*/ 144 h 242"/>
                <a:gd name="T58" fmla="*/ 309 w 440"/>
                <a:gd name="T59" fmla="*/ 152 h 242"/>
                <a:gd name="T60" fmla="*/ 319 w 440"/>
                <a:gd name="T61" fmla="*/ 160 h 242"/>
                <a:gd name="T62" fmla="*/ 329 w 440"/>
                <a:gd name="T63" fmla="*/ 164 h 242"/>
                <a:gd name="T64" fmla="*/ 340 w 440"/>
                <a:gd name="T65" fmla="*/ 172 h 242"/>
                <a:gd name="T66" fmla="*/ 350 w 440"/>
                <a:gd name="T67" fmla="*/ 179 h 242"/>
                <a:gd name="T68" fmla="*/ 361 w 440"/>
                <a:gd name="T69" fmla="*/ 187 h 242"/>
                <a:gd name="T70" fmla="*/ 371 w 440"/>
                <a:gd name="T71" fmla="*/ 195 h 242"/>
                <a:gd name="T72" fmla="*/ 381 w 440"/>
                <a:gd name="T73" fmla="*/ 199 h 242"/>
                <a:gd name="T74" fmla="*/ 392 w 440"/>
                <a:gd name="T75" fmla="*/ 207 h 242"/>
                <a:gd name="T76" fmla="*/ 402 w 440"/>
                <a:gd name="T77" fmla="*/ 214 h 242"/>
                <a:gd name="T78" fmla="*/ 413 w 440"/>
                <a:gd name="T79" fmla="*/ 222 h 242"/>
                <a:gd name="T80" fmla="*/ 423 w 440"/>
                <a:gd name="T81" fmla="*/ 230 h 242"/>
                <a:gd name="T82" fmla="*/ 434 w 440"/>
                <a:gd name="T83" fmla="*/ 234 h 2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0" h="242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4" y="4"/>
                  </a:lnTo>
                  <a:lnTo>
                    <a:pt x="17" y="4"/>
                  </a:lnTo>
                  <a:lnTo>
                    <a:pt x="21" y="8"/>
                  </a:lnTo>
                  <a:lnTo>
                    <a:pt x="24" y="8"/>
                  </a:lnTo>
                  <a:lnTo>
                    <a:pt x="28" y="8"/>
                  </a:lnTo>
                  <a:lnTo>
                    <a:pt x="31" y="12"/>
                  </a:lnTo>
                  <a:lnTo>
                    <a:pt x="35" y="12"/>
                  </a:lnTo>
                  <a:lnTo>
                    <a:pt x="38" y="12"/>
                  </a:lnTo>
                  <a:lnTo>
                    <a:pt x="42" y="16"/>
                  </a:lnTo>
                  <a:lnTo>
                    <a:pt x="45" y="16"/>
                  </a:lnTo>
                  <a:lnTo>
                    <a:pt x="48" y="16"/>
                  </a:lnTo>
                  <a:lnTo>
                    <a:pt x="52" y="20"/>
                  </a:lnTo>
                  <a:lnTo>
                    <a:pt x="55" y="20"/>
                  </a:lnTo>
                  <a:lnTo>
                    <a:pt x="59" y="24"/>
                  </a:lnTo>
                  <a:lnTo>
                    <a:pt x="62" y="24"/>
                  </a:lnTo>
                  <a:lnTo>
                    <a:pt x="66" y="24"/>
                  </a:lnTo>
                  <a:lnTo>
                    <a:pt x="69" y="27"/>
                  </a:lnTo>
                  <a:lnTo>
                    <a:pt x="73" y="27"/>
                  </a:lnTo>
                  <a:lnTo>
                    <a:pt x="76" y="31"/>
                  </a:lnTo>
                  <a:lnTo>
                    <a:pt x="80" y="31"/>
                  </a:lnTo>
                  <a:lnTo>
                    <a:pt x="83" y="31"/>
                  </a:lnTo>
                  <a:lnTo>
                    <a:pt x="87" y="35"/>
                  </a:lnTo>
                  <a:lnTo>
                    <a:pt x="90" y="35"/>
                  </a:lnTo>
                  <a:lnTo>
                    <a:pt x="94" y="35"/>
                  </a:lnTo>
                  <a:lnTo>
                    <a:pt x="97" y="39"/>
                  </a:lnTo>
                  <a:lnTo>
                    <a:pt x="101" y="39"/>
                  </a:lnTo>
                  <a:lnTo>
                    <a:pt x="104" y="43"/>
                  </a:lnTo>
                  <a:lnTo>
                    <a:pt x="107" y="43"/>
                  </a:lnTo>
                  <a:lnTo>
                    <a:pt x="111" y="43"/>
                  </a:lnTo>
                  <a:lnTo>
                    <a:pt x="114" y="47"/>
                  </a:lnTo>
                  <a:lnTo>
                    <a:pt x="118" y="47"/>
                  </a:lnTo>
                  <a:lnTo>
                    <a:pt x="121" y="51"/>
                  </a:lnTo>
                  <a:lnTo>
                    <a:pt x="125" y="51"/>
                  </a:lnTo>
                  <a:lnTo>
                    <a:pt x="128" y="51"/>
                  </a:lnTo>
                  <a:lnTo>
                    <a:pt x="132" y="55"/>
                  </a:lnTo>
                  <a:lnTo>
                    <a:pt x="135" y="55"/>
                  </a:lnTo>
                  <a:lnTo>
                    <a:pt x="139" y="59"/>
                  </a:lnTo>
                  <a:lnTo>
                    <a:pt x="142" y="59"/>
                  </a:lnTo>
                  <a:lnTo>
                    <a:pt x="146" y="63"/>
                  </a:lnTo>
                  <a:lnTo>
                    <a:pt x="149" y="63"/>
                  </a:lnTo>
                  <a:lnTo>
                    <a:pt x="153" y="63"/>
                  </a:lnTo>
                  <a:lnTo>
                    <a:pt x="156" y="66"/>
                  </a:lnTo>
                  <a:lnTo>
                    <a:pt x="159" y="66"/>
                  </a:lnTo>
                  <a:lnTo>
                    <a:pt x="163" y="70"/>
                  </a:lnTo>
                  <a:lnTo>
                    <a:pt x="166" y="70"/>
                  </a:lnTo>
                  <a:lnTo>
                    <a:pt x="170" y="74"/>
                  </a:lnTo>
                  <a:lnTo>
                    <a:pt x="173" y="74"/>
                  </a:lnTo>
                  <a:lnTo>
                    <a:pt x="177" y="78"/>
                  </a:lnTo>
                  <a:lnTo>
                    <a:pt x="180" y="78"/>
                  </a:lnTo>
                  <a:lnTo>
                    <a:pt x="184" y="82"/>
                  </a:lnTo>
                  <a:lnTo>
                    <a:pt x="187" y="82"/>
                  </a:lnTo>
                  <a:lnTo>
                    <a:pt x="191" y="86"/>
                  </a:lnTo>
                  <a:lnTo>
                    <a:pt x="194" y="86"/>
                  </a:lnTo>
                  <a:lnTo>
                    <a:pt x="198" y="90"/>
                  </a:lnTo>
                  <a:lnTo>
                    <a:pt x="201" y="90"/>
                  </a:lnTo>
                  <a:lnTo>
                    <a:pt x="205" y="94"/>
                  </a:lnTo>
                  <a:lnTo>
                    <a:pt x="208" y="94"/>
                  </a:lnTo>
                  <a:lnTo>
                    <a:pt x="212" y="94"/>
                  </a:lnTo>
                  <a:lnTo>
                    <a:pt x="215" y="98"/>
                  </a:lnTo>
                  <a:lnTo>
                    <a:pt x="218" y="98"/>
                  </a:lnTo>
                  <a:lnTo>
                    <a:pt x="222" y="101"/>
                  </a:lnTo>
                  <a:lnTo>
                    <a:pt x="225" y="101"/>
                  </a:lnTo>
                  <a:lnTo>
                    <a:pt x="229" y="105"/>
                  </a:lnTo>
                  <a:lnTo>
                    <a:pt x="232" y="109"/>
                  </a:lnTo>
                  <a:lnTo>
                    <a:pt x="236" y="109"/>
                  </a:lnTo>
                  <a:lnTo>
                    <a:pt x="239" y="109"/>
                  </a:lnTo>
                  <a:lnTo>
                    <a:pt x="243" y="113"/>
                  </a:lnTo>
                  <a:lnTo>
                    <a:pt x="246" y="113"/>
                  </a:lnTo>
                  <a:lnTo>
                    <a:pt x="250" y="117"/>
                  </a:lnTo>
                  <a:lnTo>
                    <a:pt x="253" y="117"/>
                  </a:lnTo>
                  <a:lnTo>
                    <a:pt x="257" y="121"/>
                  </a:lnTo>
                  <a:lnTo>
                    <a:pt x="260" y="125"/>
                  </a:lnTo>
                  <a:lnTo>
                    <a:pt x="264" y="125"/>
                  </a:lnTo>
                  <a:lnTo>
                    <a:pt x="267" y="125"/>
                  </a:lnTo>
                  <a:lnTo>
                    <a:pt x="270" y="129"/>
                  </a:lnTo>
                  <a:lnTo>
                    <a:pt x="274" y="133"/>
                  </a:lnTo>
                  <a:lnTo>
                    <a:pt x="277" y="133"/>
                  </a:lnTo>
                  <a:lnTo>
                    <a:pt x="281" y="137"/>
                  </a:lnTo>
                  <a:lnTo>
                    <a:pt x="284" y="137"/>
                  </a:lnTo>
                  <a:lnTo>
                    <a:pt x="288" y="140"/>
                  </a:lnTo>
                  <a:lnTo>
                    <a:pt x="291" y="140"/>
                  </a:lnTo>
                  <a:lnTo>
                    <a:pt x="295" y="144"/>
                  </a:lnTo>
                  <a:lnTo>
                    <a:pt x="298" y="144"/>
                  </a:lnTo>
                  <a:lnTo>
                    <a:pt x="302" y="148"/>
                  </a:lnTo>
                  <a:lnTo>
                    <a:pt x="305" y="152"/>
                  </a:lnTo>
                  <a:lnTo>
                    <a:pt x="309" y="152"/>
                  </a:lnTo>
                  <a:lnTo>
                    <a:pt x="312" y="156"/>
                  </a:lnTo>
                  <a:lnTo>
                    <a:pt x="316" y="156"/>
                  </a:lnTo>
                  <a:lnTo>
                    <a:pt x="319" y="160"/>
                  </a:lnTo>
                  <a:lnTo>
                    <a:pt x="323" y="160"/>
                  </a:lnTo>
                  <a:lnTo>
                    <a:pt x="326" y="164"/>
                  </a:lnTo>
                  <a:lnTo>
                    <a:pt x="329" y="164"/>
                  </a:lnTo>
                  <a:lnTo>
                    <a:pt x="333" y="168"/>
                  </a:lnTo>
                  <a:lnTo>
                    <a:pt x="336" y="172"/>
                  </a:lnTo>
                  <a:lnTo>
                    <a:pt x="340" y="172"/>
                  </a:lnTo>
                  <a:lnTo>
                    <a:pt x="343" y="176"/>
                  </a:lnTo>
                  <a:lnTo>
                    <a:pt x="347" y="176"/>
                  </a:lnTo>
                  <a:lnTo>
                    <a:pt x="350" y="179"/>
                  </a:lnTo>
                  <a:lnTo>
                    <a:pt x="354" y="183"/>
                  </a:lnTo>
                  <a:lnTo>
                    <a:pt x="357" y="183"/>
                  </a:lnTo>
                  <a:lnTo>
                    <a:pt x="361" y="187"/>
                  </a:lnTo>
                  <a:lnTo>
                    <a:pt x="364" y="187"/>
                  </a:lnTo>
                  <a:lnTo>
                    <a:pt x="368" y="191"/>
                  </a:lnTo>
                  <a:lnTo>
                    <a:pt x="371" y="195"/>
                  </a:lnTo>
                  <a:lnTo>
                    <a:pt x="375" y="195"/>
                  </a:lnTo>
                  <a:lnTo>
                    <a:pt x="378" y="199"/>
                  </a:lnTo>
                  <a:lnTo>
                    <a:pt x="381" y="199"/>
                  </a:lnTo>
                  <a:lnTo>
                    <a:pt x="385" y="203"/>
                  </a:lnTo>
                  <a:lnTo>
                    <a:pt x="388" y="203"/>
                  </a:lnTo>
                  <a:lnTo>
                    <a:pt x="392" y="207"/>
                  </a:lnTo>
                  <a:lnTo>
                    <a:pt x="395" y="211"/>
                  </a:lnTo>
                  <a:lnTo>
                    <a:pt x="399" y="211"/>
                  </a:lnTo>
                  <a:lnTo>
                    <a:pt x="402" y="214"/>
                  </a:lnTo>
                  <a:lnTo>
                    <a:pt x="406" y="218"/>
                  </a:lnTo>
                  <a:lnTo>
                    <a:pt x="409" y="218"/>
                  </a:lnTo>
                  <a:lnTo>
                    <a:pt x="413" y="222"/>
                  </a:lnTo>
                  <a:lnTo>
                    <a:pt x="416" y="222"/>
                  </a:lnTo>
                  <a:lnTo>
                    <a:pt x="420" y="226"/>
                  </a:lnTo>
                  <a:lnTo>
                    <a:pt x="423" y="230"/>
                  </a:lnTo>
                  <a:lnTo>
                    <a:pt x="427" y="230"/>
                  </a:lnTo>
                  <a:lnTo>
                    <a:pt x="430" y="234"/>
                  </a:lnTo>
                  <a:lnTo>
                    <a:pt x="434" y="234"/>
                  </a:lnTo>
                  <a:lnTo>
                    <a:pt x="437" y="238"/>
                  </a:lnTo>
                  <a:lnTo>
                    <a:pt x="440" y="242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1" name="Freeform 228"/>
            <p:cNvSpPr>
              <a:spLocks noChangeArrowheads="1"/>
            </p:cNvSpPr>
            <p:nvPr/>
          </p:nvSpPr>
          <p:spPr bwMode="auto">
            <a:xfrm>
              <a:off x="3980" y="3128"/>
              <a:ext cx="441" cy="276"/>
            </a:xfrm>
            <a:custGeom>
              <a:avLst/>
              <a:gdLst>
                <a:gd name="T0" fmla="*/ 7 w 441"/>
                <a:gd name="T1" fmla="*/ 4 h 276"/>
                <a:gd name="T2" fmla="*/ 18 w 441"/>
                <a:gd name="T3" fmla="*/ 11 h 276"/>
                <a:gd name="T4" fmla="*/ 28 w 441"/>
                <a:gd name="T5" fmla="*/ 19 h 276"/>
                <a:gd name="T6" fmla="*/ 39 w 441"/>
                <a:gd name="T7" fmla="*/ 23 h 276"/>
                <a:gd name="T8" fmla="*/ 49 w 441"/>
                <a:gd name="T9" fmla="*/ 31 h 276"/>
                <a:gd name="T10" fmla="*/ 59 w 441"/>
                <a:gd name="T11" fmla="*/ 39 h 276"/>
                <a:gd name="T12" fmla="*/ 70 w 441"/>
                <a:gd name="T13" fmla="*/ 46 h 276"/>
                <a:gd name="T14" fmla="*/ 80 w 441"/>
                <a:gd name="T15" fmla="*/ 54 h 276"/>
                <a:gd name="T16" fmla="*/ 91 w 441"/>
                <a:gd name="T17" fmla="*/ 62 h 276"/>
                <a:gd name="T18" fmla="*/ 101 w 441"/>
                <a:gd name="T19" fmla="*/ 70 h 276"/>
                <a:gd name="T20" fmla="*/ 111 w 441"/>
                <a:gd name="T21" fmla="*/ 78 h 276"/>
                <a:gd name="T22" fmla="*/ 122 w 441"/>
                <a:gd name="T23" fmla="*/ 85 h 276"/>
                <a:gd name="T24" fmla="*/ 132 w 441"/>
                <a:gd name="T25" fmla="*/ 89 h 276"/>
                <a:gd name="T26" fmla="*/ 143 w 441"/>
                <a:gd name="T27" fmla="*/ 97 h 276"/>
                <a:gd name="T28" fmla="*/ 153 w 441"/>
                <a:gd name="T29" fmla="*/ 105 h 276"/>
                <a:gd name="T30" fmla="*/ 163 w 441"/>
                <a:gd name="T31" fmla="*/ 113 h 276"/>
                <a:gd name="T32" fmla="*/ 174 w 441"/>
                <a:gd name="T33" fmla="*/ 121 h 276"/>
                <a:gd name="T34" fmla="*/ 184 w 441"/>
                <a:gd name="T35" fmla="*/ 128 h 276"/>
                <a:gd name="T36" fmla="*/ 195 w 441"/>
                <a:gd name="T37" fmla="*/ 132 h 276"/>
                <a:gd name="T38" fmla="*/ 205 w 441"/>
                <a:gd name="T39" fmla="*/ 140 h 276"/>
                <a:gd name="T40" fmla="*/ 216 w 441"/>
                <a:gd name="T41" fmla="*/ 148 h 276"/>
                <a:gd name="T42" fmla="*/ 226 w 441"/>
                <a:gd name="T43" fmla="*/ 156 h 276"/>
                <a:gd name="T44" fmla="*/ 236 w 441"/>
                <a:gd name="T45" fmla="*/ 159 h 276"/>
                <a:gd name="T46" fmla="*/ 247 w 441"/>
                <a:gd name="T47" fmla="*/ 167 h 276"/>
                <a:gd name="T48" fmla="*/ 257 w 441"/>
                <a:gd name="T49" fmla="*/ 175 h 276"/>
                <a:gd name="T50" fmla="*/ 268 w 441"/>
                <a:gd name="T51" fmla="*/ 183 h 276"/>
                <a:gd name="T52" fmla="*/ 278 w 441"/>
                <a:gd name="T53" fmla="*/ 187 h 276"/>
                <a:gd name="T54" fmla="*/ 288 w 441"/>
                <a:gd name="T55" fmla="*/ 195 h 276"/>
                <a:gd name="T56" fmla="*/ 299 w 441"/>
                <a:gd name="T57" fmla="*/ 202 h 276"/>
                <a:gd name="T58" fmla="*/ 309 w 441"/>
                <a:gd name="T59" fmla="*/ 206 h 276"/>
                <a:gd name="T60" fmla="*/ 320 w 441"/>
                <a:gd name="T61" fmla="*/ 214 h 276"/>
                <a:gd name="T62" fmla="*/ 330 w 441"/>
                <a:gd name="T63" fmla="*/ 218 h 276"/>
                <a:gd name="T64" fmla="*/ 340 w 441"/>
                <a:gd name="T65" fmla="*/ 226 h 276"/>
                <a:gd name="T66" fmla="*/ 351 w 441"/>
                <a:gd name="T67" fmla="*/ 230 h 276"/>
                <a:gd name="T68" fmla="*/ 361 w 441"/>
                <a:gd name="T69" fmla="*/ 237 h 276"/>
                <a:gd name="T70" fmla="*/ 372 w 441"/>
                <a:gd name="T71" fmla="*/ 241 h 276"/>
                <a:gd name="T72" fmla="*/ 382 w 441"/>
                <a:gd name="T73" fmla="*/ 249 h 276"/>
                <a:gd name="T74" fmla="*/ 392 w 441"/>
                <a:gd name="T75" fmla="*/ 253 h 276"/>
                <a:gd name="T76" fmla="*/ 403 w 441"/>
                <a:gd name="T77" fmla="*/ 261 h 276"/>
                <a:gd name="T78" fmla="*/ 413 w 441"/>
                <a:gd name="T79" fmla="*/ 265 h 276"/>
                <a:gd name="T80" fmla="*/ 424 w 441"/>
                <a:gd name="T81" fmla="*/ 269 h 276"/>
                <a:gd name="T82" fmla="*/ 434 w 441"/>
                <a:gd name="T83" fmla="*/ 276 h 2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1" h="276">
                  <a:moveTo>
                    <a:pt x="0" y="0"/>
                  </a:moveTo>
                  <a:lnTo>
                    <a:pt x="4" y="0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4" y="8"/>
                  </a:lnTo>
                  <a:lnTo>
                    <a:pt x="18" y="11"/>
                  </a:lnTo>
                  <a:lnTo>
                    <a:pt x="21" y="11"/>
                  </a:lnTo>
                  <a:lnTo>
                    <a:pt x="25" y="15"/>
                  </a:lnTo>
                  <a:lnTo>
                    <a:pt x="28" y="19"/>
                  </a:lnTo>
                  <a:lnTo>
                    <a:pt x="32" y="19"/>
                  </a:lnTo>
                  <a:lnTo>
                    <a:pt x="35" y="23"/>
                  </a:lnTo>
                  <a:lnTo>
                    <a:pt x="39" y="23"/>
                  </a:lnTo>
                  <a:lnTo>
                    <a:pt x="42" y="27"/>
                  </a:lnTo>
                  <a:lnTo>
                    <a:pt x="46" y="31"/>
                  </a:lnTo>
                  <a:lnTo>
                    <a:pt x="49" y="31"/>
                  </a:lnTo>
                  <a:lnTo>
                    <a:pt x="52" y="35"/>
                  </a:lnTo>
                  <a:lnTo>
                    <a:pt x="56" y="39"/>
                  </a:lnTo>
                  <a:lnTo>
                    <a:pt x="59" y="39"/>
                  </a:lnTo>
                  <a:lnTo>
                    <a:pt x="63" y="43"/>
                  </a:lnTo>
                  <a:lnTo>
                    <a:pt x="66" y="46"/>
                  </a:lnTo>
                  <a:lnTo>
                    <a:pt x="70" y="46"/>
                  </a:lnTo>
                  <a:lnTo>
                    <a:pt x="73" y="50"/>
                  </a:lnTo>
                  <a:lnTo>
                    <a:pt x="77" y="50"/>
                  </a:lnTo>
                  <a:lnTo>
                    <a:pt x="80" y="54"/>
                  </a:lnTo>
                  <a:lnTo>
                    <a:pt x="84" y="58"/>
                  </a:lnTo>
                  <a:lnTo>
                    <a:pt x="87" y="58"/>
                  </a:lnTo>
                  <a:lnTo>
                    <a:pt x="91" y="62"/>
                  </a:lnTo>
                  <a:lnTo>
                    <a:pt x="94" y="62"/>
                  </a:lnTo>
                  <a:lnTo>
                    <a:pt x="98" y="66"/>
                  </a:lnTo>
                  <a:lnTo>
                    <a:pt x="101" y="70"/>
                  </a:lnTo>
                  <a:lnTo>
                    <a:pt x="105" y="70"/>
                  </a:lnTo>
                  <a:lnTo>
                    <a:pt x="108" y="74"/>
                  </a:lnTo>
                  <a:lnTo>
                    <a:pt x="111" y="78"/>
                  </a:lnTo>
                  <a:lnTo>
                    <a:pt x="115" y="78"/>
                  </a:lnTo>
                  <a:lnTo>
                    <a:pt x="118" y="82"/>
                  </a:lnTo>
                  <a:lnTo>
                    <a:pt x="122" y="85"/>
                  </a:lnTo>
                  <a:lnTo>
                    <a:pt x="125" y="85"/>
                  </a:lnTo>
                  <a:lnTo>
                    <a:pt x="129" y="89"/>
                  </a:lnTo>
                  <a:lnTo>
                    <a:pt x="132" y="89"/>
                  </a:lnTo>
                  <a:lnTo>
                    <a:pt x="136" y="93"/>
                  </a:lnTo>
                  <a:lnTo>
                    <a:pt x="139" y="97"/>
                  </a:lnTo>
                  <a:lnTo>
                    <a:pt x="143" y="97"/>
                  </a:lnTo>
                  <a:lnTo>
                    <a:pt x="146" y="101"/>
                  </a:lnTo>
                  <a:lnTo>
                    <a:pt x="150" y="105"/>
                  </a:lnTo>
                  <a:lnTo>
                    <a:pt x="153" y="105"/>
                  </a:lnTo>
                  <a:lnTo>
                    <a:pt x="157" y="109"/>
                  </a:lnTo>
                  <a:lnTo>
                    <a:pt x="160" y="109"/>
                  </a:lnTo>
                  <a:lnTo>
                    <a:pt x="163" y="113"/>
                  </a:lnTo>
                  <a:lnTo>
                    <a:pt x="167" y="117"/>
                  </a:lnTo>
                  <a:lnTo>
                    <a:pt x="170" y="117"/>
                  </a:lnTo>
                  <a:lnTo>
                    <a:pt x="174" y="121"/>
                  </a:lnTo>
                  <a:lnTo>
                    <a:pt x="177" y="121"/>
                  </a:lnTo>
                  <a:lnTo>
                    <a:pt x="181" y="124"/>
                  </a:lnTo>
                  <a:lnTo>
                    <a:pt x="184" y="128"/>
                  </a:lnTo>
                  <a:lnTo>
                    <a:pt x="188" y="128"/>
                  </a:lnTo>
                  <a:lnTo>
                    <a:pt x="191" y="132"/>
                  </a:lnTo>
                  <a:lnTo>
                    <a:pt x="195" y="132"/>
                  </a:lnTo>
                  <a:lnTo>
                    <a:pt x="198" y="136"/>
                  </a:lnTo>
                  <a:lnTo>
                    <a:pt x="202" y="140"/>
                  </a:lnTo>
                  <a:lnTo>
                    <a:pt x="205" y="140"/>
                  </a:lnTo>
                  <a:lnTo>
                    <a:pt x="209" y="144"/>
                  </a:lnTo>
                  <a:lnTo>
                    <a:pt x="212" y="144"/>
                  </a:lnTo>
                  <a:lnTo>
                    <a:pt x="216" y="148"/>
                  </a:lnTo>
                  <a:lnTo>
                    <a:pt x="219" y="152"/>
                  </a:lnTo>
                  <a:lnTo>
                    <a:pt x="222" y="152"/>
                  </a:lnTo>
                  <a:lnTo>
                    <a:pt x="226" y="156"/>
                  </a:lnTo>
                  <a:lnTo>
                    <a:pt x="229" y="156"/>
                  </a:lnTo>
                  <a:lnTo>
                    <a:pt x="233" y="159"/>
                  </a:lnTo>
                  <a:lnTo>
                    <a:pt x="236" y="159"/>
                  </a:lnTo>
                  <a:lnTo>
                    <a:pt x="240" y="163"/>
                  </a:lnTo>
                  <a:lnTo>
                    <a:pt x="243" y="167"/>
                  </a:lnTo>
                  <a:lnTo>
                    <a:pt x="247" y="167"/>
                  </a:lnTo>
                  <a:lnTo>
                    <a:pt x="250" y="171"/>
                  </a:lnTo>
                  <a:lnTo>
                    <a:pt x="254" y="171"/>
                  </a:lnTo>
                  <a:lnTo>
                    <a:pt x="257" y="175"/>
                  </a:lnTo>
                  <a:lnTo>
                    <a:pt x="261" y="179"/>
                  </a:lnTo>
                  <a:lnTo>
                    <a:pt x="264" y="179"/>
                  </a:lnTo>
                  <a:lnTo>
                    <a:pt x="268" y="183"/>
                  </a:lnTo>
                  <a:lnTo>
                    <a:pt x="271" y="183"/>
                  </a:lnTo>
                  <a:lnTo>
                    <a:pt x="274" y="187"/>
                  </a:lnTo>
                  <a:lnTo>
                    <a:pt x="278" y="187"/>
                  </a:lnTo>
                  <a:lnTo>
                    <a:pt x="281" y="191"/>
                  </a:lnTo>
                  <a:lnTo>
                    <a:pt x="285" y="191"/>
                  </a:lnTo>
                  <a:lnTo>
                    <a:pt x="288" y="195"/>
                  </a:lnTo>
                  <a:lnTo>
                    <a:pt x="292" y="195"/>
                  </a:lnTo>
                  <a:lnTo>
                    <a:pt x="295" y="198"/>
                  </a:lnTo>
                  <a:lnTo>
                    <a:pt x="299" y="202"/>
                  </a:lnTo>
                  <a:lnTo>
                    <a:pt x="302" y="202"/>
                  </a:lnTo>
                  <a:lnTo>
                    <a:pt x="306" y="206"/>
                  </a:lnTo>
                  <a:lnTo>
                    <a:pt x="309" y="206"/>
                  </a:lnTo>
                  <a:lnTo>
                    <a:pt x="313" y="210"/>
                  </a:lnTo>
                  <a:lnTo>
                    <a:pt x="316" y="210"/>
                  </a:lnTo>
                  <a:lnTo>
                    <a:pt x="320" y="214"/>
                  </a:lnTo>
                  <a:lnTo>
                    <a:pt x="323" y="214"/>
                  </a:lnTo>
                  <a:lnTo>
                    <a:pt x="327" y="218"/>
                  </a:lnTo>
                  <a:lnTo>
                    <a:pt x="330" y="218"/>
                  </a:lnTo>
                  <a:lnTo>
                    <a:pt x="333" y="222"/>
                  </a:lnTo>
                  <a:lnTo>
                    <a:pt x="337" y="222"/>
                  </a:lnTo>
                  <a:lnTo>
                    <a:pt x="340" y="226"/>
                  </a:lnTo>
                  <a:lnTo>
                    <a:pt x="344" y="226"/>
                  </a:lnTo>
                  <a:lnTo>
                    <a:pt x="347" y="230"/>
                  </a:lnTo>
                  <a:lnTo>
                    <a:pt x="351" y="230"/>
                  </a:lnTo>
                  <a:lnTo>
                    <a:pt x="354" y="233"/>
                  </a:lnTo>
                  <a:lnTo>
                    <a:pt x="358" y="233"/>
                  </a:lnTo>
                  <a:lnTo>
                    <a:pt x="361" y="237"/>
                  </a:lnTo>
                  <a:lnTo>
                    <a:pt x="365" y="237"/>
                  </a:lnTo>
                  <a:lnTo>
                    <a:pt x="368" y="241"/>
                  </a:lnTo>
                  <a:lnTo>
                    <a:pt x="372" y="241"/>
                  </a:lnTo>
                  <a:lnTo>
                    <a:pt x="375" y="245"/>
                  </a:lnTo>
                  <a:lnTo>
                    <a:pt x="379" y="245"/>
                  </a:lnTo>
                  <a:lnTo>
                    <a:pt x="382" y="249"/>
                  </a:lnTo>
                  <a:lnTo>
                    <a:pt x="385" y="249"/>
                  </a:lnTo>
                  <a:lnTo>
                    <a:pt x="389" y="253"/>
                  </a:lnTo>
                  <a:lnTo>
                    <a:pt x="392" y="253"/>
                  </a:lnTo>
                  <a:lnTo>
                    <a:pt x="396" y="257"/>
                  </a:lnTo>
                  <a:lnTo>
                    <a:pt x="399" y="257"/>
                  </a:lnTo>
                  <a:lnTo>
                    <a:pt x="403" y="261"/>
                  </a:lnTo>
                  <a:lnTo>
                    <a:pt x="406" y="261"/>
                  </a:lnTo>
                  <a:lnTo>
                    <a:pt x="410" y="261"/>
                  </a:lnTo>
                  <a:lnTo>
                    <a:pt x="413" y="265"/>
                  </a:lnTo>
                  <a:lnTo>
                    <a:pt x="417" y="265"/>
                  </a:lnTo>
                  <a:lnTo>
                    <a:pt x="420" y="269"/>
                  </a:lnTo>
                  <a:lnTo>
                    <a:pt x="424" y="269"/>
                  </a:lnTo>
                  <a:lnTo>
                    <a:pt x="427" y="272"/>
                  </a:lnTo>
                  <a:lnTo>
                    <a:pt x="431" y="272"/>
                  </a:lnTo>
                  <a:lnTo>
                    <a:pt x="434" y="276"/>
                  </a:lnTo>
                  <a:lnTo>
                    <a:pt x="438" y="276"/>
                  </a:lnTo>
                  <a:lnTo>
                    <a:pt x="441" y="276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" name="Freeform 229"/>
            <p:cNvSpPr>
              <a:spLocks noChangeArrowheads="1"/>
            </p:cNvSpPr>
            <p:nvPr/>
          </p:nvSpPr>
          <p:spPr bwMode="auto">
            <a:xfrm>
              <a:off x="4421" y="3404"/>
              <a:ext cx="441" cy="141"/>
            </a:xfrm>
            <a:custGeom>
              <a:avLst/>
              <a:gdLst>
                <a:gd name="T0" fmla="*/ 7 w 441"/>
                <a:gd name="T1" fmla="*/ 4 h 141"/>
                <a:gd name="T2" fmla="*/ 17 w 441"/>
                <a:gd name="T3" fmla="*/ 8 h 141"/>
                <a:gd name="T4" fmla="*/ 28 w 441"/>
                <a:gd name="T5" fmla="*/ 16 h 141"/>
                <a:gd name="T6" fmla="*/ 38 w 441"/>
                <a:gd name="T7" fmla="*/ 20 h 141"/>
                <a:gd name="T8" fmla="*/ 49 w 441"/>
                <a:gd name="T9" fmla="*/ 24 h 141"/>
                <a:gd name="T10" fmla="*/ 59 w 441"/>
                <a:gd name="T11" fmla="*/ 28 h 141"/>
                <a:gd name="T12" fmla="*/ 69 w 441"/>
                <a:gd name="T13" fmla="*/ 32 h 141"/>
                <a:gd name="T14" fmla="*/ 80 w 441"/>
                <a:gd name="T15" fmla="*/ 35 h 141"/>
                <a:gd name="T16" fmla="*/ 90 w 441"/>
                <a:gd name="T17" fmla="*/ 43 h 141"/>
                <a:gd name="T18" fmla="*/ 101 w 441"/>
                <a:gd name="T19" fmla="*/ 47 h 141"/>
                <a:gd name="T20" fmla="*/ 111 w 441"/>
                <a:gd name="T21" fmla="*/ 51 h 141"/>
                <a:gd name="T22" fmla="*/ 121 w 441"/>
                <a:gd name="T23" fmla="*/ 55 h 141"/>
                <a:gd name="T24" fmla="*/ 132 w 441"/>
                <a:gd name="T25" fmla="*/ 59 h 141"/>
                <a:gd name="T26" fmla="*/ 142 w 441"/>
                <a:gd name="T27" fmla="*/ 63 h 141"/>
                <a:gd name="T28" fmla="*/ 153 w 441"/>
                <a:gd name="T29" fmla="*/ 67 h 141"/>
                <a:gd name="T30" fmla="*/ 163 w 441"/>
                <a:gd name="T31" fmla="*/ 70 h 141"/>
                <a:gd name="T32" fmla="*/ 173 w 441"/>
                <a:gd name="T33" fmla="*/ 70 h 141"/>
                <a:gd name="T34" fmla="*/ 184 w 441"/>
                <a:gd name="T35" fmla="*/ 74 h 141"/>
                <a:gd name="T36" fmla="*/ 194 w 441"/>
                <a:gd name="T37" fmla="*/ 78 h 141"/>
                <a:gd name="T38" fmla="*/ 205 w 441"/>
                <a:gd name="T39" fmla="*/ 82 h 141"/>
                <a:gd name="T40" fmla="*/ 215 w 441"/>
                <a:gd name="T41" fmla="*/ 86 h 141"/>
                <a:gd name="T42" fmla="*/ 225 w 441"/>
                <a:gd name="T43" fmla="*/ 90 h 141"/>
                <a:gd name="T44" fmla="*/ 236 w 441"/>
                <a:gd name="T45" fmla="*/ 94 h 141"/>
                <a:gd name="T46" fmla="*/ 246 w 441"/>
                <a:gd name="T47" fmla="*/ 94 h 141"/>
                <a:gd name="T48" fmla="*/ 257 w 441"/>
                <a:gd name="T49" fmla="*/ 98 h 141"/>
                <a:gd name="T50" fmla="*/ 267 w 441"/>
                <a:gd name="T51" fmla="*/ 102 h 141"/>
                <a:gd name="T52" fmla="*/ 277 w 441"/>
                <a:gd name="T53" fmla="*/ 106 h 141"/>
                <a:gd name="T54" fmla="*/ 288 w 441"/>
                <a:gd name="T55" fmla="*/ 106 h 141"/>
                <a:gd name="T56" fmla="*/ 298 w 441"/>
                <a:gd name="T57" fmla="*/ 109 h 141"/>
                <a:gd name="T58" fmla="*/ 309 w 441"/>
                <a:gd name="T59" fmla="*/ 113 h 141"/>
                <a:gd name="T60" fmla="*/ 319 w 441"/>
                <a:gd name="T61" fmla="*/ 113 h 141"/>
                <a:gd name="T62" fmla="*/ 330 w 441"/>
                <a:gd name="T63" fmla="*/ 117 h 141"/>
                <a:gd name="T64" fmla="*/ 340 w 441"/>
                <a:gd name="T65" fmla="*/ 121 h 141"/>
                <a:gd name="T66" fmla="*/ 350 w 441"/>
                <a:gd name="T67" fmla="*/ 121 h 141"/>
                <a:gd name="T68" fmla="*/ 361 w 441"/>
                <a:gd name="T69" fmla="*/ 125 h 141"/>
                <a:gd name="T70" fmla="*/ 371 w 441"/>
                <a:gd name="T71" fmla="*/ 125 h 141"/>
                <a:gd name="T72" fmla="*/ 382 w 441"/>
                <a:gd name="T73" fmla="*/ 129 h 141"/>
                <a:gd name="T74" fmla="*/ 392 w 441"/>
                <a:gd name="T75" fmla="*/ 129 h 141"/>
                <a:gd name="T76" fmla="*/ 402 w 441"/>
                <a:gd name="T77" fmla="*/ 133 h 141"/>
                <a:gd name="T78" fmla="*/ 413 w 441"/>
                <a:gd name="T79" fmla="*/ 133 h 141"/>
                <a:gd name="T80" fmla="*/ 423 w 441"/>
                <a:gd name="T81" fmla="*/ 137 h 141"/>
                <a:gd name="T82" fmla="*/ 434 w 441"/>
                <a:gd name="T83" fmla="*/ 137 h 1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1" h="141">
                  <a:moveTo>
                    <a:pt x="0" y="0"/>
                  </a:moveTo>
                  <a:lnTo>
                    <a:pt x="3" y="4"/>
                  </a:lnTo>
                  <a:lnTo>
                    <a:pt x="7" y="4"/>
                  </a:lnTo>
                  <a:lnTo>
                    <a:pt x="10" y="8"/>
                  </a:lnTo>
                  <a:lnTo>
                    <a:pt x="14" y="8"/>
                  </a:lnTo>
                  <a:lnTo>
                    <a:pt x="17" y="8"/>
                  </a:lnTo>
                  <a:lnTo>
                    <a:pt x="21" y="12"/>
                  </a:lnTo>
                  <a:lnTo>
                    <a:pt x="24" y="12"/>
                  </a:lnTo>
                  <a:lnTo>
                    <a:pt x="28" y="16"/>
                  </a:lnTo>
                  <a:lnTo>
                    <a:pt x="31" y="16"/>
                  </a:lnTo>
                  <a:lnTo>
                    <a:pt x="35" y="20"/>
                  </a:lnTo>
                  <a:lnTo>
                    <a:pt x="38" y="20"/>
                  </a:lnTo>
                  <a:lnTo>
                    <a:pt x="42" y="20"/>
                  </a:lnTo>
                  <a:lnTo>
                    <a:pt x="45" y="24"/>
                  </a:lnTo>
                  <a:lnTo>
                    <a:pt x="49" y="24"/>
                  </a:lnTo>
                  <a:lnTo>
                    <a:pt x="52" y="24"/>
                  </a:lnTo>
                  <a:lnTo>
                    <a:pt x="55" y="28"/>
                  </a:lnTo>
                  <a:lnTo>
                    <a:pt x="59" y="28"/>
                  </a:lnTo>
                  <a:lnTo>
                    <a:pt x="62" y="32"/>
                  </a:lnTo>
                  <a:lnTo>
                    <a:pt x="66" y="32"/>
                  </a:lnTo>
                  <a:lnTo>
                    <a:pt x="69" y="32"/>
                  </a:lnTo>
                  <a:lnTo>
                    <a:pt x="73" y="35"/>
                  </a:lnTo>
                  <a:lnTo>
                    <a:pt x="76" y="35"/>
                  </a:lnTo>
                  <a:lnTo>
                    <a:pt x="80" y="35"/>
                  </a:lnTo>
                  <a:lnTo>
                    <a:pt x="83" y="39"/>
                  </a:lnTo>
                  <a:lnTo>
                    <a:pt x="87" y="39"/>
                  </a:lnTo>
                  <a:lnTo>
                    <a:pt x="90" y="43"/>
                  </a:lnTo>
                  <a:lnTo>
                    <a:pt x="94" y="43"/>
                  </a:lnTo>
                  <a:lnTo>
                    <a:pt x="97" y="43"/>
                  </a:lnTo>
                  <a:lnTo>
                    <a:pt x="101" y="47"/>
                  </a:lnTo>
                  <a:lnTo>
                    <a:pt x="104" y="47"/>
                  </a:lnTo>
                  <a:lnTo>
                    <a:pt x="108" y="47"/>
                  </a:lnTo>
                  <a:lnTo>
                    <a:pt x="111" y="51"/>
                  </a:lnTo>
                  <a:lnTo>
                    <a:pt x="114" y="51"/>
                  </a:lnTo>
                  <a:lnTo>
                    <a:pt x="118" y="51"/>
                  </a:lnTo>
                  <a:lnTo>
                    <a:pt x="121" y="55"/>
                  </a:lnTo>
                  <a:lnTo>
                    <a:pt x="125" y="55"/>
                  </a:lnTo>
                  <a:lnTo>
                    <a:pt x="128" y="55"/>
                  </a:lnTo>
                  <a:lnTo>
                    <a:pt x="132" y="59"/>
                  </a:lnTo>
                  <a:lnTo>
                    <a:pt x="135" y="59"/>
                  </a:lnTo>
                  <a:lnTo>
                    <a:pt x="139" y="59"/>
                  </a:lnTo>
                  <a:lnTo>
                    <a:pt x="142" y="63"/>
                  </a:lnTo>
                  <a:lnTo>
                    <a:pt x="146" y="63"/>
                  </a:lnTo>
                  <a:lnTo>
                    <a:pt x="149" y="63"/>
                  </a:lnTo>
                  <a:lnTo>
                    <a:pt x="153" y="67"/>
                  </a:lnTo>
                  <a:lnTo>
                    <a:pt x="156" y="67"/>
                  </a:lnTo>
                  <a:lnTo>
                    <a:pt x="160" y="67"/>
                  </a:lnTo>
                  <a:lnTo>
                    <a:pt x="163" y="70"/>
                  </a:lnTo>
                  <a:lnTo>
                    <a:pt x="166" y="70"/>
                  </a:lnTo>
                  <a:lnTo>
                    <a:pt x="170" y="70"/>
                  </a:lnTo>
                  <a:lnTo>
                    <a:pt x="173" y="70"/>
                  </a:lnTo>
                  <a:lnTo>
                    <a:pt x="177" y="74"/>
                  </a:lnTo>
                  <a:lnTo>
                    <a:pt x="180" y="74"/>
                  </a:lnTo>
                  <a:lnTo>
                    <a:pt x="184" y="74"/>
                  </a:lnTo>
                  <a:lnTo>
                    <a:pt x="187" y="78"/>
                  </a:lnTo>
                  <a:lnTo>
                    <a:pt x="191" y="78"/>
                  </a:lnTo>
                  <a:lnTo>
                    <a:pt x="194" y="78"/>
                  </a:lnTo>
                  <a:lnTo>
                    <a:pt x="198" y="82"/>
                  </a:lnTo>
                  <a:lnTo>
                    <a:pt x="201" y="82"/>
                  </a:lnTo>
                  <a:lnTo>
                    <a:pt x="205" y="82"/>
                  </a:lnTo>
                  <a:lnTo>
                    <a:pt x="208" y="82"/>
                  </a:lnTo>
                  <a:lnTo>
                    <a:pt x="212" y="86"/>
                  </a:lnTo>
                  <a:lnTo>
                    <a:pt x="215" y="86"/>
                  </a:lnTo>
                  <a:lnTo>
                    <a:pt x="219" y="86"/>
                  </a:lnTo>
                  <a:lnTo>
                    <a:pt x="222" y="86"/>
                  </a:lnTo>
                  <a:lnTo>
                    <a:pt x="225" y="90"/>
                  </a:lnTo>
                  <a:lnTo>
                    <a:pt x="229" y="90"/>
                  </a:lnTo>
                  <a:lnTo>
                    <a:pt x="232" y="90"/>
                  </a:lnTo>
                  <a:lnTo>
                    <a:pt x="236" y="94"/>
                  </a:lnTo>
                  <a:lnTo>
                    <a:pt x="239" y="94"/>
                  </a:lnTo>
                  <a:lnTo>
                    <a:pt x="243" y="94"/>
                  </a:lnTo>
                  <a:lnTo>
                    <a:pt x="246" y="94"/>
                  </a:lnTo>
                  <a:lnTo>
                    <a:pt x="250" y="98"/>
                  </a:lnTo>
                  <a:lnTo>
                    <a:pt x="253" y="98"/>
                  </a:lnTo>
                  <a:lnTo>
                    <a:pt x="257" y="98"/>
                  </a:lnTo>
                  <a:lnTo>
                    <a:pt x="260" y="98"/>
                  </a:lnTo>
                  <a:lnTo>
                    <a:pt x="264" y="102"/>
                  </a:lnTo>
                  <a:lnTo>
                    <a:pt x="267" y="102"/>
                  </a:lnTo>
                  <a:lnTo>
                    <a:pt x="271" y="102"/>
                  </a:lnTo>
                  <a:lnTo>
                    <a:pt x="274" y="102"/>
                  </a:lnTo>
                  <a:lnTo>
                    <a:pt x="277" y="106"/>
                  </a:lnTo>
                  <a:lnTo>
                    <a:pt x="281" y="106"/>
                  </a:lnTo>
                  <a:lnTo>
                    <a:pt x="284" y="106"/>
                  </a:lnTo>
                  <a:lnTo>
                    <a:pt x="288" y="106"/>
                  </a:lnTo>
                  <a:lnTo>
                    <a:pt x="291" y="106"/>
                  </a:lnTo>
                  <a:lnTo>
                    <a:pt x="295" y="109"/>
                  </a:lnTo>
                  <a:lnTo>
                    <a:pt x="298" y="109"/>
                  </a:lnTo>
                  <a:lnTo>
                    <a:pt x="302" y="109"/>
                  </a:lnTo>
                  <a:lnTo>
                    <a:pt x="305" y="109"/>
                  </a:lnTo>
                  <a:lnTo>
                    <a:pt x="309" y="113"/>
                  </a:lnTo>
                  <a:lnTo>
                    <a:pt x="312" y="113"/>
                  </a:lnTo>
                  <a:lnTo>
                    <a:pt x="316" y="113"/>
                  </a:lnTo>
                  <a:lnTo>
                    <a:pt x="319" y="113"/>
                  </a:lnTo>
                  <a:lnTo>
                    <a:pt x="323" y="113"/>
                  </a:lnTo>
                  <a:lnTo>
                    <a:pt x="326" y="117"/>
                  </a:lnTo>
                  <a:lnTo>
                    <a:pt x="330" y="117"/>
                  </a:lnTo>
                  <a:lnTo>
                    <a:pt x="333" y="117"/>
                  </a:lnTo>
                  <a:lnTo>
                    <a:pt x="336" y="117"/>
                  </a:lnTo>
                  <a:lnTo>
                    <a:pt x="340" y="121"/>
                  </a:lnTo>
                  <a:lnTo>
                    <a:pt x="343" y="121"/>
                  </a:lnTo>
                  <a:lnTo>
                    <a:pt x="347" y="121"/>
                  </a:lnTo>
                  <a:lnTo>
                    <a:pt x="350" y="121"/>
                  </a:lnTo>
                  <a:lnTo>
                    <a:pt x="354" y="121"/>
                  </a:lnTo>
                  <a:lnTo>
                    <a:pt x="357" y="125"/>
                  </a:lnTo>
                  <a:lnTo>
                    <a:pt x="361" y="125"/>
                  </a:lnTo>
                  <a:lnTo>
                    <a:pt x="364" y="125"/>
                  </a:lnTo>
                  <a:lnTo>
                    <a:pt x="368" y="125"/>
                  </a:lnTo>
                  <a:lnTo>
                    <a:pt x="371" y="125"/>
                  </a:lnTo>
                  <a:lnTo>
                    <a:pt x="375" y="125"/>
                  </a:lnTo>
                  <a:lnTo>
                    <a:pt x="378" y="129"/>
                  </a:lnTo>
                  <a:lnTo>
                    <a:pt x="382" y="129"/>
                  </a:lnTo>
                  <a:lnTo>
                    <a:pt x="385" y="129"/>
                  </a:lnTo>
                  <a:lnTo>
                    <a:pt x="388" y="129"/>
                  </a:lnTo>
                  <a:lnTo>
                    <a:pt x="392" y="129"/>
                  </a:lnTo>
                  <a:lnTo>
                    <a:pt x="395" y="133"/>
                  </a:lnTo>
                  <a:lnTo>
                    <a:pt x="399" y="133"/>
                  </a:lnTo>
                  <a:lnTo>
                    <a:pt x="402" y="133"/>
                  </a:lnTo>
                  <a:lnTo>
                    <a:pt x="406" y="133"/>
                  </a:lnTo>
                  <a:lnTo>
                    <a:pt x="409" y="133"/>
                  </a:lnTo>
                  <a:lnTo>
                    <a:pt x="413" y="133"/>
                  </a:lnTo>
                  <a:lnTo>
                    <a:pt x="416" y="137"/>
                  </a:lnTo>
                  <a:lnTo>
                    <a:pt x="420" y="137"/>
                  </a:lnTo>
                  <a:lnTo>
                    <a:pt x="423" y="137"/>
                  </a:lnTo>
                  <a:lnTo>
                    <a:pt x="427" y="137"/>
                  </a:lnTo>
                  <a:lnTo>
                    <a:pt x="430" y="137"/>
                  </a:lnTo>
                  <a:lnTo>
                    <a:pt x="434" y="137"/>
                  </a:lnTo>
                  <a:lnTo>
                    <a:pt x="437" y="141"/>
                  </a:lnTo>
                  <a:lnTo>
                    <a:pt x="441" y="141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3" name="Freeform 230"/>
            <p:cNvSpPr>
              <a:spLocks noChangeArrowheads="1"/>
            </p:cNvSpPr>
            <p:nvPr/>
          </p:nvSpPr>
          <p:spPr bwMode="auto">
            <a:xfrm>
              <a:off x="4862" y="3545"/>
              <a:ext cx="381" cy="42"/>
            </a:xfrm>
            <a:custGeom>
              <a:avLst/>
              <a:gdLst>
                <a:gd name="T0" fmla="*/ 3 w 381"/>
                <a:gd name="T1" fmla="*/ 0 h 42"/>
                <a:gd name="T2" fmla="*/ 10 w 381"/>
                <a:gd name="T3" fmla="*/ 0 h 42"/>
                <a:gd name="T4" fmla="*/ 17 w 381"/>
                <a:gd name="T5" fmla="*/ 3 h 42"/>
                <a:gd name="T6" fmla="*/ 24 w 381"/>
                <a:gd name="T7" fmla="*/ 3 h 42"/>
                <a:gd name="T8" fmla="*/ 31 w 381"/>
                <a:gd name="T9" fmla="*/ 3 h 42"/>
                <a:gd name="T10" fmla="*/ 38 w 381"/>
                <a:gd name="T11" fmla="*/ 3 h 42"/>
                <a:gd name="T12" fmla="*/ 45 w 381"/>
                <a:gd name="T13" fmla="*/ 7 h 42"/>
                <a:gd name="T14" fmla="*/ 52 w 381"/>
                <a:gd name="T15" fmla="*/ 7 h 42"/>
                <a:gd name="T16" fmla="*/ 58 w 381"/>
                <a:gd name="T17" fmla="*/ 7 h 42"/>
                <a:gd name="T18" fmla="*/ 65 w 381"/>
                <a:gd name="T19" fmla="*/ 11 h 42"/>
                <a:gd name="T20" fmla="*/ 72 w 381"/>
                <a:gd name="T21" fmla="*/ 11 h 42"/>
                <a:gd name="T22" fmla="*/ 79 w 381"/>
                <a:gd name="T23" fmla="*/ 11 h 42"/>
                <a:gd name="T24" fmla="*/ 86 w 381"/>
                <a:gd name="T25" fmla="*/ 11 h 42"/>
                <a:gd name="T26" fmla="*/ 93 w 381"/>
                <a:gd name="T27" fmla="*/ 15 h 42"/>
                <a:gd name="T28" fmla="*/ 100 w 381"/>
                <a:gd name="T29" fmla="*/ 15 h 42"/>
                <a:gd name="T30" fmla="*/ 107 w 381"/>
                <a:gd name="T31" fmla="*/ 15 h 42"/>
                <a:gd name="T32" fmla="*/ 114 w 381"/>
                <a:gd name="T33" fmla="*/ 15 h 42"/>
                <a:gd name="T34" fmla="*/ 121 w 381"/>
                <a:gd name="T35" fmla="*/ 19 h 42"/>
                <a:gd name="T36" fmla="*/ 128 w 381"/>
                <a:gd name="T37" fmla="*/ 19 h 42"/>
                <a:gd name="T38" fmla="*/ 135 w 381"/>
                <a:gd name="T39" fmla="*/ 19 h 42"/>
                <a:gd name="T40" fmla="*/ 142 w 381"/>
                <a:gd name="T41" fmla="*/ 19 h 42"/>
                <a:gd name="T42" fmla="*/ 149 w 381"/>
                <a:gd name="T43" fmla="*/ 23 h 42"/>
                <a:gd name="T44" fmla="*/ 156 w 381"/>
                <a:gd name="T45" fmla="*/ 23 h 42"/>
                <a:gd name="T46" fmla="*/ 163 w 381"/>
                <a:gd name="T47" fmla="*/ 23 h 42"/>
                <a:gd name="T48" fmla="*/ 169 w 381"/>
                <a:gd name="T49" fmla="*/ 23 h 42"/>
                <a:gd name="T50" fmla="*/ 176 w 381"/>
                <a:gd name="T51" fmla="*/ 23 h 42"/>
                <a:gd name="T52" fmla="*/ 183 w 381"/>
                <a:gd name="T53" fmla="*/ 27 h 42"/>
                <a:gd name="T54" fmla="*/ 190 w 381"/>
                <a:gd name="T55" fmla="*/ 27 h 42"/>
                <a:gd name="T56" fmla="*/ 197 w 381"/>
                <a:gd name="T57" fmla="*/ 27 h 42"/>
                <a:gd name="T58" fmla="*/ 204 w 381"/>
                <a:gd name="T59" fmla="*/ 27 h 42"/>
                <a:gd name="T60" fmla="*/ 211 w 381"/>
                <a:gd name="T61" fmla="*/ 27 h 42"/>
                <a:gd name="T62" fmla="*/ 218 w 381"/>
                <a:gd name="T63" fmla="*/ 31 h 42"/>
                <a:gd name="T64" fmla="*/ 225 w 381"/>
                <a:gd name="T65" fmla="*/ 31 h 42"/>
                <a:gd name="T66" fmla="*/ 232 w 381"/>
                <a:gd name="T67" fmla="*/ 31 h 42"/>
                <a:gd name="T68" fmla="*/ 239 w 381"/>
                <a:gd name="T69" fmla="*/ 31 h 42"/>
                <a:gd name="T70" fmla="*/ 246 w 381"/>
                <a:gd name="T71" fmla="*/ 31 h 42"/>
                <a:gd name="T72" fmla="*/ 253 w 381"/>
                <a:gd name="T73" fmla="*/ 35 h 42"/>
                <a:gd name="T74" fmla="*/ 260 w 381"/>
                <a:gd name="T75" fmla="*/ 35 h 42"/>
                <a:gd name="T76" fmla="*/ 267 w 381"/>
                <a:gd name="T77" fmla="*/ 35 h 42"/>
                <a:gd name="T78" fmla="*/ 274 w 381"/>
                <a:gd name="T79" fmla="*/ 35 h 42"/>
                <a:gd name="T80" fmla="*/ 280 w 381"/>
                <a:gd name="T81" fmla="*/ 35 h 42"/>
                <a:gd name="T82" fmla="*/ 287 w 381"/>
                <a:gd name="T83" fmla="*/ 35 h 42"/>
                <a:gd name="T84" fmla="*/ 294 w 381"/>
                <a:gd name="T85" fmla="*/ 39 h 42"/>
                <a:gd name="T86" fmla="*/ 301 w 381"/>
                <a:gd name="T87" fmla="*/ 39 h 42"/>
                <a:gd name="T88" fmla="*/ 308 w 381"/>
                <a:gd name="T89" fmla="*/ 39 h 42"/>
                <a:gd name="T90" fmla="*/ 315 w 381"/>
                <a:gd name="T91" fmla="*/ 39 h 42"/>
                <a:gd name="T92" fmla="*/ 322 w 381"/>
                <a:gd name="T93" fmla="*/ 39 h 42"/>
                <a:gd name="T94" fmla="*/ 329 w 381"/>
                <a:gd name="T95" fmla="*/ 39 h 42"/>
                <a:gd name="T96" fmla="*/ 336 w 381"/>
                <a:gd name="T97" fmla="*/ 39 h 42"/>
                <a:gd name="T98" fmla="*/ 343 w 381"/>
                <a:gd name="T99" fmla="*/ 42 h 42"/>
                <a:gd name="T100" fmla="*/ 350 w 381"/>
                <a:gd name="T101" fmla="*/ 42 h 42"/>
                <a:gd name="T102" fmla="*/ 357 w 381"/>
                <a:gd name="T103" fmla="*/ 42 h 42"/>
                <a:gd name="T104" fmla="*/ 364 w 381"/>
                <a:gd name="T105" fmla="*/ 42 h 42"/>
                <a:gd name="T106" fmla="*/ 371 w 381"/>
                <a:gd name="T107" fmla="*/ 42 h 42"/>
                <a:gd name="T108" fmla="*/ 378 w 381"/>
                <a:gd name="T109" fmla="*/ 42 h 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1" h="42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4" y="3"/>
                  </a:lnTo>
                  <a:lnTo>
                    <a:pt x="27" y="3"/>
                  </a:lnTo>
                  <a:lnTo>
                    <a:pt x="31" y="3"/>
                  </a:lnTo>
                  <a:lnTo>
                    <a:pt x="34" y="3"/>
                  </a:lnTo>
                  <a:lnTo>
                    <a:pt x="38" y="3"/>
                  </a:lnTo>
                  <a:lnTo>
                    <a:pt x="41" y="7"/>
                  </a:lnTo>
                  <a:lnTo>
                    <a:pt x="45" y="7"/>
                  </a:lnTo>
                  <a:lnTo>
                    <a:pt x="48" y="7"/>
                  </a:lnTo>
                  <a:lnTo>
                    <a:pt x="52" y="7"/>
                  </a:lnTo>
                  <a:lnTo>
                    <a:pt x="55" y="7"/>
                  </a:lnTo>
                  <a:lnTo>
                    <a:pt x="58" y="7"/>
                  </a:lnTo>
                  <a:lnTo>
                    <a:pt x="62" y="7"/>
                  </a:lnTo>
                  <a:lnTo>
                    <a:pt x="65" y="11"/>
                  </a:lnTo>
                  <a:lnTo>
                    <a:pt x="69" y="11"/>
                  </a:lnTo>
                  <a:lnTo>
                    <a:pt x="72" y="11"/>
                  </a:lnTo>
                  <a:lnTo>
                    <a:pt x="76" y="11"/>
                  </a:lnTo>
                  <a:lnTo>
                    <a:pt x="79" y="11"/>
                  </a:lnTo>
                  <a:lnTo>
                    <a:pt x="83" y="11"/>
                  </a:lnTo>
                  <a:lnTo>
                    <a:pt x="86" y="11"/>
                  </a:lnTo>
                  <a:lnTo>
                    <a:pt x="90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0" y="15"/>
                  </a:lnTo>
                  <a:lnTo>
                    <a:pt x="104" y="15"/>
                  </a:lnTo>
                  <a:lnTo>
                    <a:pt x="107" y="15"/>
                  </a:lnTo>
                  <a:lnTo>
                    <a:pt x="111" y="15"/>
                  </a:lnTo>
                  <a:lnTo>
                    <a:pt x="114" y="15"/>
                  </a:lnTo>
                  <a:lnTo>
                    <a:pt x="117" y="19"/>
                  </a:lnTo>
                  <a:lnTo>
                    <a:pt x="121" y="19"/>
                  </a:lnTo>
                  <a:lnTo>
                    <a:pt x="124" y="19"/>
                  </a:lnTo>
                  <a:lnTo>
                    <a:pt x="128" y="19"/>
                  </a:lnTo>
                  <a:lnTo>
                    <a:pt x="131" y="19"/>
                  </a:lnTo>
                  <a:lnTo>
                    <a:pt x="135" y="19"/>
                  </a:lnTo>
                  <a:lnTo>
                    <a:pt x="138" y="19"/>
                  </a:lnTo>
                  <a:lnTo>
                    <a:pt x="142" y="19"/>
                  </a:lnTo>
                  <a:lnTo>
                    <a:pt x="145" y="19"/>
                  </a:lnTo>
                  <a:lnTo>
                    <a:pt x="149" y="23"/>
                  </a:lnTo>
                  <a:lnTo>
                    <a:pt x="152" y="23"/>
                  </a:lnTo>
                  <a:lnTo>
                    <a:pt x="156" y="23"/>
                  </a:lnTo>
                  <a:lnTo>
                    <a:pt x="159" y="23"/>
                  </a:lnTo>
                  <a:lnTo>
                    <a:pt x="163" y="23"/>
                  </a:lnTo>
                  <a:lnTo>
                    <a:pt x="166" y="23"/>
                  </a:lnTo>
                  <a:lnTo>
                    <a:pt x="169" y="23"/>
                  </a:lnTo>
                  <a:lnTo>
                    <a:pt x="173" y="23"/>
                  </a:lnTo>
                  <a:lnTo>
                    <a:pt x="176" y="23"/>
                  </a:lnTo>
                  <a:lnTo>
                    <a:pt x="180" y="27"/>
                  </a:lnTo>
                  <a:lnTo>
                    <a:pt x="183" y="27"/>
                  </a:lnTo>
                  <a:lnTo>
                    <a:pt x="187" y="27"/>
                  </a:lnTo>
                  <a:lnTo>
                    <a:pt x="190" y="27"/>
                  </a:lnTo>
                  <a:lnTo>
                    <a:pt x="194" y="27"/>
                  </a:lnTo>
                  <a:lnTo>
                    <a:pt x="197" y="27"/>
                  </a:lnTo>
                  <a:lnTo>
                    <a:pt x="201" y="27"/>
                  </a:lnTo>
                  <a:lnTo>
                    <a:pt x="204" y="27"/>
                  </a:lnTo>
                  <a:lnTo>
                    <a:pt x="208" y="27"/>
                  </a:lnTo>
                  <a:lnTo>
                    <a:pt x="211" y="27"/>
                  </a:lnTo>
                  <a:lnTo>
                    <a:pt x="215" y="31"/>
                  </a:lnTo>
                  <a:lnTo>
                    <a:pt x="218" y="31"/>
                  </a:lnTo>
                  <a:lnTo>
                    <a:pt x="222" y="31"/>
                  </a:lnTo>
                  <a:lnTo>
                    <a:pt x="225" y="31"/>
                  </a:lnTo>
                  <a:lnTo>
                    <a:pt x="228" y="31"/>
                  </a:lnTo>
                  <a:lnTo>
                    <a:pt x="232" y="31"/>
                  </a:lnTo>
                  <a:lnTo>
                    <a:pt x="235" y="31"/>
                  </a:lnTo>
                  <a:lnTo>
                    <a:pt x="239" y="31"/>
                  </a:lnTo>
                  <a:lnTo>
                    <a:pt x="242" y="31"/>
                  </a:lnTo>
                  <a:lnTo>
                    <a:pt x="246" y="31"/>
                  </a:lnTo>
                  <a:lnTo>
                    <a:pt x="249" y="31"/>
                  </a:lnTo>
                  <a:lnTo>
                    <a:pt x="253" y="35"/>
                  </a:lnTo>
                  <a:lnTo>
                    <a:pt x="256" y="35"/>
                  </a:lnTo>
                  <a:lnTo>
                    <a:pt x="260" y="35"/>
                  </a:lnTo>
                  <a:lnTo>
                    <a:pt x="263" y="35"/>
                  </a:lnTo>
                  <a:lnTo>
                    <a:pt x="267" y="35"/>
                  </a:lnTo>
                  <a:lnTo>
                    <a:pt x="270" y="35"/>
                  </a:lnTo>
                  <a:lnTo>
                    <a:pt x="274" y="35"/>
                  </a:lnTo>
                  <a:lnTo>
                    <a:pt x="277" y="35"/>
                  </a:lnTo>
                  <a:lnTo>
                    <a:pt x="280" y="35"/>
                  </a:lnTo>
                  <a:lnTo>
                    <a:pt x="284" y="35"/>
                  </a:lnTo>
                  <a:lnTo>
                    <a:pt x="287" y="35"/>
                  </a:lnTo>
                  <a:lnTo>
                    <a:pt x="291" y="35"/>
                  </a:lnTo>
                  <a:lnTo>
                    <a:pt x="294" y="39"/>
                  </a:lnTo>
                  <a:lnTo>
                    <a:pt x="298" y="39"/>
                  </a:lnTo>
                  <a:lnTo>
                    <a:pt x="301" y="39"/>
                  </a:lnTo>
                  <a:lnTo>
                    <a:pt x="305" y="39"/>
                  </a:lnTo>
                  <a:lnTo>
                    <a:pt x="308" y="39"/>
                  </a:lnTo>
                  <a:lnTo>
                    <a:pt x="312" y="39"/>
                  </a:lnTo>
                  <a:lnTo>
                    <a:pt x="315" y="39"/>
                  </a:lnTo>
                  <a:lnTo>
                    <a:pt x="319" y="39"/>
                  </a:lnTo>
                  <a:lnTo>
                    <a:pt x="322" y="39"/>
                  </a:lnTo>
                  <a:lnTo>
                    <a:pt x="326" y="39"/>
                  </a:lnTo>
                  <a:lnTo>
                    <a:pt x="329" y="39"/>
                  </a:lnTo>
                  <a:lnTo>
                    <a:pt x="333" y="39"/>
                  </a:lnTo>
                  <a:lnTo>
                    <a:pt x="336" y="39"/>
                  </a:lnTo>
                  <a:lnTo>
                    <a:pt x="339" y="39"/>
                  </a:lnTo>
                  <a:lnTo>
                    <a:pt x="343" y="42"/>
                  </a:lnTo>
                  <a:lnTo>
                    <a:pt x="346" y="42"/>
                  </a:lnTo>
                  <a:lnTo>
                    <a:pt x="350" y="42"/>
                  </a:lnTo>
                  <a:lnTo>
                    <a:pt x="353" y="42"/>
                  </a:lnTo>
                  <a:lnTo>
                    <a:pt x="357" y="42"/>
                  </a:lnTo>
                  <a:lnTo>
                    <a:pt x="360" y="42"/>
                  </a:lnTo>
                  <a:lnTo>
                    <a:pt x="364" y="42"/>
                  </a:lnTo>
                  <a:lnTo>
                    <a:pt x="367" y="42"/>
                  </a:lnTo>
                  <a:lnTo>
                    <a:pt x="371" y="42"/>
                  </a:lnTo>
                  <a:lnTo>
                    <a:pt x="374" y="42"/>
                  </a:lnTo>
                  <a:lnTo>
                    <a:pt x="378" y="42"/>
                  </a:lnTo>
                  <a:lnTo>
                    <a:pt x="381" y="42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62" name="Text Box 231"/>
          <p:cNvSpPr txBox="1">
            <a:spLocks noChangeArrowheads="1"/>
          </p:cNvSpPr>
          <p:nvPr/>
        </p:nvSpPr>
        <p:spPr bwMode="auto">
          <a:xfrm>
            <a:off x="4830763" y="5837238"/>
            <a:ext cx="536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1/T</a:t>
            </a:r>
          </a:p>
        </p:txBody>
      </p:sp>
      <p:sp>
        <p:nvSpPr>
          <p:cNvPr id="10463" name="Rectangle 232"/>
          <p:cNvSpPr>
            <a:spLocks noChangeArrowheads="1"/>
          </p:cNvSpPr>
          <p:nvPr/>
        </p:nvSpPr>
        <p:spPr bwMode="auto">
          <a:xfrm rot="-5400000">
            <a:off x="128588" y="2930525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L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)/ (dB)</a:t>
            </a:r>
          </a:p>
        </p:txBody>
      </p:sp>
      <p:sp>
        <p:nvSpPr>
          <p:cNvPr id="10464" name="Rectangle 233"/>
          <p:cNvSpPr>
            <a:spLocks noChangeArrowheads="1"/>
          </p:cNvSpPr>
          <p:nvPr/>
        </p:nvSpPr>
        <p:spPr bwMode="auto">
          <a:xfrm rot="-5400000">
            <a:off x="449263" y="4956175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</a:t>
            </a:r>
          </a:p>
        </p:txBody>
      </p:sp>
      <p:sp>
        <p:nvSpPr>
          <p:cNvPr id="10465" name="Rectangle 234"/>
          <p:cNvSpPr>
            <a:spLocks noChangeArrowheads="1"/>
          </p:cNvSpPr>
          <p:nvPr/>
        </p:nvSpPr>
        <p:spPr bwMode="auto">
          <a:xfrm>
            <a:off x="3355975" y="1628775"/>
            <a:ext cx="213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Bode Diagram</a:t>
            </a:r>
          </a:p>
        </p:txBody>
      </p:sp>
      <p:sp>
        <p:nvSpPr>
          <p:cNvPr id="10466" name="Rectangle 235"/>
          <p:cNvSpPr>
            <a:spLocks noChangeArrowheads="1"/>
          </p:cNvSpPr>
          <p:nvPr/>
        </p:nvSpPr>
        <p:spPr bwMode="auto">
          <a:xfrm>
            <a:off x="3600450" y="6027738"/>
            <a:ext cx="176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  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rad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/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sec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</a:t>
            </a:r>
          </a:p>
        </p:txBody>
      </p:sp>
      <p:sp useBgFill="1">
        <p:nvSpPr>
          <p:cNvPr id="10467" name="Text Box 236"/>
          <p:cNvSpPr txBox="1">
            <a:spLocks noChangeArrowheads="1"/>
          </p:cNvSpPr>
          <p:nvPr/>
        </p:nvSpPr>
        <p:spPr bwMode="auto">
          <a:xfrm>
            <a:off x="2592388" y="2924175"/>
            <a:ext cx="2012950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实际幅频特性</a:t>
            </a:r>
          </a:p>
        </p:txBody>
      </p:sp>
      <p:sp>
        <p:nvSpPr>
          <p:cNvPr id="10468" name="Line 237"/>
          <p:cNvSpPr>
            <a:spLocks noChangeShapeType="1"/>
          </p:cNvSpPr>
          <p:nvPr/>
        </p:nvSpPr>
        <p:spPr bwMode="auto">
          <a:xfrm flipV="1">
            <a:off x="4421188" y="2695575"/>
            <a:ext cx="533400" cy="304800"/>
          </a:xfrm>
          <a:prstGeom prst="line">
            <a:avLst/>
          </a:prstGeom>
          <a:noFill/>
          <a:ln w="2222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9" name="Line 238"/>
          <p:cNvSpPr>
            <a:spLocks noChangeShapeType="1"/>
          </p:cNvSpPr>
          <p:nvPr/>
        </p:nvSpPr>
        <p:spPr bwMode="auto">
          <a:xfrm flipH="1">
            <a:off x="5411788" y="2543175"/>
            <a:ext cx="533400" cy="152400"/>
          </a:xfrm>
          <a:prstGeom prst="line">
            <a:avLst/>
          </a:prstGeom>
          <a:noFill/>
          <a:ln w="222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 useBgFill="1">
        <p:nvSpPr>
          <p:cNvPr id="10470" name="Text Box 239"/>
          <p:cNvSpPr txBox="1">
            <a:spLocks noChangeArrowheads="1"/>
          </p:cNvSpPr>
          <p:nvPr/>
        </p:nvSpPr>
        <p:spPr bwMode="auto">
          <a:xfrm>
            <a:off x="5868988" y="2238375"/>
            <a:ext cx="1098550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渐近线</a:t>
            </a:r>
          </a:p>
        </p:txBody>
      </p:sp>
      <p:sp useBgFill="1">
        <p:nvSpPr>
          <p:cNvPr id="10471" name="Text Box 240"/>
          <p:cNvSpPr txBox="1">
            <a:spLocks noChangeArrowheads="1"/>
          </p:cNvSpPr>
          <p:nvPr/>
        </p:nvSpPr>
        <p:spPr bwMode="auto">
          <a:xfrm>
            <a:off x="6021388" y="2695575"/>
            <a:ext cx="1503362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-</a:t>
            </a:r>
            <a:r>
              <a:rPr lang="en-US" altLang="zh-CN" sz="2400">
                <a:latin typeface="Times New Roman" panose="02020603050405020304" pitchFamily="18" charset="0"/>
              </a:rPr>
              <a:t>20dB/dec</a:t>
            </a:r>
          </a:p>
        </p:txBody>
      </p:sp>
      <p:grpSp>
        <p:nvGrpSpPr>
          <p:cNvPr id="10472" name="Group 250"/>
          <p:cNvGrpSpPr>
            <a:grpSpLocks/>
          </p:cNvGrpSpPr>
          <p:nvPr/>
        </p:nvGrpSpPr>
        <p:grpSpPr bwMode="auto">
          <a:xfrm>
            <a:off x="1928813" y="2565400"/>
            <a:ext cx="5616575" cy="1008063"/>
            <a:chOff x="1215" y="1616"/>
            <a:chExt cx="3538" cy="635"/>
          </a:xfrm>
        </p:grpSpPr>
        <p:sp>
          <p:nvSpPr>
            <p:cNvPr id="10482" name="Freeform 242"/>
            <p:cNvSpPr>
              <a:spLocks noChangeArrowheads="1"/>
            </p:cNvSpPr>
            <p:nvPr/>
          </p:nvSpPr>
          <p:spPr bwMode="auto">
            <a:xfrm>
              <a:off x="1474" y="1616"/>
              <a:ext cx="3084" cy="544"/>
            </a:xfrm>
            <a:custGeom>
              <a:avLst/>
              <a:gdLst>
                <a:gd name="T0" fmla="*/ 0 w 2751"/>
                <a:gd name="T1" fmla="*/ 0 h 577"/>
                <a:gd name="T2" fmla="*/ 3887 w 2751"/>
                <a:gd name="T3" fmla="*/ 0 h 577"/>
                <a:gd name="T4" fmla="*/ 6861 w 2751"/>
                <a:gd name="T5" fmla="*/ 360 h 5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51" h="577">
                  <a:moveTo>
                    <a:pt x="0" y="0"/>
                  </a:moveTo>
                  <a:lnTo>
                    <a:pt x="1558" y="0"/>
                  </a:lnTo>
                  <a:lnTo>
                    <a:pt x="2751" y="577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83" name="Group 243"/>
            <p:cNvGrpSpPr>
              <a:grpSpLocks/>
            </p:cNvGrpSpPr>
            <p:nvPr/>
          </p:nvGrpSpPr>
          <p:grpSpPr bwMode="auto">
            <a:xfrm>
              <a:off x="1215" y="1621"/>
              <a:ext cx="3538" cy="630"/>
              <a:chOff x="2492" y="1737"/>
              <a:chExt cx="2751" cy="577"/>
            </a:xfrm>
          </p:grpSpPr>
          <p:sp>
            <p:nvSpPr>
              <p:cNvPr id="10484" name="Freeform 244"/>
              <p:cNvSpPr>
                <a:spLocks noChangeArrowheads="1"/>
              </p:cNvSpPr>
              <p:nvPr/>
            </p:nvSpPr>
            <p:spPr bwMode="auto">
              <a:xfrm>
                <a:off x="2492" y="1737"/>
                <a:ext cx="1048" cy="8"/>
              </a:xfrm>
              <a:custGeom>
                <a:avLst/>
                <a:gdLst>
                  <a:gd name="T0" fmla="*/ 70 w 1048"/>
                  <a:gd name="T1" fmla="*/ 0 h 8"/>
                  <a:gd name="T2" fmla="*/ 160 w 1048"/>
                  <a:gd name="T3" fmla="*/ 0 h 8"/>
                  <a:gd name="T4" fmla="*/ 233 w 1048"/>
                  <a:gd name="T5" fmla="*/ 0 h 8"/>
                  <a:gd name="T6" fmla="*/ 295 w 1048"/>
                  <a:gd name="T7" fmla="*/ 0 h 8"/>
                  <a:gd name="T8" fmla="*/ 347 w 1048"/>
                  <a:gd name="T9" fmla="*/ 0 h 8"/>
                  <a:gd name="T10" fmla="*/ 396 w 1048"/>
                  <a:gd name="T11" fmla="*/ 0 h 8"/>
                  <a:gd name="T12" fmla="*/ 437 w 1048"/>
                  <a:gd name="T13" fmla="*/ 0 h 8"/>
                  <a:gd name="T14" fmla="*/ 476 w 1048"/>
                  <a:gd name="T15" fmla="*/ 0 h 8"/>
                  <a:gd name="T16" fmla="*/ 510 w 1048"/>
                  <a:gd name="T17" fmla="*/ 0 h 8"/>
                  <a:gd name="T18" fmla="*/ 541 w 1048"/>
                  <a:gd name="T19" fmla="*/ 0 h 8"/>
                  <a:gd name="T20" fmla="*/ 569 w 1048"/>
                  <a:gd name="T21" fmla="*/ 0 h 8"/>
                  <a:gd name="T22" fmla="*/ 597 w 1048"/>
                  <a:gd name="T23" fmla="*/ 0 h 8"/>
                  <a:gd name="T24" fmla="*/ 625 w 1048"/>
                  <a:gd name="T25" fmla="*/ 0 h 8"/>
                  <a:gd name="T26" fmla="*/ 649 w 1048"/>
                  <a:gd name="T27" fmla="*/ 4 h 8"/>
                  <a:gd name="T28" fmla="*/ 670 w 1048"/>
                  <a:gd name="T29" fmla="*/ 4 h 8"/>
                  <a:gd name="T30" fmla="*/ 694 w 1048"/>
                  <a:gd name="T31" fmla="*/ 4 h 8"/>
                  <a:gd name="T32" fmla="*/ 711 w 1048"/>
                  <a:gd name="T33" fmla="*/ 4 h 8"/>
                  <a:gd name="T34" fmla="*/ 732 w 1048"/>
                  <a:gd name="T35" fmla="*/ 4 h 8"/>
                  <a:gd name="T36" fmla="*/ 750 w 1048"/>
                  <a:gd name="T37" fmla="*/ 4 h 8"/>
                  <a:gd name="T38" fmla="*/ 770 w 1048"/>
                  <a:gd name="T39" fmla="*/ 4 h 8"/>
                  <a:gd name="T40" fmla="*/ 784 w 1048"/>
                  <a:gd name="T41" fmla="*/ 4 h 8"/>
                  <a:gd name="T42" fmla="*/ 802 w 1048"/>
                  <a:gd name="T43" fmla="*/ 4 h 8"/>
                  <a:gd name="T44" fmla="*/ 819 w 1048"/>
                  <a:gd name="T45" fmla="*/ 4 h 8"/>
                  <a:gd name="T46" fmla="*/ 833 w 1048"/>
                  <a:gd name="T47" fmla="*/ 4 h 8"/>
                  <a:gd name="T48" fmla="*/ 847 w 1048"/>
                  <a:gd name="T49" fmla="*/ 4 h 8"/>
                  <a:gd name="T50" fmla="*/ 861 w 1048"/>
                  <a:gd name="T51" fmla="*/ 4 h 8"/>
                  <a:gd name="T52" fmla="*/ 874 w 1048"/>
                  <a:gd name="T53" fmla="*/ 4 h 8"/>
                  <a:gd name="T54" fmla="*/ 888 w 1048"/>
                  <a:gd name="T55" fmla="*/ 4 h 8"/>
                  <a:gd name="T56" fmla="*/ 899 w 1048"/>
                  <a:gd name="T57" fmla="*/ 4 h 8"/>
                  <a:gd name="T58" fmla="*/ 913 w 1048"/>
                  <a:gd name="T59" fmla="*/ 4 h 8"/>
                  <a:gd name="T60" fmla="*/ 923 w 1048"/>
                  <a:gd name="T61" fmla="*/ 4 h 8"/>
                  <a:gd name="T62" fmla="*/ 937 w 1048"/>
                  <a:gd name="T63" fmla="*/ 4 h 8"/>
                  <a:gd name="T64" fmla="*/ 947 w 1048"/>
                  <a:gd name="T65" fmla="*/ 4 h 8"/>
                  <a:gd name="T66" fmla="*/ 958 w 1048"/>
                  <a:gd name="T67" fmla="*/ 4 h 8"/>
                  <a:gd name="T68" fmla="*/ 968 w 1048"/>
                  <a:gd name="T69" fmla="*/ 4 h 8"/>
                  <a:gd name="T70" fmla="*/ 979 w 1048"/>
                  <a:gd name="T71" fmla="*/ 8 h 8"/>
                  <a:gd name="T72" fmla="*/ 989 w 1048"/>
                  <a:gd name="T73" fmla="*/ 8 h 8"/>
                  <a:gd name="T74" fmla="*/ 999 w 1048"/>
                  <a:gd name="T75" fmla="*/ 8 h 8"/>
                  <a:gd name="T76" fmla="*/ 1010 w 1048"/>
                  <a:gd name="T77" fmla="*/ 8 h 8"/>
                  <a:gd name="T78" fmla="*/ 1020 w 1048"/>
                  <a:gd name="T79" fmla="*/ 8 h 8"/>
                  <a:gd name="T80" fmla="*/ 1031 w 1048"/>
                  <a:gd name="T81" fmla="*/ 8 h 8"/>
                  <a:gd name="T82" fmla="*/ 1041 w 1048"/>
                  <a:gd name="T83" fmla="*/ 8 h 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048" h="8">
                    <a:moveTo>
                      <a:pt x="0" y="0"/>
                    </a:moveTo>
                    <a:lnTo>
                      <a:pt x="35" y="0"/>
                    </a:lnTo>
                    <a:lnTo>
                      <a:pt x="70" y="0"/>
                    </a:lnTo>
                    <a:lnTo>
                      <a:pt x="104" y="0"/>
                    </a:lnTo>
                    <a:lnTo>
                      <a:pt x="132" y="0"/>
                    </a:lnTo>
                    <a:lnTo>
                      <a:pt x="160" y="0"/>
                    </a:lnTo>
                    <a:lnTo>
                      <a:pt x="188" y="0"/>
                    </a:lnTo>
                    <a:lnTo>
                      <a:pt x="208" y="0"/>
                    </a:lnTo>
                    <a:lnTo>
                      <a:pt x="233" y="0"/>
                    </a:lnTo>
                    <a:lnTo>
                      <a:pt x="254" y="0"/>
                    </a:lnTo>
                    <a:lnTo>
                      <a:pt x="274" y="0"/>
                    </a:lnTo>
                    <a:lnTo>
                      <a:pt x="295" y="0"/>
                    </a:lnTo>
                    <a:lnTo>
                      <a:pt x="313" y="0"/>
                    </a:lnTo>
                    <a:lnTo>
                      <a:pt x="330" y="0"/>
                    </a:lnTo>
                    <a:lnTo>
                      <a:pt x="347" y="0"/>
                    </a:lnTo>
                    <a:lnTo>
                      <a:pt x="365" y="0"/>
                    </a:lnTo>
                    <a:lnTo>
                      <a:pt x="378" y="0"/>
                    </a:lnTo>
                    <a:lnTo>
                      <a:pt x="396" y="0"/>
                    </a:lnTo>
                    <a:lnTo>
                      <a:pt x="410" y="0"/>
                    </a:lnTo>
                    <a:lnTo>
                      <a:pt x="424" y="0"/>
                    </a:lnTo>
                    <a:lnTo>
                      <a:pt x="437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76" y="0"/>
                    </a:lnTo>
                    <a:lnTo>
                      <a:pt x="486" y="0"/>
                    </a:lnTo>
                    <a:lnTo>
                      <a:pt x="496" y="0"/>
                    </a:lnTo>
                    <a:lnTo>
                      <a:pt x="510" y="0"/>
                    </a:lnTo>
                    <a:lnTo>
                      <a:pt x="521" y="0"/>
                    </a:lnTo>
                    <a:lnTo>
                      <a:pt x="531" y="0"/>
                    </a:lnTo>
                    <a:lnTo>
                      <a:pt x="541" y="0"/>
                    </a:lnTo>
                    <a:lnTo>
                      <a:pt x="552" y="0"/>
                    </a:lnTo>
                    <a:lnTo>
                      <a:pt x="562" y="0"/>
                    </a:lnTo>
                    <a:lnTo>
                      <a:pt x="569" y="0"/>
                    </a:lnTo>
                    <a:lnTo>
                      <a:pt x="580" y="0"/>
                    </a:lnTo>
                    <a:lnTo>
                      <a:pt x="590" y="0"/>
                    </a:lnTo>
                    <a:lnTo>
                      <a:pt x="597" y="0"/>
                    </a:lnTo>
                    <a:lnTo>
                      <a:pt x="607" y="0"/>
                    </a:lnTo>
                    <a:lnTo>
                      <a:pt x="614" y="0"/>
                    </a:lnTo>
                    <a:lnTo>
                      <a:pt x="625" y="0"/>
                    </a:lnTo>
                    <a:lnTo>
                      <a:pt x="632" y="0"/>
                    </a:lnTo>
                    <a:lnTo>
                      <a:pt x="639" y="0"/>
                    </a:lnTo>
                    <a:lnTo>
                      <a:pt x="649" y="4"/>
                    </a:lnTo>
                    <a:lnTo>
                      <a:pt x="656" y="4"/>
                    </a:lnTo>
                    <a:lnTo>
                      <a:pt x="663" y="4"/>
                    </a:lnTo>
                    <a:lnTo>
                      <a:pt x="670" y="4"/>
                    </a:lnTo>
                    <a:lnTo>
                      <a:pt x="677" y="4"/>
                    </a:lnTo>
                    <a:lnTo>
                      <a:pt x="687" y="4"/>
                    </a:lnTo>
                    <a:lnTo>
                      <a:pt x="694" y="4"/>
                    </a:lnTo>
                    <a:lnTo>
                      <a:pt x="701" y="4"/>
                    </a:lnTo>
                    <a:lnTo>
                      <a:pt x="708" y="4"/>
                    </a:lnTo>
                    <a:lnTo>
                      <a:pt x="711" y="4"/>
                    </a:lnTo>
                    <a:lnTo>
                      <a:pt x="718" y="4"/>
                    </a:lnTo>
                    <a:lnTo>
                      <a:pt x="725" y="4"/>
                    </a:lnTo>
                    <a:lnTo>
                      <a:pt x="732" y="4"/>
                    </a:lnTo>
                    <a:lnTo>
                      <a:pt x="739" y="4"/>
                    </a:lnTo>
                    <a:lnTo>
                      <a:pt x="746" y="4"/>
                    </a:lnTo>
                    <a:lnTo>
                      <a:pt x="750" y="4"/>
                    </a:lnTo>
                    <a:lnTo>
                      <a:pt x="757" y="4"/>
                    </a:lnTo>
                    <a:lnTo>
                      <a:pt x="763" y="4"/>
                    </a:lnTo>
                    <a:lnTo>
                      <a:pt x="770" y="4"/>
                    </a:lnTo>
                    <a:lnTo>
                      <a:pt x="774" y="4"/>
                    </a:lnTo>
                    <a:lnTo>
                      <a:pt x="781" y="4"/>
                    </a:lnTo>
                    <a:lnTo>
                      <a:pt x="784" y="4"/>
                    </a:lnTo>
                    <a:lnTo>
                      <a:pt x="791" y="4"/>
                    </a:lnTo>
                    <a:lnTo>
                      <a:pt x="798" y="4"/>
                    </a:lnTo>
                    <a:lnTo>
                      <a:pt x="802" y="4"/>
                    </a:lnTo>
                    <a:lnTo>
                      <a:pt x="809" y="4"/>
                    </a:lnTo>
                    <a:lnTo>
                      <a:pt x="812" y="4"/>
                    </a:lnTo>
                    <a:lnTo>
                      <a:pt x="819" y="4"/>
                    </a:lnTo>
                    <a:lnTo>
                      <a:pt x="822" y="4"/>
                    </a:lnTo>
                    <a:lnTo>
                      <a:pt x="829" y="4"/>
                    </a:lnTo>
                    <a:lnTo>
                      <a:pt x="833" y="4"/>
                    </a:lnTo>
                    <a:lnTo>
                      <a:pt x="836" y="4"/>
                    </a:lnTo>
                    <a:lnTo>
                      <a:pt x="843" y="4"/>
                    </a:lnTo>
                    <a:lnTo>
                      <a:pt x="847" y="4"/>
                    </a:lnTo>
                    <a:lnTo>
                      <a:pt x="850" y="4"/>
                    </a:lnTo>
                    <a:lnTo>
                      <a:pt x="857" y="4"/>
                    </a:lnTo>
                    <a:lnTo>
                      <a:pt x="861" y="4"/>
                    </a:lnTo>
                    <a:lnTo>
                      <a:pt x="864" y="4"/>
                    </a:lnTo>
                    <a:lnTo>
                      <a:pt x="871" y="4"/>
                    </a:lnTo>
                    <a:lnTo>
                      <a:pt x="874" y="4"/>
                    </a:lnTo>
                    <a:lnTo>
                      <a:pt x="878" y="4"/>
                    </a:lnTo>
                    <a:lnTo>
                      <a:pt x="885" y="4"/>
                    </a:lnTo>
                    <a:lnTo>
                      <a:pt x="888" y="4"/>
                    </a:lnTo>
                    <a:lnTo>
                      <a:pt x="892" y="4"/>
                    </a:lnTo>
                    <a:lnTo>
                      <a:pt x="895" y="4"/>
                    </a:lnTo>
                    <a:lnTo>
                      <a:pt x="899" y="4"/>
                    </a:lnTo>
                    <a:lnTo>
                      <a:pt x="906" y="4"/>
                    </a:lnTo>
                    <a:lnTo>
                      <a:pt x="909" y="4"/>
                    </a:lnTo>
                    <a:lnTo>
                      <a:pt x="913" y="4"/>
                    </a:lnTo>
                    <a:lnTo>
                      <a:pt x="916" y="4"/>
                    </a:lnTo>
                    <a:lnTo>
                      <a:pt x="920" y="4"/>
                    </a:lnTo>
                    <a:lnTo>
                      <a:pt x="923" y="4"/>
                    </a:lnTo>
                    <a:lnTo>
                      <a:pt x="930" y="4"/>
                    </a:lnTo>
                    <a:lnTo>
                      <a:pt x="933" y="4"/>
                    </a:lnTo>
                    <a:lnTo>
                      <a:pt x="937" y="4"/>
                    </a:lnTo>
                    <a:lnTo>
                      <a:pt x="940" y="4"/>
                    </a:lnTo>
                    <a:lnTo>
                      <a:pt x="944" y="4"/>
                    </a:lnTo>
                    <a:lnTo>
                      <a:pt x="947" y="4"/>
                    </a:lnTo>
                    <a:lnTo>
                      <a:pt x="951" y="4"/>
                    </a:lnTo>
                    <a:lnTo>
                      <a:pt x="954" y="4"/>
                    </a:lnTo>
                    <a:lnTo>
                      <a:pt x="958" y="4"/>
                    </a:lnTo>
                    <a:lnTo>
                      <a:pt x="961" y="4"/>
                    </a:lnTo>
                    <a:lnTo>
                      <a:pt x="965" y="4"/>
                    </a:lnTo>
                    <a:lnTo>
                      <a:pt x="968" y="4"/>
                    </a:lnTo>
                    <a:lnTo>
                      <a:pt x="972" y="8"/>
                    </a:lnTo>
                    <a:lnTo>
                      <a:pt x="975" y="8"/>
                    </a:lnTo>
                    <a:lnTo>
                      <a:pt x="979" y="8"/>
                    </a:lnTo>
                    <a:lnTo>
                      <a:pt x="982" y="8"/>
                    </a:lnTo>
                    <a:lnTo>
                      <a:pt x="985" y="8"/>
                    </a:lnTo>
                    <a:lnTo>
                      <a:pt x="989" y="8"/>
                    </a:lnTo>
                    <a:lnTo>
                      <a:pt x="992" y="8"/>
                    </a:lnTo>
                    <a:lnTo>
                      <a:pt x="996" y="8"/>
                    </a:lnTo>
                    <a:lnTo>
                      <a:pt x="999" y="8"/>
                    </a:lnTo>
                    <a:lnTo>
                      <a:pt x="1003" y="8"/>
                    </a:lnTo>
                    <a:lnTo>
                      <a:pt x="1006" y="8"/>
                    </a:lnTo>
                    <a:lnTo>
                      <a:pt x="1010" y="8"/>
                    </a:lnTo>
                    <a:lnTo>
                      <a:pt x="1013" y="8"/>
                    </a:lnTo>
                    <a:lnTo>
                      <a:pt x="1017" y="8"/>
                    </a:lnTo>
                    <a:lnTo>
                      <a:pt x="1020" y="8"/>
                    </a:lnTo>
                    <a:lnTo>
                      <a:pt x="1024" y="8"/>
                    </a:lnTo>
                    <a:lnTo>
                      <a:pt x="1027" y="8"/>
                    </a:lnTo>
                    <a:lnTo>
                      <a:pt x="1031" y="8"/>
                    </a:lnTo>
                    <a:lnTo>
                      <a:pt x="1034" y="8"/>
                    </a:lnTo>
                    <a:lnTo>
                      <a:pt x="1038" y="8"/>
                    </a:lnTo>
                    <a:lnTo>
                      <a:pt x="1041" y="8"/>
                    </a:lnTo>
                    <a:lnTo>
                      <a:pt x="1044" y="8"/>
                    </a:lnTo>
                    <a:lnTo>
                      <a:pt x="1048" y="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5" name="Freeform 245"/>
              <p:cNvSpPr>
                <a:spLocks noChangeArrowheads="1"/>
              </p:cNvSpPr>
              <p:nvPr/>
            </p:nvSpPr>
            <p:spPr bwMode="auto">
              <a:xfrm>
                <a:off x="3540" y="1745"/>
                <a:ext cx="440" cy="43"/>
              </a:xfrm>
              <a:custGeom>
                <a:avLst/>
                <a:gdLst>
                  <a:gd name="T0" fmla="*/ 7 w 440"/>
                  <a:gd name="T1" fmla="*/ 0 h 43"/>
                  <a:gd name="T2" fmla="*/ 17 w 440"/>
                  <a:gd name="T3" fmla="*/ 0 h 43"/>
                  <a:gd name="T4" fmla="*/ 28 w 440"/>
                  <a:gd name="T5" fmla="*/ 0 h 43"/>
                  <a:gd name="T6" fmla="*/ 38 w 440"/>
                  <a:gd name="T7" fmla="*/ 0 h 43"/>
                  <a:gd name="T8" fmla="*/ 48 w 440"/>
                  <a:gd name="T9" fmla="*/ 4 h 43"/>
                  <a:gd name="T10" fmla="*/ 59 w 440"/>
                  <a:gd name="T11" fmla="*/ 4 h 43"/>
                  <a:gd name="T12" fmla="*/ 69 w 440"/>
                  <a:gd name="T13" fmla="*/ 4 h 43"/>
                  <a:gd name="T14" fmla="*/ 80 w 440"/>
                  <a:gd name="T15" fmla="*/ 4 h 43"/>
                  <a:gd name="T16" fmla="*/ 90 w 440"/>
                  <a:gd name="T17" fmla="*/ 4 h 43"/>
                  <a:gd name="T18" fmla="*/ 101 w 440"/>
                  <a:gd name="T19" fmla="*/ 4 h 43"/>
                  <a:gd name="T20" fmla="*/ 111 w 440"/>
                  <a:gd name="T21" fmla="*/ 4 h 43"/>
                  <a:gd name="T22" fmla="*/ 121 w 440"/>
                  <a:gd name="T23" fmla="*/ 8 h 43"/>
                  <a:gd name="T24" fmla="*/ 132 w 440"/>
                  <a:gd name="T25" fmla="*/ 8 h 43"/>
                  <a:gd name="T26" fmla="*/ 142 w 440"/>
                  <a:gd name="T27" fmla="*/ 8 h 43"/>
                  <a:gd name="T28" fmla="*/ 153 w 440"/>
                  <a:gd name="T29" fmla="*/ 8 h 43"/>
                  <a:gd name="T30" fmla="*/ 163 w 440"/>
                  <a:gd name="T31" fmla="*/ 8 h 43"/>
                  <a:gd name="T32" fmla="*/ 173 w 440"/>
                  <a:gd name="T33" fmla="*/ 8 h 43"/>
                  <a:gd name="T34" fmla="*/ 184 w 440"/>
                  <a:gd name="T35" fmla="*/ 11 h 43"/>
                  <a:gd name="T36" fmla="*/ 194 w 440"/>
                  <a:gd name="T37" fmla="*/ 11 h 43"/>
                  <a:gd name="T38" fmla="*/ 205 w 440"/>
                  <a:gd name="T39" fmla="*/ 11 h 43"/>
                  <a:gd name="T40" fmla="*/ 215 w 440"/>
                  <a:gd name="T41" fmla="*/ 11 h 43"/>
                  <a:gd name="T42" fmla="*/ 225 w 440"/>
                  <a:gd name="T43" fmla="*/ 15 h 43"/>
                  <a:gd name="T44" fmla="*/ 236 w 440"/>
                  <a:gd name="T45" fmla="*/ 15 h 43"/>
                  <a:gd name="T46" fmla="*/ 246 w 440"/>
                  <a:gd name="T47" fmla="*/ 15 h 43"/>
                  <a:gd name="T48" fmla="*/ 257 w 440"/>
                  <a:gd name="T49" fmla="*/ 15 h 43"/>
                  <a:gd name="T50" fmla="*/ 267 w 440"/>
                  <a:gd name="T51" fmla="*/ 19 h 43"/>
                  <a:gd name="T52" fmla="*/ 277 w 440"/>
                  <a:gd name="T53" fmla="*/ 19 h 43"/>
                  <a:gd name="T54" fmla="*/ 288 w 440"/>
                  <a:gd name="T55" fmla="*/ 19 h 43"/>
                  <a:gd name="T56" fmla="*/ 298 w 440"/>
                  <a:gd name="T57" fmla="*/ 23 h 43"/>
                  <a:gd name="T58" fmla="*/ 309 w 440"/>
                  <a:gd name="T59" fmla="*/ 23 h 43"/>
                  <a:gd name="T60" fmla="*/ 319 w 440"/>
                  <a:gd name="T61" fmla="*/ 23 h 43"/>
                  <a:gd name="T62" fmla="*/ 329 w 440"/>
                  <a:gd name="T63" fmla="*/ 27 h 43"/>
                  <a:gd name="T64" fmla="*/ 340 w 440"/>
                  <a:gd name="T65" fmla="*/ 27 h 43"/>
                  <a:gd name="T66" fmla="*/ 350 w 440"/>
                  <a:gd name="T67" fmla="*/ 27 h 43"/>
                  <a:gd name="T68" fmla="*/ 361 w 440"/>
                  <a:gd name="T69" fmla="*/ 31 h 43"/>
                  <a:gd name="T70" fmla="*/ 371 w 440"/>
                  <a:gd name="T71" fmla="*/ 31 h 43"/>
                  <a:gd name="T72" fmla="*/ 381 w 440"/>
                  <a:gd name="T73" fmla="*/ 35 h 43"/>
                  <a:gd name="T74" fmla="*/ 392 w 440"/>
                  <a:gd name="T75" fmla="*/ 35 h 43"/>
                  <a:gd name="T76" fmla="*/ 402 w 440"/>
                  <a:gd name="T77" fmla="*/ 39 h 43"/>
                  <a:gd name="T78" fmla="*/ 413 w 440"/>
                  <a:gd name="T79" fmla="*/ 39 h 43"/>
                  <a:gd name="T80" fmla="*/ 423 w 440"/>
                  <a:gd name="T81" fmla="*/ 43 h 43"/>
                  <a:gd name="T82" fmla="*/ 434 w 440"/>
                  <a:gd name="T83" fmla="*/ 43 h 4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0" h="43">
                    <a:moveTo>
                      <a:pt x="0" y="0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2" y="0"/>
                    </a:lnTo>
                    <a:lnTo>
                      <a:pt x="45" y="4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5" y="4"/>
                    </a:lnTo>
                    <a:lnTo>
                      <a:pt x="59" y="4"/>
                    </a:lnTo>
                    <a:lnTo>
                      <a:pt x="62" y="4"/>
                    </a:lnTo>
                    <a:lnTo>
                      <a:pt x="66" y="4"/>
                    </a:lnTo>
                    <a:lnTo>
                      <a:pt x="69" y="4"/>
                    </a:lnTo>
                    <a:lnTo>
                      <a:pt x="73" y="4"/>
                    </a:lnTo>
                    <a:lnTo>
                      <a:pt x="76" y="4"/>
                    </a:lnTo>
                    <a:lnTo>
                      <a:pt x="80" y="4"/>
                    </a:lnTo>
                    <a:lnTo>
                      <a:pt x="83" y="4"/>
                    </a:lnTo>
                    <a:lnTo>
                      <a:pt x="87" y="4"/>
                    </a:lnTo>
                    <a:lnTo>
                      <a:pt x="90" y="4"/>
                    </a:lnTo>
                    <a:lnTo>
                      <a:pt x="94" y="4"/>
                    </a:lnTo>
                    <a:lnTo>
                      <a:pt x="97" y="4"/>
                    </a:lnTo>
                    <a:lnTo>
                      <a:pt x="101" y="4"/>
                    </a:lnTo>
                    <a:lnTo>
                      <a:pt x="104" y="4"/>
                    </a:lnTo>
                    <a:lnTo>
                      <a:pt x="107" y="4"/>
                    </a:lnTo>
                    <a:lnTo>
                      <a:pt x="111" y="4"/>
                    </a:lnTo>
                    <a:lnTo>
                      <a:pt x="114" y="4"/>
                    </a:lnTo>
                    <a:lnTo>
                      <a:pt x="118" y="4"/>
                    </a:lnTo>
                    <a:lnTo>
                      <a:pt x="121" y="8"/>
                    </a:lnTo>
                    <a:lnTo>
                      <a:pt x="125" y="8"/>
                    </a:lnTo>
                    <a:lnTo>
                      <a:pt x="128" y="8"/>
                    </a:lnTo>
                    <a:lnTo>
                      <a:pt x="132" y="8"/>
                    </a:lnTo>
                    <a:lnTo>
                      <a:pt x="135" y="8"/>
                    </a:lnTo>
                    <a:lnTo>
                      <a:pt x="139" y="8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49" y="8"/>
                    </a:lnTo>
                    <a:lnTo>
                      <a:pt x="153" y="8"/>
                    </a:lnTo>
                    <a:lnTo>
                      <a:pt x="156" y="8"/>
                    </a:lnTo>
                    <a:lnTo>
                      <a:pt x="159" y="8"/>
                    </a:lnTo>
                    <a:lnTo>
                      <a:pt x="163" y="8"/>
                    </a:lnTo>
                    <a:lnTo>
                      <a:pt x="166" y="8"/>
                    </a:lnTo>
                    <a:lnTo>
                      <a:pt x="170" y="8"/>
                    </a:lnTo>
                    <a:lnTo>
                      <a:pt x="173" y="8"/>
                    </a:lnTo>
                    <a:lnTo>
                      <a:pt x="177" y="11"/>
                    </a:lnTo>
                    <a:lnTo>
                      <a:pt x="180" y="11"/>
                    </a:lnTo>
                    <a:lnTo>
                      <a:pt x="184" y="11"/>
                    </a:lnTo>
                    <a:lnTo>
                      <a:pt x="187" y="11"/>
                    </a:lnTo>
                    <a:lnTo>
                      <a:pt x="191" y="11"/>
                    </a:lnTo>
                    <a:lnTo>
                      <a:pt x="194" y="11"/>
                    </a:lnTo>
                    <a:lnTo>
                      <a:pt x="198" y="11"/>
                    </a:lnTo>
                    <a:lnTo>
                      <a:pt x="201" y="11"/>
                    </a:lnTo>
                    <a:lnTo>
                      <a:pt x="205" y="11"/>
                    </a:lnTo>
                    <a:lnTo>
                      <a:pt x="208" y="11"/>
                    </a:lnTo>
                    <a:lnTo>
                      <a:pt x="212" y="11"/>
                    </a:lnTo>
                    <a:lnTo>
                      <a:pt x="215" y="11"/>
                    </a:lnTo>
                    <a:lnTo>
                      <a:pt x="218" y="11"/>
                    </a:lnTo>
                    <a:lnTo>
                      <a:pt x="222" y="11"/>
                    </a:lnTo>
                    <a:lnTo>
                      <a:pt x="225" y="15"/>
                    </a:lnTo>
                    <a:lnTo>
                      <a:pt x="229" y="15"/>
                    </a:lnTo>
                    <a:lnTo>
                      <a:pt x="232" y="15"/>
                    </a:lnTo>
                    <a:lnTo>
                      <a:pt x="236" y="15"/>
                    </a:lnTo>
                    <a:lnTo>
                      <a:pt x="239" y="15"/>
                    </a:lnTo>
                    <a:lnTo>
                      <a:pt x="243" y="15"/>
                    </a:lnTo>
                    <a:lnTo>
                      <a:pt x="246" y="15"/>
                    </a:lnTo>
                    <a:lnTo>
                      <a:pt x="250" y="15"/>
                    </a:lnTo>
                    <a:lnTo>
                      <a:pt x="253" y="15"/>
                    </a:lnTo>
                    <a:lnTo>
                      <a:pt x="257" y="15"/>
                    </a:lnTo>
                    <a:lnTo>
                      <a:pt x="260" y="15"/>
                    </a:lnTo>
                    <a:lnTo>
                      <a:pt x="264" y="19"/>
                    </a:lnTo>
                    <a:lnTo>
                      <a:pt x="267" y="19"/>
                    </a:lnTo>
                    <a:lnTo>
                      <a:pt x="270" y="19"/>
                    </a:lnTo>
                    <a:lnTo>
                      <a:pt x="274" y="19"/>
                    </a:lnTo>
                    <a:lnTo>
                      <a:pt x="277" y="19"/>
                    </a:lnTo>
                    <a:lnTo>
                      <a:pt x="281" y="19"/>
                    </a:lnTo>
                    <a:lnTo>
                      <a:pt x="284" y="19"/>
                    </a:lnTo>
                    <a:lnTo>
                      <a:pt x="288" y="19"/>
                    </a:lnTo>
                    <a:lnTo>
                      <a:pt x="291" y="19"/>
                    </a:lnTo>
                    <a:lnTo>
                      <a:pt x="295" y="19"/>
                    </a:lnTo>
                    <a:lnTo>
                      <a:pt x="298" y="23"/>
                    </a:lnTo>
                    <a:lnTo>
                      <a:pt x="302" y="23"/>
                    </a:lnTo>
                    <a:lnTo>
                      <a:pt x="305" y="23"/>
                    </a:lnTo>
                    <a:lnTo>
                      <a:pt x="309" y="23"/>
                    </a:lnTo>
                    <a:lnTo>
                      <a:pt x="312" y="23"/>
                    </a:lnTo>
                    <a:lnTo>
                      <a:pt x="316" y="23"/>
                    </a:lnTo>
                    <a:lnTo>
                      <a:pt x="319" y="23"/>
                    </a:lnTo>
                    <a:lnTo>
                      <a:pt x="323" y="23"/>
                    </a:lnTo>
                    <a:lnTo>
                      <a:pt x="326" y="27"/>
                    </a:lnTo>
                    <a:lnTo>
                      <a:pt x="329" y="27"/>
                    </a:lnTo>
                    <a:lnTo>
                      <a:pt x="333" y="27"/>
                    </a:lnTo>
                    <a:lnTo>
                      <a:pt x="336" y="27"/>
                    </a:lnTo>
                    <a:lnTo>
                      <a:pt x="340" y="27"/>
                    </a:lnTo>
                    <a:lnTo>
                      <a:pt x="343" y="27"/>
                    </a:lnTo>
                    <a:lnTo>
                      <a:pt x="347" y="27"/>
                    </a:lnTo>
                    <a:lnTo>
                      <a:pt x="350" y="27"/>
                    </a:lnTo>
                    <a:lnTo>
                      <a:pt x="354" y="31"/>
                    </a:lnTo>
                    <a:lnTo>
                      <a:pt x="357" y="31"/>
                    </a:lnTo>
                    <a:lnTo>
                      <a:pt x="361" y="31"/>
                    </a:lnTo>
                    <a:lnTo>
                      <a:pt x="364" y="31"/>
                    </a:lnTo>
                    <a:lnTo>
                      <a:pt x="368" y="31"/>
                    </a:lnTo>
                    <a:lnTo>
                      <a:pt x="371" y="31"/>
                    </a:lnTo>
                    <a:lnTo>
                      <a:pt x="375" y="31"/>
                    </a:lnTo>
                    <a:lnTo>
                      <a:pt x="378" y="35"/>
                    </a:lnTo>
                    <a:lnTo>
                      <a:pt x="381" y="35"/>
                    </a:lnTo>
                    <a:lnTo>
                      <a:pt x="385" y="35"/>
                    </a:lnTo>
                    <a:lnTo>
                      <a:pt x="388" y="35"/>
                    </a:lnTo>
                    <a:lnTo>
                      <a:pt x="392" y="35"/>
                    </a:lnTo>
                    <a:lnTo>
                      <a:pt x="395" y="35"/>
                    </a:lnTo>
                    <a:lnTo>
                      <a:pt x="399" y="35"/>
                    </a:lnTo>
                    <a:lnTo>
                      <a:pt x="402" y="39"/>
                    </a:lnTo>
                    <a:lnTo>
                      <a:pt x="406" y="39"/>
                    </a:lnTo>
                    <a:lnTo>
                      <a:pt x="409" y="39"/>
                    </a:lnTo>
                    <a:lnTo>
                      <a:pt x="413" y="39"/>
                    </a:lnTo>
                    <a:lnTo>
                      <a:pt x="416" y="39"/>
                    </a:lnTo>
                    <a:lnTo>
                      <a:pt x="420" y="39"/>
                    </a:lnTo>
                    <a:lnTo>
                      <a:pt x="423" y="43"/>
                    </a:lnTo>
                    <a:lnTo>
                      <a:pt x="427" y="43"/>
                    </a:lnTo>
                    <a:lnTo>
                      <a:pt x="430" y="43"/>
                    </a:lnTo>
                    <a:lnTo>
                      <a:pt x="434" y="43"/>
                    </a:lnTo>
                    <a:lnTo>
                      <a:pt x="437" y="43"/>
                    </a:lnTo>
                    <a:lnTo>
                      <a:pt x="440" y="43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6" name="Freeform 246"/>
              <p:cNvSpPr>
                <a:spLocks noChangeArrowheads="1"/>
              </p:cNvSpPr>
              <p:nvPr/>
            </p:nvSpPr>
            <p:spPr bwMode="auto">
              <a:xfrm>
                <a:off x="3980" y="1788"/>
                <a:ext cx="441" cy="144"/>
              </a:xfrm>
              <a:custGeom>
                <a:avLst/>
                <a:gdLst>
                  <a:gd name="T0" fmla="*/ 7 w 441"/>
                  <a:gd name="T1" fmla="*/ 3 h 144"/>
                  <a:gd name="T2" fmla="*/ 18 w 441"/>
                  <a:gd name="T3" fmla="*/ 3 h 144"/>
                  <a:gd name="T4" fmla="*/ 28 w 441"/>
                  <a:gd name="T5" fmla="*/ 7 h 144"/>
                  <a:gd name="T6" fmla="*/ 39 w 441"/>
                  <a:gd name="T7" fmla="*/ 11 h 144"/>
                  <a:gd name="T8" fmla="*/ 49 w 441"/>
                  <a:gd name="T9" fmla="*/ 11 h 144"/>
                  <a:gd name="T10" fmla="*/ 59 w 441"/>
                  <a:gd name="T11" fmla="*/ 15 h 144"/>
                  <a:gd name="T12" fmla="*/ 70 w 441"/>
                  <a:gd name="T13" fmla="*/ 15 h 144"/>
                  <a:gd name="T14" fmla="*/ 80 w 441"/>
                  <a:gd name="T15" fmla="*/ 19 h 144"/>
                  <a:gd name="T16" fmla="*/ 91 w 441"/>
                  <a:gd name="T17" fmla="*/ 23 h 144"/>
                  <a:gd name="T18" fmla="*/ 101 w 441"/>
                  <a:gd name="T19" fmla="*/ 23 h 144"/>
                  <a:gd name="T20" fmla="*/ 111 w 441"/>
                  <a:gd name="T21" fmla="*/ 27 h 144"/>
                  <a:gd name="T22" fmla="*/ 122 w 441"/>
                  <a:gd name="T23" fmla="*/ 31 h 144"/>
                  <a:gd name="T24" fmla="*/ 132 w 441"/>
                  <a:gd name="T25" fmla="*/ 35 h 144"/>
                  <a:gd name="T26" fmla="*/ 143 w 441"/>
                  <a:gd name="T27" fmla="*/ 35 h 144"/>
                  <a:gd name="T28" fmla="*/ 153 w 441"/>
                  <a:gd name="T29" fmla="*/ 39 h 144"/>
                  <a:gd name="T30" fmla="*/ 163 w 441"/>
                  <a:gd name="T31" fmla="*/ 42 h 144"/>
                  <a:gd name="T32" fmla="*/ 174 w 441"/>
                  <a:gd name="T33" fmla="*/ 46 h 144"/>
                  <a:gd name="T34" fmla="*/ 184 w 441"/>
                  <a:gd name="T35" fmla="*/ 46 h 144"/>
                  <a:gd name="T36" fmla="*/ 195 w 441"/>
                  <a:gd name="T37" fmla="*/ 50 h 144"/>
                  <a:gd name="T38" fmla="*/ 205 w 441"/>
                  <a:gd name="T39" fmla="*/ 54 h 144"/>
                  <a:gd name="T40" fmla="*/ 216 w 441"/>
                  <a:gd name="T41" fmla="*/ 58 h 144"/>
                  <a:gd name="T42" fmla="*/ 226 w 441"/>
                  <a:gd name="T43" fmla="*/ 62 h 144"/>
                  <a:gd name="T44" fmla="*/ 236 w 441"/>
                  <a:gd name="T45" fmla="*/ 66 h 144"/>
                  <a:gd name="T46" fmla="*/ 247 w 441"/>
                  <a:gd name="T47" fmla="*/ 70 h 144"/>
                  <a:gd name="T48" fmla="*/ 257 w 441"/>
                  <a:gd name="T49" fmla="*/ 74 h 144"/>
                  <a:gd name="T50" fmla="*/ 268 w 441"/>
                  <a:gd name="T51" fmla="*/ 78 h 144"/>
                  <a:gd name="T52" fmla="*/ 278 w 441"/>
                  <a:gd name="T53" fmla="*/ 81 h 144"/>
                  <a:gd name="T54" fmla="*/ 288 w 441"/>
                  <a:gd name="T55" fmla="*/ 81 h 144"/>
                  <a:gd name="T56" fmla="*/ 299 w 441"/>
                  <a:gd name="T57" fmla="*/ 85 h 144"/>
                  <a:gd name="T58" fmla="*/ 309 w 441"/>
                  <a:gd name="T59" fmla="*/ 89 h 144"/>
                  <a:gd name="T60" fmla="*/ 320 w 441"/>
                  <a:gd name="T61" fmla="*/ 93 h 144"/>
                  <a:gd name="T62" fmla="*/ 330 w 441"/>
                  <a:gd name="T63" fmla="*/ 97 h 144"/>
                  <a:gd name="T64" fmla="*/ 340 w 441"/>
                  <a:gd name="T65" fmla="*/ 101 h 144"/>
                  <a:gd name="T66" fmla="*/ 351 w 441"/>
                  <a:gd name="T67" fmla="*/ 105 h 144"/>
                  <a:gd name="T68" fmla="*/ 361 w 441"/>
                  <a:gd name="T69" fmla="*/ 113 h 144"/>
                  <a:gd name="T70" fmla="*/ 372 w 441"/>
                  <a:gd name="T71" fmla="*/ 116 h 144"/>
                  <a:gd name="T72" fmla="*/ 382 w 441"/>
                  <a:gd name="T73" fmla="*/ 120 h 144"/>
                  <a:gd name="T74" fmla="*/ 392 w 441"/>
                  <a:gd name="T75" fmla="*/ 124 h 144"/>
                  <a:gd name="T76" fmla="*/ 403 w 441"/>
                  <a:gd name="T77" fmla="*/ 128 h 144"/>
                  <a:gd name="T78" fmla="*/ 413 w 441"/>
                  <a:gd name="T79" fmla="*/ 132 h 144"/>
                  <a:gd name="T80" fmla="*/ 424 w 441"/>
                  <a:gd name="T81" fmla="*/ 136 h 144"/>
                  <a:gd name="T82" fmla="*/ 434 w 441"/>
                  <a:gd name="T83" fmla="*/ 140 h 1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1" h="144">
                    <a:moveTo>
                      <a:pt x="0" y="0"/>
                    </a:moveTo>
                    <a:lnTo>
                      <a:pt x="4" y="3"/>
                    </a:lnTo>
                    <a:lnTo>
                      <a:pt x="7" y="3"/>
                    </a:lnTo>
                    <a:lnTo>
                      <a:pt x="11" y="3"/>
                    </a:lnTo>
                    <a:lnTo>
                      <a:pt x="14" y="3"/>
                    </a:lnTo>
                    <a:lnTo>
                      <a:pt x="18" y="3"/>
                    </a:lnTo>
                    <a:lnTo>
                      <a:pt x="21" y="7"/>
                    </a:lnTo>
                    <a:lnTo>
                      <a:pt x="25" y="7"/>
                    </a:lnTo>
                    <a:lnTo>
                      <a:pt x="28" y="7"/>
                    </a:lnTo>
                    <a:lnTo>
                      <a:pt x="32" y="7"/>
                    </a:lnTo>
                    <a:lnTo>
                      <a:pt x="35" y="7"/>
                    </a:lnTo>
                    <a:lnTo>
                      <a:pt x="39" y="11"/>
                    </a:lnTo>
                    <a:lnTo>
                      <a:pt x="42" y="11"/>
                    </a:lnTo>
                    <a:lnTo>
                      <a:pt x="46" y="11"/>
                    </a:lnTo>
                    <a:lnTo>
                      <a:pt x="49" y="11"/>
                    </a:lnTo>
                    <a:lnTo>
                      <a:pt x="52" y="11"/>
                    </a:lnTo>
                    <a:lnTo>
                      <a:pt x="56" y="15"/>
                    </a:lnTo>
                    <a:lnTo>
                      <a:pt x="59" y="15"/>
                    </a:lnTo>
                    <a:lnTo>
                      <a:pt x="63" y="15"/>
                    </a:lnTo>
                    <a:lnTo>
                      <a:pt x="66" y="15"/>
                    </a:lnTo>
                    <a:lnTo>
                      <a:pt x="70" y="15"/>
                    </a:lnTo>
                    <a:lnTo>
                      <a:pt x="73" y="19"/>
                    </a:lnTo>
                    <a:lnTo>
                      <a:pt x="77" y="19"/>
                    </a:lnTo>
                    <a:lnTo>
                      <a:pt x="80" y="19"/>
                    </a:lnTo>
                    <a:lnTo>
                      <a:pt x="84" y="19"/>
                    </a:lnTo>
                    <a:lnTo>
                      <a:pt x="87" y="19"/>
                    </a:lnTo>
                    <a:lnTo>
                      <a:pt x="91" y="23"/>
                    </a:lnTo>
                    <a:lnTo>
                      <a:pt x="94" y="23"/>
                    </a:lnTo>
                    <a:lnTo>
                      <a:pt x="98" y="23"/>
                    </a:lnTo>
                    <a:lnTo>
                      <a:pt x="101" y="23"/>
                    </a:lnTo>
                    <a:lnTo>
                      <a:pt x="105" y="27"/>
                    </a:lnTo>
                    <a:lnTo>
                      <a:pt x="108" y="27"/>
                    </a:lnTo>
                    <a:lnTo>
                      <a:pt x="111" y="27"/>
                    </a:lnTo>
                    <a:lnTo>
                      <a:pt x="115" y="27"/>
                    </a:lnTo>
                    <a:lnTo>
                      <a:pt x="118" y="31"/>
                    </a:lnTo>
                    <a:lnTo>
                      <a:pt x="122" y="31"/>
                    </a:lnTo>
                    <a:lnTo>
                      <a:pt x="125" y="31"/>
                    </a:lnTo>
                    <a:lnTo>
                      <a:pt x="129" y="31"/>
                    </a:lnTo>
                    <a:lnTo>
                      <a:pt x="132" y="35"/>
                    </a:lnTo>
                    <a:lnTo>
                      <a:pt x="136" y="35"/>
                    </a:lnTo>
                    <a:lnTo>
                      <a:pt x="139" y="35"/>
                    </a:lnTo>
                    <a:lnTo>
                      <a:pt x="143" y="35"/>
                    </a:lnTo>
                    <a:lnTo>
                      <a:pt x="146" y="39"/>
                    </a:lnTo>
                    <a:lnTo>
                      <a:pt x="150" y="39"/>
                    </a:lnTo>
                    <a:lnTo>
                      <a:pt x="153" y="39"/>
                    </a:lnTo>
                    <a:lnTo>
                      <a:pt x="157" y="39"/>
                    </a:lnTo>
                    <a:lnTo>
                      <a:pt x="160" y="42"/>
                    </a:lnTo>
                    <a:lnTo>
                      <a:pt x="163" y="42"/>
                    </a:lnTo>
                    <a:lnTo>
                      <a:pt x="167" y="42"/>
                    </a:lnTo>
                    <a:lnTo>
                      <a:pt x="170" y="42"/>
                    </a:lnTo>
                    <a:lnTo>
                      <a:pt x="174" y="46"/>
                    </a:lnTo>
                    <a:lnTo>
                      <a:pt x="177" y="46"/>
                    </a:lnTo>
                    <a:lnTo>
                      <a:pt x="181" y="46"/>
                    </a:lnTo>
                    <a:lnTo>
                      <a:pt x="184" y="46"/>
                    </a:lnTo>
                    <a:lnTo>
                      <a:pt x="188" y="50"/>
                    </a:lnTo>
                    <a:lnTo>
                      <a:pt x="191" y="50"/>
                    </a:lnTo>
                    <a:lnTo>
                      <a:pt x="195" y="50"/>
                    </a:lnTo>
                    <a:lnTo>
                      <a:pt x="198" y="54"/>
                    </a:lnTo>
                    <a:lnTo>
                      <a:pt x="202" y="54"/>
                    </a:lnTo>
                    <a:lnTo>
                      <a:pt x="205" y="54"/>
                    </a:lnTo>
                    <a:lnTo>
                      <a:pt x="209" y="54"/>
                    </a:lnTo>
                    <a:lnTo>
                      <a:pt x="212" y="58"/>
                    </a:lnTo>
                    <a:lnTo>
                      <a:pt x="216" y="58"/>
                    </a:lnTo>
                    <a:lnTo>
                      <a:pt x="219" y="58"/>
                    </a:lnTo>
                    <a:lnTo>
                      <a:pt x="222" y="62"/>
                    </a:lnTo>
                    <a:lnTo>
                      <a:pt x="226" y="62"/>
                    </a:lnTo>
                    <a:lnTo>
                      <a:pt x="229" y="62"/>
                    </a:lnTo>
                    <a:lnTo>
                      <a:pt x="233" y="62"/>
                    </a:lnTo>
                    <a:lnTo>
                      <a:pt x="236" y="66"/>
                    </a:lnTo>
                    <a:lnTo>
                      <a:pt x="240" y="66"/>
                    </a:lnTo>
                    <a:lnTo>
                      <a:pt x="243" y="66"/>
                    </a:lnTo>
                    <a:lnTo>
                      <a:pt x="247" y="70"/>
                    </a:lnTo>
                    <a:lnTo>
                      <a:pt x="250" y="70"/>
                    </a:lnTo>
                    <a:lnTo>
                      <a:pt x="254" y="70"/>
                    </a:lnTo>
                    <a:lnTo>
                      <a:pt x="257" y="74"/>
                    </a:lnTo>
                    <a:lnTo>
                      <a:pt x="261" y="74"/>
                    </a:lnTo>
                    <a:lnTo>
                      <a:pt x="264" y="74"/>
                    </a:lnTo>
                    <a:lnTo>
                      <a:pt x="268" y="78"/>
                    </a:lnTo>
                    <a:lnTo>
                      <a:pt x="271" y="78"/>
                    </a:lnTo>
                    <a:lnTo>
                      <a:pt x="274" y="78"/>
                    </a:lnTo>
                    <a:lnTo>
                      <a:pt x="278" y="81"/>
                    </a:lnTo>
                    <a:lnTo>
                      <a:pt x="281" y="81"/>
                    </a:lnTo>
                    <a:lnTo>
                      <a:pt x="285" y="81"/>
                    </a:lnTo>
                    <a:lnTo>
                      <a:pt x="288" y="81"/>
                    </a:lnTo>
                    <a:lnTo>
                      <a:pt x="292" y="85"/>
                    </a:lnTo>
                    <a:lnTo>
                      <a:pt x="295" y="85"/>
                    </a:lnTo>
                    <a:lnTo>
                      <a:pt x="299" y="85"/>
                    </a:lnTo>
                    <a:lnTo>
                      <a:pt x="302" y="89"/>
                    </a:lnTo>
                    <a:lnTo>
                      <a:pt x="306" y="89"/>
                    </a:lnTo>
                    <a:lnTo>
                      <a:pt x="309" y="89"/>
                    </a:lnTo>
                    <a:lnTo>
                      <a:pt x="313" y="93"/>
                    </a:lnTo>
                    <a:lnTo>
                      <a:pt x="316" y="93"/>
                    </a:lnTo>
                    <a:lnTo>
                      <a:pt x="320" y="93"/>
                    </a:lnTo>
                    <a:lnTo>
                      <a:pt x="323" y="97"/>
                    </a:lnTo>
                    <a:lnTo>
                      <a:pt x="327" y="97"/>
                    </a:lnTo>
                    <a:lnTo>
                      <a:pt x="330" y="97"/>
                    </a:lnTo>
                    <a:lnTo>
                      <a:pt x="333" y="101"/>
                    </a:lnTo>
                    <a:lnTo>
                      <a:pt x="337" y="101"/>
                    </a:lnTo>
                    <a:lnTo>
                      <a:pt x="340" y="101"/>
                    </a:lnTo>
                    <a:lnTo>
                      <a:pt x="344" y="105"/>
                    </a:lnTo>
                    <a:lnTo>
                      <a:pt x="347" y="105"/>
                    </a:lnTo>
                    <a:lnTo>
                      <a:pt x="351" y="105"/>
                    </a:lnTo>
                    <a:lnTo>
                      <a:pt x="354" y="109"/>
                    </a:lnTo>
                    <a:lnTo>
                      <a:pt x="358" y="109"/>
                    </a:lnTo>
                    <a:lnTo>
                      <a:pt x="361" y="113"/>
                    </a:lnTo>
                    <a:lnTo>
                      <a:pt x="365" y="113"/>
                    </a:lnTo>
                    <a:lnTo>
                      <a:pt x="368" y="113"/>
                    </a:lnTo>
                    <a:lnTo>
                      <a:pt x="372" y="116"/>
                    </a:lnTo>
                    <a:lnTo>
                      <a:pt x="375" y="116"/>
                    </a:lnTo>
                    <a:lnTo>
                      <a:pt x="379" y="116"/>
                    </a:lnTo>
                    <a:lnTo>
                      <a:pt x="382" y="120"/>
                    </a:lnTo>
                    <a:lnTo>
                      <a:pt x="385" y="120"/>
                    </a:lnTo>
                    <a:lnTo>
                      <a:pt x="389" y="120"/>
                    </a:lnTo>
                    <a:lnTo>
                      <a:pt x="392" y="124"/>
                    </a:lnTo>
                    <a:lnTo>
                      <a:pt x="396" y="124"/>
                    </a:lnTo>
                    <a:lnTo>
                      <a:pt x="399" y="124"/>
                    </a:lnTo>
                    <a:lnTo>
                      <a:pt x="403" y="128"/>
                    </a:lnTo>
                    <a:lnTo>
                      <a:pt x="406" y="128"/>
                    </a:lnTo>
                    <a:lnTo>
                      <a:pt x="410" y="132"/>
                    </a:lnTo>
                    <a:lnTo>
                      <a:pt x="413" y="132"/>
                    </a:lnTo>
                    <a:lnTo>
                      <a:pt x="417" y="132"/>
                    </a:lnTo>
                    <a:lnTo>
                      <a:pt x="420" y="136"/>
                    </a:lnTo>
                    <a:lnTo>
                      <a:pt x="424" y="136"/>
                    </a:lnTo>
                    <a:lnTo>
                      <a:pt x="427" y="136"/>
                    </a:lnTo>
                    <a:lnTo>
                      <a:pt x="431" y="140"/>
                    </a:lnTo>
                    <a:lnTo>
                      <a:pt x="434" y="140"/>
                    </a:lnTo>
                    <a:lnTo>
                      <a:pt x="438" y="140"/>
                    </a:lnTo>
                    <a:lnTo>
                      <a:pt x="441" y="144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7" name="Freeform 247"/>
              <p:cNvSpPr>
                <a:spLocks noChangeArrowheads="1"/>
              </p:cNvSpPr>
              <p:nvPr/>
            </p:nvSpPr>
            <p:spPr bwMode="auto">
              <a:xfrm>
                <a:off x="4421" y="1932"/>
                <a:ext cx="441" cy="198"/>
              </a:xfrm>
              <a:custGeom>
                <a:avLst/>
                <a:gdLst>
                  <a:gd name="T0" fmla="*/ 7 w 441"/>
                  <a:gd name="T1" fmla="*/ 4 h 198"/>
                  <a:gd name="T2" fmla="*/ 17 w 441"/>
                  <a:gd name="T3" fmla="*/ 8 h 198"/>
                  <a:gd name="T4" fmla="*/ 28 w 441"/>
                  <a:gd name="T5" fmla="*/ 11 h 198"/>
                  <a:gd name="T6" fmla="*/ 38 w 441"/>
                  <a:gd name="T7" fmla="*/ 15 h 198"/>
                  <a:gd name="T8" fmla="*/ 49 w 441"/>
                  <a:gd name="T9" fmla="*/ 19 h 198"/>
                  <a:gd name="T10" fmla="*/ 59 w 441"/>
                  <a:gd name="T11" fmla="*/ 23 h 198"/>
                  <a:gd name="T12" fmla="*/ 69 w 441"/>
                  <a:gd name="T13" fmla="*/ 27 h 198"/>
                  <a:gd name="T14" fmla="*/ 80 w 441"/>
                  <a:gd name="T15" fmla="*/ 35 h 198"/>
                  <a:gd name="T16" fmla="*/ 90 w 441"/>
                  <a:gd name="T17" fmla="*/ 39 h 198"/>
                  <a:gd name="T18" fmla="*/ 101 w 441"/>
                  <a:gd name="T19" fmla="*/ 43 h 198"/>
                  <a:gd name="T20" fmla="*/ 111 w 441"/>
                  <a:gd name="T21" fmla="*/ 46 h 198"/>
                  <a:gd name="T22" fmla="*/ 121 w 441"/>
                  <a:gd name="T23" fmla="*/ 50 h 198"/>
                  <a:gd name="T24" fmla="*/ 132 w 441"/>
                  <a:gd name="T25" fmla="*/ 54 h 198"/>
                  <a:gd name="T26" fmla="*/ 142 w 441"/>
                  <a:gd name="T27" fmla="*/ 62 h 198"/>
                  <a:gd name="T28" fmla="*/ 153 w 441"/>
                  <a:gd name="T29" fmla="*/ 66 h 198"/>
                  <a:gd name="T30" fmla="*/ 163 w 441"/>
                  <a:gd name="T31" fmla="*/ 70 h 198"/>
                  <a:gd name="T32" fmla="*/ 173 w 441"/>
                  <a:gd name="T33" fmla="*/ 74 h 198"/>
                  <a:gd name="T34" fmla="*/ 184 w 441"/>
                  <a:gd name="T35" fmla="*/ 78 h 198"/>
                  <a:gd name="T36" fmla="*/ 194 w 441"/>
                  <a:gd name="T37" fmla="*/ 85 h 198"/>
                  <a:gd name="T38" fmla="*/ 205 w 441"/>
                  <a:gd name="T39" fmla="*/ 89 h 198"/>
                  <a:gd name="T40" fmla="*/ 215 w 441"/>
                  <a:gd name="T41" fmla="*/ 93 h 198"/>
                  <a:gd name="T42" fmla="*/ 225 w 441"/>
                  <a:gd name="T43" fmla="*/ 97 h 198"/>
                  <a:gd name="T44" fmla="*/ 236 w 441"/>
                  <a:gd name="T45" fmla="*/ 105 h 198"/>
                  <a:gd name="T46" fmla="*/ 246 w 441"/>
                  <a:gd name="T47" fmla="*/ 109 h 198"/>
                  <a:gd name="T48" fmla="*/ 257 w 441"/>
                  <a:gd name="T49" fmla="*/ 113 h 198"/>
                  <a:gd name="T50" fmla="*/ 267 w 441"/>
                  <a:gd name="T51" fmla="*/ 117 h 198"/>
                  <a:gd name="T52" fmla="*/ 277 w 441"/>
                  <a:gd name="T53" fmla="*/ 124 h 198"/>
                  <a:gd name="T54" fmla="*/ 288 w 441"/>
                  <a:gd name="T55" fmla="*/ 128 h 198"/>
                  <a:gd name="T56" fmla="*/ 298 w 441"/>
                  <a:gd name="T57" fmla="*/ 132 h 198"/>
                  <a:gd name="T58" fmla="*/ 309 w 441"/>
                  <a:gd name="T59" fmla="*/ 136 h 198"/>
                  <a:gd name="T60" fmla="*/ 319 w 441"/>
                  <a:gd name="T61" fmla="*/ 140 h 198"/>
                  <a:gd name="T62" fmla="*/ 330 w 441"/>
                  <a:gd name="T63" fmla="*/ 148 h 198"/>
                  <a:gd name="T64" fmla="*/ 340 w 441"/>
                  <a:gd name="T65" fmla="*/ 152 h 198"/>
                  <a:gd name="T66" fmla="*/ 350 w 441"/>
                  <a:gd name="T67" fmla="*/ 156 h 198"/>
                  <a:gd name="T68" fmla="*/ 361 w 441"/>
                  <a:gd name="T69" fmla="*/ 159 h 198"/>
                  <a:gd name="T70" fmla="*/ 371 w 441"/>
                  <a:gd name="T71" fmla="*/ 167 h 198"/>
                  <a:gd name="T72" fmla="*/ 382 w 441"/>
                  <a:gd name="T73" fmla="*/ 171 h 198"/>
                  <a:gd name="T74" fmla="*/ 392 w 441"/>
                  <a:gd name="T75" fmla="*/ 175 h 198"/>
                  <a:gd name="T76" fmla="*/ 402 w 441"/>
                  <a:gd name="T77" fmla="*/ 183 h 198"/>
                  <a:gd name="T78" fmla="*/ 413 w 441"/>
                  <a:gd name="T79" fmla="*/ 187 h 198"/>
                  <a:gd name="T80" fmla="*/ 423 w 441"/>
                  <a:gd name="T81" fmla="*/ 191 h 198"/>
                  <a:gd name="T82" fmla="*/ 434 w 441"/>
                  <a:gd name="T83" fmla="*/ 195 h 1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1" h="198">
                    <a:moveTo>
                      <a:pt x="0" y="0"/>
                    </a:moveTo>
                    <a:lnTo>
                      <a:pt x="3" y="0"/>
                    </a:lnTo>
                    <a:lnTo>
                      <a:pt x="7" y="4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4" y="8"/>
                    </a:lnTo>
                    <a:lnTo>
                      <a:pt x="28" y="11"/>
                    </a:lnTo>
                    <a:lnTo>
                      <a:pt x="31" y="11"/>
                    </a:lnTo>
                    <a:lnTo>
                      <a:pt x="35" y="15"/>
                    </a:lnTo>
                    <a:lnTo>
                      <a:pt x="38" y="15"/>
                    </a:lnTo>
                    <a:lnTo>
                      <a:pt x="42" y="15"/>
                    </a:lnTo>
                    <a:lnTo>
                      <a:pt x="45" y="19"/>
                    </a:lnTo>
                    <a:lnTo>
                      <a:pt x="49" y="19"/>
                    </a:lnTo>
                    <a:lnTo>
                      <a:pt x="52" y="19"/>
                    </a:lnTo>
                    <a:lnTo>
                      <a:pt x="55" y="23"/>
                    </a:lnTo>
                    <a:lnTo>
                      <a:pt x="59" y="23"/>
                    </a:lnTo>
                    <a:lnTo>
                      <a:pt x="62" y="27"/>
                    </a:lnTo>
                    <a:lnTo>
                      <a:pt x="66" y="27"/>
                    </a:lnTo>
                    <a:lnTo>
                      <a:pt x="69" y="27"/>
                    </a:lnTo>
                    <a:lnTo>
                      <a:pt x="73" y="31"/>
                    </a:lnTo>
                    <a:lnTo>
                      <a:pt x="76" y="31"/>
                    </a:lnTo>
                    <a:lnTo>
                      <a:pt x="80" y="35"/>
                    </a:lnTo>
                    <a:lnTo>
                      <a:pt x="83" y="35"/>
                    </a:lnTo>
                    <a:lnTo>
                      <a:pt x="87" y="35"/>
                    </a:lnTo>
                    <a:lnTo>
                      <a:pt x="90" y="39"/>
                    </a:lnTo>
                    <a:lnTo>
                      <a:pt x="94" y="39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4" y="43"/>
                    </a:lnTo>
                    <a:lnTo>
                      <a:pt x="108" y="46"/>
                    </a:lnTo>
                    <a:lnTo>
                      <a:pt x="111" y="46"/>
                    </a:lnTo>
                    <a:lnTo>
                      <a:pt x="114" y="46"/>
                    </a:lnTo>
                    <a:lnTo>
                      <a:pt x="118" y="50"/>
                    </a:lnTo>
                    <a:lnTo>
                      <a:pt x="121" y="50"/>
                    </a:lnTo>
                    <a:lnTo>
                      <a:pt x="125" y="54"/>
                    </a:lnTo>
                    <a:lnTo>
                      <a:pt x="128" y="54"/>
                    </a:lnTo>
                    <a:lnTo>
                      <a:pt x="132" y="54"/>
                    </a:lnTo>
                    <a:lnTo>
                      <a:pt x="135" y="58"/>
                    </a:lnTo>
                    <a:lnTo>
                      <a:pt x="139" y="58"/>
                    </a:lnTo>
                    <a:lnTo>
                      <a:pt x="142" y="62"/>
                    </a:lnTo>
                    <a:lnTo>
                      <a:pt x="146" y="62"/>
                    </a:lnTo>
                    <a:lnTo>
                      <a:pt x="149" y="62"/>
                    </a:lnTo>
                    <a:lnTo>
                      <a:pt x="153" y="66"/>
                    </a:lnTo>
                    <a:lnTo>
                      <a:pt x="156" y="66"/>
                    </a:lnTo>
                    <a:lnTo>
                      <a:pt x="160" y="70"/>
                    </a:lnTo>
                    <a:lnTo>
                      <a:pt x="163" y="70"/>
                    </a:lnTo>
                    <a:lnTo>
                      <a:pt x="166" y="70"/>
                    </a:lnTo>
                    <a:lnTo>
                      <a:pt x="170" y="74"/>
                    </a:lnTo>
                    <a:lnTo>
                      <a:pt x="173" y="74"/>
                    </a:lnTo>
                    <a:lnTo>
                      <a:pt x="177" y="78"/>
                    </a:lnTo>
                    <a:lnTo>
                      <a:pt x="180" y="78"/>
                    </a:lnTo>
                    <a:lnTo>
                      <a:pt x="184" y="78"/>
                    </a:lnTo>
                    <a:lnTo>
                      <a:pt x="187" y="82"/>
                    </a:lnTo>
                    <a:lnTo>
                      <a:pt x="191" y="82"/>
                    </a:lnTo>
                    <a:lnTo>
                      <a:pt x="194" y="85"/>
                    </a:lnTo>
                    <a:lnTo>
                      <a:pt x="198" y="85"/>
                    </a:lnTo>
                    <a:lnTo>
                      <a:pt x="201" y="89"/>
                    </a:lnTo>
                    <a:lnTo>
                      <a:pt x="205" y="89"/>
                    </a:lnTo>
                    <a:lnTo>
                      <a:pt x="208" y="89"/>
                    </a:lnTo>
                    <a:lnTo>
                      <a:pt x="212" y="93"/>
                    </a:lnTo>
                    <a:lnTo>
                      <a:pt x="215" y="93"/>
                    </a:lnTo>
                    <a:lnTo>
                      <a:pt x="219" y="97"/>
                    </a:lnTo>
                    <a:lnTo>
                      <a:pt x="222" y="97"/>
                    </a:lnTo>
                    <a:lnTo>
                      <a:pt x="225" y="97"/>
                    </a:lnTo>
                    <a:lnTo>
                      <a:pt x="229" y="101"/>
                    </a:lnTo>
                    <a:lnTo>
                      <a:pt x="232" y="101"/>
                    </a:lnTo>
                    <a:lnTo>
                      <a:pt x="236" y="105"/>
                    </a:lnTo>
                    <a:lnTo>
                      <a:pt x="239" y="105"/>
                    </a:lnTo>
                    <a:lnTo>
                      <a:pt x="243" y="105"/>
                    </a:lnTo>
                    <a:lnTo>
                      <a:pt x="246" y="109"/>
                    </a:lnTo>
                    <a:lnTo>
                      <a:pt x="250" y="109"/>
                    </a:lnTo>
                    <a:lnTo>
                      <a:pt x="253" y="113"/>
                    </a:lnTo>
                    <a:lnTo>
                      <a:pt x="257" y="113"/>
                    </a:lnTo>
                    <a:lnTo>
                      <a:pt x="260" y="113"/>
                    </a:lnTo>
                    <a:lnTo>
                      <a:pt x="264" y="117"/>
                    </a:lnTo>
                    <a:lnTo>
                      <a:pt x="267" y="117"/>
                    </a:lnTo>
                    <a:lnTo>
                      <a:pt x="271" y="121"/>
                    </a:lnTo>
                    <a:lnTo>
                      <a:pt x="274" y="121"/>
                    </a:lnTo>
                    <a:lnTo>
                      <a:pt x="277" y="124"/>
                    </a:lnTo>
                    <a:lnTo>
                      <a:pt x="281" y="124"/>
                    </a:lnTo>
                    <a:lnTo>
                      <a:pt x="284" y="124"/>
                    </a:lnTo>
                    <a:lnTo>
                      <a:pt x="288" y="128"/>
                    </a:lnTo>
                    <a:lnTo>
                      <a:pt x="291" y="128"/>
                    </a:lnTo>
                    <a:lnTo>
                      <a:pt x="295" y="132"/>
                    </a:lnTo>
                    <a:lnTo>
                      <a:pt x="298" y="132"/>
                    </a:lnTo>
                    <a:lnTo>
                      <a:pt x="302" y="132"/>
                    </a:lnTo>
                    <a:lnTo>
                      <a:pt x="305" y="136"/>
                    </a:lnTo>
                    <a:lnTo>
                      <a:pt x="309" y="136"/>
                    </a:lnTo>
                    <a:lnTo>
                      <a:pt x="312" y="140"/>
                    </a:lnTo>
                    <a:lnTo>
                      <a:pt x="316" y="140"/>
                    </a:lnTo>
                    <a:lnTo>
                      <a:pt x="319" y="140"/>
                    </a:lnTo>
                    <a:lnTo>
                      <a:pt x="323" y="144"/>
                    </a:lnTo>
                    <a:lnTo>
                      <a:pt x="326" y="144"/>
                    </a:lnTo>
                    <a:lnTo>
                      <a:pt x="330" y="148"/>
                    </a:lnTo>
                    <a:lnTo>
                      <a:pt x="333" y="148"/>
                    </a:lnTo>
                    <a:lnTo>
                      <a:pt x="336" y="152"/>
                    </a:lnTo>
                    <a:lnTo>
                      <a:pt x="340" y="152"/>
                    </a:lnTo>
                    <a:lnTo>
                      <a:pt x="343" y="152"/>
                    </a:lnTo>
                    <a:lnTo>
                      <a:pt x="347" y="156"/>
                    </a:lnTo>
                    <a:lnTo>
                      <a:pt x="350" y="156"/>
                    </a:lnTo>
                    <a:lnTo>
                      <a:pt x="354" y="159"/>
                    </a:lnTo>
                    <a:lnTo>
                      <a:pt x="357" y="159"/>
                    </a:lnTo>
                    <a:lnTo>
                      <a:pt x="361" y="159"/>
                    </a:lnTo>
                    <a:lnTo>
                      <a:pt x="364" y="163"/>
                    </a:lnTo>
                    <a:lnTo>
                      <a:pt x="368" y="163"/>
                    </a:lnTo>
                    <a:lnTo>
                      <a:pt x="371" y="167"/>
                    </a:lnTo>
                    <a:lnTo>
                      <a:pt x="375" y="167"/>
                    </a:lnTo>
                    <a:lnTo>
                      <a:pt x="378" y="171"/>
                    </a:lnTo>
                    <a:lnTo>
                      <a:pt x="382" y="171"/>
                    </a:lnTo>
                    <a:lnTo>
                      <a:pt x="385" y="171"/>
                    </a:lnTo>
                    <a:lnTo>
                      <a:pt x="388" y="175"/>
                    </a:lnTo>
                    <a:lnTo>
                      <a:pt x="392" y="175"/>
                    </a:lnTo>
                    <a:lnTo>
                      <a:pt x="395" y="179"/>
                    </a:lnTo>
                    <a:lnTo>
                      <a:pt x="399" y="179"/>
                    </a:lnTo>
                    <a:lnTo>
                      <a:pt x="402" y="183"/>
                    </a:lnTo>
                    <a:lnTo>
                      <a:pt x="406" y="183"/>
                    </a:lnTo>
                    <a:lnTo>
                      <a:pt x="409" y="183"/>
                    </a:lnTo>
                    <a:lnTo>
                      <a:pt x="413" y="187"/>
                    </a:lnTo>
                    <a:lnTo>
                      <a:pt x="416" y="187"/>
                    </a:lnTo>
                    <a:lnTo>
                      <a:pt x="420" y="191"/>
                    </a:lnTo>
                    <a:lnTo>
                      <a:pt x="423" y="191"/>
                    </a:lnTo>
                    <a:lnTo>
                      <a:pt x="427" y="191"/>
                    </a:lnTo>
                    <a:lnTo>
                      <a:pt x="430" y="195"/>
                    </a:lnTo>
                    <a:lnTo>
                      <a:pt x="434" y="195"/>
                    </a:lnTo>
                    <a:lnTo>
                      <a:pt x="437" y="198"/>
                    </a:lnTo>
                    <a:lnTo>
                      <a:pt x="441" y="19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8" name="Freeform 248"/>
              <p:cNvSpPr>
                <a:spLocks noChangeArrowheads="1"/>
              </p:cNvSpPr>
              <p:nvPr/>
            </p:nvSpPr>
            <p:spPr bwMode="auto">
              <a:xfrm>
                <a:off x="4862" y="2130"/>
                <a:ext cx="381" cy="184"/>
              </a:xfrm>
              <a:custGeom>
                <a:avLst/>
                <a:gdLst>
                  <a:gd name="T0" fmla="*/ 3 w 381"/>
                  <a:gd name="T1" fmla="*/ 4 h 184"/>
                  <a:gd name="T2" fmla="*/ 10 w 381"/>
                  <a:gd name="T3" fmla="*/ 4 h 184"/>
                  <a:gd name="T4" fmla="*/ 17 w 381"/>
                  <a:gd name="T5" fmla="*/ 8 h 184"/>
                  <a:gd name="T6" fmla="*/ 24 w 381"/>
                  <a:gd name="T7" fmla="*/ 12 h 184"/>
                  <a:gd name="T8" fmla="*/ 31 w 381"/>
                  <a:gd name="T9" fmla="*/ 16 h 184"/>
                  <a:gd name="T10" fmla="*/ 38 w 381"/>
                  <a:gd name="T11" fmla="*/ 20 h 184"/>
                  <a:gd name="T12" fmla="*/ 45 w 381"/>
                  <a:gd name="T13" fmla="*/ 24 h 184"/>
                  <a:gd name="T14" fmla="*/ 52 w 381"/>
                  <a:gd name="T15" fmla="*/ 24 h 184"/>
                  <a:gd name="T16" fmla="*/ 58 w 381"/>
                  <a:gd name="T17" fmla="*/ 28 h 184"/>
                  <a:gd name="T18" fmla="*/ 65 w 381"/>
                  <a:gd name="T19" fmla="*/ 32 h 184"/>
                  <a:gd name="T20" fmla="*/ 72 w 381"/>
                  <a:gd name="T21" fmla="*/ 35 h 184"/>
                  <a:gd name="T22" fmla="*/ 79 w 381"/>
                  <a:gd name="T23" fmla="*/ 39 h 184"/>
                  <a:gd name="T24" fmla="*/ 86 w 381"/>
                  <a:gd name="T25" fmla="*/ 43 h 184"/>
                  <a:gd name="T26" fmla="*/ 93 w 381"/>
                  <a:gd name="T27" fmla="*/ 47 h 184"/>
                  <a:gd name="T28" fmla="*/ 100 w 381"/>
                  <a:gd name="T29" fmla="*/ 47 h 184"/>
                  <a:gd name="T30" fmla="*/ 107 w 381"/>
                  <a:gd name="T31" fmla="*/ 51 h 184"/>
                  <a:gd name="T32" fmla="*/ 114 w 381"/>
                  <a:gd name="T33" fmla="*/ 55 h 184"/>
                  <a:gd name="T34" fmla="*/ 121 w 381"/>
                  <a:gd name="T35" fmla="*/ 59 h 184"/>
                  <a:gd name="T36" fmla="*/ 128 w 381"/>
                  <a:gd name="T37" fmla="*/ 63 h 184"/>
                  <a:gd name="T38" fmla="*/ 135 w 381"/>
                  <a:gd name="T39" fmla="*/ 67 h 184"/>
                  <a:gd name="T40" fmla="*/ 142 w 381"/>
                  <a:gd name="T41" fmla="*/ 71 h 184"/>
                  <a:gd name="T42" fmla="*/ 149 w 381"/>
                  <a:gd name="T43" fmla="*/ 71 h 184"/>
                  <a:gd name="T44" fmla="*/ 156 w 381"/>
                  <a:gd name="T45" fmla="*/ 74 h 184"/>
                  <a:gd name="T46" fmla="*/ 163 w 381"/>
                  <a:gd name="T47" fmla="*/ 78 h 184"/>
                  <a:gd name="T48" fmla="*/ 169 w 381"/>
                  <a:gd name="T49" fmla="*/ 82 h 184"/>
                  <a:gd name="T50" fmla="*/ 176 w 381"/>
                  <a:gd name="T51" fmla="*/ 86 h 184"/>
                  <a:gd name="T52" fmla="*/ 183 w 381"/>
                  <a:gd name="T53" fmla="*/ 90 h 184"/>
                  <a:gd name="T54" fmla="*/ 190 w 381"/>
                  <a:gd name="T55" fmla="*/ 90 h 184"/>
                  <a:gd name="T56" fmla="*/ 197 w 381"/>
                  <a:gd name="T57" fmla="*/ 94 h 184"/>
                  <a:gd name="T58" fmla="*/ 204 w 381"/>
                  <a:gd name="T59" fmla="*/ 98 h 184"/>
                  <a:gd name="T60" fmla="*/ 211 w 381"/>
                  <a:gd name="T61" fmla="*/ 102 h 184"/>
                  <a:gd name="T62" fmla="*/ 218 w 381"/>
                  <a:gd name="T63" fmla="*/ 106 h 184"/>
                  <a:gd name="T64" fmla="*/ 225 w 381"/>
                  <a:gd name="T65" fmla="*/ 110 h 184"/>
                  <a:gd name="T66" fmla="*/ 232 w 381"/>
                  <a:gd name="T67" fmla="*/ 113 h 184"/>
                  <a:gd name="T68" fmla="*/ 239 w 381"/>
                  <a:gd name="T69" fmla="*/ 113 h 184"/>
                  <a:gd name="T70" fmla="*/ 246 w 381"/>
                  <a:gd name="T71" fmla="*/ 117 h 184"/>
                  <a:gd name="T72" fmla="*/ 253 w 381"/>
                  <a:gd name="T73" fmla="*/ 121 h 184"/>
                  <a:gd name="T74" fmla="*/ 260 w 381"/>
                  <a:gd name="T75" fmla="*/ 125 h 184"/>
                  <a:gd name="T76" fmla="*/ 267 w 381"/>
                  <a:gd name="T77" fmla="*/ 129 h 184"/>
                  <a:gd name="T78" fmla="*/ 274 w 381"/>
                  <a:gd name="T79" fmla="*/ 133 h 184"/>
                  <a:gd name="T80" fmla="*/ 280 w 381"/>
                  <a:gd name="T81" fmla="*/ 137 h 184"/>
                  <a:gd name="T82" fmla="*/ 287 w 381"/>
                  <a:gd name="T83" fmla="*/ 137 h 184"/>
                  <a:gd name="T84" fmla="*/ 294 w 381"/>
                  <a:gd name="T85" fmla="*/ 141 h 184"/>
                  <a:gd name="T86" fmla="*/ 301 w 381"/>
                  <a:gd name="T87" fmla="*/ 145 h 184"/>
                  <a:gd name="T88" fmla="*/ 308 w 381"/>
                  <a:gd name="T89" fmla="*/ 148 h 184"/>
                  <a:gd name="T90" fmla="*/ 315 w 381"/>
                  <a:gd name="T91" fmla="*/ 152 h 184"/>
                  <a:gd name="T92" fmla="*/ 322 w 381"/>
                  <a:gd name="T93" fmla="*/ 156 h 184"/>
                  <a:gd name="T94" fmla="*/ 329 w 381"/>
                  <a:gd name="T95" fmla="*/ 160 h 184"/>
                  <a:gd name="T96" fmla="*/ 336 w 381"/>
                  <a:gd name="T97" fmla="*/ 160 h 184"/>
                  <a:gd name="T98" fmla="*/ 343 w 381"/>
                  <a:gd name="T99" fmla="*/ 164 h 184"/>
                  <a:gd name="T100" fmla="*/ 350 w 381"/>
                  <a:gd name="T101" fmla="*/ 168 h 184"/>
                  <a:gd name="T102" fmla="*/ 357 w 381"/>
                  <a:gd name="T103" fmla="*/ 172 h 184"/>
                  <a:gd name="T104" fmla="*/ 364 w 381"/>
                  <a:gd name="T105" fmla="*/ 176 h 184"/>
                  <a:gd name="T106" fmla="*/ 371 w 381"/>
                  <a:gd name="T107" fmla="*/ 180 h 184"/>
                  <a:gd name="T108" fmla="*/ 378 w 381"/>
                  <a:gd name="T109" fmla="*/ 184 h 18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1" h="184">
                    <a:moveTo>
                      <a:pt x="0" y="0"/>
                    </a:moveTo>
                    <a:lnTo>
                      <a:pt x="3" y="4"/>
                    </a:lnTo>
                    <a:lnTo>
                      <a:pt x="6" y="4"/>
                    </a:lnTo>
                    <a:lnTo>
                      <a:pt x="10" y="4"/>
                    </a:lnTo>
                    <a:lnTo>
                      <a:pt x="13" y="8"/>
                    </a:lnTo>
                    <a:lnTo>
                      <a:pt x="17" y="8"/>
                    </a:lnTo>
                    <a:lnTo>
                      <a:pt x="20" y="12"/>
                    </a:lnTo>
                    <a:lnTo>
                      <a:pt x="24" y="12"/>
                    </a:lnTo>
                    <a:lnTo>
                      <a:pt x="27" y="16"/>
                    </a:lnTo>
                    <a:lnTo>
                      <a:pt x="31" y="16"/>
                    </a:lnTo>
                    <a:lnTo>
                      <a:pt x="34" y="16"/>
                    </a:lnTo>
                    <a:lnTo>
                      <a:pt x="38" y="20"/>
                    </a:lnTo>
                    <a:lnTo>
                      <a:pt x="41" y="20"/>
                    </a:lnTo>
                    <a:lnTo>
                      <a:pt x="45" y="24"/>
                    </a:lnTo>
                    <a:lnTo>
                      <a:pt x="48" y="24"/>
                    </a:lnTo>
                    <a:lnTo>
                      <a:pt x="52" y="24"/>
                    </a:lnTo>
                    <a:lnTo>
                      <a:pt x="55" y="28"/>
                    </a:lnTo>
                    <a:lnTo>
                      <a:pt x="58" y="28"/>
                    </a:lnTo>
                    <a:lnTo>
                      <a:pt x="62" y="32"/>
                    </a:lnTo>
                    <a:lnTo>
                      <a:pt x="65" y="32"/>
                    </a:lnTo>
                    <a:lnTo>
                      <a:pt x="69" y="35"/>
                    </a:lnTo>
                    <a:lnTo>
                      <a:pt x="72" y="35"/>
                    </a:lnTo>
                    <a:lnTo>
                      <a:pt x="76" y="35"/>
                    </a:lnTo>
                    <a:lnTo>
                      <a:pt x="79" y="39"/>
                    </a:lnTo>
                    <a:lnTo>
                      <a:pt x="83" y="39"/>
                    </a:lnTo>
                    <a:lnTo>
                      <a:pt x="86" y="43"/>
                    </a:lnTo>
                    <a:lnTo>
                      <a:pt x="90" y="43"/>
                    </a:lnTo>
                    <a:lnTo>
                      <a:pt x="93" y="47"/>
                    </a:lnTo>
                    <a:lnTo>
                      <a:pt x="97" y="47"/>
                    </a:lnTo>
                    <a:lnTo>
                      <a:pt x="100" y="47"/>
                    </a:lnTo>
                    <a:lnTo>
                      <a:pt x="104" y="51"/>
                    </a:lnTo>
                    <a:lnTo>
                      <a:pt x="107" y="51"/>
                    </a:lnTo>
                    <a:lnTo>
                      <a:pt x="111" y="55"/>
                    </a:lnTo>
                    <a:lnTo>
                      <a:pt x="114" y="55"/>
                    </a:lnTo>
                    <a:lnTo>
                      <a:pt x="117" y="59"/>
                    </a:lnTo>
                    <a:lnTo>
                      <a:pt x="121" y="59"/>
                    </a:lnTo>
                    <a:lnTo>
                      <a:pt x="124" y="59"/>
                    </a:lnTo>
                    <a:lnTo>
                      <a:pt x="128" y="63"/>
                    </a:lnTo>
                    <a:lnTo>
                      <a:pt x="131" y="63"/>
                    </a:lnTo>
                    <a:lnTo>
                      <a:pt x="135" y="67"/>
                    </a:lnTo>
                    <a:lnTo>
                      <a:pt x="138" y="67"/>
                    </a:lnTo>
                    <a:lnTo>
                      <a:pt x="142" y="71"/>
                    </a:lnTo>
                    <a:lnTo>
                      <a:pt x="145" y="71"/>
                    </a:lnTo>
                    <a:lnTo>
                      <a:pt x="149" y="71"/>
                    </a:lnTo>
                    <a:lnTo>
                      <a:pt x="152" y="74"/>
                    </a:lnTo>
                    <a:lnTo>
                      <a:pt x="156" y="74"/>
                    </a:lnTo>
                    <a:lnTo>
                      <a:pt x="159" y="78"/>
                    </a:lnTo>
                    <a:lnTo>
                      <a:pt x="163" y="78"/>
                    </a:lnTo>
                    <a:lnTo>
                      <a:pt x="166" y="82"/>
                    </a:lnTo>
                    <a:lnTo>
                      <a:pt x="169" y="82"/>
                    </a:lnTo>
                    <a:lnTo>
                      <a:pt x="173" y="82"/>
                    </a:lnTo>
                    <a:lnTo>
                      <a:pt x="176" y="86"/>
                    </a:lnTo>
                    <a:lnTo>
                      <a:pt x="180" y="86"/>
                    </a:lnTo>
                    <a:lnTo>
                      <a:pt x="183" y="90"/>
                    </a:lnTo>
                    <a:lnTo>
                      <a:pt x="187" y="90"/>
                    </a:lnTo>
                    <a:lnTo>
                      <a:pt x="190" y="90"/>
                    </a:lnTo>
                    <a:lnTo>
                      <a:pt x="194" y="94"/>
                    </a:lnTo>
                    <a:lnTo>
                      <a:pt x="197" y="94"/>
                    </a:lnTo>
                    <a:lnTo>
                      <a:pt x="201" y="98"/>
                    </a:lnTo>
                    <a:lnTo>
                      <a:pt x="204" y="98"/>
                    </a:lnTo>
                    <a:lnTo>
                      <a:pt x="208" y="102"/>
                    </a:lnTo>
                    <a:lnTo>
                      <a:pt x="211" y="102"/>
                    </a:lnTo>
                    <a:lnTo>
                      <a:pt x="215" y="102"/>
                    </a:lnTo>
                    <a:lnTo>
                      <a:pt x="218" y="106"/>
                    </a:lnTo>
                    <a:lnTo>
                      <a:pt x="222" y="106"/>
                    </a:lnTo>
                    <a:lnTo>
                      <a:pt x="225" y="110"/>
                    </a:lnTo>
                    <a:lnTo>
                      <a:pt x="228" y="110"/>
                    </a:lnTo>
                    <a:lnTo>
                      <a:pt x="232" y="113"/>
                    </a:lnTo>
                    <a:lnTo>
                      <a:pt x="235" y="113"/>
                    </a:lnTo>
                    <a:lnTo>
                      <a:pt x="239" y="113"/>
                    </a:lnTo>
                    <a:lnTo>
                      <a:pt x="242" y="117"/>
                    </a:lnTo>
                    <a:lnTo>
                      <a:pt x="246" y="117"/>
                    </a:lnTo>
                    <a:lnTo>
                      <a:pt x="249" y="121"/>
                    </a:lnTo>
                    <a:lnTo>
                      <a:pt x="253" y="121"/>
                    </a:lnTo>
                    <a:lnTo>
                      <a:pt x="256" y="125"/>
                    </a:lnTo>
                    <a:lnTo>
                      <a:pt x="260" y="125"/>
                    </a:lnTo>
                    <a:lnTo>
                      <a:pt x="263" y="125"/>
                    </a:lnTo>
                    <a:lnTo>
                      <a:pt x="267" y="129"/>
                    </a:lnTo>
                    <a:lnTo>
                      <a:pt x="270" y="129"/>
                    </a:lnTo>
                    <a:lnTo>
                      <a:pt x="274" y="133"/>
                    </a:lnTo>
                    <a:lnTo>
                      <a:pt x="277" y="133"/>
                    </a:lnTo>
                    <a:lnTo>
                      <a:pt x="280" y="137"/>
                    </a:lnTo>
                    <a:lnTo>
                      <a:pt x="284" y="137"/>
                    </a:lnTo>
                    <a:lnTo>
                      <a:pt x="287" y="137"/>
                    </a:lnTo>
                    <a:lnTo>
                      <a:pt x="291" y="141"/>
                    </a:lnTo>
                    <a:lnTo>
                      <a:pt x="294" y="141"/>
                    </a:lnTo>
                    <a:lnTo>
                      <a:pt x="298" y="145"/>
                    </a:lnTo>
                    <a:lnTo>
                      <a:pt x="301" y="145"/>
                    </a:lnTo>
                    <a:lnTo>
                      <a:pt x="305" y="148"/>
                    </a:lnTo>
                    <a:lnTo>
                      <a:pt x="308" y="148"/>
                    </a:lnTo>
                    <a:lnTo>
                      <a:pt x="312" y="148"/>
                    </a:lnTo>
                    <a:lnTo>
                      <a:pt x="315" y="152"/>
                    </a:lnTo>
                    <a:lnTo>
                      <a:pt x="319" y="152"/>
                    </a:lnTo>
                    <a:lnTo>
                      <a:pt x="322" y="156"/>
                    </a:lnTo>
                    <a:lnTo>
                      <a:pt x="326" y="156"/>
                    </a:lnTo>
                    <a:lnTo>
                      <a:pt x="329" y="160"/>
                    </a:lnTo>
                    <a:lnTo>
                      <a:pt x="333" y="160"/>
                    </a:lnTo>
                    <a:lnTo>
                      <a:pt x="336" y="160"/>
                    </a:lnTo>
                    <a:lnTo>
                      <a:pt x="339" y="164"/>
                    </a:lnTo>
                    <a:lnTo>
                      <a:pt x="343" y="164"/>
                    </a:lnTo>
                    <a:lnTo>
                      <a:pt x="346" y="168"/>
                    </a:lnTo>
                    <a:lnTo>
                      <a:pt x="350" y="168"/>
                    </a:lnTo>
                    <a:lnTo>
                      <a:pt x="353" y="172"/>
                    </a:lnTo>
                    <a:lnTo>
                      <a:pt x="357" y="172"/>
                    </a:lnTo>
                    <a:lnTo>
                      <a:pt x="360" y="172"/>
                    </a:lnTo>
                    <a:lnTo>
                      <a:pt x="364" y="176"/>
                    </a:lnTo>
                    <a:lnTo>
                      <a:pt x="367" y="176"/>
                    </a:lnTo>
                    <a:lnTo>
                      <a:pt x="371" y="180"/>
                    </a:lnTo>
                    <a:lnTo>
                      <a:pt x="374" y="180"/>
                    </a:lnTo>
                    <a:lnTo>
                      <a:pt x="378" y="184"/>
                    </a:lnTo>
                    <a:lnTo>
                      <a:pt x="381" y="184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473" name="矩形 246"/>
          <p:cNvSpPr>
            <a:spLocks noChangeArrowheads="1"/>
          </p:cNvSpPr>
          <p:nvPr/>
        </p:nvSpPr>
        <p:spPr bwMode="auto">
          <a:xfrm>
            <a:off x="5072063" y="4286250"/>
            <a:ext cx="235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4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474" name="Rectangle 3"/>
          <p:cNvSpPr>
            <a:spLocks noChangeArrowheads="1"/>
          </p:cNvSpPr>
          <p:nvPr/>
        </p:nvSpPr>
        <p:spPr bwMode="auto">
          <a:xfrm>
            <a:off x="827088" y="4937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惯性环节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0475" name="Group 4"/>
          <p:cNvGrpSpPr>
            <a:grpSpLocks/>
          </p:cNvGrpSpPr>
          <p:nvPr/>
        </p:nvGrpSpPr>
        <p:grpSpPr bwMode="auto">
          <a:xfrm>
            <a:off x="2124075" y="404813"/>
            <a:ext cx="4329113" cy="788987"/>
            <a:chOff x="1799" y="1248"/>
            <a:chExt cx="3270" cy="497"/>
          </a:xfrm>
        </p:grpSpPr>
        <p:sp>
          <p:nvSpPr>
            <p:cNvPr id="10480" name="Rectangle 5"/>
            <p:cNvSpPr>
              <a:spLocks noChangeArrowheads="1"/>
            </p:cNvSpPr>
            <p:nvPr/>
          </p:nvSpPr>
          <p:spPr bwMode="auto">
            <a:xfrm>
              <a:off x="1799" y="1333"/>
              <a:ext cx="327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0481" name="Object 6"/>
            <p:cNvGraphicFramePr>
              <a:graphicFrameLocks noChangeAspect="1"/>
            </p:cNvGraphicFramePr>
            <p:nvPr/>
          </p:nvGraphicFramePr>
          <p:xfrm>
            <a:off x="2476" y="1248"/>
            <a:ext cx="1076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37836" imgH="393529" progId="Equation.3">
                    <p:embed/>
                  </p:oleObj>
                </mc:Choice>
                <mc:Fallback>
                  <p:oleObj r:id="rId3" imgW="837836" imgH="393529" progId="Equation.3">
                    <p:embed/>
                    <p:pic>
                      <p:nvPicPr>
                        <p:cNvPr id="1048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" y="1248"/>
                          <a:ext cx="1076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76" name="Group 9"/>
          <p:cNvGrpSpPr>
            <a:grpSpLocks/>
          </p:cNvGrpSpPr>
          <p:nvPr/>
        </p:nvGrpSpPr>
        <p:grpSpPr bwMode="auto">
          <a:xfrm>
            <a:off x="4967288" y="44450"/>
            <a:ext cx="4040187" cy="682625"/>
            <a:chOff x="2271" y="2446"/>
            <a:chExt cx="2481" cy="430"/>
          </a:xfrm>
        </p:grpSpPr>
        <p:sp>
          <p:nvSpPr>
            <p:cNvPr id="10478" name="Rectangle 10"/>
            <p:cNvSpPr>
              <a:spLocks noChangeArrowheads="1"/>
            </p:cNvSpPr>
            <p:nvPr/>
          </p:nvSpPr>
          <p:spPr bwMode="auto">
            <a:xfrm>
              <a:off x="2271" y="2446"/>
              <a:ext cx="185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0479" name="Object 11"/>
            <p:cNvGraphicFramePr>
              <a:graphicFrameLocks noChangeAspect="1"/>
            </p:cNvGraphicFramePr>
            <p:nvPr/>
          </p:nvGraphicFramePr>
          <p:xfrm>
            <a:off x="2726" y="2544"/>
            <a:ext cx="202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24895" imgH="266584" progId="Equation.3">
                    <p:embed/>
                  </p:oleObj>
                </mc:Choice>
                <mc:Fallback>
                  <p:oleObj r:id="rId5" imgW="1624895" imgH="266584" progId="Equation.3">
                    <p:embed/>
                    <p:pic>
                      <p:nvPicPr>
                        <p:cNvPr id="1047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2544"/>
                          <a:ext cx="202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77" name="Rectangle 10"/>
          <p:cNvSpPr>
            <a:spLocks noChangeArrowheads="1"/>
          </p:cNvSpPr>
          <p:nvPr/>
        </p:nvSpPr>
        <p:spPr bwMode="auto">
          <a:xfrm>
            <a:off x="5483225" y="908050"/>
            <a:ext cx="33956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577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AD5A7BAE-BE0C-40A1-5D06-9F43C0A3A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EC991AED-2F63-2D65-0C79-E749F7682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4244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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D634A98-2FBE-CAC5-8DFA-0ED4F6CDD24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100263"/>
            <a:ext cx="5867400" cy="519112"/>
            <a:chOff x="1056" y="1335"/>
            <a:chExt cx="3696" cy="327"/>
          </a:xfrm>
        </p:grpSpPr>
        <p:sp>
          <p:nvSpPr>
            <p:cNvPr id="88079" name="Rectangle 6">
              <a:extLst>
                <a:ext uri="{FF2B5EF4-FFF2-40B4-BE49-F238E27FC236}">
                  <a16:creationId xmlns:a16="http://schemas.microsoft.com/office/drawing/2014/main" id="{188884F8-D6D6-4403-23E0-10594DF73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3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88080" name="Object 7">
              <a:extLst>
                <a:ext uri="{FF2B5EF4-FFF2-40B4-BE49-F238E27FC236}">
                  <a16:creationId xmlns:a16="http://schemas.microsoft.com/office/drawing/2014/main" id="{C199B018-93A4-DA52-3E8A-F57BCF41C2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392"/>
            <a:ext cx="99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74364" imgH="203112" progId="Equation.3">
                    <p:embed/>
                  </p:oleObj>
                </mc:Choice>
                <mc:Fallback>
                  <p:oleObj r:id="rId3" imgW="774364" imgH="203112" progId="Equation.3">
                    <p:embed/>
                    <p:pic>
                      <p:nvPicPr>
                        <p:cNvPr id="88080" name="Object 7">
                          <a:extLst>
                            <a:ext uri="{FF2B5EF4-FFF2-40B4-BE49-F238E27FC236}">
                              <a16:creationId xmlns:a16="http://schemas.microsoft.com/office/drawing/2014/main" id="{C199B018-93A4-DA52-3E8A-F57BCF41C2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392"/>
                          <a:ext cx="99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C8D21882-880D-DEBC-2BBB-FB3514B3833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09863"/>
            <a:ext cx="7010400" cy="581025"/>
            <a:chOff x="1056" y="1794"/>
            <a:chExt cx="4416" cy="366"/>
          </a:xfrm>
        </p:grpSpPr>
        <p:sp>
          <p:nvSpPr>
            <p:cNvPr id="88077" name="Rectangle 9">
              <a:extLst>
                <a:ext uri="{FF2B5EF4-FFF2-40B4-BE49-F238E27FC236}">
                  <a16:creationId xmlns:a16="http://schemas.microsoft.com/office/drawing/2014/main" id="{679555C4-8C1F-8B9D-E595-479C6AA58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8078" name="Object 10">
              <a:extLst>
                <a:ext uri="{FF2B5EF4-FFF2-40B4-BE49-F238E27FC236}">
                  <a16:creationId xmlns:a16="http://schemas.microsoft.com/office/drawing/2014/main" id="{43056585-9733-0EC6-C54C-F64A7E75A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794"/>
            <a:ext cx="302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336800" imgH="266700" progId="Equation.3">
                    <p:embed/>
                  </p:oleObj>
                </mc:Choice>
                <mc:Fallback>
                  <p:oleObj r:id="rId5" imgW="2336800" imgH="266700" progId="Equation.3">
                    <p:embed/>
                    <p:pic>
                      <p:nvPicPr>
                        <p:cNvPr id="88078" name="Object 10">
                          <a:extLst>
                            <a:ext uri="{FF2B5EF4-FFF2-40B4-BE49-F238E27FC236}">
                              <a16:creationId xmlns:a16="http://schemas.microsoft.com/office/drawing/2014/main" id="{43056585-9733-0EC6-C54C-F64A7E75AC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94"/>
                          <a:ext cx="3024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6D342659-F665-CB68-BD08-1C12AB70002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697413"/>
            <a:ext cx="5943600" cy="574675"/>
            <a:chOff x="1056" y="3286"/>
            <a:chExt cx="3744" cy="362"/>
          </a:xfrm>
        </p:grpSpPr>
        <p:sp>
          <p:nvSpPr>
            <p:cNvPr id="88075" name="Rectangle 12">
              <a:extLst>
                <a:ext uri="{FF2B5EF4-FFF2-40B4-BE49-F238E27FC236}">
                  <a16:creationId xmlns:a16="http://schemas.microsoft.com/office/drawing/2014/main" id="{7F677C66-B15D-861A-E63C-0C4802111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2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8076" name="Object 13">
              <a:extLst>
                <a:ext uri="{FF2B5EF4-FFF2-40B4-BE49-F238E27FC236}">
                  <a16:creationId xmlns:a16="http://schemas.microsoft.com/office/drawing/2014/main" id="{C0679A92-49B6-088E-3EEA-4696135F1F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286"/>
            <a:ext cx="2064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11300" imgH="266700" progId="Equation.3">
                    <p:embed/>
                  </p:oleObj>
                </mc:Choice>
                <mc:Fallback>
                  <p:oleObj r:id="rId7" imgW="1511300" imgH="266700" progId="Equation.3">
                    <p:embed/>
                    <p:pic>
                      <p:nvPicPr>
                        <p:cNvPr id="88076" name="Object 13">
                          <a:extLst>
                            <a:ext uri="{FF2B5EF4-FFF2-40B4-BE49-F238E27FC236}">
                              <a16:creationId xmlns:a16="http://schemas.microsoft.com/office/drawing/2014/main" id="{C0679A92-49B6-088E-3EEA-4696135F1F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286"/>
                          <a:ext cx="2064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52C0663E-DC6F-86EF-429E-3B5B8EACF0F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371850"/>
            <a:ext cx="5257800" cy="604838"/>
            <a:chOff x="1056" y="1940"/>
            <a:chExt cx="3312" cy="381"/>
          </a:xfrm>
        </p:grpSpPr>
        <p:sp>
          <p:nvSpPr>
            <p:cNvPr id="88073" name="Rectangle 15">
              <a:extLst>
                <a:ext uri="{FF2B5EF4-FFF2-40B4-BE49-F238E27FC236}">
                  <a16:creationId xmlns:a16="http://schemas.microsoft.com/office/drawing/2014/main" id="{1FE96021-DFE5-3196-E01A-0DE08C0B4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8074" name="Object 16">
              <a:extLst>
                <a:ext uri="{FF2B5EF4-FFF2-40B4-BE49-F238E27FC236}">
                  <a16:creationId xmlns:a16="http://schemas.microsoft.com/office/drawing/2014/main" id="{1718430A-5126-B880-8DB9-70198BE8C6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940"/>
            <a:ext cx="163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43000" imgH="266700" progId="Equation.3">
                    <p:embed/>
                  </p:oleObj>
                </mc:Choice>
                <mc:Fallback>
                  <p:oleObj r:id="rId9" imgW="1143000" imgH="266700" progId="Equation.3">
                    <p:embed/>
                    <p:pic>
                      <p:nvPicPr>
                        <p:cNvPr id="88074" name="Object 16">
                          <a:extLst>
                            <a:ext uri="{FF2B5EF4-FFF2-40B4-BE49-F238E27FC236}">
                              <a16:creationId xmlns:a16="http://schemas.microsoft.com/office/drawing/2014/main" id="{1718430A-5126-B880-8DB9-70198BE8C6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940"/>
                          <a:ext cx="1632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5729" name="Rectangle 17">
            <a:extLst>
              <a:ext uri="{FF2B5EF4-FFF2-40B4-BE49-F238E27FC236}">
                <a16:creationId xmlns:a16="http://schemas.microsoft.com/office/drawing/2014/main" id="{5BD42347-99FE-C56C-4DED-6F60F3ECF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06717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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/>
      <p:bldP spid="1157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3">
            <a:extLst>
              <a:ext uri="{FF2B5EF4-FFF2-40B4-BE49-F238E27FC236}">
                <a16:creationId xmlns:a16="http://schemas.microsoft.com/office/drawing/2014/main" id="{8C93B6B9-AE2F-0946-A2AE-DC92C84CC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2718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一阶微分环节的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sp>
        <p:nvSpPr>
          <p:cNvPr id="114692" name="Rectangle 4">
            <a:extLst>
              <a:ext uri="{FF2B5EF4-FFF2-40B4-BE49-F238E27FC236}">
                <a16:creationId xmlns:a16="http://schemas.microsoft.com/office/drawing/2014/main" id="{51D57669-0EBB-AEE1-27D0-29AA3235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86000"/>
            <a:ext cx="70866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注意到一阶微分环节与惯性环节的频率特性互为倒数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2800" i="1">
                <a:latin typeface="宋体" panose="02010600030101010101" pitchFamily="2" charset="-122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= </a:t>
            </a:r>
            <a:r>
              <a:rPr lang="en-US" altLang="zh-CN" sz="2800" i="1">
                <a:latin typeface="宋体" panose="02010600030101010101" pitchFamily="2" charset="-122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，根据对数频率特性图的特点，一阶微分环节与惯性环节的对数幅频特性曲线关于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 </a:t>
            </a:r>
            <a:r>
              <a:rPr lang="zh-CN" altLang="en-US" sz="2800">
                <a:latin typeface="宋体" panose="02010600030101010101" pitchFamily="2" charset="-122"/>
              </a:rPr>
              <a:t>线对称，相频特性曲线关于零度线对称。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A2126695-E892-23BB-0501-4EBE7116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7942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显然，一阶微分环节的对数幅频特性曲线也可由渐近线近似描述。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6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2" name="Group 3">
            <a:extLst>
              <a:ext uri="{FF2B5EF4-FFF2-40B4-BE49-F238E27FC236}">
                <a16:creationId xmlns:a16="http://schemas.microsoft.com/office/drawing/2014/main" id="{B33CC36E-F901-30F6-2C02-BCD600DC3EB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00200"/>
            <a:ext cx="6642100" cy="4953000"/>
            <a:chOff x="768" y="912"/>
            <a:chExt cx="4184" cy="3120"/>
          </a:xfrm>
        </p:grpSpPr>
        <p:sp>
          <p:nvSpPr>
            <p:cNvPr id="92163" name="Rectangle 4">
              <a:extLst>
                <a:ext uri="{FF2B5EF4-FFF2-40B4-BE49-F238E27FC236}">
                  <a16:creationId xmlns:a16="http://schemas.microsoft.com/office/drawing/2014/main" id="{160C5C91-91B7-E34A-7D69-0E6176787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2164" name="Freeform 5">
              <a:extLst>
                <a:ext uri="{FF2B5EF4-FFF2-40B4-BE49-F238E27FC236}">
                  <a16:creationId xmlns:a16="http://schemas.microsoft.com/office/drawing/2014/main" id="{FA4042E4-657C-0FE5-2BAA-DBFF40DDE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5" name="Freeform 6">
              <a:extLst>
                <a:ext uri="{FF2B5EF4-FFF2-40B4-BE49-F238E27FC236}">
                  <a16:creationId xmlns:a16="http://schemas.microsoft.com/office/drawing/2014/main" id="{03F6277C-4EA2-FCBB-7F14-21336241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6" name="Freeform 7">
              <a:extLst>
                <a:ext uri="{FF2B5EF4-FFF2-40B4-BE49-F238E27FC236}">
                  <a16:creationId xmlns:a16="http://schemas.microsoft.com/office/drawing/2014/main" id="{4610A53A-43E6-1A5E-A9C8-AA993389D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7" name="Freeform 8">
              <a:extLst>
                <a:ext uri="{FF2B5EF4-FFF2-40B4-BE49-F238E27FC236}">
                  <a16:creationId xmlns:a16="http://schemas.microsoft.com/office/drawing/2014/main" id="{CAF72C73-B3BA-A527-9DE7-143A4B12D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97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8" name="Freeform 9">
              <a:extLst>
                <a:ext uri="{FF2B5EF4-FFF2-40B4-BE49-F238E27FC236}">
                  <a16:creationId xmlns:a16="http://schemas.microsoft.com/office/drawing/2014/main" id="{BC5C72FB-AFAD-5222-D581-71124093A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930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9" name="Freeform 10">
              <a:extLst>
                <a:ext uri="{FF2B5EF4-FFF2-40B4-BE49-F238E27FC236}">
                  <a16:creationId xmlns:a16="http://schemas.microsoft.com/office/drawing/2014/main" id="{0724A5D7-E8B1-7083-AC29-ACE42820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563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0" name="Freeform 11">
              <a:extLst>
                <a:ext uri="{FF2B5EF4-FFF2-40B4-BE49-F238E27FC236}">
                  <a16:creationId xmlns:a16="http://schemas.microsoft.com/office/drawing/2014/main" id="{E894EE65-369C-DEC5-2A7B-5D4D6C24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1" name="Line 12">
              <a:extLst>
                <a:ext uri="{FF2B5EF4-FFF2-40B4-BE49-F238E27FC236}">
                  <a16:creationId xmlns:a16="http://schemas.microsoft.com/office/drawing/2014/main" id="{88A79BEB-08F9-D04B-CC81-098CE51F4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2" name="Freeform 13">
              <a:extLst>
                <a:ext uri="{FF2B5EF4-FFF2-40B4-BE49-F238E27FC236}">
                  <a16:creationId xmlns:a16="http://schemas.microsoft.com/office/drawing/2014/main" id="{0AB294DC-8D67-2065-96CA-349831D67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3" name="Line 14">
              <a:extLst>
                <a:ext uri="{FF2B5EF4-FFF2-40B4-BE49-F238E27FC236}">
                  <a16:creationId xmlns:a16="http://schemas.microsoft.com/office/drawing/2014/main" id="{FC8A7466-BA86-5070-6E48-9BAB36E95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4" name="Line 15">
              <a:extLst>
                <a:ext uri="{FF2B5EF4-FFF2-40B4-BE49-F238E27FC236}">
                  <a16:creationId xmlns:a16="http://schemas.microsoft.com/office/drawing/2014/main" id="{95136AF2-4A80-87EC-3AAF-6585226CD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297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5" name="Line 16">
              <a:extLst>
                <a:ext uri="{FF2B5EF4-FFF2-40B4-BE49-F238E27FC236}">
                  <a16:creationId xmlns:a16="http://schemas.microsoft.com/office/drawing/2014/main" id="{C023D2F1-C0C1-B116-FCA3-E525DAA0F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6" name="Line 17">
              <a:extLst>
                <a:ext uri="{FF2B5EF4-FFF2-40B4-BE49-F238E27FC236}">
                  <a16:creationId xmlns:a16="http://schemas.microsoft.com/office/drawing/2014/main" id="{0328A473-E90D-3341-7292-62ADD9413A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7" name="Line 18">
              <a:extLst>
                <a:ext uri="{FF2B5EF4-FFF2-40B4-BE49-F238E27FC236}">
                  <a16:creationId xmlns:a16="http://schemas.microsoft.com/office/drawing/2014/main" id="{FB1B7A0E-71BB-B305-4A1C-275A1DE51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8" name="Freeform 19">
              <a:extLst>
                <a:ext uri="{FF2B5EF4-FFF2-40B4-BE49-F238E27FC236}">
                  <a16:creationId xmlns:a16="http://schemas.microsoft.com/office/drawing/2014/main" id="{22C423CF-091B-74C8-6942-EBD92E265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9" name="Line 20">
              <a:extLst>
                <a:ext uri="{FF2B5EF4-FFF2-40B4-BE49-F238E27FC236}">
                  <a16:creationId xmlns:a16="http://schemas.microsoft.com/office/drawing/2014/main" id="{6AEA2926-1591-5995-319A-3D7679925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0" name="Line 21">
              <a:extLst>
                <a:ext uri="{FF2B5EF4-FFF2-40B4-BE49-F238E27FC236}">
                  <a16:creationId xmlns:a16="http://schemas.microsoft.com/office/drawing/2014/main" id="{5AE30D79-8571-C923-CE2D-A54E2524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1" name="Line 22">
              <a:extLst>
                <a:ext uri="{FF2B5EF4-FFF2-40B4-BE49-F238E27FC236}">
                  <a16:creationId xmlns:a16="http://schemas.microsoft.com/office/drawing/2014/main" id="{E85DF504-ED5C-DD60-86CF-4A5046A633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1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2" name="Line 23">
              <a:extLst>
                <a:ext uri="{FF2B5EF4-FFF2-40B4-BE49-F238E27FC236}">
                  <a16:creationId xmlns:a16="http://schemas.microsoft.com/office/drawing/2014/main" id="{2A0B5F80-BCD3-D0D1-3103-DBC5BD603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3" name="Freeform 24">
              <a:extLst>
                <a:ext uri="{FF2B5EF4-FFF2-40B4-BE49-F238E27FC236}">
                  <a16:creationId xmlns:a16="http://schemas.microsoft.com/office/drawing/2014/main" id="{0AFE8665-5344-60F2-67D7-2E832754C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4" name="Line 25">
              <a:extLst>
                <a:ext uri="{FF2B5EF4-FFF2-40B4-BE49-F238E27FC236}">
                  <a16:creationId xmlns:a16="http://schemas.microsoft.com/office/drawing/2014/main" id="{5F5D77C1-2603-4561-1ED9-F3B8DAC6C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5" name="Line 26">
              <a:extLst>
                <a:ext uri="{FF2B5EF4-FFF2-40B4-BE49-F238E27FC236}">
                  <a16:creationId xmlns:a16="http://schemas.microsoft.com/office/drawing/2014/main" id="{48EB1EA3-F2D7-F5B6-07B4-D4686C2F3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6" name="Freeform 27">
              <a:extLst>
                <a:ext uri="{FF2B5EF4-FFF2-40B4-BE49-F238E27FC236}">
                  <a16:creationId xmlns:a16="http://schemas.microsoft.com/office/drawing/2014/main" id="{9315E934-5D0E-ECDF-6C40-7E1A9B54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7" name="Line 28">
              <a:extLst>
                <a:ext uri="{FF2B5EF4-FFF2-40B4-BE49-F238E27FC236}">
                  <a16:creationId xmlns:a16="http://schemas.microsoft.com/office/drawing/2014/main" id="{950C347C-ABA6-7E62-FCBA-181089ACA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8" name="Line 29">
              <a:extLst>
                <a:ext uri="{FF2B5EF4-FFF2-40B4-BE49-F238E27FC236}">
                  <a16:creationId xmlns:a16="http://schemas.microsoft.com/office/drawing/2014/main" id="{118C3BE6-3EF3-5F10-A86D-A67754BA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9" name="Freeform 30">
              <a:extLst>
                <a:ext uri="{FF2B5EF4-FFF2-40B4-BE49-F238E27FC236}">
                  <a16:creationId xmlns:a16="http://schemas.microsoft.com/office/drawing/2014/main" id="{3FD42043-06F1-A7AB-D5F4-506AD481C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0" name="Line 31">
              <a:extLst>
                <a:ext uri="{FF2B5EF4-FFF2-40B4-BE49-F238E27FC236}">
                  <a16:creationId xmlns:a16="http://schemas.microsoft.com/office/drawing/2014/main" id="{3F9AFDC0-8C53-1EF3-3E6B-42DA3098C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1" name="Line 32">
              <a:extLst>
                <a:ext uri="{FF2B5EF4-FFF2-40B4-BE49-F238E27FC236}">
                  <a16:creationId xmlns:a16="http://schemas.microsoft.com/office/drawing/2014/main" id="{4E47CB21-0C27-BDB2-92A4-85ED5D10F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2" name="Freeform 33">
              <a:extLst>
                <a:ext uri="{FF2B5EF4-FFF2-40B4-BE49-F238E27FC236}">
                  <a16:creationId xmlns:a16="http://schemas.microsoft.com/office/drawing/2014/main" id="{075D833C-0360-B84A-8200-BEF09D427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3" name="Line 34">
              <a:extLst>
                <a:ext uri="{FF2B5EF4-FFF2-40B4-BE49-F238E27FC236}">
                  <a16:creationId xmlns:a16="http://schemas.microsoft.com/office/drawing/2014/main" id="{7DE7665F-320F-6175-9837-5E9875517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7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4" name="Line 35">
              <a:extLst>
                <a:ext uri="{FF2B5EF4-FFF2-40B4-BE49-F238E27FC236}">
                  <a16:creationId xmlns:a16="http://schemas.microsoft.com/office/drawing/2014/main" id="{8F3E3B1E-F78D-B1CD-C78A-122330665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5" name="Freeform 36">
              <a:extLst>
                <a:ext uri="{FF2B5EF4-FFF2-40B4-BE49-F238E27FC236}">
                  <a16:creationId xmlns:a16="http://schemas.microsoft.com/office/drawing/2014/main" id="{C3E4AE33-6CE3-C0C1-F1EF-D5A8D7E4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6" name="Line 37">
              <a:extLst>
                <a:ext uri="{FF2B5EF4-FFF2-40B4-BE49-F238E27FC236}">
                  <a16:creationId xmlns:a16="http://schemas.microsoft.com/office/drawing/2014/main" id="{748D5A56-7CE7-C907-7774-AF02B5976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7" name="Line 38">
              <a:extLst>
                <a:ext uri="{FF2B5EF4-FFF2-40B4-BE49-F238E27FC236}">
                  <a16:creationId xmlns:a16="http://schemas.microsoft.com/office/drawing/2014/main" id="{E4FF31B9-E15B-9594-B660-AD11A9E09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8" name="Freeform 39">
              <a:extLst>
                <a:ext uri="{FF2B5EF4-FFF2-40B4-BE49-F238E27FC236}">
                  <a16:creationId xmlns:a16="http://schemas.microsoft.com/office/drawing/2014/main" id="{68588A96-9AE9-337B-5469-C9FB5DB74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9" name="Line 40">
              <a:extLst>
                <a:ext uri="{FF2B5EF4-FFF2-40B4-BE49-F238E27FC236}">
                  <a16:creationId xmlns:a16="http://schemas.microsoft.com/office/drawing/2014/main" id="{ED3DD550-08B6-749D-70B5-4BAE90513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0" name="Line 41">
              <a:extLst>
                <a:ext uri="{FF2B5EF4-FFF2-40B4-BE49-F238E27FC236}">
                  <a16:creationId xmlns:a16="http://schemas.microsoft.com/office/drawing/2014/main" id="{8EF2BDBE-5726-976C-904E-242B3A2A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1" name="Freeform 42">
              <a:extLst>
                <a:ext uri="{FF2B5EF4-FFF2-40B4-BE49-F238E27FC236}">
                  <a16:creationId xmlns:a16="http://schemas.microsoft.com/office/drawing/2014/main" id="{E37DAFE4-B75B-AF98-5B67-ACB9EEDB8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2" name="Line 43">
              <a:extLst>
                <a:ext uri="{FF2B5EF4-FFF2-40B4-BE49-F238E27FC236}">
                  <a16:creationId xmlns:a16="http://schemas.microsoft.com/office/drawing/2014/main" id="{03DAFFB9-6C61-CCCF-AB09-CADAD4FC3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3" name="Line 44">
              <a:extLst>
                <a:ext uri="{FF2B5EF4-FFF2-40B4-BE49-F238E27FC236}">
                  <a16:creationId xmlns:a16="http://schemas.microsoft.com/office/drawing/2014/main" id="{23AF1BB2-C5E8-D556-0E04-722AC489C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4" name="Freeform 45">
              <a:extLst>
                <a:ext uri="{FF2B5EF4-FFF2-40B4-BE49-F238E27FC236}">
                  <a16:creationId xmlns:a16="http://schemas.microsoft.com/office/drawing/2014/main" id="{3CF862C6-4FB1-54D5-D747-2820D23AE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5" name="Line 46">
              <a:extLst>
                <a:ext uri="{FF2B5EF4-FFF2-40B4-BE49-F238E27FC236}">
                  <a16:creationId xmlns:a16="http://schemas.microsoft.com/office/drawing/2014/main" id="{270A2171-C4A0-4B40-7E9B-76840ABCA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6" name="Line 47">
              <a:extLst>
                <a:ext uri="{FF2B5EF4-FFF2-40B4-BE49-F238E27FC236}">
                  <a16:creationId xmlns:a16="http://schemas.microsoft.com/office/drawing/2014/main" id="{225B64D3-DF61-3475-2C91-36A826ED6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7" name="Freeform 48">
              <a:extLst>
                <a:ext uri="{FF2B5EF4-FFF2-40B4-BE49-F238E27FC236}">
                  <a16:creationId xmlns:a16="http://schemas.microsoft.com/office/drawing/2014/main" id="{3D5AED5D-02EA-001D-75BF-A03BE4D4D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8" name="Line 49">
              <a:extLst>
                <a:ext uri="{FF2B5EF4-FFF2-40B4-BE49-F238E27FC236}">
                  <a16:creationId xmlns:a16="http://schemas.microsoft.com/office/drawing/2014/main" id="{91B59DDA-1BDA-2CB8-78E0-D99E5CBB2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9" name="Line 50">
              <a:extLst>
                <a:ext uri="{FF2B5EF4-FFF2-40B4-BE49-F238E27FC236}">
                  <a16:creationId xmlns:a16="http://schemas.microsoft.com/office/drawing/2014/main" id="{BC9D852D-AE84-829B-4B47-36B589322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0" name="Line 51">
              <a:extLst>
                <a:ext uri="{FF2B5EF4-FFF2-40B4-BE49-F238E27FC236}">
                  <a16:creationId xmlns:a16="http://schemas.microsoft.com/office/drawing/2014/main" id="{01C9D189-2250-37A1-123C-6B4998FB2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4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1" name="Line 52">
              <a:extLst>
                <a:ext uri="{FF2B5EF4-FFF2-40B4-BE49-F238E27FC236}">
                  <a16:creationId xmlns:a16="http://schemas.microsoft.com/office/drawing/2014/main" id="{8CE96A83-7B94-641E-51A4-50AF7390E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2" name="Freeform 53">
              <a:extLst>
                <a:ext uri="{FF2B5EF4-FFF2-40B4-BE49-F238E27FC236}">
                  <a16:creationId xmlns:a16="http://schemas.microsoft.com/office/drawing/2014/main" id="{02030E19-8754-14DC-476C-2273FA8C4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3" name="Line 54">
              <a:extLst>
                <a:ext uri="{FF2B5EF4-FFF2-40B4-BE49-F238E27FC236}">
                  <a16:creationId xmlns:a16="http://schemas.microsoft.com/office/drawing/2014/main" id="{16974080-4279-916E-BA59-EB0ED6DE9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4" name="Line 55">
              <a:extLst>
                <a:ext uri="{FF2B5EF4-FFF2-40B4-BE49-F238E27FC236}">
                  <a16:creationId xmlns:a16="http://schemas.microsoft.com/office/drawing/2014/main" id="{060EA442-1C8D-A07F-3D35-B1DEF31BC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5" name="Freeform 56">
              <a:extLst>
                <a:ext uri="{FF2B5EF4-FFF2-40B4-BE49-F238E27FC236}">
                  <a16:creationId xmlns:a16="http://schemas.microsoft.com/office/drawing/2014/main" id="{9FFD6817-EECC-BB60-394D-6C4B76B94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6" name="Line 57">
              <a:extLst>
                <a:ext uri="{FF2B5EF4-FFF2-40B4-BE49-F238E27FC236}">
                  <a16:creationId xmlns:a16="http://schemas.microsoft.com/office/drawing/2014/main" id="{0AB9BC60-F27D-0634-87F8-52F60B6E5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7" name="Line 58">
              <a:extLst>
                <a:ext uri="{FF2B5EF4-FFF2-40B4-BE49-F238E27FC236}">
                  <a16:creationId xmlns:a16="http://schemas.microsoft.com/office/drawing/2014/main" id="{8B5D4F44-32FB-A942-5903-96D2CAFCE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8" name="Freeform 59">
              <a:extLst>
                <a:ext uri="{FF2B5EF4-FFF2-40B4-BE49-F238E27FC236}">
                  <a16:creationId xmlns:a16="http://schemas.microsoft.com/office/drawing/2014/main" id="{3440BB1F-C543-EFD5-6DB8-06255106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9" name="Line 60">
              <a:extLst>
                <a:ext uri="{FF2B5EF4-FFF2-40B4-BE49-F238E27FC236}">
                  <a16:creationId xmlns:a16="http://schemas.microsoft.com/office/drawing/2014/main" id="{5645DA99-32F9-7B5C-C7F0-1F07BA368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8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0" name="Line 61">
              <a:extLst>
                <a:ext uri="{FF2B5EF4-FFF2-40B4-BE49-F238E27FC236}">
                  <a16:creationId xmlns:a16="http://schemas.microsoft.com/office/drawing/2014/main" id="{3C80719C-C4CC-2E5E-BF0D-F5330F3C2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1" name="Freeform 62">
              <a:extLst>
                <a:ext uri="{FF2B5EF4-FFF2-40B4-BE49-F238E27FC236}">
                  <a16:creationId xmlns:a16="http://schemas.microsoft.com/office/drawing/2014/main" id="{AE33BCAA-85F8-C22C-4669-4EA4EE4F5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2" name="Line 63">
              <a:extLst>
                <a:ext uri="{FF2B5EF4-FFF2-40B4-BE49-F238E27FC236}">
                  <a16:creationId xmlns:a16="http://schemas.microsoft.com/office/drawing/2014/main" id="{7C9970BE-4AE9-EA31-A8EB-F10A3F4FA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3" name="Line 64">
              <a:extLst>
                <a:ext uri="{FF2B5EF4-FFF2-40B4-BE49-F238E27FC236}">
                  <a16:creationId xmlns:a16="http://schemas.microsoft.com/office/drawing/2014/main" id="{6AD2C4C6-E91A-1221-3A7B-900DCDF02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4" name="Freeform 65">
              <a:extLst>
                <a:ext uri="{FF2B5EF4-FFF2-40B4-BE49-F238E27FC236}">
                  <a16:creationId xmlns:a16="http://schemas.microsoft.com/office/drawing/2014/main" id="{DEB82852-DC20-0874-89DE-6869649CB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5" name="Line 66">
              <a:extLst>
                <a:ext uri="{FF2B5EF4-FFF2-40B4-BE49-F238E27FC236}">
                  <a16:creationId xmlns:a16="http://schemas.microsoft.com/office/drawing/2014/main" id="{4AB10EA5-AE48-0070-4D91-26AFEBBFC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6" name="Line 67">
              <a:extLst>
                <a:ext uri="{FF2B5EF4-FFF2-40B4-BE49-F238E27FC236}">
                  <a16:creationId xmlns:a16="http://schemas.microsoft.com/office/drawing/2014/main" id="{2EFA415B-F28B-43DA-CDC4-049AACC05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7" name="Freeform 68">
              <a:extLst>
                <a:ext uri="{FF2B5EF4-FFF2-40B4-BE49-F238E27FC236}">
                  <a16:creationId xmlns:a16="http://schemas.microsoft.com/office/drawing/2014/main" id="{77CAA467-2CBF-5440-7DBF-492891DF6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8" name="Line 69">
              <a:extLst>
                <a:ext uri="{FF2B5EF4-FFF2-40B4-BE49-F238E27FC236}">
                  <a16:creationId xmlns:a16="http://schemas.microsoft.com/office/drawing/2014/main" id="{C06D50F9-5AF6-46D6-0ADB-E212E37C8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9" name="Line 70">
              <a:extLst>
                <a:ext uri="{FF2B5EF4-FFF2-40B4-BE49-F238E27FC236}">
                  <a16:creationId xmlns:a16="http://schemas.microsoft.com/office/drawing/2014/main" id="{3F000E0A-0566-7F80-9A65-1D3B88C17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0" name="Freeform 71">
              <a:extLst>
                <a:ext uri="{FF2B5EF4-FFF2-40B4-BE49-F238E27FC236}">
                  <a16:creationId xmlns:a16="http://schemas.microsoft.com/office/drawing/2014/main" id="{D1C26EBE-59DB-CD9D-8638-87B1C9EB5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1" name="Line 72">
              <a:extLst>
                <a:ext uri="{FF2B5EF4-FFF2-40B4-BE49-F238E27FC236}">
                  <a16:creationId xmlns:a16="http://schemas.microsoft.com/office/drawing/2014/main" id="{0379A845-4FAE-CE57-C30C-4CF783AF45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9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2" name="Line 73">
              <a:extLst>
                <a:ext uri="{FF2B5EF4-FFF2-40B4-BE49-F238E27FC236}">
                  <a16:creationId xmlns:a16="http://schemas.microsoft.com/office/drawing/2014/main" id="{E5C21C2E-289B-CACB-9E50-6E49F5B0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3" name="Freeform 74">
              <a:extLst>
                <a:ext uri="{FF2B5EF4-FFF2-40B4-BE49-F238E27FC236}">
                  <a16:creationId xmlns:a16="http://schemas.microsoft.com/office/drawing/2014/main" id="{BAA5C144-0E64-5441-5AB3-C2BAEC921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4" name="Line 75">
              <a:extLst>
                <a:ext uri="{FF2B5EF4-FFF2-40B4-BE49-F238E27FC236}">
                  <a16:creationId xmlns:a16="http://schemas.microsoft.com/office/drawing/2014/main" id="{D13F22B6-CFC9-A02C-C166-CE631BFFA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5" name="Line 76">
              <a:extLst>
                <a:ext uri="{FF2B5EF4-FFF2-40B4-BE49-F238E27FC236}">
                  <a16:creationId xmlns:a16="http://schemas.microsoft.com/office/drawing/2014/main" id="{B4AF8070-E93F-2DE3-3C2B-765CDB05D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6" name="Freeform 77">
              <a:extLst>
                <a:ext uri="{FF2B5EF4-FFF2-40B4-BE49-F238E27FC236}">
                  <a16:creationId xmlns:a16="http://schemas.microsoft.com/office/drawing/2014/main" id="{B2C01BDE-EFF1-CF18-8D30-3112381EC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7" name="Line 78">
              <a:extLst>
                <a:ext uri="{FF2B5EF4-FFF2-40B4-BE49-F238E27FC236}">
                  <a16:creationId xmlns:a16="http://schemas.microsoft.com/office/drawing/2014/main" id="{29CBEA0B-83A2-5153-9398-B6EA9606B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8" name="Line 79">
              <a:extLst>
                <a:ext uri="{FF2B5EF4-FFF2-40B4-BE49-F238E27FC236}">
                  <a16:creationId xmlns:a16="http://schemas.microsoft.com/office/drawing/2014/main" id="{0B45C3C2-1AEF-A9C3-814C-2A208B9D7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Line 80">
              <a:extLst>
                <a:ext uri="{FF2B5EF4-FFF2-40B4-BE49-F238E27FC236}">
                  <a16:creationId xmlns:a16="http://schemas.microsoft.com/office/drawing/2014/main" id="{BA013072-C148-8EC6-3E82-E14B83DAF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297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0" name="Line 81">
              <a:extLst>
                <a:ext uri="{FF2B5EF4-FFF2-40B4-BE49-F238E27FC236}">
                  <a16:creationId xmlns:a16="http://schemas.microsoft.com/office/drawing/2014/main" id="{5C11A72B-12C9-6498-CF9E-D0297F7C7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229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1" name="Rectangle 82">
              <a:extLst>
                <a:ext uri="{FF2B5EF4-FFF2-40B4-BE49-F238E27FC236}">
                  <a16:creationId xmlns:a16="http://schemas.microsoft.com/office/drawing/2014/main" id="{CBA586E8-1750-23FF-F2EF-D95AC16F1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200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2" name="Line 83">
              <a:extLst>
                <a:ext uri="{FF2B5EF4-FFF2-40B4-BE49-F238E27FC236}">
                  <a16:creationId xmlns:a16="http://schemas.microsoft.com/office/drawing/2014/main" id="{5197A1AB-6EC1-2E64-0C3A-E84CAD53A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930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3" name="Line 84">
              <a:extLst>
                <a:ext uri="{FF2B5EF4-FFF2-40B4-BE49-F238E27FC236}">
                  <a16:creationId xmlns:a16="http://schemas.microsoft.com/office/drawing/2014/main" id="{21BEC66D-AD28-D055-7A2F-00A8E913A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93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4" name="Rectangle 85">
              <a:extLst>
                <a:ext uri="{FF2B5EF4-FFF2-40B4-BE49-F238E27FC236}">
                  <a16:creationId xmlns:a16="http://schemas.microsoft.com/office/drawing/2014/main" id="{B739B3F5-68EE-13CF-9B5C-2081E8475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33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10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5" name="Line 86">
              <a:extLst>
                <a:ext uri="{FF2B5EF4-FFF2-40B4-BE49-F238E27FC236}">
                  <a16:creationId xmlns:a16="http://schemas.microsoft.com/office/drawing/2014/main" id="{49DBDBCD-43F2-D688-D784-1902C8894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563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6" name="Line 87">
              <a:extLst>
                <a:ext uri="{FF2B5EF4-FFF2-40B4-BE49-F238E27FC236}">
                  <a16:creationId xmlns:a16="http://schemas.microsoft.com/office/drawing/2014/main" id="{54C161B5-562F-D8C8-30A2-68634E7CB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56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7" name="Rectangle 88">
              <a:extLst>
                <a:ext uri="{FF2B5EF4-FFF2-40B4-BE49-F238E27FC236}">
                  <a16:creationId xmlns:a16="http://schemas.microsoft.com/office/drawing/2014/main" id="{19854D04-3B04-1AB7-9829-38AC898C4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146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8" name="Line 89">
              <a:extLst>
                <a:ext uri="{FF2B5EF4-FFF2-40B4-BE49-F238E27FC236}">
                  <a16:creationId xmlns:a16="http://schemas.microsoft.com/office/drawing/2014/main" id="{71AD61B1-D2A5-D405-570C-1AB0FB68C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9" name="Line 90">
              <a:extLst>
                <a:ext uri="{FF2B5EF4-FFF2-40B4-BE49-F238E27FC236}">
                  <a16:creationId xmlns:a16="http://schemas.microsoft.com/office/drawing/2014/main" id="{7EA9E241-3C32-6C76-7DF4-92AABB77A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201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0" name="Rectangle 91">
              <a:extLst>
                <a:ext uri="{FF2B5EF4-FFF2-40B4-BE49-F238E27FC236}">
                  <a16:creationId xmlns:a16="http://schemas.microsoft.com/office/drawing/2014/main" id="{CEA85DD7-70D9-BA44-52E5-22E2ED202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110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30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51" name="Line 92">
              <a:extLst>
                <a:ext uri="{FF2B5EF4-FFF2-40B4-BE49-F238E27FC236}">
                  <a16:creationId xmlns:a16="http://schemas.microsoft.com/office/drawing/2014/main" id="{7A28DAF4-90E6-1A25-C957-23DC37E5B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38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2" name="Freeform 93">
              <a:extLst>
                <a:ext uri="{FF2B5EF4-FFF2-40B4-BE49-F238E27FC236}">
                  <a16:creationId xmlns:a16="http://schemas.microsoft.com/office/drawing/2014/main" id="{546C58F5-3F4C-FA08-DF6B-625F18C3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Line 94">
              <a:extLst>
                <a:ext uri="{FF2B5EF4-FFF2-40B4-BE49-F238E27FC236}">
                  <a16:creationId xmlns:a16="http://schemas.microsoft.com/office/drawing/2014/main" id="{0CDA0CE3-44D5-AEC8-4629-C2CFDF520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4" name="Rectangle 95">
              <a:extLst>
                <a:ext uri="{FF2B5EF4-FFF2-40B4-BE49-F238E27FC236}">
                  <a16:creationId xmlns:a16="http://schemas.microsoft.com/office/drawing/2014/main" id="{D8115706-A675-40B3-6B93-CE3087F3B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2255" name="Freeform 96">
              <a:extLst>
                <a:ext uri="{FF2B5EF4-FFF2-40B4-BE49-F238E27FC236}">
                  <a16:creationId xmlns:a16="http://schemas.microsoft.com/office/drawing/2014/main" id="{349874E8-28EE-4BEB-230B-40BCC8B63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6" name="Freeform 97">
              <a:extLst>
                <a:ext uri="{FF2B5EF4-FFF2-40B4-BE49-F238E27FC236}">
                  <a16:creationId xmlns:a16="http://schemas.microsoft.com/office/drawing/2014/main" id="{0485554A-FB58-7820-FD91-ECC5179C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7" name="Freeform 98">
              <a:extLst>
                <a:ext uri="{FF2B5EF4-FFF2-40B4-BE49-F238E27FC236}">
                  <a16:creationId xmlns:a16="http://schemas.microsoft.com/office/drawing/2014/main" id="{A7310820-E06B-C498-7D02-C5AD3C9E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8" name="Freeform 99">
              <a:extLst>
                <a:ext uri="{FF2B5EF4-FFF2-40B4-BE49-F238E27FC236}">
                  <a16:creationId xmlns:a16="http://schemas.microsoft.com/office/drawing/2014/main" id="{8A5358C8-C82E-4BE5-3843-CA4F1F9CD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576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9" name="Freeform 100">
              <a:extLst>
                <a:ext uri="{FF2B5EF4-FFF2-40B4-BE49-F238E27FC236}">
                  <a16:creationId xmlns:a16="http://schemas.microsoft.com/office/drawing/2014/main" id="{6D4ED1E4-8F04-E062-EE69-C94FDF044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025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0" name="Freeform 101">
              <a:extLst>
                <a:ext uri="{FF2B5EF4-FFF2-40B4-BE49-F238E27FC236}">
                  <a16:creationId xmlns:a16="http://schemas.microsoft.com/office/drawing/2014/main" id="{CBE47C53-ACC2-7D72-A096-DF8262A4A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1" name="Line 102">
              <a:extLst>
                <a:ext uri="{FF2B5EF4-FFF2-40B4-BE49-F238E27FC236}">
                  <a16:creationId xmlns:a16="http://schemas.microsoft.com/office/drawing/2014/main" id="{6020FA19-F319-F5C7-9E20-FDD8B50B7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2" name="Freeform 103">
              <a:extLst>
                <a:ext uri="{FF2B5EF4-FFF2-40B4-BE49-F238E27FC236}">
                  <a16:creationId xmlns:a16="http://schemas.microsoft.com/office/drawing/2014/main" id="{9915DDCC-AFD4-4D0F-930F-D545F4233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3" name="Line 104">
              <a:extLst>
                <a:ext uri="{FF2B5EF4-FFF2-40B4-BE49-F238E27FC236}">
                  <a16:creationId xmlns:a16="http://schemas.microsoft.com/office/drawing/2014/main" id="{BAD6AE4C-9858-0502-68C1-04F19F502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4" name="Line 105">
              <a:extLst>
                <a:ext uri="{FF2B5EF4-FFF2-40B4-BE49-F238E27FC236}">
                  <a16:creationId xmlns:a16="http://schemas.microsoft.com/office/drawing/2014/main" id="{15CE7735-366A-0D1F-5903-88802E406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76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5" name="Line 106">
              <a:extLst>
                <a:ext uri="{FF2B5EF4-FFF2-40B4-BE49-F238E27FC236}">
                  <a16:creationId xmlns:a16="http://schemas.microsoft.com/office/drawing/2014/main" id="{6658851A-5D49-2B1C-8DED-996215B4F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6" name="Line 107">
              <a:extLst>
                <a:ext uri="{FF2B5EF4-FFF2-40B4-BE49-F238E27FC236}">
                  <a16:creationId xmlns:a16="http://schemas.microsoft.com/office/drawing/2014/main" id="{F4833D89-1C5C-7BC0-77E9-3F1D155AE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7" name="Line 108">
              <a:extLst>
                <a:ext uri="{FF2B5EF4-FFF2-40B4-BE49-F238E27FC236}">
                  <a16:creationId xmlns:a16="http://schemas.microsoft.com/office/drawing/2014/main" id="{AE8CC021-BE72-2CEF-3010-1815124CF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8" name="Freeform 109">
              <a:extLst>
                <a:ext uri="{FF2B5EF4-FFF2-40B4-BE49-F238E27FC236}">
                  <a16:creationId xmlns:a16="http://schemas.microsoft.com/office/drawing/2014/main" id="{78C8AC1C-B254-21ED-E64E-46E6F3423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9" name="Line 110">
              <a:extLst>
                <a:ext uri="{FF2B5EF4-FFF2-40B4-BE49-F238E27FC236}">
                  <a16:creationId xmlns:a16="http://schemas.microsoft.com/office/drawing/2014/main" id="{7B70370D-CC42-F703-8626-D3820CE43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0" name="Line 111">
              <a:extLst>
                <a:ext uri="{FF2B5EF4-FFF2-40B4-BE49-F238E27FC236}">
                  <a16:creationId xmlns:a16="http://schemas.microsoft.com/office/drawing/2014/main" id="{5E0B70FA-59B7-039E-507E-76828D392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1" name="Line 112">
              <a:extLst>
                <a:ext uri="{FF2B5EF4-FFF2-40B4-BE49-F238E27FC236}">
                  <a16:creationId xmlns:a16="http://schemas.microsoft.com/office/drawing/2014/main" id="{B2052721-BC08-4010-55BE-8A7CEC6F0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1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2" name="Line 113">
              <a:extLst>
                <a:ext uri="{FF2B5EF4-FFF2-40B4-BE49-F238E27FC236}">
                  <a16:creationId xmlns:a16="http://schemas.microsoft.com/office/drawing/2014/main" id="{BDB713CF-6D54-0538-A2E8-FEB518259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3" name="Freeform 114">
              <a:extLst>
                <a:ext uri="{FF2B5EF4-FFF2-40B4-BE49-F238E27FC236}">
                  <a16:creationId xmlns:a16="http://schemas.microsoft.com/office/drawing/2014/main" id="{028EC57D-7C4C-EBB4-BA0F-936144DDA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4" name="Line 115">
              <a:extLst>
                <a:ext uri="{FF2B5EF4-FFF2-40B4-BE49-F238E27FC236}">
                  <a16:creationId xmlns:a16="http://schemas.microsoft.com/office/drawing/2014/main" id="{00C4AAFA-97A0-391E-9C25-112D3D3F6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5" name="Line 116">
              <a:extLst>
                <a:ext uri="{FF2B5EF4-FFF2-40B4-BE49-F238E27FC236}">
                  <a16:creationId xmlns:a16="http://schemas.microsoft.com/office/drawing/2014/main" id="{6E661E61-C44D-7FCC-88DB-838AC4E37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6" name="Freeform 117">
              <a:extLst>
                <a:ext uri="{FF2B5EF4-FFF2-40B4-BE49-F238E27FC236}">
                  <a16:creationId xmlns:a16="http://schemas.microsoft.com/office/drawing/2014/main" id="{836B9DBE-31CB-ABDF-76D2-597ACBB43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7" name="Line 118">
              <a:extLst>
                <a:ext uri="{FF2B5EF4-FFF2-40B4-BE49-F238E27FC236}">
                  <a16:creationId xmlns:a16="http://schemas.microsoft.com/office/drawing/2014/main" id="{89CFEF39-BB34-1328-DAD0-F27A36621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8" name="Line 119">
              <a:extLst>
                <a:ext uri="{FF2B5EF4-FFF2-40B4-BE49-F238E27FC236}">
                  <a16:creationId xmlns:a16="http://schemas.microsoft.com/office/drawing/2014/main" id="{8736B658-2613-AE0D-4BDE-EC9A2296C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9" name="Freeform 120">
              <a:extLst>
                <a:ext uri="{FF2B5EF4-FFF2-40B4-BE49-F238E27FC236}">
                  <a16:creationId xmlns:a16="http://schemas.microsoft.com/office/drawing/2014/main" id="{0297B763-1460-4D0E-B93E-19F72C82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0" name="Line 121">
              <a:extLst>
                <a:ext uri="{FF2B5EF4-FFF2-40B4-BE49-F238E27FC236}">
                  <a16:creationId xmlns:a16="http://schemas.microsoft.com/office/drawing/2014/main" id="{B61073F7-2B5B-247B-F716-2D8067CFC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1" name="Line 122">
              <a:extLst>
                <a:ext uri="{FF2B5EF4-FFF2-40B4-BE49-F238E27FC236}">
                  <a16:creationId xmlns:a16="http://schemas.microsoft.com/office/drawing/2014/main" id="{F9B14189-B31B-741A-E0B2-F01B35D37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2" name="Freeform 123">
              <a:extLst>
                <a:ext uri="{FF2B5EF4-FFF2-40B4-BE49-F238E27FC236}">
                  <a16:creationId xmlns:a16="http://schemas.microsoft.com/office/drawing/2014/main" id="{2688E8EA-800F-D268-4309-113505CEA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3" name="Line 124">
              <a:extLst>
                <a:ext uri="{FF2B5EF4-FFF2-40B4-BE49-F238E27FC236}">
                  <a16:creationId xmlns:a16="http://schemas.microsoft.com/office/drawing/2014/main" id="{DD85C977-7AB3-A89D-9380-40F501355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7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4" name="Line 125">
              <a:extLst>
                <a:ext uri="{FF2B5EF4-FFF2-40B4-BE49-F238E27FC236}">
                  <a16:creationId xmlns:a16="http://schemas.microsoft.com/office/drawing/2014/main" id="{D709EC59-2EBB-6B51-2540-27B0BB13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5" name="Freeform 126">
              <a:extLst>
                <a:ext uri="{FF2B5EF4-FFF2-40B4-BE49-F238E27FC236}">
                  <a16:creationId xmlns:a16="http://schemas.microsoft.com/office/drawing/2014/main" id="{42C3224E-384F-ABA3-EA83-9B73C5107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6" name="Line 127">
              <a:extLst>
                <a:ext uri="{FF2B5EF4-FFF2-40B4-BE49-F238E27FC236}">
                  <a16:creationId xmlns:a16="http://schemas.microsoft.com/office/drawing/2014/main" id="{BD2556D8-FA80-5D8E-BCF8-9CCEF6F4D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7" name="Line 128">
              <a:extLst>
                <a:ext uri="{FF2B5EF4-FFF2-40B4-BE49-F238E27FC236}">
                  <a16:creationId xmlns:a16="http://schemas.microsoft.com/office/drawing/2014/main" id="{6E01F2B1-8EF6-2CC0-A411-46015523E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8" name="Freeform 129">
              <a:extLst>
                <a:ext uri="{FF2B5EF4-FFF2-40B4-BE49-F238E27FC236}">
                  <a16:creationId xmlns:a16="http://schemas.microsoft.com/office/drawing/2014/main" id="{383039FF-B7F7-F298-E26F-8832BCE90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9" name="Line 130">
              <a:extLst>
                <a:ext uri="{FF2B5EF4-FFF2-40B4-BE49-F238E27FC236}">
                  <a16:creationId xmlns:a16="http://schemas.microsoft.com/office/drawing/2014/main" id="{DC647E0B-5345-A0AF-64D9-77C91E097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0" name="Line 131">
              <a:extLst>
                <a:ext uri="{FF2B5EF4-FFF2-40B4-BE49-F238E27FC236}">
                  <a16:creationId xmlns:a16="http://schemas.microsoft.com/office/drawing/2014/main" id="{50A410C4-FC7B-915C-5212-F033C402D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1" name="Freeform 132">
              <a:extLst>
                <a:ext uri="{FF2B5EF4-FFF2-40B4-BE49-F238E27FC236}">
                  <a16:creationId xmlns:a16="http://schemas.microsoft.com/office/drawing/2014/main" id="{18B61CF6-8528-00A7-90FB-87CDE9261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2" name="Line 133">
              <a:extLst>
                <a:ext uri="{FF2B5EF4-FFF2-40B4-BE49-F238E27FC236}">
                  <a16:creationId xmlns:a16="http://schemas.microsoft.com/office/drawing/2014/main" id="{EFF34DA3-80A9-4BF6-A244-934B9A56C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3" name="Line 134">
              <a:extLst>
                <a:ext uri="{FF2B5EF4-FFF2-40B4-BE49-F238E27FC236}">
                  <a16:creationId xmlns:a16="http://schemas.microsoft.com/office/drawing/2014/main" id="{39EDBD12-3738-0F1D-0A23-C9ADD04E8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4" name="Freeform 135">
              <a:extLst>
                <a:ext uri="{FF2B5EF4-FFF2-40B4-BE49-F238E27FC236}">
                  <a16:creationId xmlns:a16="http://schemas.microsoft.com/office/drawing/2014/main" id="{3AA9FB49-AE5D-4190-BDF5-763A9108B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5" name="Line 136">
              <a:extLst>
                <a:ext uri="{FF2B5EF4-FFF2-40B4-BE49-F238E27FC236}">
                  <a16:creationId xmlns:a16="http://schemas.microsoft.com/office/drawing/2014/main" id="{6743932C-7198-E141-8190-9B01E3F79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6" name="Line 137">
              <a:extLst>
                <a:ext uri="{FF2B5EF4-FFF2-40B4-BE49-F238E27FC236}">
                  <a16:creationId xmlns:a16="http://schemas.microsoft.com/office/drawing/2014/main" id="{F63802F0-B4F3-868D-C1C8-6C751F7FB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7" name="Freeform 138">
              <a:extLst>
                <a:ext uri="{FF2B5EF4-FFF2-40B4-BE49-F238E27FC236}">
                  <a16:creationId xmlns:a16="http://schemas.microsoft.com/office/drawing/2014/main" id="{98537A94-155D-1F09-A769-BB200D364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8" name="Line 139">
              <a:extLst>
                <a:ext uri="{FF2B5EF4-FFF2-40B4-BE49-F238E27FC236}">
                  <a16:creationId xmlns:a16="http://schemas.microsoft.com/office/drawing/2014/main" id="{880546CA-1E99-04C6-3EBA-CDBEA25FE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9" name="Line 140">
              <a:extLst>
                <a:ext uri="{FF2B5EF4-FFF2-40B4-BE49-F238E27FC236}">
                  <a16:creationId xmlns:a16="http://schemas.microsoft.com/office/drawing/2014/main" id="{AE05D772-FB9B-B5F0-5BE2-AAC31DC05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0" name="Line 141">
              <a:extLst>
                <a:ext uri="{FF2B5EF4-FFF2-40B4-BE49-F238E27FC236}">
                  <a16:creationId xmlns:a16="http://schemas.microsoft.com/office/drawing/2014/main" id="{9DA972C1-E757-894A-F388-EFE9199C4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4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1" name="Line 142">
              <a:extLst>
                <a:ext uri="{FF2B5EF4-FFF2-40B4-BE49-F238E27FC236}">
                  <a16:creationId xmlns:a16="http://schemas.microsoft.com/office/drawing/2014/main" id="{553B5E13-7099-8DD7-C3C6-038077037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2" name="Freeform 143">
              <a:extLst>
                <a:ext uri="{FF2B5EF4-FFF2-40B4-BE49-F238E27FC236}">
                  <a16:creationId xmlns:a16="http://schemas.microsoft.com/office/drawing/2014/main" id="{CA2B3A27-CC3C-DC84-D39C-0E21ED658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3" name="Line 144">
              <a:extLst>
                <a:ext uri="{FF2B5EF4-FFF2-40B4-BE49-F238E27FC236}">
                  <a16:creationId xmlns:a16="http://schemas.microsoft.com/office/drawing/2014/main" id="{4AC9CBCC-4908-20CA-3D41-03E73B7CF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4" name="Line 145">
              <a:extLst>
                <a:ext uri="{FF2B5EF4-FFF2-40B4-BE49-F238E27FC236}">
                  <a16:creationId xmlns:a16="http://schemas.microsoft.com/office/drawing/2014/main" id="{7EC4211B-E608-CC1A-1316-A30E431DB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5" name="Freeform 146">
              <a:extLst>
                <a:ext uri="{FF2B5EF4-FFF2-40B4-BE49-F238E27FC236}">
                  <a16:creationId xmlns:a16="http://schemas.microsoft.com/office/drawing/2014/main" id="{7C14A95F-69FB-E409-9A70-CB62B3E80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6" name="Line 147">
              <a:extLst>
                <a:ext uri="{FF2B5EF4-FFF2-40B4-BE49-F238E27FC236}">
                  <a16:creationId xmlns:a16="http://schemas.microsoft.com/office/drawing/2014/main" id="{5D99A6E1-091A-F657-9987-BA70277FF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7" name="Line 148">
              <a:extLst>
                <a:ext uri="{FF2B5EF4-FFF2-40B4-BE49-F238E27FC236}">
                  <a16:creationId xmlns:a16="http://schemas.microsoft.com/office/drawing/2014/main" id="{B6E3B2DB-A0C5-D13F-557D-298A4A390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8" name="Freeform 149">
              <a:extLst>
                <a:ext uri="{FF2B5EF4-FFF2-40B4-BE49-F238E27FC236}">
                  <a16:creationId xmlns:a16="http://schemas.microsoft.com/office/drawing/2014/main" id="{C685C93B-DB22-A107-E56A-435F4982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9" name="Line 150">
              <a:extLst>
                <a:ext uri="{FF2B5EF4-FFF2-40B4-BE49-F238E27FC236}">
                  <a16:creationId xmlns:a16="http://schemas.microsoft.com/office/drawing/2014/main" id="{570FDDB4-C115-EFAD-0D40-0D68D8E8C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8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0" name="Line 151">
              <a:extLst>
                <a:ext uri="{FF2B5EF4-FFF2-40B4-BE49-F238E27FC236}">
                  <a16:creationId xmlns:a16="http://schemas.microsoft.com/office/drawing/2014/main" id="{D8AB62D6-4DB8-E5AF-A6C8-8AA11597F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1" name="Freeform 152">
              <a:extLst>
                <a:ext uri="{FF2B5EF4-FFF2-40B4-BE49-F238E27FC236}">
                  <a16:creationId xmlns:a16="http://schemas.microsoft.com/office/drawing/2014/main" id="{C65FCCAE-4240-1108-196B-7E41A077F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2" name="Line 153">
              <a:extLst>
                <a:ext uri="{FF2B5EF4-FFF2-40B4-BE49-F238E27FC236}">
                  <a16:creationId xmlns:a16="http://schemas.microsoft.com/office/drawing/2014/main" id="{F4869575-57A6-8B51-6372-45DF712C7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3" name="Line 154">
              <a:extLst>
                <a:ext uri="{FF2B5EF4-FFF2-40B4-BE49-F238E27FC236}">
                  <a16:creationId xmlns:a16="http://schemas.microsoft.com/office/drawing/2014/main" id="{56E60708-E797-811D-8AAC-074BEC969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4" name="Freeform 155">
              <a:extLst>
                <a:ext uri="{FF2B5EF4-FFF2-40B4-BE49-F238E27FC236}">
                  <a16:creationId xmlns:a16="http://schemas.microsoft.com/office/drawing/2014/main" id="{3E335BE3-448B-7FCF-FE8D-B859F41DE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5" name="Line 156">
              <a:extLst>
                <a:ext uri="{FF2B5EF4-FFF2-40B4-BE49-F238E27FC236}">
                  <a16:creationId xmlns:a16="http://schemas.microsoft.com/office/drawing/2014/main" id="{720BCDF7-0E59-987E-E786-17453326D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6" name="Line 157">
              <a:extLst>
                <a:ext uri="{FF2B5EF4-FFF2-40B4-BE49-F238E27FC236}">
                  <a16:creationId xmlns:a16="http://schemas.microsoft.com/office/drawing/2014/main" id="{3411E9F1-F450-C860-1FA5-B0FD0AA81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7" name="Freeform 158">
              <a:extLst>
                <a:ext uri="{FF2B5EF4-FFF2-40B4-BE49-F238E27FC236}">
                  <a16:creationId xmlns:a16="http://schemas.microsoft.com/office/drawing/2014/main" id="{484DE3D2-122C-D241-86B7-73618004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8" name="Line 159">
              <a:extLst>
                <a:ext uri="{FF2B5EF4-FFF2-40B4-BE49-F238E27FC236}">
                  <a16:creationId xmlns:a16="http://schemas.microsoft.com/office/drawing/2014/main" id="{9AC86272-4417-6B69-749A-F2917D2BC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9" name="Line 160">
              <a:extLst>
                <a:ext uri="{FF2B5EF4-FFF2-40B4-BE49-F238E27FC236}">
                  <a16:creationId xmlns:a16="http://schemas.microsoft.com/office/drawing/2014/main" id="{4C5A8EEE-5E2E-4271-2F19-EC0FFC294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0" name="Freeform 161">
              <a:extLst>
                <a:ext uri="{FF2B5EF4-FFF2-40B4-BE49-F238E27FC236}">
                  <a16:creationId xmlns:a16="http://schemas.microsoft.com/office/drawing/2014/main" id="{0372C7C5-5164-896E-BEEA-E70D4BABB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1" name="Line 162">
              <a:extLst>
                <a:ext uri="{FF2B5EF4-FFF2-40B4-BE49-F238E27FC236}">
                  <a16:creationId xmlns:a16="http://schemas.microsoft.com/office/drawing/2014/main" id="{DAB36A8E-3441-D369-91EC-A9582944F6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9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2" name="Line 163">
              <a:extLst>
                <a:ext uri="{FF2B5EF4-FFF2-40B4-BE49-F238E27FC236}">
                  <a16:creationId xmlns:a16="http://schemas.microsoft.com/office/drawing/2014/main" id="{BD2EF565-4469-5692-A466-4A90D5EC7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3" name="Freeform 164">
              <a:extLst>
                <a:ext uri="{FF2B5EF4-FFF2-40B4-BE49-F238E27FC236}">
                  <a16:creationId xmlns:a16="http://schemas.microsoft.com/office/drawing/2014/main" id="{7FAAB5EA-9807-08AB-6AE0-A81FAEDDE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4" name="Line 165">
              <a:extLst>
                <a:ext uri="{FF2B5EF4-FFF2-40B4-BE49-F238E27FC236}">
                  <a16:creationId xmlns:a16="http://schemas.microsoft.com/office/drawing/2014/main" id="{22CE297E-3E9E-9E2D-9266-7FD25E4D8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5" name="Line 166">
              <a:extLst>
                <a:ext uri="{FF2B5EF4-FFF2-40B4-BE49-F238E27FC236}">
                  <a16:creationId xmlns:a16="http://schemas.microsoft.com/office/drawing/2014/main" id="{8D5A3DB8-7F52-F06A-BF11-AB8026E0A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6" name="Freeform 167">
              <a:extLst>
                <a:ext uri="{FF2B5EF4-FFF2-40B4-BE49-F238E27FC236}">
                  <a16:creationId xmlns:a16="http://schemas.microsoft.com/office/drawing/2014/main" id="{1E22424C-68E2-07BE-1C82-4CF588888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7" name="Line 168">
              <a:extLst>
                <a:ext uri="{FF2B5EF4-FFF2-40B4-BE49-F238E27FC236}">
                  <a16:creationId xmlns:a16="http://schemas.microsoft.com/office/drawing/2014/main" id="{110E0E31-8E83-B41E-ABAF-C8B4675119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8" name="Line 169">
              <a:extLst>
                <a:ext uri="{FF2B5EF4-FFF2-40B4-BE49-F238E27FC236}">
                  <a16:creationId xmlns:a16="http://schemas.microsoft.com/office/drawing/2014/main" id="{1B01F185-0D01-AD6B-CAC4-3564E72BB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9" name="Line 170">
              <a:extLst>
                <a:ext uri="{FF2B5EF4-FFF2-40B4-BE49-F238E27FC236}">
                  <a16:creationId xmlns:a16="http://schemas.microsoft.com/office/drawing/2014/main" id="{ADC48C97-37DC-22C0-719F-DF28C1B8D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76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0" name="Line 171">
              <a:extLst>
                <a:ext uri="{FF2B5EF4-FFF2-40B4-BE49-F238E27FC236}">
                  <a16:creationId xmlns:a16="http://schemas.microsoft.com/office/drawing/2014/main" id="{26E94755-2999-2921-20B3-E9CD712C59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3576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1" name="Line 172">
              <a:extLst>
                <a:ext uri="{FF2B5EF4-FFF2-40B4-BE49-F238E27FC236}">
                  <a16:creationId xmlns:a16="http://schemas.microsoft.com/office/drawing/2014/main" id="{9F61FC25-F373-D4FC-FE9E-362C03603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025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2" name="Line 173">
              <a:extLst>
                <a:ext uri="{FF2B5EF4-FFF2-40B4-BE49-F238E27FC236}">
                  <a16:creationId xmlns:a16="http://schemas.microsoft.com/office/drawing/2014/main" id="{DC68B70A-E1CE-2D1B-BB81-BE61443EF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3025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3" name="Line 174">
              <a:extLst>
                <a:ext uri="{FF2B5EF4-FFF2-40B4-BE49-F238E27FC236}">
                  <a16:creationId xmlns:a16="http://schemas.microsoft.com/office/drawing/2014/main" id="{C4D37FE6-4BD8-4982-05E2-793217FF1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4" name="Line 175">
              <a:extLst>
                <a:ext uri="{FF2B5EF4-FFF2-40B4-BE49-F238E27FC236}">
                  <a16:creationId xmlns:a16="http://schemas.microsoft.com/office/drawing/2014/main" id="{F1D53034-9837-27BE-3791-A5B5A8F1D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248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5" name="Line 176">
              <a:extLst>
                <a:ext uri="{FF2B5EF4-FFF2-40B4-BE49-F238E27FC236}">
                  <a16:creationId xmlns:a16="http://schemas.microsoft.com/office/drawing/2014/main" id="{139E726B-0E50-5056-2DE2-3F47084AA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38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6" name="Freeform 177">
              <a:extLst>
                <a:ext uri="{FF2B5EF4-FFF2-40B4-BE49-F238E27FC236}">
                  <a16:creationId xmlns:a16="http://schemas.microsoft.com/office/drawing/2014/main" id="{D374CF9C-E9D9-55CA-5FEE-05D943BE1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7" name="Line 178">
              <a:extLst>
                <a:ext uri="{FF2B5EF4-FFF2-40B4-BE49-F238E27FC236}">
                  <a16:creationId xmlns:a16="http://schemas.microsoft.com/office/drawing/2014/main" id="{143779DE-F5BD-32BF-11D7-DBC7DA442F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8" name="Freeform 179">
              <a:extLst>
                <a:ext uri="{FF2B5EF4-FFF2-40B4-BE49-F238E27FC236}">
                  <a16:creationId xmlns:a16="http://schemas.microsoft.com/office/drawing/2014/main" id="{6BD8FE0C-6019-993F-28B7-4CD421764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547"/>
              <a:ext cx="3387" cy="956"/>
            </a:xfrm>
            <a:custGeom>
              <a:avLst/>
              <a:gdLst>
                <a:gd name="T0" fmla="*/ 0 w 3387"/>
                <a:gd name="T1" fmla="*/ 956 h 956"/>
                <a:gd name="T2" fmla="*/ 86 w 3387"/>
                <a:gd name="T3" fmla="*/ 946 h 956"/>
                <a:gd name="T4" fmla="*/ 171 w 3387"/>
                <a:gd name="T5" fmla="*/ 937 h 956"/>
                <a:gd name="T6" fmla="*/ 261 w 3387"/>
                <a:gd name="T7" fmla="*/ 927 h 956"/>
                <a:gd name="T8" fmla="*/ 346 w 3387"/>
                <a:gd name="T9" fmla="*/ 918 h 956"/>
                <a:gd name="T10" fmla="*/ 431 w 3387"/>
                <a:gd name="T11" fmla="*/ 903 h 956"/>
                <a:gd name="T12" fmla="*/ 521 w 3387"/>
                <a:gd name="T13" fmla="*/ 889 h 956"/>
                <a:gd name="T14" fmla="*/ 606 w 3387"/>
                <a:gd name="T15" fmla="*/ 869 h 956"/>
                <a:gd name="T16" fmla="*/ 691 w 3387"/>
                <a:gd name="T17" fmla="*/ 850 h 956"/>
                <a:gd name="T18" fmla="*/ 781 w 3387"/>
                <a:gd name="T19" fmla="*/ 831 h 956"/>
                <a:gd name="T20" fmla="*/ 866 w 3387"/>
                <a:gd name="T21" fmla="*/ 806 h 956"/>
                <a:gd name="T22" fmla="*/ 952 w 3387"/>
                <a:gd name="T23" fmla="*/ 782 h 956"/>
                <a:gd name="T24" fmla="*/ 1041 w 3387"/>
                <a:gd name="T25" fmla="*/ 753 h 956"/>
                <a:gd name="T26" fmla="*/ 1126 w 3387"/>
                <a:gd name="T27" fmla="*/ 724 h 956"/>
                <a:gd name="T28" fmla="*/ 1216 w 3387"/>
                <a:gd name="T29" fmla="*/ 691 h 956"/>
                <a:gd name="T30" fmla="*/ 1301 w 3387"/>
                <a:gd name="T31" fmla="*/ 657 h 956"/>
                <a:gd name="T32" fmla="*/ 1387 w 3387"/>
                <a:gd name="T33" fmla="*/ 618 h 956"/>
                <a:gd name="T34" fmla="*/ 1476 w 3387"/>
                <a:gd name="T35" fmla="*/ 580 h 956"/>
                <a:gd name="T36" fmla="*/ 1562 w 3387"/>
                <a:gd name="T37" fmla="*/ 541 h 956"/>
                <a:gd name="T38" fmla="*/ 1647 w 3387"/>
                <a:gd name="T39" fmla="*/ 498 h 956"/>
                <a:gd name="T40" fmla="*/ 1736 w 3387"/>
                <a:gd name="T41" fmla="*/ 459 h 956"/>
                <a:gd name="T42" fmla="*/ 1822 w 3387"/>
                <a:gd name="T43" fmla="*/ 415 h 956"/>
                <a:gd name="T44" fmla="*/ 1907 w 3387"/>
                <a:gd name="T45" fmla="*/ 377 h 956"/>
                <a:gd name="T46" fmla="*/ 1997 w 3387"/>
                <a:gd name="T47" fmla="*/ 338 h 956"/>
                <a:gd name="T48" fmla="*/ 2082 w 3387"/>
                <a:gd name="T49" fmla="*/ 300 h 956"/>
                <a:gd name="T50" fmla="*/ 2167 w 3387"/>
                <a:gd name="T51" fmla="*/ 266 h 956"/>
                <a:gd name="T52" fmla="*/ 2257 w 3387"/>
                <a:gd name="T53" fmla="*/ 232 h 956"/>
                <a:gd name="T54" fmla="*/ 2342 w 3387"/>
                <a:gd name="T55" fmla="*/ 203 h 956"/>
                <a:gd name="T56" fmla="*/ 2432 w 3387"/>
                <a:gd name="T57" fmla="*/ 174 h 956"/>
                <a:gd name="T58" fmla="*/ 2517 w 3387"/>
                <a:gd name="T59" fmla="*/ 150 h 956"/>
                <a:gd name="T60" fmla="*/ 2602 w 3387"/>
                <a:gd name="T61" fmla="*/ 126 h 956"/>
                <a:gd name="T62" fmla="*/ 2692 w 3387"/>
                <a:gd name="T63" fmla="*/ 106 h 956"/>
                <a:gd name="T64" fmla="*/ 2777 w 3387"/>
                <a:gd name="T65" fmla="*/ 87 h 956"/>
                <a:gd name="T66" fmla="*/ 2863 w 3387"/>
                <a:gd name="T67" fmla="*/ 68 h 956"/>
                <a:gd name="T68" fmla="*/ 2952 w 3387"/>
                <a:gd name="T69" fmla="*/ 53 h 956"/>
                <a:gd name="T70" fmla="*/ 3037 w 3387"/>
                <a:gd name="T71" fmla="*/ 39 h 956"/>
                <a:gd name="T72" fmla="*/ 3123 w 3387"/>
                <a:gd name="T73" fmla="*/ 29 h 956"/>
                <a:gd name="T74" fmla="*/ 3212 w 3387"/>
                <a:gd name="T75" fmla="*/ 20 h 956"/>
                <a:gd name="T76" fmla="*/ 3298 w 3387"/>
                <a:gd name="T77" fmla="*/ 10 h 956"/>
                <a:gd name="T78" fmla="*/ 3387 w 3387"/>
                <a:gd name="T79" fmla="*/ 0 h 9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387" h="956">
                  <a:moveTo>
                    <a:pt x="0" y="956"/>
                  </a:moveTo>
                  <a:lnTo>
                    <a:pt x="86" y="946"/>
                  </a:lnTo>
                  <a:lnTo>
                    <a:pt x="171" y="937"/>
                  </a:lnTo>
                  <a:lnTo>
                    <a:pt x="261" y="927"/>
                  </a:lnTo>
                  <a:lnTo>
                    <a:pt x="346" y="918"/>
                  </a:lnTo>
                  <a:lnTo>
                    <a:pt x="431" y="903"/>
                  </a:lnTo>
                  <a:lnTo>
                    <a:pt x="521" y="889"/>
                  </a:lnTo>
                  <a:lnTo>
                    <a:pt x="606" y="869"/>
                  </a:lnTo>
                  <a:lnTo>
                    <a:pt x="691" y="850"/>
                  </a:lnTo>
                  <a:lnTo>
                    <a:pt x="781" y="831"/>
                  </a:lnTo>
                  <a:lnTo>
                    <a:pt x="866" y="806"/>
                  </a:lnTo>
                  <a:lnTo>
                    <a:pt x="952" y="782"/>
                  </a:lnTo>
                  <a:lnTo>
                    <a:pt x="1041" y="753"/>
                  </a:lnTo>
                  <a:lnTo>
                    <a:pt x="1126" y="724"/>
                  </a:lnTo>
                  <a:lnTo>
                    <a:pt x="1216" y="691"/>
                  </a:lnTo>
                  <a:lnTo>
                    <a:pt x="1301" y="657"/>
                  </a:lnTo>
                  <a:lnTo>
                    <a:pt x="1387" y="618"/>
                  </a:lnTo>
                  <a:lnTo>
                    <a:pt x="1476" y="580"/>
                  </a:lnTo>
                  <a:lnTo>
                    <a:pt x="1562" y="541"/>
                  </a:lnTo>
                  <a:lnTo>
                    <a:pt x="1647" y="498"/>
                  </a:lnTo>
                  <a:lnTo>
                    <a:pt x="1736" y="459"/>
                  </a:lnTo>
                  <a:lnTo>
                    <a:pt x="1822" y="415"/>
                  </a:lnTo>
                  <a:lnTo>
                    <a:pt x="1907" y="377"/>
                  </a:lnTo>
                  <a:lnTo>
                    <a:pt x="1997" y="338"/>
                  </a:lnTo>
                  <a:lnTo>
                    <a:pt x="2082" y="300"/>
                  </a:lnTo>
                  <a:lnTo>
                    <a:pt x="2167" y="266"/>
                  </a:lnTo>
                  <a:lnTo>
                    <a:pt x="2257" y="232"/>
                  </a:lnTo>
                  <a:lnTo>
                    <a:pt x="2342" y="203"/>
                  </a:lnTo>
                  <a:lnTo>
                    <a:pt x="2432" y="174"/>
                  </a:lnTo>
                  <a:lnTo>
                    <a:pt x="2517" y="150"/>
                  </a:lnTo>
                  <a:lnTo>
                    <a:pt x="2602" y="126"/>
                  </a:lnTo>
                  <a:lnTo>
                    <a:pt x="2692" y="106"/>
                  </a:lnTo>
                  <a:lnTo>
                    <a:pt x="2777" y="87"/>
                  </a:lnTo>
                  <a:lnTo>
                    <a:pt x="2863" y="68"/>
                  </a:lnTo>
                  <a:lnTo>
                    <a:pt x="2952" y="53"/>
                  </a:lnTo>
                  <a:lnTo>
                    <a:pt x="3037" y="39"/>
                  </a:lnTo>
                  <a:lnTo>
                    <a:pt x="3123" y="29"/>
                  </a:lnTo>
                  <a:lnTo>
                    <a:pt x="3212" y="20"/>
                  </a:lnTo>
                  <a:lnTo>
                    <a:pt x="3298" y="10"/>
                  </a:lnTo>
                  <a:lnTo>
                    <a:pt x="3387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9" name="Rectangle 180">
              <a:extLst>
                <a:ext uri="{FF2B5EF4-FFF2-40B4-BE49-F238E27FC236}">
                  <a16:creationId xmlns:a16="http://schemas.microsoft.com/office/drawing/2014/main" id="{AD488ED1-5805-319B-C99D-152DB4611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64"/>
              <a:ext cx="384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0" name="Rectangle 181">
              <a:extLst>
                <a:ext uri="{FF2B5EF4-FFF2-40B4-BE49-F238E27FC236}">
                  <a16:creationId xmlns:a16="http://schemas.microsoft.com/office/drawing/2014/main" id="{8AF61C9A-AB87-0C13-696F-F01DE6A86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2892"/>
              <a:ext cx="4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45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1" name="Rectangle 182">
              <a:extLst>
                <a:ext uri="{FF2B5EF4-FFF2-40B4-BE49-F238E27FC236}">
                  <a16:creationId xmlns:a16="http://schemas.microsoft.com/office/drawing/2014/main" id="{AD1139B9-0F4D-D36F-B455-1CCCA3626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456"/>
              <a:ext cx="2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2" name="Text Box 183">
              <a:extLst>
                <a:ext uri="{FF2B5EF4-FFF2-40B4-BE49-F238E27FC236}">
                  <a16:creationId xmlns:a16="http://schemas.microsoft.com/office/drawing/2014/main" id="{1B5C093A-276A-94BB-A708-41279CA50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00"/>
              <a:ext cx="33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</a:p>
          </p:txBody>
        </p:sp>
        <p:sp>
          <p:nvSpPr>
            <p:cNvPr id="92343" name="Rectangle 184">
              <a:extLst>
                <a:ext uri="{FF2B5EF4-FFF2-40B4-BE49-F238E27FC236}">
                  <a16:creationId xmlns:a16="http://schemas.microsoft.com/office/drawing/2014/main" id="{ED0B4559-A39A-D285-0106-8858363DB6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92" y="1644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92344" name="Rectangle 185">
              <a:extLst>
                <a:ext uri="{FF2B5EF4-FFF2-40B4-BE49-F238E27FC236}">
                  <a16:creationId xmlns:a16="http://schemas.microsoft.com/office/drawing/2014/main" id="{779F33BA-31D0-C037-2C00-94BBA9641D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66" y="2886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2345" name="Rectangle 186">
              <a:extLst>
                <a:ext uri="{FF2B5EF4-FFF2-40B4-BE49-F238E27FC236}">
                  <a16:creationId xmlns:a16="http://schemas.microsoft.com/office/drawing/2014/main" id="{80719503-28D2-F1B0-2651-C6AD8EB92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912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92346" name="Rectangle 187">
              <a:extLst>
                <a:ext uri="{FF2B5EF4-FFF2-40B4-BE49-F238E27FC236}">
                  <a16:creationId xmlns:a16="http://schemas.microsoft.com/office/drawing/2014/main" id="{D41BAB38-7167-802B-FFE6-F7F6E1020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3743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2347" name="Text Box 188">
              <a:extLst>
                <a:ext uri="{FF2B5EF4-FFF2-40B4-BE49-F238E27FC236}">
                  <a16:creationId xmlns:a16="http://schemas.microsoft.com/office/drawing/2014/main" id="{5F16D811-C088-2F9F-3CF1-4A636AE42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00"/>
              <a:ext cx="45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0.1/T</a:t>
              </a:r>
            </a:p>
          </p:txBody>
        </p:sp>
        <p:sp>
          <p:nvSpPr>
            <p:cNvPr id="92348" name="Text Box 189">
              <a:extLst>
                <a:ext uri="{FF2B5EF4-FFF2-40B4-BE49-F238E27FC236}">
                  <a16:creationId xmlns:a16="http://schemas.microsoft.com/office/drawing/2014/main" id="{81D66260-5DB4-2F6C-DCFC-14C97CFF1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3600"/>
              <a:ext cx="41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10/T</a:t>
              </a:r>
            </a:p>
          </p:txBody>
        </p:sp>
        <p:sp useBgFill="1">
          <p:nvSpPr>
            <p:cNvPr id="92349" name="Text Box 190">
              <a:extLst>
                <a:ext uri="{FF2B5EF4-FFF2-40B4-BE49-F238E27FC236}">
                  <a16:creationId xmlns:a16="http://schemas.microsoft.com/office/drawing/2014/main" id="{4ACB6092-F622-012A-2FA7-60940E2C4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" y="3147"/>
              <a:ext cx="884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</a:rPr>
                <a:t>转折频率</a:t>
              </a:r>
            </a:p>
          </p:txBody>
        </p:sp>
        <p:sp>
          <p:nvSpPr>
            <p:cNvPr id="92350" name="Line 191">
              <a:extLst>
                <a:ext uri="{FF2B5EF4-FFF2-40B4-BE49-F238E27FC236}">
                  <a16:creationId xmlns:a16="http://schemas.microsoft.com/office/drawing/2014/main" id="{64D77192-4ED8-F0CA-DE39-7B3DB8DA7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4" y="3378"/>
              <a:ext cx="192" cy="192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51" name="Text Box 192">
              <a:extLst>
                <a:ext uri="{FF2B5EF4-FFF2-40B4-BE49-F238E27FC236}">
                  <a16:creationId xmlns:a16="http://schemas.microsoft.com/office/drawing/2014/main" id="{9564C730-AADC-9399-54D5-52DA612BA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680"/>
              <a:ext cx="1268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实际幅频特性</a:t>
              </a:r>
            </a:p>
          </p:txBody>
        </p:sp>
        <p:sp>
          <p:nvSpPr>
            <p:cNvPr id="92352" name="Line 193">
              <a:extLst>
                <a:ext uri="{FF2B5EF4-FFF2-40B4-BE49-F238E27FC236}">
                  <a16:creationId xmlns:a16="http://schemas.microsoft.com/office/drawing/2014/main" id="{B85E3D06-289F-30E5-D7EA-173819170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240" cy="192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3" name="Line 194">
              <a:extLst>
                <a:ext uri="{FF2B5EF4-FFF2-40B4-BE49-F238E27FC236}">
                  <a16:creationId xmlns:a16="http://schemas.microsoft.com/office/drawing/2014/main" id="{0F7E5824-E889-98CD-4B55-4CFA12F36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2112"/>
              <a:ext cx="528" cy="4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54" name="Text Box 195">
              <a:extLst>
                <a:ext uri="{FF2B5EF4-FFF2-40B4-BE49-F238E27FC236}">
                  <a16:creationId xmlns:a16="http://schemas.microsoft.com/office/drawing/2014/main" id="{313208D8-F1E6-2C38-6D70-A59E44630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968"/>
              <a:ext cx="692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渐近线</a:t>
              </a:r>
            </a:p>
          </p:txBody>
        </p:sp>
        <p:sp useBgFill="1">
          <p:nvSpPr>
            <p:cNvPr id="92355" name="Rectangle 196">
              <a:extLst>
                <a:ext uri="{FF2B5EF4-FFF2-40B4-BE49-F238E27FC236}">
                  <a16:creationId xmlns:a16="http://schemas.microsoft.com/office/drawing/2014/main" id="{EFDBB036-5103-B8D7-A0F6-856796904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84"/>
              <a:ext cx="851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grpSp>
          <p:nvGrpSpPr>
            <p:cNvPr id="92356" name="Group 197">
              <a:extLst>
                <a:ext uri="{FF2B5EF4-FFF2-40B4-BE49-F238E27FC236}">
                  <a16:creationId xmlns:a16="http://schemas.microsoft.com/office/drawing/2014/main" id="{F2EBAC0A-5EF0-3EEF-7E4D-13662DE2D7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563"/>
              <a:ext cx="3387" cy="729"/>
              <a:chOff x="1383" y="1563"/>
              <a:chExt cx="3387" cy="729"/>
            </a:xfrm>
          </p:grpSpPr>
          <p:sp>
            <p:nvSpPr>
              <p:cNvPr id="92358" name="Freeform 198">
                <a:extLst>
                  <a:ext uri="{FF2B5EF4-FFF2-40B4-BE49-F238E27FC236}">
                    <a16:creationId xmlns:a16="http://schemas.microsoft.com/office/drawing/2014/main" id="{52301C80-3D37-800C-DCEA-A2A48A7FB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" y="1563"/>
                <a:ext cx="3387" cy="729"/>
              </a:xfrm>
              <a:custGeom>
                <a:avLst/>
                <a:gdLst>
                  <a:gd name="T0" fmla="*/ 0 w 3387"/>
                  <a:gd name="T1" fmla="*/ 729 h 729"/>
                  <a:gd name="T2" fmla="*/ 86 w 3387"/>
                  <a:gd name="T3" fmla="*/ 729 h 729"/>
                  <a:gd name="T4" fmla="*/ 171 w 3387"/>
                  <a:gd name="T5" fmla="*/ 729 h 729"/>
                  <a:gd name="T6" fmla="*/ 261 w 3387"/>
                  <a:gd name="T7" fmla="*/ 729 h 729"/>
                  <a:gd name="T8" fmla="*/ 346 w 3387"/>
                  <a:gd name="T9" fmla="*/ 729 h 729"/>
                  <a:gd name="T10" fmla="*/ 431 w 3387"/>
                  <a:gd name="T11" fmla="*/ 725 h 729"/>
                  <a:gd name="T12" fmla="*/ 521 w 3387"/>
                  <a:gd name="T13" fmla="*/ 725 h 729"/>
                  <a:gd name="T14" fmla="*/ 606 w 3387"/>
                  <a:gd name="T15" fmla="*/ 725 h 729"/>
                  <a:gd name="T16" fmla="*/ 691 w 3387"/>
                  <a:gd name="T17" fmla="*/ 720 h 729"/>
                  <a:gd name="T18" fmla="*/ 781 w 3387"/>
                  <a:gd name="T19" fmla="*/ 720 h 729"/>
                  <a:gd name="T20" fmla="*/ 866 w 3387"/>
                  <a:gd name="T21" fmla="*/ 715 h 729"/>
                  <a:gd name="T22" fmla="*/ 952 w 3387"/>
                  <a:gd name="T23" fmla="*/ 710 h 729"/>
                  <a:gd name="T24" fmla="*/ 1041 w 3387"/>
                  <a:gd name="T25" fmla="*/ 705 h 729"/>
                  <a:gd name="T26" fmla="*/ 1126 w 3387"/>
                  <a:gd name="T27" fmla="*/ 701 h 729"/>
                  <a:gd name="T28" fmla="*/ 1216 w 3387"/>
                  <a:gd name="T29" fmla="*/ 696 h 729"/>
                  <a:gd name="T30" fmla="*/ 1301 w 3387"/>
                  <a:gd name="T31" fmla="*/ 686 h 729"/>
                  <a:gd name="T32" fmla="*/ 1387 w 3387"/>
                  <a:gd name="T33" fmla="*/ 676 h 729"/>
                  <a:gd name="T34" fmla="*/ 1476 w 3387"/>
                  <a:gd name="T35" fmla="*/ 662 h 729"/>
                  <a:gd name="T36" fmla="*/ 1562 w 3387"/>
                  <a:gd name="T37" fmla="*/ 647 h 729"/>
                  <a:gd name="T38" fmla="*/ 1647 w 3387"/>
                  <a:gd name="T39" fmla="*/ 633 h 729"/>
                  <a:gd name="T40" fmla="*/ 1736 w 3387"/>
                  <a:gd name="T41" fmla="*/ 614 h 729"/>
                  <a:gd name="T42" fmla="*/ 1822 w 3387"/>
                  <a:gd name="T43" fmla="*/ 589 h 729"/>
                  <a:gd name="T44" fmla="*/ 1907 w 3387"/>
                  <a:gd name="T45" fmla="*/ 570 h 729"/>
                  <a:gd name="T46" fmla="*/ 1997 w 3387"/>
                  <a:gd name="T47" fmla="*/ 541 h 729"/>
                  <a:gd name="T48" fmla="*/ 2082 w 3387"/>
                  <a:gd name="T49" fmla="*/ 517 h 729"/>
                  <a:gd name="T50" fmla="*/ 2167 w 3387"/>
                  <a:gd name="T51" fmla="*/ 488 h 729"/>
                  <a:gd name="T52" fmla="*/ 2257 w 3387"/>
                  <a:gd name="T53" fmla="*/ 459 h 729"/>
                  <a:gd name="T54" fmla="*/ 2342 w 3387"/>
                  <a:gd name="T55" fmla="*/ 425 h 729"/>
                  <a:gd name="T56" fmla="*/ 2432 w 3387"/>
                  <a:gd name="T57" fmla="*/ 392 h 729"/>
                  <a:gd name="T58" fmla="*/ 2517 w 3387"/>
                  <a:gd name="T59" fmla="*/ 358 h 729"/>
                  <a:gd name="T60" fmla="*/ 2602 w 3387"/>
                  <a:gd name="T61" fmla="*/ 324 h 729"/>
                  <a:gd name="T62" fmla="*/ 2692 w 3387"/>
                  <a:gd name="T63" fmla="*/ 290 h 729"/>
                  <a:gd name="T64" fmla="*/ 2777 w 3387"/>
                  <a:gd name="T65" fmla="*/ 256 h 729"/>
                  <a:gd name="T66" fmla="*/ 2863 w 3387"/>
                  <a:gd name="T67" fmla="*/ 218 h 729"/>
                  <a:gd name="T68" fmla="*/ 2952 w 3387"/>
                  <a:gd name="T69" fmla="*/ 184 h 729"/>
                  <a:gd name="T70" fmla="*/ 3037 w 3387"/>
                  <a:gd name="T71" fmla="*/ 145 h 729"/>
                  <a:gd name="T72" fmla="*/ 3123 w 3387"/>
                  <a:gd name="T73" fmla="*/ 112 h 729"/>
                  <a:gd name="T74" fmla="*/ 3212 w 3387"/>
                  <a:gd name="T75" fmla="*/ 73 h 729"/>
                  <a:gd name="T76" fmla="*/ 3298 w 3387"/>
                  <a:gd name="T77" fmla="*/ 39 h 729"/>
                  <a:gd name="T78" fmla="*/ 3387 w 3387"/>
                  <a:gd name="T79" fmla="*/ 0 h 7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387" h="729">
                    <a:moveTo>
                      <a:pt x="0" y="729"/>
                    </a:moveTo>
                    <a:lnTo>
                      <a:pt x="86" y="729"/>
                    </a:lnTo>
                    <a:lnTo>
                      <a:pt x="171" y="729"/>
                    </a:lnTo>
                    <a:lnTo>
                      <a:pt x="261" y="729"/>
                    </a:lnTo>
                    <a:lnTo>
                      <a:pt x="346" y="729"/>
                    </a:lnTo>
                    <a:lnTo>
                      <a:pt x="431" y="725"/>
                    </a:lnTo>
                    <a:lnTo>
                      <a:pt x="521" y="725"/>
                    </a:lnTo>
                    <a:lnTo>
                      <a:pt x="606" y="725"/>
                    </a:lnTo>
                    <a:lnTo>
                      <a:pt x="691" y="720"/>
                    </a:lnTo>
                    <a:lnTo>
                      <a:pt x="781" y="720"/>
                    </a:lnTo>
                    <a:lnTo>
                      <a:pt x="866" y="715"/>
                    </a:lnTo>
                    <a:lnTo>
                      <a:pt x="952" y="710"/>
                    </a:lnTo>
                    <a:lnTo>
                      <a:pt x="1041" y="705"/>
                    </a:lnTo>
                    <a:lnTo>
                      <a:pt x="1126" y="701"/>
                    </a:lnTo>
                    <a:lnTo>
                      <a:pt x="1216" y="696"/>
                    </a:lnTo>
                    <a:lnTo>
                      <a:pt x="1301" y="686"/>
                    </a:lnTo>
                    <a:lnTo>
                      <a:pt x="1387" y="676"/>
                    </a:lnTo>
                    <a:lnTo>
                      <a:pt x="1476" y="662"/>
                    </a:lnTo>
                    <a:lnTo>
                      <a:pt x="1562" y="647"/>
                    </a:lnTo>
                    <a:lnTo>
                      <a:pt x="1647" y="633"/>
                    </a:lnTo>
                    <a:lnTo>
                      <a:pt x="1736" y="614"/>
                    </a:lnTo>
                    <a:lnTo>
                      <a:pt x="1822" y="589"/>
                    </a:lnTo>
                    <a:lnTo>
                      <a:pt x="1907" y="570"/>
                    </a:lnTo>
                    <a:lnTo>
                      <a:pt x="1997" y="541"/>
                    </a:lnTo>
                    <a:lnTo>
                      <a:pt x="2082" y="517"/>
                    </a:lnTo>
                    <a:lnTo>
                      <a:pt x="2167" y="488"/>
                    </a:lnTo>
                    <a:lnTo>
                      <a:pt x="2257" y="459"/>
                    </a:lnTo>
                    <a:lnTo>
                      <a:pt x="2342" y="425"/>
                    </a:lnTo>
                    <a:lnTo>
                      <a:pt x="2432" y="392"/>
                    </a:lnTo>
                    <a:lnTo>
                      <a:pt x="2517" y="358"/>
                    </a:lnTo>
                    <a:lnTo>
                      <a:pt x="2602" y="324"/>
                    </a:lnTo>
                    <a:lnTo>
                      <a:pt x="2692" y="290"/>
                    </a:lnTo>
                    <a:lnTo>
                      <a:pt x="2777" y="256"/>
                    </a:lnTo>
                    <a:lnTo>
                      <a:pt x="2863" y="218"/>
                    </a:lnTo>
                    <a:lnTo>
                      <a:pt x="2952" y="184"/>
                    </a:lnTo>
                    <a:lnTo>
                      <a:pt x="3037" y="145"/>
                    </a:lnTo>
                    <a:lnTo>
                      <a:pt x="3123" y="112"/>
                    </a:lnTo>
                    <a:lnTo>
                      <a:pt x="3212" y="73"/>
                    </a:lnTo>
                    <a:lnTo>
                      <a:pt x="3298" y="39"/>
                    </a:lnTo>
                    <a:lnTo>
                      <a:pt x="3387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59" name="Freeform 199">
                <a:extLst>
                  <a:ext uri="{FF2B5EF4-FFF2-40B4-BE49-F238E27FC236}">
                    <a16:creationId xmlns:a16="http://schemas.microsoft.com/office/drawing/2014/main" id="{72B9F6B6-3BA1-BBE8-13EA-85585435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" y="1563"/>
                <a:ext cx="3387" cy="729"/>
              </a:xfrm>
              <a:custGeom>
                <a:avLst/>
                <a:gdLst>
                  <a:gd name="T0" fmla="*/ 0 w 3387"/>
                  <a:gd name="T1" fmla="*/ 729 h 729"/>
                  <a:gd name="T2" fmla="*/ 1694 w 3387"/>
                  <a:gd name="T3" fmla="*/ 729 h 729"/>
                  <a:gd name="T4" fmla="*/ 3387 w 3387"/>
                  <a:gd name="T5" fmla="*/ 0 h 7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87" h="729">
                    <a:moveTo>
                      <a:pt x="0" y="729"/>
                    </a:moveTo>
                    <a:lnTo>
                      <a:pt x="1694" y="729"/>
                    </a:lnTo>
                    <a:lnTo>
                      <a:pt x="3387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357" name="Line 200">
              <a:extLst>
                <a:ext uri="{FF2B5EF4-FFF2-40B4-BE49-F238E27FC236}">
                  <a16:creationId xmlns:a16="http://schemas.microsoft.com/office/drawing/2014/main" id="{671C10DA-99E5-4A8B-C474-453F6C109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824"/>
              <a:ext cx="144" cy="19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>
            <a:extLst>
              <a:ext uri="{FF2B5EF4-FFF2-40B4-BE49-F238E27FC236}">
                <a16:creationId xmlns:a16="http://schemas.microsoft.com/office/drawing/2014/main" id="{6D563377-CD20-1E3D-65BA-EE9781595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95726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积分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603CBAE-229A-B71B-4970-E6EB3023C01C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462088"/>
            <a:ext cx="5867400" cy="790575"/>
            <a:chOff x="1056" y="2682"/>
            <a:chExt cx="3696" cy="498"/>
          </a:xfrm>
        </p:grpSpPr>
        <p:sp>
          <p:nvSpPr>
            <p:cNvPr id="94223" name="Rectangle 5">
              <a:extLst>
                <a:ext uri="{FF2B5EF4-FFF2-40B4-BE49-F238E27FC236}">
                  <a16:creationId xmlns:a16="http://schemas.microsoft.com/office/drawing/2014/main" id="{FCF3444F-4037-974C-9E8C-688FD8BF8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4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94224" name="Object 6">
              <a:extLst>
                <a:ext uri="{FF2B5EF4-FFF2-40B4-BE49-F238E27FC236}">
                  <a16:creationId xmlns:a16="http://schemas.microsoft.com/office/drawing/2014/main" id="{A010CE8B-4E8F-5B8D-3A28-008040AD63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8" y="2682"/>
            <a:ext cx="734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71252" imgH="393529" progId="Equation.3">
                    <p:embed/>
                  </p:oleObj>
                </mc:Choice>
                <mc:Fallback>
                  <p:oleObj r:id="rId3" imgW="571252" imgH="393529" progId="Equation.3">
                    <p:embed/>
                    <p:pic>
                      <p:nvPicPr>
                        <p:cNvPr id="94224" name="Object 6">
                          <a:extLst>
                            <a:ext uri="{FF2B5EF4-FFF2-40B4-BE49-F238E27FC236}">
                              <a16:creationId xmlns:a16="http://schemas.microsoft.com/office/drawing/2014/main" id="{A010CE8B-4E8F-5B8D-3A28-008040AD63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682"/>
                          <a:ext cx="734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D2636B3B-0E48-7061-5B6B-D562E0FC5377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176463"/>
            <a:ext cx="5638800" cy="896937"/>
            <a:chOff x="1056" y="3072"/>
            <a:chExt cx="3552" cy="565"/>
          </a:xfrm>
        </p:grpSpPr>
        <p:sp>
          <p:nvSpPr>
            <p:cNvPr id="94221" name="Rectangle 8">
              <a:extLst>
                <a:ext uri="{FF2B5EF4-FFF2-40B4-BE49-F238E27FC236}">
                  <a16:creationId xmlns:a16="http://schemas.microsoft.com/office/drawing/2014/main" id="{EC7D4715-646B-A838-8DDB-4D0418377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86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4222" name="Object 9">
              <a:extLst>
                <a:ext uri="{FF2B5EF4-FFF2-40B4-BE49-F238E27FC236}">
                  <a16:creationId xmlns:a16="http://schemas.microsoft.com/office/drawing/2014/main" id="{F2D05208-027E-37C5-3F71-C709C42859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3072"/>
            <a:ext cx="2015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485900" imgH="419100" progId="Equation.3">
                    <p:embed/>
                  </p:oleObj>
                </mc:Choice>
                <mc:Fallback>
                  <p:oleObj r:id="rId5" imgW="1485900" imgH="419100" progId="Equation.3">
                    <p:embed/>
                    <p:pic>
                      <p:nvPicPr>
                        <p:cNvPr id="94222" name="Object 9">
                          <a:extLst>
                            <a:ext uri="{FF2B5EF4-FFF2-40B4-BE49-F238E27FC236}">
                              <a16:creationId xmlns:a16="http://schemas.microsoft.com/office/drawing/2014/main" id="{F2D05208-027E-37C5-3F71-C709C42859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3072"/>
                          <a:ext cx="2015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C58B1D9-3802-854A-A513-597524DE7BF4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016250"/>
            <a:ext cx="5257800" cy="920750"/>
            <a:chOff x="1056" y="3553"/>
            <a:chExt cx="3312" cy="580"/>
          </a:xfrm>
        </p:grpSpPr>
        <p:sp>
          <p:nvSpPr>
            <p:cNvPr id="94219" name="Rectangle 11">
              <a:extLst>
                <a:ext uri="{FF2B5EF4-FFF2-40B4-BE49-F238E27FC236}">
                  <a16:creationId xmlns:a16="http://schemas.microsoft.com/office/drawing/2014/main" id="{F823E86B-326F-4021-8809-61AF8B5C8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664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4220" name="Object 12">
              <a:extLst>
                <a:ext uri="{FF2B5EF4-FFF2-40B4-BE49-F238E27FC236}">
                  <a16:creationId xmlns:a16="http://schemas.microsoft.com/office/drawing/2014/main" id="{FA3B3CA5-EC26-D9D8-BC86-7D28C9D914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9" y="3553"/>
            <a:ext cx="957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47419" imgH="393529" progId="Equation.3">
                    <p:embed/>
                  </p:oleObj>
                </mc:Choice>
                <mc:Fallback>
                  <p:oleObj r:id="rId7" imgW="647419" imgH="393529" progId="Equation.3">
                    <p:embed/>
                    <p:pic>
                      <p:nvPicPr>
                        <p:cNvPr id="94220" name="Object 12">
                          <a:extLst>
                            <a:ext uri="{FF2B5EF4-FFF2-40B4-BE49-F238E27FC236}">
                              <a16:creationId xmlns:a16="http://schemas.microsoft.com/office/drawing/2014/main" id="{FA3B3CA5-EC26-D9D8-BC86-7D28C9D914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" y="3553"/>
                          <a:ext cx="957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53" name="Rectangle 13">
            <a:extLst>
              <a:ext uri="{FF2B5EF4-FFF2-40B4-BE49-F238E27FC236}">
                <a16:creationId xmlns:a16="http://schemas.microsoft.com/office/drawing/2014/main" id="{6B4313E0-013E-D4D7-39F5-1D8F4625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0052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C6A9B373-4535-F849-2EEC-64E3B3614999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687888"/>
            <a:ext cx="5257800" cy="519112"/>
            <a:chOff x="1056" y="1833"/>
            <a:chExt cx="3312" cy="327"/>
          </a:xfrm>
        </p:grpSpPr>
        <p:sp>
          <p:nvSpPr>
            <p:cNvPr id="94217" name="Rectangle 15">
              <a:extLst>
                <a:ext uri="{FF2B5EF4-FFF2-40B4-BE49-F238E27FC236}">
                  <a16:creationId xmlns:a16="http://schemas.microsoft.com/office/drawing/2014/main" id="{1649DDB8-FAD5-504F-841E-30127A58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4218" name="Object 16">
              <a:extLst>
                <a:ext uri="{FF2B5EF4-FFF2-40B4-BE49-F238E27FC236}">
                  <a16:creationId xmlns:a16="http://schemas.microsoft.com/office/drawing/2014/main" id="{364DE83E-B8B0-29F5-B2F6-85D0EFB460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1" y="1884"/>
            <a:ext cx="147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79032" imgH="203112" progId="Equation.3">
                    <p:embed/>
                  </p:oleObj>
                </mc:Choice>
                <mc:Fallback>
                  <p:oleObj r:id="rId9" imgW="1079032" imgH="203112" progId="Equation.3">
                    <p:embed/>
                    <p:pic>
                      <p:nvPicPr>
                        <p:cNvPr id="94218" name="Object 16">
                          <a:extLst>
                            <a:ext uri="{FF2B5EF4-FFF2-40B4-BE49-F238E27FC236}">
                              <a16:creationId xmlns:a16="http://schemas.microsoft.com/office/drawing/2014/main" id="{364DE83E-B8B0-29F5-B2F6-85D0EFB460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" y="1884"/>
                          <a:ext cx="1475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57" name="Rectangle 17">
            <a:extLst>
              <a:ext uri="{FF2B5EF4-FFF2-40B4-BE49-F238E27FC236}">
                <a16:creationId xmlns:a16="http://schemas.microsoft.com/office/drawing/2014/main" id="{2CBE5FF4-02C0-1091-037A-21F1A725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3736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3" grpId="0"/>
      <p:bldP spid="1126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3">
            <a:extLst>
              <a:ext uri="{FF2B5EF4-FFF2-40B4-BE49-F238E27FC236}">
                <a16:creationId xmlns:a16="http://schemas.microsoft.com/office/drawing/2014/main" id="{BF5749E9-45B5-2C70-5E93-5843447F6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01758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积分环节的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宋体" panose="02010600030101010101" pitchFamily="2" charset="-122"/>
              </a:rPr>
              <a:t>图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C7BAD5-B980-B7E4-EDD9-87FD2483CF7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76400"/>
            <a:ext cx="6781800" cy="4953000"/>
            <a:chOff x="672" y="1152"/>
            <a:chExt cx="4272" cy="3120"/>
          </a:xfrm>
        </p:grpSpPr>
        <p:sp>
          <p:nvSpPr>
            <p:cNvPr id="96260" name="Rectangle 5">
              <a:extLst>
                <a:ext uri="{FF2B5EF4-FFF2-40B4-BE49-F238E27FC236}">
                  <a16:creationId xmlns:a16="http://schemas.microsoft.com/office/drawing/2014/main" id="{37330C83-B828-052F-EF62-FF43FE19D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6261" name="Freeform 6">
              <a:extLst>
                <a:ext uri="{FF2B5EF4-FFF2-40B4-BE49-F238E27FC236}">
                  <a16:creationId xmlns:a16="http://schemas.microsoft.com/office/drawing/2014/main" id="{C23F02DB-1A7F-F361-A8B2-8801EF8DD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2" name="Freeform 7">
              <a:extLst>
                <a:ext uri="{FF2B5EF4-FFF2-40B4-BE49-F238E27FC236}">
                  <a16:creationId xmlns:a16="http://schemas.microsoft.com/office/drawing/2014/main" id="{22F12DD2-BA42-24B5-112E-F880E6CCF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3" name="Freeform 8">
              <a:extLst>
                <a:ext uri="{FF2B5EF4-FFF2-40B4-BE49-F238E27FC236}">
                  <a16:creationId xmlns:a16="http://schemas.microsoft.com/office/drawing/2014/main" id="{73ED6EC9-CAAA-381A-905A-EDB940D97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4" name="Freeform 9">
              <a:extLst>
                <a:ext uri="{FF2B5EF4-FFF2-40B4-BE49-F238E27FC236}">
                  <a16:creationId xmlns:a16="http://schemas.microsoft.com/office/drawing/2014/main" id="{1D891EB9-5B96-14BC-EF75-CB640EE64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5" name="Freeform 10">
              <a:extLst>
                <a:ext uri="{FF2B5EF4-FFF2-40B4-BE49-F238E27FC236}">
                  <a16:creationId xmlns:a16="http://schemas.microsoft.com/office/drawing/2014/main" id="{E6D32AA6-18F3-F31E-08DE-3E8C061A3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54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6" name="Freeform 11">
              <a:extLst>
                <a:ext uri="{FF2B5EF4-FFF2-40B4-BE49-F238E27FC236}">
                  <a16:creationId xmlns:a16="http://schemas.microsoft.com/office/drawing/2014/main" id="{FC8A4EA1-40F4-F25D-D9AF-F52E10A14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35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7" name="Freeform 12">
              <a:extLst>
                <a:ext uri="{FF2B5EF4-FFF2-40B4-BE49-F238E27FC236}">
                  <a16:creationId xmlns:a16="http://schemas.microsoft.com/office/drawing/2014/main" id="{EBC120A1-C4DD-B170-DBD7-31922842A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17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8" name="Freeform 13">
              <a:extLst>
                <a:ext uri="{FF2B5EF4-FFF2-40B4-BE49-F238E27FC236}">
                  <a16:creationId xmlns:a16="http://schemas.microsoft.com/office/drawing/2014/main" id="{37DAA1B4-527D-79A4-A2CB-EC066AC89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98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Freeform 14">
              <a:extLst>
                <a:ext uri="{FF2B5EF4-FFF2-40B4-BE49-F238E27FC236}">
                  <a16:creationId xmlns:a16="http://schemas.microsoft.com/office/drawing/2014/main" id="{1307EB6E-3295-5018-49E2-49632B44F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80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0" name="Freeform 15">
              <a:extLst>
                <a:ext uri="{FF2B5EF4-FFF2-40B4-BE49-F238E27FC236}">
                  <a16:creationId xmlns:a16="http://schemas.microsoft.com/office/drawing/2014/main" id="{47BFBE48-9F97-5FB6-C567-856CEF9F2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61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Freeform 16">
              <a:extLst>
                <a:ext uri="{FF2B5EF4-FFF2-40B4-BE49-F238E27FC236}">
                  <a16:creationId xmlns:a16="http://schemas.microsoft.com/office/drawing/2014/main" id="{9A68FDB2-05B6-D63E-86D4-9029A32DF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2" name="Line 17">
              <a:extLst>
                <a:ext uri="{FF2B5EF4-FFF2-40B4-BE49-F238E27FC236}">
                  <a16:creationId xmlns:a16="http://schemas.microsoft.com/office/drawing/2014/main" id="{D7E1A35E-7B61-E25F-D89E-06D7DFAE1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Freeform 18">
              <a:extLst>
                <a:ext uri="{FF2B5EF4-FFF2-40B4-BE49-F238E27FC236}">
                  <a16:creationId xmlns:a16="http://schemas.microsoft.com/office/drawing/2014/main" id="{F4995378-4F59-91E3-110B-483FE341D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19">
              <a:extLst>
                <a:ext uri="{FF2B5EF4-FFF2-40B4-BE49-F238E27FC236}">
                  <a16:creationId xmlns:a16="http://schemas.microsoft.com/office/drawing/2014/main" id="{3193C966-1183-681C-FE59-FF2887833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20">
              <a:extLst>
                <a:ext uri="{FF2B5EF4-FFF2-40B4-BE49-F238E27FC236}">
                  <a16:creationId xmlns:a16="http://schemas.microsoft.com/office/drawing/2014/main" id="{C6258B9B-6F25-2642-0F0F-219DA3F84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542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Line 21">
              <a:extLst>
                <a:ext uri="{FF2B5EF4-FFF2-40B4-BE49-F238E27FC236}">
                  <a16:creationId xmlns:a16="http://schemas.microsoft.com/office/drawing/2014/main" id="{85482A2C-864C-2AB4-43BD-04F081F0B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Line 22">
              <a:extLst>
                <a:ext uri="{FF2B5EF4-FFF2-40B4-BE49-F238E27FC236}">
                  <a16:creationId xmlns:a16="http://schemas.microsoft.com/office/drawing/2014/main" id="{AAC1388D-D155-9CF0-9635-AE7C2289E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23">
              <a:extLst>
                <a:ext uri="{FF2B5EF4-FFF2-40B4-BE49-F238E27FC236}">
                  <a16:creationId xmlns:a16="http://schemas.microsoft.com/office/drawing/2014/main" id="{97B2989A-C671-75AE-83B0-F8B3D7813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Freeform 24">
              <a:extLst>
                <a:ext uri="{FF2B5EF4-FFF2-40B4-BE49-F238E27FC236}">
                  <a16:creationId xmlns:a16="http://schemas.microsoft.com/office/drawing/2014/main" id="{4A64C63C-C769-442A-8AFD-370BB2AB2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25">
              <a:extLst>
                <a:ext uri="{FF2B5EF4-FFF2-40B4-BE49-F238E27FC236}">
                  <a16:creationId xmlns:a16="http://schemas.microsoft.com/office/drawing/2014/main" id="{40FE0D8A-76F8-6005-A220-65B151A3C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26">
              <a:extLst>
                <a:ext uri="{FF2B5EF4-FFF2-40B4-BE49-F238E27FC236}">
                  <a16:creationId xmlns:a16="http://schemas.microsoft.com/office/drawing/2014/main" id="{DBAF800B-65FE-86CE-690C-061FD02DC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Line 27">
              <a:extLst>
                <a:ext uri="{FF2B5EF4-FFF2-40B4-BE49-F238E27FC236}">
                  <a16:creationId xmlns:a16="http://schemas.microsoft.com/office/drawing/2014/main" id="{B6C7BEB7-7BAB-2ACB-511B-B32B01F7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3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3" name="Line 28">
              <a:extLst>
                <a:ext uri="{FF2B5EF4-FFF2-40B4-BE49-F238E27FC236}">
                  <a16:creationId xmlns:a16="http://schemas.microsoft.com/office/drawing/2014/main" id="{9C86AAD7-2243-5252-2C47-24FA615C5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4" name="Freeform 29">
              <a:extLst>
                <a:ext uri="{FF2B5EF4-FFF2-40B4-BE49-F238E27FC236}">
                  <a16:creationId xmlns:a16="http://schemas.microsoft.com/office/drawing/2014/main" id="{8C36E1DF-144C-54DC-8130-B83338583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Line 30">
              <a:extLst>
                <a:ext uri="{FF2B5EF4-FFF2-40B4-BE49-F238E27FC236}">
                  <a16:creationId xmlns:a16="http://schemas.microsoft.com/office/drawing/2014/main" id="{85D64FA1-A4AB-91FB-5976-6FD94A536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6" name="Line 31">
              <a:extLst>
                <a:ext uri="{FF2B5EF4-FFF2-40B4-BE49-F238E27FC236}">
                  <a16:creationId xmlns:a16="http://schemas.microsoft.com/office/drawing/2014/main" id="{15766D87-EDE7-04A2-0878-27D14AC7D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Freeform 32">
              <a:extLst>
                <a:ext uri="{FF2B5EF4-FFF2-40B4-BE49-F238E27FC236}">
                  <a16:creationId xmlns:a16="http://schemas.microsoft.com/office/drawing/2014/main" id="{C95083F2-C3FE-5626-5D3B-4C67D5D90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8" name="Line 33">
              <a:extLst>
                <a:ext uri="{FF2B5EF4-FFF2-40B4-BE49-F238E27FC236}">
                  <a16:creationId xmlns:a16="http://schemas.microsoft.com/office/drawing/2014/main" id="{7C07A685-1F1A-2229-3CE1-21C66F85F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34">
              <a:extLst>
                <a:ext uri="{FF2B5EF4-FFF2-40B4-BE49-F238E27FC236}">
                  <a16:creationId xmlns:a16="http://schemas.microsoft.com/office/drawing/2014/main" id="{3E8F0D23-5D8F-8E91-9E7D-83F4CB3A7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Freeform 35">
              <a:extLst>
                <a:ext uri="{FF2B5EF4-FFF2-40B4-BE49-F238E27FC236}">
                  <a16:creationId xmlns:a16="http://schemas.microsoft.com/office/drawing/2014/main" id="{4BD2AF93-5C3C-FF7F-2C8A-F234540AF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Line 36">
              <a:extLst>
                <a:ext uri="{FF2B5EF4-FFF2-40B4-BE49-F238E27FC236}">
                  <a16:creationId xmlns:a16="http://schemas.microsoft.com/office/drawing/2014/main" id="{58ED7193-ED7B-4ADC-0661-9C066FFA6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1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2" name="Line 37">
              <a:extLst>
                <a:ext uri="{FF2B5EF4-FFF2-40B4-BE49-F238E27FC236}">
                  <a16:creationId xmlns:a16="http://schemas.microsoft.com/office/drawing/2014/main" id="{F9DD81EB-73C1-BFB6-8C59-9DEE53DC9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Freeform 38">
              <a:extLst>
                <a:ext uri="{FF2B5EF4-FFF2-40B4-BE49-F238E27FC236}">
                  <a16:creationId xmlns:a16="http://schemas.microsoft.com/office/drawing/2014/main" id="{32A666AE-CBF7-CB5F-4990-A4481E2DF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4" name="Line 39">
              <a:extLst>
                <a:ext uri="{FF2B5EF4-FFF2-40B4-BE49-F238E27FC236}">
                  <a16:creationId xmlns:a16="http://schemas.microsoft.com/office/drawing/2014/main" id="{3FE3B7E3-9BF1-B04F-239F-A082E109A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5" name="Line 40">
              <a:extLst>
                <a:ext uri="{FF2B5EF4-FFF2-40B4-BE49-F238E27FC236}">
                  <a16:creationId xmlns:a16="http://schemas.microsoft.com/office/drawing/2014/main" id="{CA7D85D1-A33B-4B33-7C3C-B27E7C31B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6" name="Freeform 41">
              <a:extLst>
                <a:ext uri="{FF2B5EF4-FFF2-40B4-BE49-F238E27FC236}">
                  <a16:creationId xmlns:a16="http://schemas.microsoft.com/office/drawing/2014/main" id="{B1DECBDE-2214-603D-31CC-82F8E308D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7" name="Line 42">
              <a:extLst>
                <a:ext uri="{FF2B5EF4-FFF2-40B4-BE49-F238E27FC236}">
                  <a16:creationId xmlns:a16="http://schemas.microsoft.com/office/drawing/2014/main" id="{782F3AD7-A692-949D-92A2-F6F5D6D6F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8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8" name="Line 43">
              <a:extLst>
                <a:ext uri="{FF2B5EF4-FFF2-40B4-BE49-F238E27FC236}">
                  <a16:creationId xmlns:a16="http://schemas.microsoft.com/office/drawing/2014/main" id="{C40B5559-3421-3088-F8C3-AB8C0C3AE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9" name="Freeform 44">
              <a:extLst>
                <a:ext uri="{FF2B5EF4-FFF2-40B4-BE49-F238E27FC236}">
                  <a16:creationId xmlns:a16="http://schemas.microsoft.com/office/drawing/2014/main" id="{EB39D800-7BA9-D14B-D672-421CDD40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0" name="Line 45">
              <a:extLst>
                <a:ext uri="{FF2B5EF4-FFF2-40B4-BE49-F238E27FC236}">
                  <a16:creationId xmlns:a16="http://schemas.microsoft.com/office/drawing/2014/main" id="{1CDC20DB-2167-92CF-CAFB-315B303DD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1" name="Line 46">
              <a:extLst>
                <a:ext uri="{FF2B5EF4-FFF2-40B4-BE49-F238E27FC236}">
                  <a16:creationId xmlns:a16="http://schemas.microsoft.com/office/drawing/2014/main" id="{1C350C9B-CD80-6429-D0A5-64EB72D95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2" name="Freeform 47">
              <a:extLst>
                <a:ext uri="{FF2B5EF4-FFF2-40B4-BE49-F238E27FC236}">
                  <a16:creationId xmlns:a16="http://schemas.microsoft.com/office/drawing/2014/main" id="{EF0DE48D-48A1-6013-6A2D-1FE07EC2E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3" name="Line 48">
              <a:extLst>
                <a:ext uri="{FF2B5EF4-FFF2-40B4-BE49-F238E27FC236}">
                  <a16:creationId xmlns:a16="http://schemas.microsoft.com/office/drawing/2014/main" id="{C381495B-BE5D-2DF7-FF1C-152D17D3A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4" name="Line 49">
              <a:extLst>
                <a:ext uri="{FF2B5EF4-FFF2-40B4-BE49-F238E27FC236}">
                  <a16:creationId xmlns:a16="http://schemas.microsoft.com/office/drawing/2014/main" id="{BF45660A-9457-75A7-E58F-4382FA4B2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5" name="Freeform 50">
              <a:extLst>
                <a:ext uri="{FF2B5EF4-FFF2-40B4-BE49-F238E27FC236}">
                  <a16:creationId xmlns:a16="http://schemas.microsoft.com/office/drawing/2014/main" id="{A68D6D43-C460-83E9-F3F4-B4EB9F102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51">
              <a:extLst>
                <a:ext uri="{FF2B5EF4-FFF2-40B4-BE49-F238E27FC236}">
                  <a16:creationId xmlns:a16="http://schemas.microsoft.com/office/drawing/2014/main" id="{D98AD6F9-E104-59E6-17BD-BF745A375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52">
              <a:extLst>
                <a:ext uri="{FF2B5EF4-FFF2-40B4-BE49-F238E27FC236}">
                  <a16:creationId xmlns:a16="http://schemas.microsoft.com/office/drawing/2014/main" id="{8C0CF93D-2E18-A4F1-2C92-C4C07EC2D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Freeform 53">
              <a:extLst>
                <a:ext uri="{FF2B5EF4-FFF2-40B4-BE49-F238E27FC236}">
                  <a16:creationId xmlns:a16="http://schemas.microsoft.com/office/drawing/2014/main" id="{C62ADA6D-4129-07FD-BBD8-F5B43953A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9" name="Line 54">
              <a:extLst>
                <a:ext uri="{FF2B5EF4-FFF2-40B4-BE49-F238E27FC236}">
                  <a16:creationId xmlns:a16="http://schemas.microsoft.com/office/drawing/2014/main" id="{E302B96F-E390-BBF4-4D46-3F26FC639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0" name="Line 55">
              <a:extLst>
                <a:ext uri="{FF2B5EF4-FFF2-40B4-BE49-F238E27FC236}">
                  <a16:creationId xmlns:a16="http://schemas.microsoft.com/office/drawing/2014/main" id="{3E4E3D6B-3978-83A9-5528-7E0AA666F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1" name="Line 56">
              <a:extLst>
                <a:ext uri="{FF2B5EF4-FFF2-40B4-BE49-F238E27FC236}">
                  <a16:creationId xmlns:a16="http://schemas.microsoft.com/office/drawing/2014/main" id="{B178C0A5-ED59-D99F-63C7-3FDA3901A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2" name="Line 57">
              <a:extLst>
                <a:ext uri="{FF2B5EF4-FFF2-40B4-BE49-F238E27FC236}">
                  <a16:creationId xmlns:a16="http://schemas.microsoft.com/office/drawing/2014/main" id="{3B62D756-9703-D6AE-5C1B-9F00FB820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3" name="Freeform 58">
              <a:extLst>
                <a:ext uri="{FF2B5EF4-FFF2-40B4-BE49-F238E27FC236}">
                  <a16:creationId xmlns:a16="http://schemas.microsoft.com/office/drawing/2014/main" id="{7C4D85D4-DCEF-4595-58B8-57CB3AB9B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4" name="Line 59">
              <a:extLst>
                <a:ext uri="{FF2B5EF4-FFF2-40B4-BE49-F238E27FC236}">
                  <a16:creationId xmlns:a16="http://schemas.microsoft.com/office/drawing/2014/main" id="{5B1C8A32-ABC8-94F6-0710-CD3AD402F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5" name="Line 60">
              <a:extLst>
                <a:ext uri="{FF2B5EF4-FFF2-40B4-BE49-F238E27FC236}">
                  <a16:creationId xmlns:a16="http://schemas.microsoft.com/office/drawing/2014/main" id="{6058F548-A85C-98EB-CB32-BE28DA84F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6" name="Freeform 61">
              <a:extLst>
                <a:ext uri="{FF2B5EF4-FFF2-40B4-BE49-F238E27FC236}">
                  <a16:creationId xmlns:a16="http://schemas.microsoft.com/office/drawing/2014/main" id="{1755042F-9AC8-59FD-E275-14B7B5D5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7" name="Line 62">
              <a:extLst>
                <a:ext uri="{FF2B5EF4-FFF2-40B4-BE49-F238E27FC236}">
                  <a16:creationId xmlns:a16="http://schemas.microsoft.com/office/drawing/2014/main" id="{5E9A3855-5FED-6D31-A4F9-1A46EA78F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8" name="Line 63">
              <a:extLst>
                <a:ext uri="{FF2B5EF4-FFF2-40B4-BE49-F238E27FC236}">
                  <a16:creationId xmlns:a16="http://schemas.microsoft.com/office/drawing/2014/main" id="{9E54BAF0-A61D-CD90-3D05-D0A9BB390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9" name="Freeform 64">
              <a:extLst>
                <a:ext uri="{FF2B5EF4-FFF2-40B4-BE49-F238E27FC236}">
                  <a16:creationId xmlns:a16="http://schemas.microsoft.com/office/drawing/2014/main" id="{57E08D56-4DC9-BD01-2273-6E04594F4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0" name="Line 65">
              <a:extLst>
                <a:ext uri="{FF2B5EF4-FFF2-40B4-BE49-F238E27FC236}">
                  <a16:creationId xmlns:a16="http://schemas.microsoft.com/office/drawing/2014/main" id="{893EF9B6-D06E-E45D-388C-8312DCB5E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1" name="Line 66">
              <a:extLst>
                <a:ext uri="{FF2B5EF4-FFF2-40B4-BE49-F238E27FC236}">
                  <a16:creationId xmlns:a16="http://schemas.microsoft.com/office/drawing/2014/main" id="{9E0A32AC-7B32-5D89-53D4-285B70959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2" name="Freeform 67">
              <a:extLst>
                <a:ext uri="{FF2B5EF4-FFF2-40B4-BE49-F238E27FC236}">
                  <a16:creationId xmlns:a16="http://schemas.microsoft.com/office/drawing/2014/main" id="{DB909EFD-A726-F2D8-8C8A-30EA6222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3" name="Line 68">
              <a:extLst>
                <a:ext uri="{FF2B5EF4-FFF2-40B4-BE49-F238E27FC236}">
                  <a16:creationId xmlns:a16="http://schemas.microsoft.com/office/drawing/2014/main" id="{76350FB5-6547-BB43-566D-BBF97F1F3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4" name="Line 69">
              <a:extLst>
                <a:ext uri="{FF2B5EF4-FFF2-40B4-BE49-F238E27FC236}">
                  <a16:creationId xmlns:a16="http://schemas.microsoft.com/office/drawing/2014/main" id="{A184E62B-C218-A047-663D-41EDDF740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5" name="Freeform 70">
              <a:extLst>
                <a:ext uri="{FF2B5EF4-FFF2-40B4-BE49-F238E27FC236}">
                  <a16:creationId xmlns:a16="http://schemas.microsoft.com/office/drawing/2014/main" id="{DC7A1C10-6106-6389-93A9-A359F2321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6" name="Line 71">
              <a:extLst>
                <a:ext uri="{FF2B5EF4-FFF2-40B4-BE49-F238E27FC236}">
                  <a16:creationId xmlns:a16="http://schemas.microsoft.com/office/drawing/2014/main" id="{8DD74387-AA09-C5E5-51CF-86F11CF58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7" name="Line 72">
              <a:extLst>
                <a:ext uri="{FF2B5EF4-FFF2-40B4-BE49-F238E27FC236}">
                  <a16:creationId xmlns:a16="http://schemas.microsoft.com/office/drawing/2014/main" id="{91EAAB4F-2595-54D8-B5ED-028C2D0A9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8" name="Freeform 73">
              <a:extLst>
                <a:ext uri="{FF2B5EF4-FFF2-40B4-BE49-F238E27FC236}">
                  <a16:creationId xmlns:a16="http://schemas.microsoft.com/office/drawing/2014/main" id="{5435BF1C-4701-984D-D27C-3E36E779D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9" name="Line 74">
              <a:extLst>
                <a:ext uri="{FF2B5EF4-FFF2-40B4-BE49-F238E27FC236}">
                  <a16:creationId xmlns:a16="http://schemas.microsoft.com/office/drawing/2014/main" id="{F2A6D1EF-8D3A-1CBE-04EB-1665949D1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0" name="Line 75">
              <a:extLst>
                <a:ext uri="{FF2B5EF4-FFF2-40B4-BE49-F238E27FC236}">
                  <a16:creationId xmlns:a16="http://schemas.microsoft.com/office/drawing/2014/main" id="{468208EC-0807-F649-027C-A047FD839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1" name="Freeform 76">
              <a:extLst>
                <a:ext uri="{FF2B5EF4-FFF2-40B4-BE49-F238E27FC236}">
                  <a16:creationId xmlns:a16="http://schemas.microsoft.com/office/drawing/2014/main" id="{8306832E-77A5-7402-2118-1E38E5370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2" name="Line 77">
              <a:extLst>
                <a:ext uri="{FF2B5EF4-FFF2-40B4-BE49-F238E27FC236}">
                  <a16:creationId xmlns:a16="http://schemas.microsoft.com/office/drawing/2014/main" id="{DA6E6955-9C4C-EA66-0767-FFB1C691A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3" name="Line 78">
              <a:extLst>
                <a:ext uri="{FF2B5EF4-FFF2-40B4-BE49-F238E27FC236}">
                  <a16:creationId xmlns:a16="http://schemas.microsoft.com/office/drawing/2014/main" id="{8DE2758C-A2EC-F4EA-29CF-78AE982E1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4" name="Freeform 79">
              <a:extLst>
                <a:ext uri="{FF2B5EF4-FFF2-40B4-BE49-F238E27FC236}">
                  <a16:creationId xmlns:a16="http://schemas.microsoft.com/office/drawing/2014/main" id="{D5376D3D-5721-DA26-826E-81350AACA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5" name="Line 80">
              <a:extLst>
                <a:ext uri="{FF2B5EF4-FFF2-40B4-BE49-F238E27FC236}">
                  <a16:creationId xmlns:a16="http://schemas.microsoft.com/office/drawing/2014/main" id="{B63B4912-524E-9348-8C86-021FA2200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6" name="Line 81">
              <a:extLst>
                <a:ext uri="{FF2B5EF4-FFF2-40B4-BE49-F238E27FC236}">
                  <a16:creationId xmlns:a16="http://schemas.microsoft.com/office/drawing/2014/main" id="{13E3DD21-3B9D-0963-83A6-04BAE5791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7" name="Freeform 82">
              <a:extLst>
                <a:ext uri="{FF2B5EF4-FFF2-40B4-BE49-F238E27FC236}">
                  <a16:creationId xmlns:a16="http://schemas.microsoft.com/office/drawing/2014/main" id="{51D71F33-666F-BAE1-38ED-77787F6F7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8" name="Line 83">
              <a:extLst>
                <a:ext uri="{FF2B5EF4-FFF2-40B4-BE49-F238E27FC236}">
                  <a16:creationId xmlns:a16="http://schemas.microsoft.com/office/drawing/2014/main" id="{BFE0AE3E-1F28-B6B7-CFFA-9B3CE2BD1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9" name="Line 84">
              <a:extLst>
                <a:ext uri="{FF2B5EF4-FFF2-40B4-BE49-F238E27FC236}">
                  <a16:creationId xmlns:a16="http://schemas.microsoft.com/office/drawing/2014/main" id="{C1DDF2FC-AAF3-0BFE-4F30-4919D339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0" name="Line 85">
              <a:extLst>
                <a:ext uri="{FF2B5EF4-FFF2-40B4-BE49-F238E27FC236}">
                  <a16:creationId xmlns:a16="http://schemas.microsoft.com/office/drawing/2014/main" id="{FE1C013E-0BBF-F868-1CEB-E19DE0518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1" name="Line 86">
              <a:extLst>
                <a:ext uri="{FF2B5EF4-FFF2-40B4-BE49-F238E27FC236}">
                  <a16:creationId xmlns:a16="http://schemas.microsoft.com/office/drawing/2014/main" id="{66C04AC2-D4E8-C418-ABEF-C381FC4E3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2" name="Freeform 87">
              <a:extLst>
                <a:ext uri="{FF2B5EF4-FFF2-40B4-BE49-F238E27FC236}">
                  <a16:creationId xmlns:a16="http://schemas.microsoft.com/office/drawing/2014/main" id="{FF792AA8-98DD-852D-31CC-47BDE8DD1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3" name="Line 88">
              <a:extLst>
                <a:ext uri="{FF2B5EF4-FFF2-40B4-BE49-F238E27FC236}">
                  <a16:creationId xmlns:a16="http://schemas.microsoft.com/office/drawing/2014/main" id="{C941167B-94A3-FA9D-003F-1098FD36E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4" name="Line 89">
              <a:extLst>
                <a:ext uri="{FF2B5EF4-FFF2-40B4-BE49-F238E27FC236}">
                  <a16:creationId xmlns:a16="http://schemas.microsoft.com/office/drawing/2014/main" id="{5D29F40A-918C-1B6C-2A06-8EABD660C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5" name="Freeform 90">
              <a:extLst>
                <a:ext uri="{FF2B5EF4-FFF2-40B4-BE49-F238E27FC236}">
                  <a16:creationId xmlns:a16="http://schemas.microsoft.com/office/drawing/2014/main" id="{627E479C-FDE6-A9F9-00DC-28C7D76C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6" name="Line 91">
              <a:extLst>
                <a:ext uri="{FF2B5EF4-FFF2-40B4-BE49-F238E27FC236}">
                  <a16:creationId xmlns:a16="http://schemas.microsoft.com/office/drawing/2014/main" id="{AEA253B1-032C-82CA-38D3-8388C28CD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7" name="Line 92">
              <a:extLst>
                <a:ext uri="{FF2B5EF4-FFF2-40B4-BE49-F238E27FC236}">
                  <a16:creationId xmlns:a16="http://schemas.microsoft.com/office/drawing/2014/main" id="{5932D301-10C2-4293-14D3-6D7A2DF22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8" name="Freeform 93">
              <a:extLst>
                <a:ext uri="{FF2B5EF4-FFF2-40B4-BE49-F238E27FC236}">
                  <a16:creationId xmlns:a16="http://schemas.microsoft.com/office/drawing/2014/main" id="{4F4D86B3-279B-F5B0-FC3D-61123003E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9" name="Line 94">
              <a:extLst>
                <a:ext uri="{FF2B5EF4-FFF2-40B4-BE49-F238E27FC236}">
                  <a16:creationId xmlns:a16="http://schemas.microsoft.com/office/drawing/2014/main" id="{359BFAD5-3B38-F943-EF4D-484C0B859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7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0" name="Line 95">
              <a:extLst>
                <a:ext uri="{FF2B5EF4-FFF2-40B4-BE49-F238E27FC236}">
                  <a16:creationId xmlns:a16="http://schemas.microsoft.com/office/drawing/2014/main" id="{535DD04E-A477-CD4F-C42A-042417023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1" name="Freeform 96">
              <a:extLst>
                <a:ext uri="{FF2B5EF4-FFF2-40B4-BE49-F238E27FC236}">
                  <a16:creationId xmlns:a16="http://schemas.microsoft.com/office/drawing/2014/main" id="{9A628F62-EA46-024C-20A9-E5AFFAA97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2" name="Line 97">
              <a:extLst>
                <a:ext uri="{FF2B5EF4-FFF2-40B4-BE49-F238E27FC236}">
                  <a16:creationId xmlns:a16="http://schemas.microsoft.com/office/drawing/2014/main" id="{CE626E83-4E7E-3493-7755-93BD8488C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3" name="Line 98">
              <a:extLst>
                <a:ext uri="{FF2B5EF4-FFF2-40B4-BE49-F238E27FC236}">
                  <a16:creationId xmlns:a16="http://schemas.microsoft.com/office/drawing/2014/main" id="{47789C73-601B-CADA-64AC-B61630987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4" name="Freeform 99">
              <a:extLst>
                <a:ext uri="{FF2B5EF4-FFF2-40B4-BE49-F238E27FC236}">
                  <a16:creationId xmlns:a16="http://schemas.microsoft.com/office/drawing/2014/main" id="{DF23D87E-842C-85F4-B11E-987972E82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5" name="Line 100">
              <a:extLst>
                <a:ext uri="{FF2B5EF4-FFF2-40B4-BE49-F238E27FC236}">
                  <a16:creationId xmlns:a16="http://schemas.microsoft.com/office/drawing/2014/main" id="{87D150ED-A2D5-92C5-ECEB-ACB101B13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6" name="Line 101">
              <a:extLst>
                <a:ext uri="{FF2B5EF4-FFF2-40B4-BE49-F238E27FC236}">
                  <a16:creationId xmlns:a16="http://schemas.microsoft.com/office/drawing/2014/main" id="{64195AB8-C09C-A7C8-8BA2-E54F9FDA5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7" name="Freeform 102">
              <a:extLst>
                <a:ext uri="{FF2B5EF4-FFF2-40B4-BE49-F238E27FC236}">
                  <a16:creationId xmlns:a16="http://schemas.microsoft.com/office/drawing/2014/main" id="{60D4E5F4-C121-FB0E-031C-B2EAB71FE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8" name="Line 103">
              <a:extLst>
                <a:ext uri="{FF2B5EF4-FFF2-40B4-BE49-F238E27FC236}">
                  <a16:creationId xmlns:a16="http://schemas.microsoft.com/office/drawing/2014/main" id="{DACFECA3-2650-7DE8-423B-9CFAC0AE4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0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9" name="Line 104">
              <a:extLst>
                <a:ext uri="{FF2B5EF4-FFF2-40B4-BE49-F238E27FC236}">
                  <a16:creationId xmlns:a16="http://schemas.microsoft.com/office/drawing/2014/main" id="{2A5884FD-CABB-9A25-19C8-AF753499C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0" name="Freeform 105">
              <a:extLst>
                <a:ext uri="{FF2B5EF4-FFF2-40B4-BE49-F238E27FC236}">
                  <a16:creationId xmlns:a16="http://schemas.microsoft.com/office/drawing/2014/main" id="{C5BFE100-51CE-615A-39C8-DDF2869DB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1" name="Line 106">
              <a:extLst>
                <a:ext uri="{FF2B5EF4-FFF2-40B4-BE49-F238E27FC236}">
                  <a16:creationId xmlns:a16="http://schemas.microsoft.com/office/drawing/2014/main" id="{33F1C302-663E-3C5E-56B3-14299521F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2" name="Line 107">
              <a:extLst>
                <a:ext uri="{FF2B5EF4-FFF2-40B4-BE49-F238E27FC236}">
                  <a16:creationId xmlns:a16="http://schemas.microsoft.com/office/drawing/2014/main" id="{B5F20000-6AD3-C2F1-6A36-9C19ED72B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3" name="Freeform 108">
              <a:extLst>
                <a:ext uri="{FF2B5EF4-FFF2-40B4-BE49-F238E27FC236}">
                  <a16:creationId xmlns:a16="http://schemas.microsoft.com/office/drawing/2014/main" id="{E751EDF1-E658-0F09-EA3C-D092BF09D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4" name="Line 109">
              <a:extLst>
                <a:ext uri="{FF2B5EF4-FFF2-40B4-BE49-F238E27FC236}">
                  <a16:creationId xmlns:a16="http://schemas.microsoft.com/office/drawing/2014/main" id="{755D5C0F-5BBB-4852-6958-9276EEF85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5" name="Line 110">
              <a:extLst>
                <a:ext uri="{FF2B5EF4-FFF2-40B4-BE49-F238E27FC236}">
                  <a16:creationId xmlns:a16="http://schemas.microsoft.com/office/drawing/2014/main" id="{0E1E1AA5-F496-088C-D394-206E20893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6" name="Freeform 111">
              <a:extLst>
                <a:ext uri="{FF2B5EF4-FFF2-40B4-BE49-F238E27FC236}">
                  <a16:creationId xmlns:a16="http://schemas.microsoft.com/office/drawing/2014/main" id="{ED5BFAA3-FBDC-4E08-0EBA-89896768A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7" name="Line 112">
              <a:extLst>
                <a:ext uri="{FF2B5EF4-FFF2-40B4-BE49-F238E27FC236}">
                  <a16:creationId xmlns:a16="http://schemas.microsoft.com/office/drawing/2014/main" id="{C6751E90-721D-8DFB-E230-19E1654AFF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8" name="Line 113">
              <a:extLst>
                <a:ext uri="{FF2B5EF4-FFF2-40B4-BE49-F238E27FC236}">
                  <a16:creationId xmlns:a16="http://schemas.microsoft.com/office/drawing/2014/main" id="{B9CD13D0-BF40-9DA9-F1CF-80D489253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9" name="Line 114">
              <a:extLst>
                <a:ext uri="{FF2B5EF4-FFF2-40B4-BE49-F238E27FC236}">
                  <a16:creationId xmlns:a16="http://schemas.microsoft.com/office/drawing/2014/main" id="{9B2C40EB-5A3D-4D4B-72CC-309AA1A69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54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0" name="Line 115">
              <a:extLst>
                <a:ext uri="{FF2B5EF4-FFF2-40B4-BE49-F238E27FC236}">
                  <a16:creationId xmlns:a16="http://schemas.microsoft.com/office/drawing/2014/main" id="{10CB3493-B366-FFD7-DECE-017F27821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54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1" name="Rectangle 116">
              <a:extLst>
                <a:ext uri="{FF2B5EF4-FFF2-40B4-BE49-F238E27FC236}">
                  <a16:creationId xmlns:a16="http://schemas.microsoft.com/office/drawing/2014/main" id="{81FEA22E-3544-3037-17DA-1F216C791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435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72" name="Line 117">
              <a:extLst>
                <a:ext uri="{FF2B5EF4-FFF2-40B4-BE49-F238E27FC236}">
                  <a16:creationId xmlns:a16="http://schemas.microsoft.com/office/drawing/2014/main" id="{BB486260-8103-4F93-1816-75F8BA574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35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3" name="Line 118">
              <a:extLst>
                <a:ext uri="{FF2B5EF4-FFF2-40B4-BE49-F238E27FC236}">
                  <a16:creationId xmlns:a16="http://schemas.microsoft.com/office/drawing/2014/main" id="{346832C6-BB06-AE15-A0FD-936205158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35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4" name="Line 119">
              <a:extLst>
                <a:ext uri="{FF2B5EF4-FFF2-40B4-BE49-F238E27FC236}">
                  <a16:creationId xmlns:a16="http://schemas.microsoft.com/office/drawing/2014/main" id="{3AACB174-B20B-795F-EAF4-F4806245B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17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5" name="Line 120">
              <a:extLst>
                <a:ext uri="{FF2B5EF4-FFF2-40B4-BE49-F238E27FC236}">
                  <a16:creationId xmlns:a16="http://schemas.microsoft.com/office/drawing/2014/main" id="{BE3E4A7A-0D9C-7F07-C266-524718036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17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6" name="Rectangle 121">
              <a:extLst>
                <a:ext uri="{FF2B5EF4-FFF2-40B4-BE49-F238E27FC236}">
                  <a16:creationId xmlns:a16="http://schemas.microsoft.com/office/drawing/2014/main" id="{FAF5EB9F-A704-7204-3B2D-8672CAC00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06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77" name="Line 122">
              <a:extLst>
                <a:ext uri="{FF2B5EF4-FFF2-40B4-BE49-F238E27FC236}">
                  <a16:creationId xmlns:a16="http://schemas.microsoft.com/office/drawing/2014/main" id="{EA58265E-E952-0C02-3C19-1DC976966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98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8" name="Line 123">
              <a:extLst>
                <a:ext uri="{FF2B5EF4-FFF2-40B4-BE49-F238E27FC236}">
                  <a16:creationId xmlns:a16="http://schemas.microsoft.com/office/drawing/2014/main" id="{D2AD124B-67EF-B106-316E-1C553518B2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98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9" name="Line 124">
              <a:extLst>
                <a:ext uri="{FF2B5EF4-FFF2-40B4-BE49-F238E27FC236}">
                  <a16:creationId xmlns:a16="http://schemas.microsoft.com/office/drawing/2014/main" id="{CAFEC969-413D-2DF7-90E8-67E277A53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80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0" name="Line 125">
              <a:extLst>
                <a:ext uri="{FF2B5EF4-FFF2-40B4-BE49-F238E27FC236}">
                  <a16:creationId xmlns:a16="http://schemas.microsoft.com/office/drawing/2014/main" id="{ACB66C5E-EF18-4C81-4C19-595FE89B5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80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1" name="Rectangle 126">
              <a:extLst>
                <a:ext uri="{FF2B5EF4-FFF2-40B4-BE49-F238E27FC236}">
                  <a16:creationId xmlns:a16="http://schemas.microsoft.com/office/drawing/2014/main" id="{F010E1B4-7F22-E92D-0E28-4B0A1B12A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170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82" name="Line 127">
              <a:extLst>
                <a:ext uri="{FF2B5EF4-FFF2-40B4-BE49-F238E27FC236}">
                  <a16:creationId xmlns:a16="http://schemas.microsoft.com/office/drawing/2014/main" id="{EF01AB92-04A2-7222-1A11-1D7F59410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61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3" name="Line 128">
              <a:extLst>
                <a:ext uri="{FF2B5EF4-FFF2-40B4-BE49-F238E27FC236}">
                  <a16:creationId xmlns:a16="http://schemas.microsoft.com/office/drawing/2014/main" id="{459AB847-98DC-00CD-D54A-3D988C06F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61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4" name="Line 129">
              <a:extLst>
                <a:ext uri="{FF2B5EF4-FFF2-40B4-BE49-F238E27FC236}">
                  <a16:creationId xmlns:a16="http://schemas.microsoft.com/office/drawing/2014/main" id="{C9FF3EB1-2AA7-F16B-E846-001141AC2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5" name="Line 130">
              <a:extLst>
                <a:ext uri="{FF2B5EF4-FFF2-40B4-BE49-F238E27FC236}">
                  <a16:creationId xmlns:a16="http://schemas.microsoft.com/office/drawing/2014/main" id="{47606711-2B2A-0045-ABF9-CE79DD812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43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6" name="Rectangle 131">
              <a:extLst>
                <a:ext uri="{FF2B5EF4-FFF2-40B4-BE49-F238E27FC236}">
                  <a16:creationId xmlns:a16="http://schemas.microsoft.com/office/drawing/2014/main" id="{82F5F0EE-B6B3-D3D6-44EE-AB305CCC0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135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87" name="Line 132">
              <a:extLst>
                <a:ext uri="{FF2B5EF4-FFF2-40B4-BE49-F238E27FC236}">
                  <a16:creationId xmlns:a16="http://schemas.microsoft.com/office/drawing/2014/main" id="{DB0A1ABF-85E0-19FE-BE58-7C57D2ADC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8" name="Freeform 133">
              <a:extLst>
                <a:ext uri="{FF2B5EF4-FFF2-40B4-BE49-F238E27FC236}">
                  <a16:creationId xmlns:a16="http://schemas.microsoft.com/office/drawing/2014/main" id="{6F454D98-5691-D544-EF7A-B3AB30CC9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9" name="Line 134">
              <a:extLst>
                <a:ext uri="{FF2B5EF4-FFF2-40B4-BE49-F238E27FC236}">
                  <a16:creationId xmlns:a16="http://schemas.microsoft.com/office/drawing/2014/main" id="{61B34B7F-6D1C-E6FF-49FB-A4D279AF8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0" name="Rectangle 135">
              <a:extLst>
                <a:ext uri="{FF2B5EF4-FFF2-40B4-BE49-F238E27FC236}">
                  <a16:creationId xmlns:a16="http://schemas.microsoft.com/office/drawing/2014/main" id="{3189AB99-ADCB-5958-46FC-A6E3FF8B6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6391" name="Freeform 136">
              <a:extLst>
                <a:ext uri="{FF2B5EF4-FFF2-40B4-BE49-F238E27FC236}">
                  <a16:creationId xmlns:a16="http://schemas.microsoft.com/office/drawing/2014/main" id="{BDE02DEC-F2EA-34D4-4C36-58D4CB82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2" name="Freeform 137">
              <a:extLst>
                <a:ext uri="{FF2B5EF4-FFF2-40B4-BE49-F238E27FC236}">
                  <a16:creationId xmlns:a16="http://schemas.microsoft.com/office/drawing/2014/main" id="{9AEF5764-52B6-F93B-E059-AEE431220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3" name="Freeform 138">
              <a:extLst>
                <a:ext uri="{FF2B5EF4-FFF2-40B4-BE49-F238E27FC236}">
                  <a16:creationId xmlns:a16="http://schemas.microsoft.com/office/drawing/2014/main" id="{C1A3B1CA-97F6-5144-C6FE-04B003D2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4" name="Freeform 139">
              <a:extLst>
                <a:ext uri="{FF2B5EF4-FFF2-40B4-BE49-F238E27FC236}">
                  <a16:creationId xmlns:a16="http://schemas.microsoft.com/office/drawing/2014/main" id="{FFCABA24-9E5A-3533-656F-62F0928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5" name="Freeform 140">
              <a:extLst>
                <a:ext uri="{FF2B5EF4-FFF2-40B4-BE49-F238E27FC236}">
                  <a16:creationId xmlns:a16="http://schemas.microsoft.com/office/drawing/2014/main" id="{17CF221E-9782-E2C1-F164-296B60F4B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6" name="Freeform 141">
              <a:extLst>
                <a:ext uri="{FF2B5EF4-FFF2-40B4-BE49-F238E27FC236}">
                  <a16:creationId xmlns:a16="http://schemas.microsoft.com/office/drawing/2014/main" id="{B08C83BC-C327-099A-20C7-C8931B00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98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7" name="Freeform 142">
              <a:extLst>
                <a:ext uri="{FF2B5EF4-FFF2-40B4-BE49-F238E27FC236}">
                  <a16:creationId xmlns:a16="http://schemas.microsoft.com/office/drawing/2014/main" id="{ACE10156-8108-D128-F396-2819EF7F6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264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8" name="Freeform 143">
              <a:extLst>
                <a:ext uri="{FF2B5EF4-FFF2-40B4-BE49-F238E27FC236}">
                  <a16:creationId xmlns:a16="http://schemas.microsoft.com/office/drawing/2014/main" id="{11618D09-F5EC-1B1E-B325-317402214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54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9" name="Freeform 144">
              <a:extLst>
                <a:ext uri="{FF2B5EF4-FFF2-40B4-BE49-F238E27FC236}">
                  <a16:creationId xmlns:a16="http://schemas.microsoft.com/office/drawing/2014/main" id="{F6262F3D-FDDE-FDC6-1526-E70F7757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819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0" name="Line 145">
              <a:extLst>
                <a:ext uri="{FF2B5EF4-FFF2-40B4-BE49-F238E27FC236}">
                  <a16:creationId xmlns:a16="http://schemas.microsoft.com/office/drawing/2014/main" id="{1A2890E9-0A98-FED0-0B2C-6713A4873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1" name="Freeform 146">
              <a:extLst>
                <a:ext uri="{FF2B5EF4-FFF2-40B4-BE49-F238E27FC236}">
                  <a16:creationId xmlns:a16="http://schemas.microsoft.com/office/drawing/2014/main" id="{7138728E-B32D-1A0C-F44F-EC9DB8589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2" name="Line 147">
              <a:extLst>
                <a:ext uri="{FF2B5EF4-FFF2-40B4-BE49-F238E27FC236}">
                  <a16:creationId xmlns:a16="http://schemas.microsoft.com/office/drawing/2014/main" id="{EB2DB626-8A35-E5A8-C206-3296FED07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3" name="Line 148">
              <a:extLst>
                <a:ext uri="{FF2B5EF4-FFF2-40B4-BE49-F238E27FC236}">
                  <a16:creationId xmlns:a16="http://schemas.microsoft.com/office/drawing/2014/main" id="{2B94E072-E9D0-B796-3CDA-7B78460EF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819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4" name="Line 149">
              <a:extLst>
                <a:ext uri="{FF2B5EF4-FFF2-40B4-BE49-F238E27FC236}">
                  <a16:creationId xmlns:a16="http://schemas.microsoft.com/office/drawing/2014/main" id="{F5604177-ED4B-4DC4-2FF2-94B395693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5" name="Line 150">
              <a:extLst>
                <a:ext uri="{FF2B5EF4-FFF2-40B4-BE49-F238E27FC236}">
                  <a16:creationId xmlns:a16="http://schemas.microsoft.com/office/drawing/2014/main" id="{8D6E2DDE-4122-91D1-6A6C-3C1B9E102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6" name="Line 151">
              <a:extLst>
                <a:ext uri="{FF2B5EF4-FFF2-40B4-BE49-F238E27FC236}">
                  <a16:creationId xmlns:a16="http://schemas.microsoft.com/office/drawing/2014/main" id="{D4B231C8-CCE7-45B5-33DF-8C9256D49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7" name="Freeform 152">
              <a:extLst>
                <a:ext uri="{FF2B5EF4-FFF2-40B4-BE49-F238E27FC236}">
                  <a16:creationId xmlns:a16="http://schemas.microsoft.com/office/drawing/2014/main" id="{1572A5F1-D751-1579-C6B9-16C191C93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8" name="Line 153">
              <a:extLst>
                <a:ext uri="{FF2B5EF4-FFF2-40B4-BE49-F238E27FC236}">
                  <a16:creationId xmlns:a16="http://schemas.microsoft.com/office/drawing/2014/main" id="{16B34F31-5C8F-6E4D-662C-A509339C1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9" name="Line 154">
              <a:extLst>
                <a:ext uri="{FF2B5EF4-FFF2-40B4-BE49-F238E27FC236}">
                  <a16:creationId xmlns:a16="http://schemas.microsoft.com/office/drawing/2014/main" id="{8A26171B-5DA1-B8A2-5DDC-F04B9FC4C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0" name="Line 155">
              <a:extLst>
                <a:ext uri="{FF2B5EF4-FFF2-40B4-BE49-F238E27FC236}">
                  <a16:creationId xmlns:a16="http://schemas.microsoft.com/office/drawing/2014/main" id="{D824846E-28E2-BE12-6BF5-CA0FAE58E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3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1" name="Line 156">
              <a:extLst>
                <a:ext uri="{FF2B5EF4-FFF2-40B4-BE49-F238E27FC236}">
                  <a16:creationId xmlns:a16="http://schemas.microsoft.com/office/drawing/2014/main" id="{FBB44667-A286-85B2-1E34-7D848E41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2" name="Freeform 157">
              <a:extLst>
                <a:ext uri="{FF2B5EF4-FFF2-40B4-BE49-F238E27FC236}">
                  <a16:creationId xmlns:a16="http://schemas.microsoft.com/office/drawing/2014/main" id="{DA9807ED-AFDF-AB73-422B-DA3BBF996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3" name="Line 158">
              <a:extLst>
                <a:ext uri="{FF2B5EF4-FFF2-40B4-BE49-F238E27FC236}">
                  <a16:creationId xmlns:a16="http://schemas.microsoft.com/office/drawing/2014/main" id="{9E51573C-D7CD-4347-74B6-07004617B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4" name="Line 159">
              <a:extLst>
                <a:ext uri="{FF2B5EF4-FFF2-40B4-BE49-F238E27FC236}">
                  <a16:creationId xmlns:a16="http://schemas.microsoft.com/office/drawing/2014/main" id="{68D96C66-2664-015A-5A6D-FCB3F6B2B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5" name="Freeform 160">
              <a:extLst>
                <a:ext uri="{FF2B5EF4-FFF2-40B4-BE49-F238E27FC236}">
                  <a16:creationId xmlns:a16="http://schemas.microsoft.com/office/drawing/2014/main" id="{361E9DE0-BD90-FDC4-993D-620935A4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6" name="Line 161">
              <a:extLst>
                <a:ext uri="{FF2B5EF4-FFF2-40B4-BE49-F238E27FC236}">
                  <a16:creationId xmlns:a16="http://schemas.microsoft.com/office/drawing/2014/main" id="{B369E85A-58AE-0E50-F482-72A45EAE3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7" name="Line 162">
              <a:extLst>
                <a:ext uri="{FF2B5EF4-FFF2-40B4-BE49-F238E27FC236}">
                  <a16:creationId xmlns:a16="http://schemas.microsoft.com/office/drawing/2014/main" id="{FC0A38BF-D223-37A0-415C-EAE56E08F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8" name="Freeform 163">
              <a:extLst>
                <a:ext uri="{FF2B5EF4-FFF2-40B4-BE49-F238E27FC236}">
                  <a16:creationId xmlns:a16="http://schemas.microsoft.com/office/drawing/2014/main" id="{BEB737D8-5B20-2BE8-2E2F-CF916F57E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9" name="Line 164">
              <a:extLst>
                <a:ext uri="{FF2B5EF4-FFF2-40B4-BE49-F238E27FC236}">
                  <a16:creationId xmlns:a16="http://schemas.microsoft.com/office/drawing/2014/main" id="{A955221A-5E68-85D9-B02A-17CB45B06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1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0" name="Line 165">
              <a:extLst>
                <a:ext uri="{FF2B5EF4-FFF2-40B4-BE49-F238E27FC236}">
                  <a16:creationId xmlns:a16="http://schemas.microsoft.com/office/drawing/2014/main" id="{EA9A5483-B3BD-05D1-9A93-CF2AB8564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1" name="Freeform 166">
              <a:extLst>
                <a:ext uri="{FF2B5EF4-FFF2-40B4-BE49-F238E27FC236}">
                  <a16:creationId xmlns:a16="http://schemas.microsoft.com/office/drawing/2014/main" id="{73D654D7-7ABE-325A-549D-F8DB636E3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2" name="Line 167">
              <a:extLst>
                <a:ext uri="{FF2B5EF4-FFF2-40B4-BE49-F238E27FC236}">
                  <a16:creationId xmlns:a16="http://schemas.microsoft.com/office/drawing/2014/main" id="{501050EB-9ABA-2851-392C-0D536CE8B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3" name="Line 168">
              <a:extLst>
                <a:ext uri="{FF2B5EF4-FFF2-40B4-BE49-F238E27FC236}">
                  <a16:creationId xmlns:a16="http://schemas.microsoft.com/office/drawing/2014/main" id="{23B7AC16-51D5-103F-E7B5-E48EA6DFF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4" name="Freeform 169">
              <a:extLst>
                <a:ext uri="{FF2B5EF4-FFF2-40B4-BE49-F238E27FC236}">
                  <a16:creationId xmlns:a16="http://schemas.microsoft.com/office/drawing/2014/main" id="{92D4CF67-F340-E04C-F574-69231681F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5" name="Line 170">
              <a:extLst>
                <a:ext uri="{FF2B5EF4-FFF2-40B4-BE49-F238E27FC236}">
                  <a16:creationId xmlns:a16="http://schemas.microsoft.com/office/drawing/2014/main" id="{5EA77BFD-33B9-4D65-3D3B-145793602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8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6" name="Line 171">
              <a:extLst>
                <a:ext uri="{FF2B5EF4-FFF2-40B4-BE49-F238E27FC236}">
                  <a16:creationId xmlns:a16="http://schemas.microsoft.com/office/drawing/2014/main" id="{18FAF839-3D16-349A-A39C-F9FC70F14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7" name="Freeform 172">
              <a:extLst>
                <a:ext uri="{FF2B5EF4-FFF2-40B4-BE49-F238E27FC236}">
                  <a16:creationId xmlns:a16="http://schemas.microsoft.com/office/drawing/2014/main" id="{86F675F7-DC7C-35ED-570A-4D86451D3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8" name="Line 173">
              <a:extLst>
                <a:ext uri="{FF2B5EF4-FFF2-40B4-BE49-F238E27FC236}">
                  <a16:creationId xmlns:a16="http://schemas.microsoft.com/office/drawing/2014/main" id="{B717A980-587A-F4C5-9E2A-FAA9F2D418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9" name="Line 174">
              <a:extLst>
                <a:ext uri="{FF2B5EF4-FFF2-40B4-BE49-F238E27FC236}">
                  <a16:creationId xmlns:a16="http://schemas.microsoft.com/office/drawing/2014/main" id="{39446F64-D0E9-37D6-C970-433632B6C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0" name="Freeform 175">
              <a:extLst>
                <a:ext uri="{FF2B5EF4-FFF2-40B4-BE49-F238E27FC236}">
                  <a16:creationId xmlns:a16="http://schemas.microsoft.com/office/drawing/2014/main" id="{613778C6-E891-2B14-11BD-7D92A356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1" name="Line 176">
              <a:extLst>
                <a:ext uri="{FF2B5EF4-FFF2-40B4-BE49-F238E27FC236}">
                  <a16:creationId xmlns:a16="http://schemas.microsoft.com/office/drawing/2014/main" id="{BBFF37BD-25A2-C3F6-A57F-4465AA199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2" name="Line 177">
              <a:extLst>
                <a:ext uri="{FF2B5EF4-FFF2-40B4-BE49-F238E27FC236}">
                  <a16:creationId xmlns:a16="http://schemas.microsoft.com/office/drawing/2014/main" id="{A5609857-695E-0DBB-A76C-B6E0859F4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3" name="Freeform 178">
              <a:extLst>
                <a:ext uri="{FF2B5EF4-FFF2-40B4-BE49-F238E27FC236}">
                  <a16:creationId xmlns:a16="http://schemas.microsoft.com/office/drawing/2014/main" id="{056B0884-8706-B4B5-0578-65D02C0EC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4" name="Line 179">
              <a:extLst>
                <a:ext uri="{FF2B5EF4-FFF2-40B4-BE49-F238E27FC236}">
                  <a16:creationId xmlns:a16="http://schemas.microsoft.com/office/drawing/2014/main" id="{F64E5E3D-690F-94F4-FFA4-87A46118B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5" name="Line 180">
              <a:extLst>
                <a:ext uri="{FF2B5EF4-FFF2-40B4-BE49-F238E27FC236}">
                  <a16:creationId xmlns:a16="http://schemas.microsoft.com/office/drawing/2014/main" id="{F3D18F4E-5FD0-F67F-22CC-ED5999D54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6" name="Freeform 181">
              <a:extLst>
                <a:ext uri="{FF2B5EF4-FFF2-40B4-BE49-F238E27FC236}">
                  <a16:creationId xmlns:a16="http://schemas.microsoft.com/office/drawing/2014/main" id="{58D3E52C-FE6B-7FEF-3158-339F3DC93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7" name="Line 182">
              <a:extLst>
                <a:ext uri="{FF2B5EF4-FFF2-40B4-BE49-F238E27FC236}">
                  <a16:creationId xmlns:a16="http://schemas.microsoft.com/office/drawing/2014/main" id="{54B3D804-9254-540C-0676-F7048CA9C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8" name="Line 183">
              <a:extLst>
                <a:ext uri="{FF2B5EF4-FFF2-40B4-BE49-F238E27FC236}">
                  <a16:creationId xmlns:a16="http://schemas.microsoft.com/office/drawing/2014/main" id="{20438700-FDF0-867D-B869-4A2D55449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9" name="Line 184">
              <a:extLst>
                <a:ext uri="{FF2B5EF4-FFF2-40B4-BE49-F238E27FC236}">
                  <a16:creationId xmlns:a16="http://schemas.microsoft.com/office/drawing/2014/main" id="{3AAF000A-DC30-11CC-E8E2-60B5DF49A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0" name="Line 185">
              <a:extLst>
                <a:ext uri="{FF2B5EF4-FFF2-40B4-BE49-F238E27FC236}">
                  <a16:creationId xmlns:a16="http://schemas.microsoft.com/office/drawing/2014/main" id="{AA27527D-BD24-0B0D-C501-6DF0121D3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1" name="Freeform 186">
              <a:extLst>
                <a:ext uri="{FF2B5EF4-FFF2-40B4-BE49-F238E27FC236}">
                  <a16:creationId xmlns:a16="http://schemas.microsoft.com/office/drawing/2014/main" id="{81CE4D8A-27B7-1F88-CB61-A0DE50402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2" name="Line 187">
              <a:extLst>
                <a:ext uri="{FF2B5EF4-FFF2-40B4-BE49-F238E27FC236}">
                  <a16:creationId xmlns:a16="http://schemas.microsoft.com/office/drawing/2014/main" id="{9764270F-4012-975D-C90A-88B642EDD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3" name="Line 188">
              <a:extLst>
                <a:ext uri="{FF2B5EF4-FFF2-40B4-BE49-F238E27FC236}">
                  <a16:creationId xmlns:a16="http://schemas.microsoft.com/office/drawing/2014/main" id="{4CB22C30-2586-7B0A-57D7-ECD9E7554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4" name="Freeform 189">
              <a:extLst>
                <a:ext uri="{FF2B5EF4-FFF2-40B4-BE49-F238E27FC236}">
                  <a16:creationId xmlns:a16="http://schemas.microsoft.com/office/drawing/2014/main" id="{FF77A448-E90D-7EEF-5C99-5733F0CD8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5" name="Line 190">
              <a:extLst>
                <a:ext uri="{FF2B5EF4-FFF2-40B4-BE49-F238E27FC236}">
                  <a16:creationId xmlns:a16="http://schemas.microsoft.com/office/drawing/2014/main" id="{D9F4430E-D52B-C963-1B8B-6892B1C4E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6" name="Line 191">
              <a:extLst>
                <a:ext uri="{FF2B5EF4-FFF2-40B4-BE49-F238E27FC236}">
                  <a16:creationId xmlns:a16="http://schemas.microsoft.com/office/drawing/2014/main" id="{90F42203-0CFA-7E2A-ED38-F5368AE1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7" name="Freeform 192">
              <a:extLst>
                <a:ext uri="{FF2B5EF4-FFF2-40B4-BE49-F238E27FC236}">
                  <a16:creationId xmlns:a16="http://schemas.microsoft.com/office/drawing/2014/main" id="{7066474A-60C1-33EA-68CC-F28D60B9B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8" name="Line 193">
              <a:extLst>
                <a:ext uri="{FF2B5EF4-FFF2-40B4-BE49-F238E27FC236}">
                  <a16:creationId xmlns:a16="http://schemas.microsoft.com/office/drawing/2014/main" id="{1885EEE6-4236-7B43-1C6E-B7A947023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9" name="Line 194">
              <a:extLst>
                <a:ext uri="{FF2B5EF4-FFF2-40B4-BE49-F238E27FC236}">
                  <a16:creationId xmlns:a16="http://schemas.microsoft.com/office/drawing/2014/main" id="{0ACC78E8-62C4-4B9E-3D3E-516B48245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0" name="Freeform 195">
              <a:extLst>
                <a:ext uri="{FF2B5EF4-FFF2-40B4-BE49-F238E27FC236}">
                  <a16:creationId xmlns:a16="http://schemas.microsoft.com/office/drawing/2014/main" id="{B483FF91-5393-4CE2-5616-F4BA19CDC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1" name="Line 196">
              <a:extLst>
                <a:ext uri="{FF2B5EF4-FFF2-40B4-BE49-F238E27FC236}">
                  <a16:creationId xmlns:a16="http://schemas.microsoft.com/office/drawing/2014/main" id="{F20FEB92-AF61-81B4-4D52-6EEC7D627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2" name="Line 197">
              <a:extLst>
                <a:ext uri="{FF2B5EF4-FFF2-40B4-BE49-F238E27FC236}">
                  <a16:creationId xmlns:a16="http://schemas.microsoft.com/office/drawing/2014/main" id="{EB95A780-D378-CCE8-A088-06435080D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3" name="Freeform 198">
              <a:extLst>
                <a:ext uri="{FF2B5EF4-FFF2-40B4-BE49-F238E27FC236}">
                  <a16:creationId xmlns:a16="http://schemas.microsoft.com/office/drawing/2014/main" id="{AA312C92-5015-0DC3-DF26-B14FC5C13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4" name="Line 199">
              <a:extLst>
                <a:ext uri="{FF2B5EF4-FFF2-40B4-BE49-F238E27FC236}">
                  <a16:creationId xmlns:a16="http://schemas.microsoft.com/office/drawing/2014/main" id="{7AAEC52B-7524-D27B-D1A0-16A1AEA94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5" name="Line 200">
              <a:extLst>
                <a:ext uri="{FF2B5EF4-FFF2-40B4-BE49-F238E27FC236}">
                  <a16:creationId xmlns:a16="http://schemas.microsoft.com/office/drawing/2014/main" id="{4676C3C7-3C39-691C-9B03-4B65A5AA6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6" name="Freeform 201">
              <a:extLst>
                <a:ext uri="{FF2B5EF4-FFF2-40B4-BE49-F238E27FC236}">
                  <a16:creationId xmlns:a16="http://schemas.microsoft.com/office/drawing/2014/main" id="{53F9749B-26AB-DC91-F5AC-82B3957F0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7" name="Line 202">
              <a:extLst>
                <a:ext uri="{FF2B5EF4-FFF2-40B4-BE49-F238E27FC236}">
                  <a16:creationId xmlns:a16="http://schemas.microsoft.com/office/drawing/2014/main" id="{FC654091-34BC-9083-078E-CC3B2537C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8" name="Line 203">
              <a:extLst>
                <a:ext uri="{FF2B5EF4-FFF2-40B4-BE49-F238E27FC236}">
                  <a16:creationId xmlns:a16="http://schemas.microsoft.com/office/drawing/2014/main" id="{970C7A67-9E70-76A6-A208-3FCFBF44A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9" name="Freeform 204">
              <a:extLst>
                <a:ext uri="{FF2B5EF4-FFF2-40B4-BE49-F238E27FC236}">
                  <a16:creationId xmlns:a16="http://schemas.microsoft.com/office/drawing/2014/main" id="{29B37A0E-E27F-2630-A16B-C1BFBE8B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0" name="Line 205">
              <a:extLst>
                <a:ext uri="{FF2B5EF4-FFF2-40B4-BE49-F238E27FC236}">
                  <a16:creationId xmlns:a16="http://schemas.microsoft.com/office/drawing/2014/main" id="{C060EC43-1457-DE47-956A-E4DE15DBD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1" name="Line 206">
              <a:extLst>
                <a:ext uri="{FF2B5EF4-FFF2-40B4-BE49-F238E27FC236}">
                  <a16:creationId xmlns:a16="http://schemas.microsoft.com/office/drawing/2014/main" id="{4010D18D-4444-A2E9-9B02-D2EF000CD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2" name="Freeform 207">
              <a:extLst>
                <a:ext uri="{FF2B5EF4-FFF2-40B4-BE49-F238E27FC236}">
                  <a16:creationId xmlns:a16="http://schemas.microsoft.com/office/drawing/2014/main" id="{952F198E-566B-4AB7-CF4F-CEA57860F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3" name="Line 208">
              <a:extLst>
                <a:ext uri="{FF2B5EF4-FFF2-40B4-BE49-F238E27FC236}">
                  <a16:creationId xmlns:a16="http://schemas.microsoft.com/office/drawing/2014/main" id="{D04D9FB2-EABB-B080-9D08-1044FF01F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4" name="Line 209">
              <a:extLst>
                <a:ext uri="{FF2B5EF4-FFF2-40B4-BE49-F238E27FC236}">
                  <a16:creationId xmlns:a16="http://schemas.microsoft.com/office/drawing/2014/main" id="{43B290CD-BB9A-72D3-8A3B-59A2D342F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5" name="Freeform 210">
              <a:extLst>
                <a:ext uri="{FF2B5EF4-FFF2-40B4-BE49-F238E27FC236}">
                  <a16:creationId xmlns:a16="http://schemas.microsoft.com/office/drawing/2014/main" id="{3458E27D-C071-7B64-DCBC-D987783FF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6" name="Line 211">
              <a:extLst>
                <a:ext uri="{FF2B5EF4-FFF2-40B4-BE49-F238E27FC236}">
                  <a16:creationId xmlns:a16="http://schemas.microsoft.com/office/drawing/2014/main" id="{D39318A4-12C4-1943-2868-80C2AE288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7" name="Line 212">
              <a:extLst>
                <a:ext uri="{FF2B5EF4-FFF2-40B4-BE49-F238E27FC236}">
                  <a16:creationId xmlns:a16="http://schemas.microsoft.com/office/drawing/2014/main" id="{BBEB0789-8374-5AAE-515E-852D87F1A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8" name="Line 213">
              <a:extLst>
                <a:ext uri="{FF2B5EF4-FFF2-40B4-BE49-F238E27FC236}">
                  <a16:creationId xmlns:a16="http://schemas.microsoft.com/office/drawing/2014/main" id="{1B0E251A-96B3-101D-04F5-7833A5496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9" name="Line 214">
              <a:extLst>
                <a:ext uri="{FF2B5EF4-FFF2-40B4-BE49-F238E27FC236}">
                  <a16:creationId xmlns:a16="http://schemas.microsoft.com/office/drawing/2014/main" id="{4068E5F7-D7FA-DCF2-9D61-7EA310589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0" name="Freeform 215">
              <a:extLst>
                <a:ext uri="{FF2B5EF4-FFF2-40B4-BE49-F238E27FC236}">
                  <a16:creationId xmlns:a16="http://schemas.microsoft.com/office/drawing/2014/main" id="{BC4C3125-E461-16C3-B5E8-F8932EB92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1" name="Line 216">
              <a:extLst>
                <a:ext uri="{FF2B5EF4-FFF2-40B4-BE49-F238E27FC236}">
                  <a16:creationId xmlns:a16="http://schemas.microsoft.com/office/drawing/2014/main" id="{28F7B166-B5E6-9294-976E-A47442C07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2" name="Line 217">
              <a:extLst>
                <a:ext uri="{FF2B5EF4-FFF2-40B4-BE49-F238E27FC236}">
                  <a16:creationId xmlns:a16="http://schemas.microsoft.com/office/drawing/2014/main" id="{435358AC-F369-2497-80D3-FA5CB02FA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3" name="Freeform 218">
              <a:extLst>
                <a:ext uri="{FF2B5EF4-FFF2-40B4-BE49-F238E27FC236}">
                  <a16:creationId xmlns:a16="http://schemas.microsoft.com/office/drawing/2014/main" id="{3940180D-5B32-468B-890B-87DF2D7B7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4" name="Line 219">
              <a:extLst>
                <a:ext uri="{FF2B5EF4-FFF2-40B4-BE49-F238E27FC236}">
                  <a16:creationId xmlns:a16="http://schemas.microsoft.com/office/drawing/2014/main" id="{C5033D01-7055-02B8-FED8-76636163E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5" name="Line 220">
              <a:extLst>
                <a:ext uri="{FF2B5EF4-FFF2-40B4-BE49-F238E27FC236}">
                  <a16:creationId xmlns:a16="http://schemas.microsoft.com/office/drawing/2014/main" id="{406EC856-AB22-D753-EF37-D3540DB9C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6" name="Freeform 221">
              <a:extLst>
                <a:ext uri="{FF2B5EF4-FFF2-40B4-BE49-F238E27FC236}">
                  <a16:creationId xmlns:a16="http://schemas.microsoft.com/office/drawing/2014/main" id="{8D0B9CD0-6737-B9A1-093E-D18198E61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7" name="Line 222">
              <a:extLst>
                <a:ext uri="{FF2B5EF4-FFF2-40B4-BE49-F238E27FC236}">
                  <a16:creationId xmlns:a16="http://schemas.microsoft.com/office/drawing/2014/main" id="{36E571AA-778F-D175-9415-9BC4ADDFA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7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8" name="Line 223">
              <a:extLst>
                <a:ext uri="{FF2B5EF4-FFF2-40B4-BE49-F238E27FC236}">
                  <a16:creationId xmlns:a16="http://schemas.microsoft.com/office/drawing/2014/main" id="{423CA72B-0972-5204-9245-14164B3B2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9" name="Freeform 224">
              <a:extLst>
                <a:ext uri="{FF2B5EF4-FFF2-40B4-BE49-F238E27FC236}">
                  <a16:creationId xmlns:a16="http://schemas.microsoft.com/office/drawing/2014/main" id="{FEDA933E-A33B-D5D8-9DB1-C9A31F1B8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0" name="Line 225">
              <a:extLst>
                <a:ext uri="{FF2B5EF4-FFF2-40B4-BE49-F238E27FC236}">
                  <a16:creationId xmlns:a16="http://schemas.microsoft.com/office/drawing/2014/main" id="{E4463E8D-D493-620F-DB44-AA86B116F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1" name="Line 226">
              <a:extLst>
                <a:ext uri="{FF2B5EF4-FFF2-40B4-BE49-F238E27FC236}">
                  <a16:creationId xmlns:a16="http://schemas.microsoft.com/office/drawing/2014/main" id="{C4B9510D-99E6-43DB-5F28-BCDDAA9E7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2" name="Freeform 227">
              <a:extLst>
                <a:ext uri="{FF2B5EF4-FFF2-40B4-BE49-F238E27FC236}">
                  <a16:creationId xmlns:a16="http://schemas.microsoft.com/office/drawing/2014/main" id="{0CF91A1A-DB59-F5C2-40F2-4B44D4663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3" name="Line 228">
              <a:extLst>
                <a:ext uri="{FF2B5EF4-FFF2-40B4-BE49-F238E27FC236}">
                  <a16:creationId xmlns:a16="http://schemas.microsoft.com/office/drawing/2014/main" id="{C6B0DFFC-4C57-7C02-AAE7-12A499364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4" name="Line 229">
              <a:extLst>
                <a:ext uri="{FF2B5EF4-FFF2-40B4-BE49-F238E27FC236}">
                  <a16:creationId xmlns:a16="http://schemas.microsoft.com/office/drawing/2014/main" id="{942DAEC7-9F2A-EFEC-DE3A-825528D19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5" name="Freeform 230">
              <a:extLst>
                <a:ext uri="{FF2B5EF4-FFF2-40B4-BE49-F238E27FC236}">
                  <a16:creationId xmlns:a16="http://schemas.microsoft.com/office/drawing/2014/main" id="{262778F5-40E0-4478-8321-5C8576C7B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6" name="Line 231">
              <a:extLst>
                <a:ext uri="{FF2B5EF4-FFF2-40B4-BE49-F238E27FC236}">
                  <a16:creationId xmlns:a16="http://schemas.microsoft.com/office/drawing/2014/main" id="{E5A7EC4B-59B5-40B5-F1C6-D13567C99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0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7" name="Line 232">
              <a:extLst>
                <a:ext uri="{FF2B5EF4-FFF2-40B4-BE49-F238E27FC236}">
                  <a16:creationId xmlns:a16="http://schemas.microsoft.com/office/drawing/2014/main" id="{DF4774D9-039B-74C6-7A88-99ADB86BB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8" name="Freeform 233">
              <a:extLst>
                <a:ext uri="{FF2B5EF4-FFF2-40B4-BE49-F238E27FC236}">
                  <a16:creationId xmlns:a16="http://schemas.microsoft.com/office/drawing/2014/main" id="{86AD84FE-82DA-9B8A-B696-89F4F2CDD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9" name="Line 234">
              <a:extLst>
                <a:ext uri="{FF2B5EF4-FFF2-40B4-BE49-F238E27FC236}">
                  <a16:creationId xmlns:a16="http://schemas.microsoft.com/office/drawing/2014/main" id="{620C74AE-F141-351B-8E24-01D3E9FC6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0" name="Line 235">
              <a:extLst>
                <a:ext uri="{FF2B5EF4-FFF2-40B4-BE49-F238E27FC236}">
                  <a16:creationId xmlns:a16="http://schemas.microsoft.com/office/drawing/2014/main" id="{9E5DD0DC-3546-B251-7CB9-125D1E304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1" name="Freeform 236">
              <a:extLst>
                <a:ext uri="{FF2B5EF4-FFF2-40B4-BE49-F238E27FC236}">
                  <a16:creationId xmlns:a16="http://schemas.microsoft.com/office/drawing/2014/main" id="{EA2D95A6-CBE0-8B63-B96B-D10ECFACD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2" name="Line 237">
              <a:extLst>
                <a:ext uri="{FF2B5EF4-FFF2-40B4-BE49-F238E27FC236}">
                  <a16:creationId xmlns:a16="http://schemas.microsoft.com/office/drawing/2014/main" id="{C1EA4D52-EE0F-364D-12AA-8EB1F9404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3" name="Line 238">
              <a:extLst>
                <a:ext uri="{FF2B5EF4-FFF2-40B4-BE49-F238E27FC236}">
                  <a16:creationId xmlns:a16="http://schemas.microsoft.com/office/drawing/2014/main" id="{191C0916-D773-5F27-43BD-EFF263BE9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4" name="Freeform 239">
              <a:extLst>
                <a:ext uri="{FF2B5EF4-FFF2-40B4-BE49-F238E27FC236}">
                  <a16:creationId xmlns:a16="http://schemas.microsoft.com/office/drawing/2014/main" id="{4ED0803B-AEEC-DFC9-B928-206BFBF1B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5" name="Line 240">
              <a:extLst>
                <a:ext uri="{FF2B5EF4-FFF2-40B4-BE49-F238E27FC236}">
                  <a16:creationId xmlns:a16="http://schemas.microsoft.com/office/drawing/2014/main" id="{A231147E-7BD4-926E-DEC4-A6E072899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6" name="Line 241">
              <a:extLst>
                <a:ext uri="{FF2B5EF4-FFF2-40B4-BE49-F238E27FC236}">
                  <a16:creationId xmlns:a16="http://schemas.microsoft.com/office/drawing/2014/main" id="{E646D1CB-36E7-507C-CA08-7ACFA2CAD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7" name="Line 242">
              <a:extLst>
                <a:ext uri="{FF2B5EF4-FFF2-40B4-BE49-F238E27FC236}">
                  <a16:creationId xmlns:a16="http://schemas.microsoft.com/office/drawing/2014/main" id="{A158897B-AF97-93EB-38F1-5C3B409C2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8" name="Line 243">
              <a:extLst>
                <a:ext uri="{FF2B5EF4-FFF2-40B4-BE49-F238E27FC236}">
                  <a16:creationId xmlns:a16="http://schemas.microsoft.com/office/drawing/2014/main" id="{117AB085-37BA-FAD8-32AE-CC2B9C5C1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70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9" name="Rectangle 244">
              <a:extLst>
                <a:ext uri="{FF2B5EF4-FFF2-40B4-BE49-F238E27FC236}">
                  <a16:creationId xmlns:a16="http://schemas.microsoft.com/office/drawing/2014/main" id="{CE009E1E-A05D-ABBE-8554-41FB2CE45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2640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0°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500" name="Line 245">
              <a:extLst>
                <a:ext uri="{FF2B5EF4-FFF2-40B4-BE49-F238E27FC236}">
                  <a16:creationId xmlns:a16="http://schemas.microsoft.com/office/drawing/2014/main" id="{B48BD140-5413-7563-6036-5B3D2BA14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98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1" name="Line 246">
              <a:extLst>
                <a:ext uri="{FF2B5EF4-FFF2-40B4-BE49-F238E27FC236}">
                  <a16:creationId xmlns:a16="http://schemas.microsoft.com/office/drawing/2014/main" id="{7A10AC67-A7A6-A9E5-C23B-1C82DE78A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98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2" name="Rectangle 247">
              <a:extLst>
                <a:ext uri="{FF2B5EF4-FFF2-40B4-BE49-F238E27FC236}">
                  <a16:creationId xmlns:a16="http://schemas.microsoft.com/office/drawing/2014/main" id="{10799FBD-2751-1C85-5BF5-0355F40C3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2894"/>
              <a:ext cx="37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-45°</a:t>
              </a:r>
            </a:p>
          </p:txBody>
        </p:sp>
        <p:sp>
          <p:nvSpPr>
            <p:cNvPr id="96503" name="Line 248">
              <a:extLst>
                <a:ext uri="{FF2B5EF4-FFF2-40B4-BE49-F238E27FC236}">
                  <a16:creationId xmlns:a16="http://schemas.microsoft.com/office/drawing/2014/main" id="{802DF0EE-0427-9B71-A9B6-1C4E0DEFE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264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4" name="Line 249">
              <a:extLst>
                <a:ext uri="{FF2B5EF4-FFF2-40B4-BE49-F238E27FC236}">
                  <a16:creationId xmlns:a16="http://schemas.microsoft.com/office/drawing/2014/main" id="{F0DAE79E-A334-992E-2093-00727E604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26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5" name="Rectangle 250">
              <a:extLst>
                <a:ext uri="{FF2B5EF4-FFF2-40B4-BE49-F238E27FC236}">
                  <a16:creationId xmlns:a16="http://schemas.microsoft.com/office/drawing/2014/main" id="{6E9C2035-CE0E-BEFD-F56D-D4D68D73C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3171"/>
              <a:ext cx="37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-90°</a:t>
              </a:r>
            </a:p>
          </p:txBody>
        </p:sp>
        <p:sp>
          <p:nvSpPr>
            <p:cNvPr id="96506" name="Line 251">
              <a:extLst>
                <a:ext uri="{FF2B5EF4-FFF2-40B4-BE49-F238E27FC236}">
                  <a16:creationId xmlns:a16="http://schemas.microsoft.com/office/drawing/2014/main" id="{BEF9D990-C715-46A3-A8BA-AD7428FF5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54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7" name="Line 252">
              <a:extLst>
                <a:ext uri="{FF2B5EF4-FFF2-40B4-BE49-F238E27FC236}">
                  <a16:creationId xmlns:a16="http://schemas.microsoft.com/office/drawing/2014/main" id="{C2D61422-9F09-CC0B-029F-4230D7B1F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54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8" name="Rectangle 253">
              <a:extLst>
                <a:ext uri="{FF2B5EF4-FFF2-40B4-BE49-F238E27FC236}">
                  <a16:creationId xmlns:a16="http://schemas.microsoft.com/office/drawing/2014/main" id="{C5A4499B-AEF5-FD77-0741-794212ED9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56"/>
              <a:ext cx="4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-135°</a:t>
              </a:r>
            </a:p>
          </p:txBody>
        </p:sp>
        <p:sp>
          <p:nvSpPr>
            <p:cNvPr id="96509" name="Line 254">
              <a:extLst>
                <a:ext uri="{FF2B5EF4-FFF2-40B4-BE49-F238E27FC236}">
                  <a16:creationId xmlns:a16="http://schemas.microsoft.com/office/drawing/2014/main" id="{313FB6EC-8ED7-D606-C180-0313B9E3E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819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0" name="Line 255">
              <a:extLst>
                <a:ext uri="{FF2B5EF4-FFF2-40B4-BE49-F238E27FC236}">
                  <a16:creationId xmlns:a16="http://schemas.microsoft.com/office/drawing/2014/main" id="{04003587-DB8F-5AE1-8594-85DAA3712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81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1" name="Rectangle 256">
              <a:extLst>
                <a:ext uri="{FF2B5EF4-FFF2-40B4-BE49-F238E27FC236}">
                  <a16:creationId xmlns:a16="http://schemas.microsoft.com/office/drawing/2014/main" id="{D036D427-9AA7-C4CA-9568-1A636A5E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696"/>
              <a:ext cx="4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-180°</a:t>
              </a:r>
            </a:p>
          </p:txBody>
        </p:sp>
        <p:sp>
          <p:nvSpPr>
            <p:cNvPr id="96512" name="Line 257">
              <a:extLst>
                <a:ext uri="{FF2B5EF4-FFF2-40B4-BE49-F238E27FC236}">
                  <a16:creationId xmlns:a16="http://schemas.microsoft.com/office/drawing/2014/main" id="{77769288-B8E5-AE65-F237-60C87DF79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3" name="Freeform 258">
              <a:extLst>
                <a:ext uri="{FF2B5EF4-FFF2-40B4-BE49-F238E27FC236}">
                  <a16:creationId xmlns:a16="http://schemas.microsoft.com/office/drawing/2014/main" id="{DD0E758E-A41E-7935-342E-BFF25A7FA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4" name="Line 259">
              <a:extLst>
                <a:ext uri="{FF2B5EF4-FFF2-40B4-BE49-F238E27FC236}">
                  <a16:creationId xmlns:a16="http://schemas.microsoft.com/office/drawing/2014/main" id="{BA9D3760-3495-FD0E-BB62-17093FE98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5" name="Freeform 260">
              <a:extLst>
                <a:ext uri="{FF2B5EF4-FFF2-40B4-BE49-F238E27FC236}">
                  <a16:creationId xmlns:a16="http://schemas.microsoft.com/office/drawing/2014/main" id="{C92ED75A-3D30-1651-18E0-C96F121B6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264"/>
              <a:ext cx="3446" cy="1"/>
            </a:xfrm>
            <a:custGeom>
              <a:avLst/>
              <a:gdLst>
                <a:gd name="T0" fmla="*/ 0 w 3446"/>
                <a:gd name="T1" fmla="*/ 0 h 1"/>
                <a:gd name="T2" fmla="*/ 84 w 3446"/>
                <a:gd name="T3" fmla="*/ 0 h 1"/>
                <a:gd name="T4" fmla="*/ 167 w 3446"/>
                <a:gd name="T5" fmla="*/ 0 h 1"/>
                <a:gd name="T6" fmla="*/ 251 w 3446"/>
                <a:gd name="T7" fmla="*/ 0 h 1"/>
                <a:gd name="T8" fmla="*/ 335 w 3446"/>
                <a:gd name="T9" fmla="*/ 0 h 1"/>
                <a:gd name="T10" fmla="*/ 419 w 3446"/>
                <a:gd name="T11" fmla="*/ 0 h 1"/>
                <a:gd name="T12" fmla="*/ 502 w 3446"/>
                <a:gd name="T13" fmla="*/ 0 h 1"/>
                <a:gd name="T14" fmla="*/ 586 w 3446"/>
                <a:gd name="T15" fmla="*/ 0 h 1"/>
                <a:gd name="T16" fmla="*/ 670 w 3446"/>
                <a:gd name="T17" fmla="*/ 0 h 1"/>
                <a:gd name="T18" fmla="*/ 753 w 3446"/>
                <a:gd name="T19" fmla="*/ 0 h 1"/>
                <a:gd name="T20" fmla="*/ 837 w 3446"/>
                <a:gd name="T21" fmla="*/ 0 h 1"/>
                <a:gd name="T22" fmla="*/ 921 w 3446"/>
                <a:gd name="T23" fmla="*/ 0 h 1"/>
                <a:gd name="T24" fmla="*/ 1005 w 3446"/>
                <a:gd name="T25" fmla="*/ 0 h 1"/>
                <a:gd name="T26" fmla="*/ 1088 w 3446"/>
                <a:gd name="T27" fmla="*/ 0 h 1"/>
                <a:gd name="T28" fmla="*/ 1176 w 3446"/>
                <a:gd name="T29" fmla="*/ 0 h 1"/>
                <a:gd name="T30" fmla="*/ 1260 w 3446"/>
                <a:gd name="T31" fmla="*/ 0 h 1"/>
                <a:gd name="T32" fmla="*/ 1344 w 3446"/>
                <a:gd name="T33" fmla="*/ 0 h 1"/>
                <a:gd name="T34" fmla="*/ 1428 w 3446"/>
                <a:gd name="T35" fmla="*/ 0 h 1"/>
                <a:gd name="T36" fmla="*/ 1511 w 3446"/>
                <a:gd name="T37" fmla="*/ 0 h 1"/>
                <a:gd name="T38" fmla="*/ 1595 w 3446"/>
                <a:gd name="T39" fmla="*/ 0 h 1"/>
                <a:gd name="T40" fmla="*/ 1679 w 3446"/>
                <a:gd name="T41" fmla="*/ 0 h 1"/>
                <a:gd name="T42" fmla="*/ 1762 w 3446"/>
                <a:gd name="T43" fmla="*/ 0 h 1"/>
                <a:gd name="T44" fmla="*/ 1846 w 3446"/>
                <a:gd name="T45" fmla="*/ 0 h 1"/>
                <a:gd name="T46" fmla="*/ 1930 w 3446"/>
                <a:gd name="T47" fmla="*/ 0 h 1"/>
                <a:gd name="T48" fmla="*/ 2014 w 3446"/>
                <a:gd name="T49" fmla="*/ 0 h 1"/>
                <a:gd name="T50" fmla="*/ 2097 w 3446"/>
                <a:gd name="T51" fmla="*/ 0 h 1"/>
                <a:gd name="T52" fmla="*/ 2181 w 3446"/>
                <a:gd name="T53" fmla="*/ 0 h 1"/>
                <a:gd name="T54" fmla="*/ 2265 w 3446"/>
                <a:gd name="T55" fmla="*/ 0 h 1"/>
                <a:gd name="T56" fmla="*/ 2353 w 3446"/>
                <a:gd name="T57" fmla="*/ 0 h 1"/>
                <a:gd name="T58" fmla="*/ 2437 w 3446"/>
                <a:gd name="T59" fmla="*/ 0 h 1"/>
                <a:gd name="T60" fmla="*/ 2520 w 3446"/>
                <a:gd name="T61" fmla="*/ 0 h 1"/>
                <a:gd name="T62" fmla="*/ 2604 w 3446"/>
                <a:gd name="T63" fmla="*/ 0 h 1"/>
                <a:gd name="T64" fmla="*/ 2688 w 3446"/>
                <a:gd name="T65" fmla="*/ 0 h 1"/>
                <a:gd name="T66" fmla="*/ 2771 w 3446"/>
                <a:gd name="T67" fmla="*/ 0 h 1"/>
                <a:gd name="T68" fmla="*/ 2855 w 3446"/>
                <a:gd name="T69" fmla="*/ 0 h 1"/>
                <a:gd name="T70" fmla="*/ 2939 w 3446"/>
                <a:gd name="T71" fmla="*/ 0 h 1"/>
                <a:gd name="T72" fmla="*/ 3023 w 3446"/>
                <a:gd name="T73" fmla="*/ 0 h 1"/>
                <a:gd name="T74" fmla="*/ 3106 w 3446"/>
                <a:gd name="T75" fmla="*/ 0 h 1"/>
                <a:gd name="T76" fmla="*/ 3190 w 3446"/>
                <a:gd name="T77" fmla="*/ 0 h 1"/>
                <a:gd name="T78" fmla="*/ 3274 w 3446"/>
                <a:gd name="T79" fmla="*/ 0 h 1"/>
                <a:gd name="T80" fmla="*/ 3357 w 3446"/>
                <a:gd name="T81" fmla="*/ 0 h 1"/>
                <a:gd name="T82" fmla="*/ 3446 w 3446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446" h="1">
                  <a:moveTo>
                    <a:pt x="0" y="0"/>
                  </a:moveTo>
                  <a:lnTo>
                    <a:pt x="84" y="0"/>
                  </a:lnTo>
                  <a:lnTo>
                    <a:pt x="167" y="0"/>
                  </a:lnTo>
                  <a:lnTo>
                    <a:pt x="251" y="0"/>
                  </a:lnTo>
                  <a:lnTo>
                    <a:pt x="335" y="0"/>
                  </a:lnTo>
                  <a:lnTo>
                    <a:pt x="419" y="0"/>
                  </a:lnTo>
                  <a:lnTo>
                    <a:pt x="502" y="0"/>
                  </a:lnTo>
                  <a:lnTo>
                    <a:pt x="586" y="0"/>
                  </a:lnTo>
                  <a:lnTo>
                    <a:pt x="670" y="0"/>
                  </a:lnTo>
                  <a:lnTo>
                    <a:pt x="753" y="0"/>
                  </a:lnTo>
                  <a:lnTo>
                    <a:pt x="837" y="0"/>
                  </a:lnTo>
                  <a:lnTo>
                    <a:pt x="921" y="0"/>
                  </a:lnTo>
                  <a:lnTo>
                    <a:pt x="1005" y="0"/>
                  </a:lnTo>
                  <a:lnTo>
                    <a:pt x="1088" y="0"/>
                  </a:lnTo>
                  <a:lnTo>
                    <a:pt x="1176" y="0"/>
                  </a:lnTo>
                  <a:lnTo>
                    <a:pt x="1260" y="0"/>
                  </a:lnTo>
                  <a:lnTo>
                    <a:pt x="1344" y="0"/>
                  </a:lnTo>
                  <a:lnTo>
                    <a:pt x="1428" y="0"/>
                  </a:lnTo>
                  <a:lnTo>
                    <a:pt x="1511" y="0"/>
                  </a:lnTo>
                  <a:lnTo>
                    <a:pt x="1595" y="0"/>
                  </a:lnTo>
                  <a:lnTo>
                    <a:pt x="1679" y="0"/>
                  </a:lnTo>
                  <a:lnTo>
                    <a:pt x="1762" y="0"/>
                  </a:lnTo>
                  <a:lnTo>
                    <a:pt x="1846" y="0"/>
                  </a:lnTo>
                  <a:lnTo>
                    <a:pt x="1930" y="0"/>
                  </a:lnTo>
                  <a:lnTo>
                    <a:pt x="2014" y="0"/>
                  </a:lnTo>
                  <a:lnTo>
                    <a:pt x="2097" y="0"/>
                  </a:lnTo>
                  <a:lnTo>
                    <a:pt x="2181" y="0"/>
                  </a:lnTo>
                  <a:lnTo>
                    <a:pt x="2265" y="0"/>
                  </a:lnTo>
                  <a:lnTo>
                    <a:pt x="2353" y="0"/>
                  </a:lnTo>
                  <a:lnTo>
                    <a:pt x="2437" y="0"/>
                  </a:lnTo>
                  <a:lnTo>
                    <a:pt x="2520" y="0"/>
                  </a:lnTo>
                  <a:lnTo>
                    <a:pt x="2604" y="0"/>
                  </a:lnTo>
                  <a:lnTo>
                    <a:pt x="2688" y="0"/>
                  </a:lnTo>
                  <a:lnTo>
                    <a:pt x="2771" y="0"/>
                  </a:lnTo>
                  <a:lnTo>
                    <a:pt x="2855" y="0"/>
                  </a:lnTo>
                  <a:lnTo>
                    <a:pt x="2939" y="0"/>
                  </a:lnTo>
                  <a:lnTo>
                    <a:pt x="3023" y="0"/>
                  </a:lnTo>
                  <a:lnTo>
                    <a:pt x="3106" y="0"/>
                  </a:lnTo>
                  <a:lnTo>
                    <a:pt x="3190" y="0"/>
                  </a:lnTo>
                  <a:lnTo>
                    <a:pt x="3274" y="0"/>
                  </a:lnTo>
                  <a:lnTo>
                    <a:pt x="3357" y="0"/>
                  </a:lnTo>
                  <a:lnTo>
                    <a:pt x="3446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6" name="Text Box 261">
              <a:extLst>
                <a:ext uri="{FF2B5EF4-FFF2-40B4-BE49-F238E27FC236}">
                  <a16:creationId xmlns:a16="http://schemas.microsoft.com/office/drawing/2014/main" id="{BED798CB-CB73-A486-DE1F-B656402A8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830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96517" name="Text Box 262">
              <a:extLst>
                <a:ext uri="{FF2B5EF4-FFF2-40B4-BE49-F238E27FC236}">
                  <a16:creationId xmlns:a16="http://schemas.microsoft.com/office/drawing/2014/main" id="{B82C4457-3EBC-30D0-2B20-0609E8FFB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83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6518" name="Text Box 263">
              <a:extLst>
                <a:ext uri="{FF2B5EF4-FFF2-40B4-BE49-F238E27FC236}">
                  <a16:creationId xmlns:a16="http://schemas.microsoft.com/office/drawing/2014/main" id="{F47703BE-886A-9535-3515-9B34B4C28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" y="3830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96519" name="Text Box 264">
              <a:extLst>
                <a:ext uri="{FF2B5EF4-FFF2-40B4-BE49-F238E27FC236}">
                  <a16:creationId xmlns:a16="http://schemas.microsoft.com/office/drawing/2014/main" id="{53327082-4DF1-6173-1E2F-9DD054BFB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3830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96520" name="Rectangle 265">
              <a:extLst>
                <a:ext uri="{FF2B5EF4-FFF2-40B4-BE49-F238E27FC236}">
                  <a16:creationId xmlns:a16="http://schemas.microsoft.com/office/drawing/2014/main" id="{A6FED7C3-BF21-C7FB-D776-AF8E9B9FD4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48" y="1860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96521" name="Rectangle 266">
              <a:extLst>
                <a:ext uri="{FF2B5EF4-FFF2-40B4-BE49-F238E27FC236}">
                  <a16:creationId xmlns:a16="http://schemas.microsoft.com/office/drawing/2014/main" id="{E8D36051-B480-87E6-CC9C-41EBBF052D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70" y="3102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6522" name="Rectangle 267">
              <a:extLst>
                <a:ext uri="{FF2B5EF4-FFF2-40B4-BE49-F238E27FC236}">
                  <a16:creationId xmlns:a16="http://schemas.microsoft.com/office/drawing/2014/main" id="{95EA3C0F-3658-8E5F-C20E-FF953A07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152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96523" name="Rectangle 268">
              <a:extLst>
                <a:ext uri="{FF2B5EF4-FFF2-40B4-BE49-F238E27FC236}">
                  <a16:creationId xmlns:a16="http://schemas.microsoft.com/office/drawing/2014/main" id="{70261F65-2D82-79CE-B0DF-23A8E8A5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983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 useBgFill="1">
          <p:nvSpPr>
            <p:cNvPr id="96524" name="Rectangle 269">
              <a:extLst>
                <a:ext uri="{FF2B5EF4-FFF2-40B4-BE49-F238E27FC236}">
                  <a16:creationId xmlns:a16="http://schemas.microsoft.com/office/drawing/2014/main" id="{D02F8600-8786-EA1D-8EB4-72B334CE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" y="1824"/>
              <a:ext cx="1043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sp>
          <p:nvSpPr>
            <p:cNvPr id="96525" name="Line 270">
              <a:extLst>
                <a:ext uri="{FF2B5EF4-FFF2-40B4-BE49-F238E27FC236}">
                  <a16:creationId xmlns:a16="http://schemas.microsoft.com/office/drawing/2014/main" id="{91480825-73B4-1C05-B320-AC70F987B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1440"/>
              <a:ext cx="3446" cy="1104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>
            <a:extLst>
              <a:ext uri="{FF2B5EF4-FFF2-40B4-BE49-F238E27FC236}">
                <a16:creationId xmlns:a16="http://schemas.microsoft.com/office/drawing/2014/main" id="{D643407A-5CA8-A362-4642-C46DE21D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纯微分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CA70AEF-8D4E-FD18-6C07-3288DDE13CC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5867400" cy="519113"/>
            <a:chOff x="1056" y="1311"/>
            <a:chExt cx="3696" cy="327"/>
          </a:xfrm>
        </p:grpSpPr>
        <p:sp>
          <p:nvSpPr>
            <p:cNvPr id="98319" name="Rectangle 5">
              <a:extLst>
                <a:ext uri="{FF2B5EF4-FFF2-40B4-BE49-F238E27FC236}">
                  <a16:creationId xmlns:a16="http://schemas.microsoft.com/office/drawing/2014/main" id="{9E27791C-00AA-B40B-966D-4C1B7961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98320" name="Object 6">
              <a:extLst>
                <a:ext uri="{FF2B5EF4-FFF2-40B4-BE49-F238E27FC236}">
                  <a16:creationId xmlns:a16="http://schemas.microsoft.com/office/drawing/2014/main" id="{D027B02B-8F2F-F70D-DCCB-A4C35C0658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4" y="1368"/>
            <a:ext cx="70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45626" imgH="203024" progId="Equation.3">
                    <p:embed/>
                  </p:oleObj>
                </mc:Choice>
                <mc:Fallback>
                  <p:oleObj r:id="rId3" imgW="545626" imgH="203024" progId="Equation.3">
                    <p:embed/>
                    <p:pic>
                      <p:nvPicPr>
                        <p:cNvPr id="98320" name="Object 6">
                          <a:extLst>
                            <a:ext uri="{FF2B5EF4-FFF2-40B4-BE49-F238E27FC236}">
                              <a16:creationId xmlns:a16="http://schemas.microsoft.com/office/drawing/2014/main" id="{D027B02B-8F2F-F70D-DCCB-A4C35C0658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" y="1368"/>
                          <a:ext cx="70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E7DA06FF-D646-A298-4702-515B6D7F3FD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590800"/>
            <a:ext cx="5638800" cy="525463"/>
            <a:chOff x="1056" y="1709"/>
            <a:chExt cx="3552" cy="331"/>
          </a:xfrm>
        </p:grpSpPr>
        <p:sp>
          <p:nvSpPr>
            <p:cNvPr id="98317" name="Rectangle 8">
              <a:extLst>
                <a:ext uri="{FF2B5EF4-FFF2-40B4-BE49-F238E27FC236}">
                  <a16:creationId xmlns:a16="http://schemas.microsoft.com/office/drawing/2014/main" id="{E9A99175-09DC-65BE-6E28-2D9944797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8318" name="Object 9">
              <a:extLst>
                <a:ext uri="{FF2B5EF4-FFF2-40B4-BE49-F238E27FC236}">
                  <a16:creationId xmlns:a16="http://schemas.microsoft.com/office/drawing/2014/main" id="{8D68DDD4-0485-EBF2-792E-DFDF9BC4EC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" y="1715"/>
            <a:ext cx="182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46200" imgH="241300" progId="Equation.3">
                    <p:embed/>
                  </p:oleObj>
                </mc:Choice>
                <mc:Fallback>
                  <p:oleObj r:id="rId5" imgW="1346200" imgH="241300" progId="Equation.3">
                    <p:embed/>
                    <p:pic>
                      <p:nvPicPr>
                        <p:cNvPr id="98318" name="Object 9">
                          <a:extLst>
                            <a:ext uri="{FF2B5EF4-FFF2-40B4-BE49-F238E27FC236}">
                              <a16:creationId xmlns:a16="http://schemas.microsoft.com/office/drawing/2014/main" id="{8D68DDD4-0485-EBF2-792E-DFDF9BC4EC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" y="1715"/>
                          <a:ext cx="182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02" name="Rectangle 10">
            <a:extLst>
              <a:ext uri="{FF2B5EF4-FFF2-40B4-BE49-F238E27FC236}">
                <a16:creationId xmlns:a16="http://schemas.microsoft.com/office/drawing/2014/main" id="{B4DEC5C3-450D-0572-2DF9-75185DF6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0133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D2636122-A301-F569-D035-30A293A2B2F0}"/>
              </a:ext>
            </a:extLst>
          </p:cNvPr>
          <p:cNvGrpSpPr>
            <a:grpSpLocks/>
          </p:cNvGrpSpPr>
          <p:nvPr/>
        </p:nvGrpSpPr>
        <p:grpSpPr bwMode="auto">
          <a:xfrm>
            <a:off x="1779588" y="4432300"/>
            <a:ext cx="5257800" cy="519113"/>
            <a:chOff x="1056" y="2937"/>
            <a:chExt cx="3312" cy="327"/>
          </a:xfrm>
        </p:grpSpPr>
        <p:sp>
          <p:nvSpPr>
            <p:cNvPr id="98315" name="Rectangle 12">
              <a:extLst>
                <a:ext uri="{FF2B5EF4-FFF2-40B4-BE49-F238E27FC236}">
                  <a16:creationId xmlns:a16="http://schemas.microsoft.com/office/drawing/2014/main" id="{6B763EDC-31D6-BCB7-5D61-5F1F9FF55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37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8316" name="Object 13">
              <a:extLst>
                <a:ext uri="{FF2B5EF4-FFF2-40B4-BE49-F238E27FC236}">
                  <a16:creationId xmlns:a16="http://schemas.microsoft.com/office/drawing/2014/main" id="{9A3279DF-4349-CF2C-3940-6A65CC2480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2" y="2988"/>
            <a:ext cx="135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90170" imgH="203112" progId="Equation.3">
                    <p:embed/>
                  </p:oleObj>
                </mc:Choice>
                <mc:Fallback>
                  <p:oleObj r:id="rId7" imgW="990170" imgH="203112" progId="Equation.3">
                    <p:embed/>
                    <p:pic>
                      <p:nvPicPr>
                        <p:cNvPr id="98316" name="Object 13">
                          <a:extLst>
                            <a:ext uri="{FF2B5EF4-FFF2-40B4-BE49-F238E27FC236}">
                              <a16:creationId xmlns:a16="http://schemas.microsoft.com/office/drawing/2014/main" id="{9A3279DF-4349-CF2C-3940-6A65CC2480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988"/>
                          <a:ext cx="1353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C3A918EE-D331-E554-E7AC-DE87FB6DFE8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27375"/>
            <a:ext cx="5257800" cy="546100"/>
            <a:chOff x="1056" y="1970"/>
            <a:chExt cx="3312" cy="344"/>
          </a:xfrm>
        </p:grpSpPr>
        <p:sp>
          <p:nvSpPr>
            <p:cNvPr id="98313" name="Rectangle 15">
              <a:extLst>
                <a:ext uri="{FF2B5EF4-FFF2-40B4-BE49-F238E27FC236}">
                  <a16:creationId xmlns:a16="http://schemas.microsoft.com/office/drawing/2014/main" id="{C07B6510-8A14-CF1A-944C-0EBDB34E7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70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8314" name="Object 16">
              <a:extLst>
                <a:ext uri="{FF2B5EF4-FFF2-40B4-BE49-F238E27FC236}">
                  <a16:creationId xmlns:a16="http://schemas.microsoft.com/office/drawing/2014/main" id="{C709E824-1EF8-5AB4-15F4-C94F45F1B4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7" y="2009"/>
            <a:ext cx="93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22030" imgH="203112" progId="Equation.3">
                    <p:embed/>
                  </p:oleObj>
                </mc:Choice>
                <mc:Fallback>
                  <p:oleObj r:id="rId9" imgW="622030" imgH="203112" progId="Equation.3">
                    <p:embed/>
                    <p:pic>
                      <p:nvPicPr>
                        <p:cNvPr id="98314" name="Object 16">
                          <a:extLst>
                            <a:ext uri="{FF2B5EF4-FFF2-40B4-BE49-F238E27FC236}">
                              <a16:creationId xmlns:a16="http://schemas.microsoft.com/office/drawing/2014/main" id="{C709E824-1EF8-5AB4-15F4-C94F45F1B4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2009"/>
                          <a:ext cx="937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09" name="Rectangle 17">
            <a:extLst>
              <a:ext uri="{FF2B5EF4-FFF2-40B4-BE49-F238E27FC236}">
                <a16:creationId xmlns:a16="http://schemas.microsoft.com/office/drawing/2014/main" id="{7C75A7C3-499A-3E42-DB83-49C2AB0A6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576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2" grpId="0"/>
      <p:bldP spid="1106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3E3A6CF-C2DB-2264-C33E-D8BA67C5832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76400"/>
            <a:ext cx="6781800" cy="4953000"/>
            <a:chOff x="768" y="1056"/>
            <a:chExt cx="4272" cy="3120"/>
          </a:xfrm>
        </p:grpSpPr>
        <p:sp>
          <p:nvSpPr>
            <p:cNvPr id="100356" name="Rectangle 4">
              <a:extLst>
                <a:ext uri="{FF2B5EF4-FFF2-40B4-BE49-F238E27FC236}">
                  <a16:creationId xmlns:a16="http://schemas.microsoft.com/office/drawing/2014/main" id="{9A8F8993-7AE7-8570-65E2-48A6A7000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00357" name="Freeform 5">
              <a:extLst>
                <a:ext uri="{FF2B5EF4-FFF2-40B4-BE49-F238E27FC236}">
                  <a16:creationId xmlns:a16="http://schemas.microsoft.com/office/drawing/2014/main" id="{BD236F32-D3E4-FDDF-CDD3-54E93ABC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58" name="Freeform 6">
              <a:extLst>
                <a:ext uri="{FF2B5EF4-FFF2-40B4-BE49-F238E27FC236}">
                  <a16:creationId xmlns:a16="http://schemas.microsoft.com/office/drawing/2014/main" id="{9441BE9C-03D5-19FB-D7D1-1E61B6ACA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59" name="Freeform 7">
              <a:extLst>
                <a:ext uri="{FF2B5EF4-FFF2-40B4-BE49-F238E27FC236}">
                  <a16:creationId xmlns:a16="http://schemas.microsoft.com/office/drawing/2014/main" id="{3EDA7F79-2281-1AF0-8DDE-0E015AFD2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0" name="Freeform 8">
              <a:extLst>
                <a:ext uri="{FF2B5EF4-FFF2-40B4-BE49-F238E27FC236}">
                  <a16:creationId xmlns:a16="http://schemas.microsoft.com/office/drawing/2014/main" id="{D3BE109F-21CF-2D68-611C-B6982C291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1" name="Freeform 9">
              <a:extLst>
                <a:ext uri="{FF2B5EF4-FFF2-40B4-BE49-F238E27FC236}">
                  <a16:creationId xmlns:a16="http://schemas.microsoft.com/office/drawing/2014/main" id="{DC95FDA8-6C69-B441-50FA-7D6E87CFF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44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2" name="Freeform 10">
              <a:extLst>
                <a:ext uri="{FF2B5EF4-FFF2-40B4-BE49-F238E27FC236}">
                  <a16:creationId xmlns:a16="http://schemas.microsoft.com/office/drawing/2014/main" id="{5072D86B-A4C6-D3BB-71D6-CC5BE5219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26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3" name="Freeform 11">
              <a:extLst>
                <a:ext uri="{FF2B5EF4-FFF2-40B4-BE49-F238E27FC236}">
                  <a16:creationId xmlns:a16="http://schemas.microsoft.com/office/drawing/2014/main" id="{C8ECD95B-29CD-7D7E-5388-8CE37F41F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07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4" name="Freeform 12">
              <a:extLst>
                <a:ext uri="{FF2B5EF4-FFF2-40B4-BE49-F238E27FC236}">
                  <a16:creationId xmlns:a16="http://schemas.microsoft.com/office/drawing/2014/main" id="{BBDF245D-1CAC-CF66-DDD7-8CF826625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89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5" name="Freeform 13">
              <a:extLst>
                <a:ext uri="{FF2B5EF4-FFF2-40B4-BE49-F238E27FC236}">
                  <a16:creationId xmlns:a16="http://schemas.microsoft.com/office/drawing/2014/main" id="{16646A54-9409-8D0B-9869-20F9799E8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70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6" name="Freeform 14">
              <a:extLst>
                <a:ext uri="{FF2B5EF4-FFF2-40B4-BE49-F238E27FC236}">
                  <a16:creationId xmlns:a16="http://schemas.microsoft.com/office/drawing/2014/main" id="{FE7C37FA-C8E9-7249-A5F5-3A8DA1616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52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Freeform 15">
              <a:extLst>
                <a:ext uri="{FF2B5EF4-FFF2-40B4-BE49-F238E27FC236}">
                  <a16:creationId xmlns:a16="http://schemas.microsoft.com/office/drawing/2014/main" id="{C569B69C-12C9-B399-F2C8-6CEA538C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16">
              <a:extLst>
                <a:ext uri="{FF2B5EF4-FFF2-40B4-BE49-F238E27FC236}">
                  <a16:creationId xmlns:a16="http://schemas.microsoft.com/office/drawing/2014/main" id="{6D4870D2-99FE-8099-83FF-A142D1637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9" name="Freeform 17">
              <a:extLst>
                <a:ext uri="{FF2B5EF4-FFF2-40B4-BE49-F238E27FC236}">
                  <a16:creationId xmlns:a16="http://schemas.microsoft.com/office/drawing/2014/main" id="{7638049E-8298-DF2A-B15A-2E64015D1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0" name="Line 18">
              <a:extLst>
                <a:ext uri="{FF2B5EF4-FFF2-40B4-BE49-F238E27FC236}">
                  <a16:creationId xmlns:a16="http://schemas.microsoft.com/office/drawing/2014/main" id="{983FFA23-8BD0-47FA-67C3-757FC0E56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1" name="Line 19">
              <a:extLst>
                <a:ext uri="{FF2B5EF4-FFF2-40B4-BE49-F238E27FC236}">
                  <a16:creationId xmlns:a16="http://schemas.microsoft.com/office/drawing/2014/main" id="{EBDAEA5F-7C0A-8E30-27D2-998C14790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46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2" name="Line 20">
              <a:extLst>
                <a:ext uri="{FF2B5EF4-FFF2-40B4-BE49-F238E27FC236}">
                  <a16:creationId xmlns:a16="http://schemas.microsoft.com/office/drawing/2014/main" id="{C5C94B6F-F6A2-6D60-634C-7E15294AB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3" name="Line 21">
              <a:extLst>
                <a:ext uri="{FF2B5EF4-FFF2-40B4-BE49-F238E27FC236}">
                  <a16:creationId xmlns:a16="http://schemas.microsoft.com/office/drawing/2014/main" id="{D52C8DC8-03B9-EE7B-BDD5-188089C2E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4" name="Line 22">
              <a:extLst>
                <a:ext uri="{FF2B5EF4-FFF2-40B4-BE49-F238E27FC236}">
                  <a16:creationId xmlns:a16="http://schemas.microsoft.com/office/drawing/2014/main" id="{BF6D311B-04A5-2722-08EF-F9A2931F9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5" name="Freeform 23">
              <a:extLst>
                <a:ext uri="{FF2B5EF4-FFF2-40B4-BE49-F238E27FC236}">
                  <a16:creationId xmlns:a16="http://schemas.microsoft.com/office/drawing/2014/main" id="{16FD35D1-1FEC-7CB6-6CD7-BB0F7CC9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6" name="Line 24">
              <a:extLst>
                <a:ext uri="{FF2B5EF4-FFF2-40B4-BE49-F238E27FC236}">
                  <a16:creationId xmlns:a16="http://schemas.microsoft.com/office/drawing/2014/main" id="{CAC69374-1AA3-F338-8666-29582A1BA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7" name="Line 25">
              <a:extLst>
                <a:ext uri="{FF2B5EF4-FFF2-40B4-BE49-F238E27FC236}">
                  <a16:creationId xmlns:a16="http://schemas.microsoft.com/office/drawing/2014/main" id="{76D85968-A051-DEC1-7E1A-677334B52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8" name="Line 26">
              <a:extLst>
                <a:ext uri="{FF2B5EF4-FFF2-40B4-BE49-F238E27FC236}">
                  <a16:creationId xmlns:a16="http://schemas.microsoft.com/office/drawing/2014/main" id="{95EC5D73-9A34-5090-815D-17248D5FC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9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9" name="Line 27">
              <a:extLst>
                <a:ext uri="{FF2B5EF4-FFF2-40B4-BE49-F238E27FC236}">
                  <a16:creationId xmlns:a16="http://schemas.microsoft.com/office/drawing/2014/main" id="{EEF04CC3-0D93-1C7D-7ED5-7B4A6F5A8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0" name="Freeform 28">
              <a:extLst>
                <a:ext uri="{FF2B5EF4-FFF2-40B4-BE49-F238E27FC236}">
                  <a16:creationId xmlns:a16="http://schemas.microsoft.com/office/drawing/2014/main" id="{83D7078E-59F4-6F33-C283-39A420F4E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1" name="Line 29">
              <a:extLst>
                <a:ext uri="{FF2B5EF4-FFF2-40B4-BE49-F238E27FC236}">
                  <a16:creationId xmlns:a16="http://schemas.microsoft.com/office/drawing/2014/main" id="{04EC8265-102A-788A-89EE-0704C282A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2" name="Line 30">
              <a:extLst>
                <a:ext uri="{FF2B5EF4-FFF2-40B4-BE49-F238E27FC236}">
                  <a16:creationId xmlns:a16="http://schemas.microsoft.com/office/drawing/2014/main" id="{B6FD4879-2558-3557-2299-16C04C812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3" name="Freeform 31">
              <a:extLst>
                <a:ext uri="{FF2B5EF4-FFF2-40B4-BE49-F238E27FC236}">
                  <a16:creationId xmlns:a16="http://schemas.microsoft.com/office/drawing/2014/main" id="{253CC280-6D57-CED8-B654-3B2F8C57C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4" name="Line 32">
              <a:extLst>
                <a:ext uri="{FF2B5EF4-FFF2-40B4-BE49-F238E27FC236}">
                  <a16:creationId xmlns:a16="http://schemas.microsoft.com/office/drawing/2014/main" id="{A0A341AB-9C08-8C9B-4B99-FB55AD4A9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5" name="Line 33">
              <a:extLst>
                <a:ext uri="{FF2B5EF4-FFF2-40B4-BE49-F238E27FC236}">
                  <a16:creationId xmlns:a16="http://schemas.microsoft.com/office/drawing/2014/main" id="{BFD2F78B-5BB0-A44E-8640-E6359470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6" name="Freeform 34">
              <a:extLst>
                <a:ext uri="{FF2B5EF4-FFF2-40B4-BE49-F238E27FC236}">
                  <a16:creationId xmlns:a16="http://schemas.microsoft.com/office/drawing/2014/main" id="{F6D6C18C-77BF-4AB7-757F-8D6CC4E20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35">
              <a:extLst>
                <a:ext uri="{FF2B5EF4-FFF2-40B4-BE49-F238E27FC236}">
                  <a16:creationId xmlns:a16="http://schemas.microsoft.com/office/drawing/2014/main" id="{57DD4475-788C-B2F6-C3BA-AAC4208F1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8" name="Line 36">
              <a:extLst>
                <a:ext uri="{FF2B5EF4-FFF2-40B4-BE49-F238E27FC236}">
                  <a16:creationId xmlns:a16="http://schemas.microsoft.com/office/drawing/2014/main" id="{DACAC269-D60C-B9D7-0CA0-5CB20B3D0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7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9" name="Freeform 37">
              <a:extLst>
                <a:ext uri="{FF2B5EF4-FFF2-40B4-BE49-F238E27FC236}">
                  <a16:creationId xmlns:a16="http://schemas.microsoft.com/office/drawing/2014/main" id="{28C8CB6C-6B05-4AA5-B773-1161E9544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0" name="Line 38">
              <a:extLst>
                <a:ext uri="{FF2B5EF4-FFF2-40B4-BE49-F238E27FC236}">
                  <a16:creationId xmlns:a16="http://schemas.microsoft.com/office/drawing/2014/main" id="{6DB35E75-D488-7410-01E5-9CC40A68A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1" name="Line 39">
              <a:extLst>
                <a:ext uri="{FF2B5EF4-FFF2-40B4-BE49-F238E27FC236}">
                  <a16:creationId xmlns:a16="http://schemas.microsoft.com/office/drawing/2014/main" id="{598CDF1B-E634-F943-7F74-DC246C7E1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2" name="Freeform 40">
              <a:extLst>
                <a:ext uri="{FF2B5EF4-FFF2-40B4-BE49-F238E27FC236}">
                  <a16:creationId xmlns:a16="http://schemas.microsoft.com/office/drawing/2014/main" id="{66E0110C-5326-1935-FB52-62BCF4B81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3" name="Line 41">
              <a:extLst>
                <a:ext uri="{FF2B5EF4-FFF2-40B4-BE49-F238E27FC236}">
                  <a16:creationId xmlns:a16="http://schemas.microsoft.com/office/drawing/2014/main" id="{4CF5DF17-CE4A-6E7F-E888-0A8488B37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4" name="Line 42">
              <a:extLst>
                <a:ext uri="{FF2B5EF4-FFF2-40B4-BE49-F238E27FC236}">
                  <a16:creationId xmlns:a16="http://schemas.microsoft.com/office/drawing/2014/main" id="{837A2692-6390-557E-B602-5AE77B7CA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5" name="Freeform 43">
              <a:extLst>
                <a:ext uri="{FF2B5EF4-FFF2-40B4-BE49-F238E27FC236}">
                  <a16:creationId xmlns:a16="http://schemas.microsoft.com/office/drawing/2014/main" id="{41D4795B-BE42-B22A-DD80-AF14CE911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6" name="Line 44">
              <a:extLst>
                <a:ext uri="{FF2B5EF4-FFF2-40B4-BE49-F238E27FC236}">
                  <a16:creationId xmlns:a16="http://schemas.microsoft.com/office/drawing/2014/main" id="{088E337B-1BEF-FEEC-357C-2EEBBCB93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7" name="Line 45">
              <a:extLst>
                <a:ext uri="{FF2B5EF4-FFF2-40B4-BE49-F238E27FC236}">
                  <a16:creationId xmlns:a16="http://schemas.microsoft.com/office/drawing/2014/main" id="{8A358563-61F2-A6E6-34DF-FDD14930F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8" name="Freeform 46">
              <a:extLst>
                <a:ext uri="{FF2B5EF4-FFF2-40B4-BE49-F238E27FC236}">
                  <a16:creationId xmlns:a16="http://schemas.microsoft.com/office/drawing/2014/main" id="{93D518E8-D618-CC0C-0029-E512A0789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9" name="Line 47">
              <a:extLst>
                <a:ext uri="{FF2B5EF4-FFF2-40B4-BE49-F238E27FC236}">
                  <a16:creationId xmlns:a16="http://schemas.microsoft.com/office/drawing/2014/main" id="{111D96B4-C377-F842-E3D0-FA4E72120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0" name="Line 48">
              <a:extLst>
                <a:ext uri="{FF2B5EF4-FFF2-40B4-BE49-F238E27FC236}">
                  <a16:creationId xmlns:a16="http://schemas.microsoft.com/office/drawing/2014/main" id="{078B5942-AFCD-756B-6BB1-0F94AAE8C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1" name="Freeform 49">
              <a:extLst>
                <a:ext uri="{FF2B5EF4-FFF2-40B4-BE49-F238E27FC236}">
                  <a16:creationId xmlns:a16="http://schemas.microsoft.com/office/drawing/2014/main" id="{AA913AAC-2898-83A5-D86E-0924A9D6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2" name="Line 50">
              <a:extLst>
                <a:ext uri="{FF2B5EF4-FFF2-40B4-BE49-F238E27FC236}">
                  <a16:creationId xmlns:a16="http://schemas.microsoft.com/office/drawing/2014/main" id="{95E0A163-3A03-8711-1575-2D88B6271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3" name="Line 51">
              <a:extLst>
                <a:ext uri="{FF2B5EF4-FFF2-40B4-BE49-F238E27FC236}">
                  <a16:creationId xmlns:a16="http://schemas.microsoft.com/office/drawing/2014/main" id="{D33AC08A-7A57-E99D-C839-0B256F456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4" name="Freeform 52">
              <a:extLst>
                <a:ext uri="{FF2B5EF4-FFF2-40B4-BE49-F238E27FC236}">
                  <a16:creationId xmlns:a16="http://schemas.microsoft.com/office/drawing/2014/main" id="{9785111E-81D2-7BD0-9A53-FF4C1D76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5" name="Line 53">
              <a:extLst>
                <a:ext uri="{FF2B5EF4-FFF2-40B4-BE49-F238E27FC236}">
                  <a16:creationId xmlns:a16="http://schemas.microsoft.com/office/drawing/2014/main" id="{08679CDA-81A9-7425-E227-F0F55E216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6" name="Line 54">
              <a:extLst>
                <a:ext uri="{FF2B5EF4-FFF2-40B4-BE49-F238E27FC236}">
                  <a16:creationId xmlns:a16="http://schemas.microsoft.com/office/drawing/2014/main" id="{E3F7A307-F85C-E068-B25A-08F71678F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7" name="Line 55">
              <a:extLst>
                <a:ext uri="{FF2B5EF4-FFF2-40B4-BE49-F238E27FC236}">
                  <a16:creationId xmlns:a16="http://schemas.microsoft.com/office/drawing/2014/main" id="{9D46C3BE-03EA-F192-0B16-C6B598CFC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8" name="Line 56">
              <a:extLst>
                <a:ext uri="{FF2B5EF4-FFF2-40B4-BE49-F238E27FC236}">
                  <a16:creationId xmlns:a16="http://schemas.microsoft.com/office/drawing/2014/main" id="{41CA9AC6-430A-A0AE-5338-ECDAE5CB8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9" name="Freeform 57">
              <a:extLst>
                <a:ext uri="{FF2B5EF4-FFF2-40B4-BE49-F238E27FC236}">
                  <a16:creationId xmlns:a16="http://schemas.microsoft.com/office/drawing/2014/main" id="{C0DA8C97-F725-CB4C-3672-18BDD07CD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0" name="Line 58">
              <a:extLst>
                <a:ext uri="{FF2B5EF4-FFF2-40B4-BE49-F238E27FC236}">
                  <a16:creationId xmlns:a16="http://schemas.microsoft.com/office/drawing/2014/main" id="{3F9065E3-0F9E-DF05-881C-3F45BB434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1" name="Line 59">
              <a:extLst>
                <a:ext uri="{FF2B5EF4-FFF2-40B4-BE49-F238E27FC236}">
                  <a16:creationId xmlns:a16="http://schemas.microsoft.com/office/drawing/2014/main" id="{BAD60AFD-FEE2-4994-0031-B43530088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2" name="Freeform 60">
              <a:extLst>
                <a:ext uri="{FF2B5EF4-FFF2-40B4-BE49-F238E27FC236}">
                  <a16:creationId xmlns:a16="http://schemas.microsoft.com/office/drawing/2014/main" id="{3CE32DA5-40CA-8C6F-B4B8-9731ABFB7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3" name="Line 61">
              <a:extLst>
                <a:ext uri="{FF2B5EF4-FFF2-40B4-BE49-F238E27FC236}">
                  <a16:creationId xmlns:a16="http://schemas.microsoft.com/office/drawing/2014/main" id="{323F4F97-01EC-1770-991C-2DFF4E23F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4" name="Line 62">
              <a:extLst>
                <a:ext uri="{FF2B5EF4-FFF2-40B4-BE49-F238E27FC236}">
                  <a16:creationId xmlns:a16="http://schemas.microsoft.com/office/drawing/2014/main" id="{6A968BBF-4C88-F72F-F2C5-4DE735842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5" name="Freeform 63">
              <a:extLst>
                <a:ext uri="{FF2B5EF4-FFF2-40B4-BE49-F238E27FC236}">
                  <a16:creationId xmlns:a16="http://schemas.microsoft.com/office/drawing/2014/main" id="{77DC8E50-4AA5-2895-0937-D9F482E4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6" name="Line 64">
              <a:extLst>
                <a:ext uri="{FF2B5EF4-FFF2-40B4-BE49-F238E27FC236}">
                  <a16:creationId xmlns:a16="http://schemas.microsoft.com/office/drawing/2014/main" id="{987E582E-9846-F0F0-962A-F54972D6A1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7" name="Line 65">
              <a:extLst>
                <a:ext uri="{FF2B5EF4-FFF2-40B4-BE49-F238E27FC236}">
                  <a16:creationId xmlns:a16="http://schemas.microsoft.com/office/drawing/2014/main" id="{84713E05-C97D-6922-8903-D980B03A8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8" name="Freeform 66">
              <a:extLst>
                <a:ext uri="{FF2B5EF4-FFF2-40B4-BE49-F238E27FC236}">
                  <a16:creationId xmlns:a16="http://schemas.microsoft.com/office/drawing/2014/main" id="{7C71A775-A3CB-9E00-F025-D31903420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9" name="Line 67">
              <a:extLst>
                <a:ext uri="{FF2B5EF4-FFF2-40B4-BE49-F238E27FC236}">
                  <a16:creationId xmlns:a16="http://schemas.microsoft.com/office/drawing/2014/main" id="{C38CABDE-451D-D124-E7ED-4113EDA29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0" name="Line 68">
              <a:extLst>
                <a:ext uri="{FF2B5EF4-FFF2-40B4-BE49-F238E27FC236}">
                  <a16:creationId xmlns:a16="http://schemas.microsoft.com/office/drawing/2014/main" id="{61BE4261-3951-35E7-B860-228FE79E8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1" name="Freeform 69">
              <a:extLst>
                <a:ext uri="{FF2B5EF4-FFF2-40B4-BE49-F238E27FC236}">
                  <a16:creationId xmlns:a16="http://schemas.microsoft.com/office/drawing/2014/main" id="{941B2343-2B4F-016B-146F-6052933A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2" name="Line 70">
              <a:extLst>
                <a:ext uri="{FF2B5EF4-FFF2-40B4-BE49-F238E27FC236}">
                  <a16:creationId xmlns:a16="http://schemas.microsoft.com/office/drawing/2014/main" id="{E5E959C1-456B-237D-94C4-25E3807F6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3" name="Line 71">
              <a:extLst>
                <a:ext uri="{FF2B5EF4-FFF2-40B4-BE49-F238E27FC236}">
                  <a16:creationId xmlns:a16="http://schemas.microsoft.com/office/drawing/2014/main" id="{E68B97F3-88B8-8613-8F1E-73C1D646C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4" name="Freeform 72">
              <a:extLst>
                <a:ext uri="{FF2B5EF4-FFF2-40B4-BE49-F238E27FC236}">
                  <a16:creationId xmlns:a16="http://schemas.microsoft.com/office/drawing/2014/main" id="{166F4968-434F-5C38-CBE9-7671CB46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5" name="Line 73">
              <a:extLst>
                <a:ext uri="{FF2B5EF4-FFF2-40B4-BE49-F238E27FC236}">
                  <a16:creationId xmlns:a16="http://schemas.microsoft.com/office/drawing/2014/main" id="{35F2B4CB-AF10-8E91-6A8D-AECAA94B9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6" name="Line 74">
              <a:extLst>
                <a:ext uri="{FF2B5EF4-FFF2-40B4-BE49-F238E27FC236}">
                  <a16:creationId xmlns:a16="http://schemas.microsoft.com/office/drawing/2014/main" id="{7E683C4C-6F98-BD6D-FB54-0A7AB6315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7" name="Freeform 75">
              <a:extLst>
                <a:ext uri="{FF2B5EF4-FFF2-40B4-BE49-F238E27FC236}">
                  <a16:creationId xmlns:a16="http://schemas.microsoft.com/office/drawing/2014/main" id="{C7430F61-D86B-55C2-9A5D-C82A18675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8" name="Line 76">
              <a:extLst>
                <a:ext uri="{FF2B5EF4-FFF2-40B4-BE49-F238E27FC236}">
                  <a16:creationId xmlns:a16="http://schemas.microsoft.com/office/drawing/2014/main" id="{066CD63A-92E6-5B71-DD0C-5D5D89E00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9" name="Line 77">
              <a:extLst>
                <a:ext uri="{FF2B5EF4-FFF2-40B4-BE49-F238E27FC236}">
                  <a16:creationId xmlns:a16="http://schemas.microsoft.com/office/drawing/2014/main" id="{6A6FC4E5-22A6-1450-461A-E5EFF1A23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0" name="Freeform 78">
              <a:extLst>
                <a:ext uri="{FF2B5EF4-FFF2-40B4-BE49-F238E27FC236}">
                  <a16:creationId xmlns:a16="http://schemas.microsoft.com/office/drawing/2014/main" id="{9085ACE7-FA14-6121-80CA-19FC4AA97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1" name="Line 79">
              <a:extLst>
                <a:ext uri="{FF2B5EF4-FFF2-40B4-BE49-F238E27FC236}">
                  <a16:creationId xmlns:a16="http://schemas.microsoft.com/office/drawing/2014/main" id="{5548B811-7DAB-3C00-B556-C0601DB9D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2" name="Line 80">
              <a:extLst>
                <a:ext uri="{FF2B5EF4-FFF2-40B4-BE49-F238E27FC236}">
                  <a16:creationId xmlns:a16="http://schemas.microsoft.com/office/drawing/2014/main" id="{5DDF9767-E418-DB54-B4F6-034195FC3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3" name="Freeform 81">
              <a:extLst>
                <a:ext uri="{FF2B5EF4-FFF2-40B4-BE49-F238E27FC236}">
                  <a16:creationId xmlns:a16="http://schemas.microsoft.com/office/drawing/2014/main" id="{A781E76C-3794-8DC3-E690-722D1DA25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4" name="Line 82">
              <a:extLst>
                <a:ext uri="{FF2B5EF4-FFF2-40B4-BE49-F238E27FC236}">
                  <a16:creationId xmlns:a16="http://schemas.microsoft.com/office/drawing/2014/main" id="{92A2EC33-27FE-3D8B-439D-006037E54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5" name="Line 83">
              <a:extLst>
                <a:ext uri="{FF2B5EF4-FFF2-40B4-BE49-F238E27FC236}">
                  <a16:creationId xmlns:a16="http://schemas.microsoft.com/office/drawing/2014/main" id="{2430B954-F6DE-4369-DA90-C3CF20837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6" name="Line 84">
              <a:extLst>
                <a:ext uri="{FF2B5EF4-FFF2-40B4-BE49-F238E27FC236}">
                  <a16:creationId xmlns:a16="http://schemas.microsoft.com/office/drawing/2014/main" id="{290FB0F6-195C-B1EA-DD27-514AAFF43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7" name="Line 85">
              <a:extLst>
                <a:ext uri="{FF2B5EF4-FFF2-40B4-BE49-F238E27FC236}">
                  <a16:creationId xmlns:a16="http://schemas.microsoft.com/office/drawing/2014/main" id="{A6CF2998-B8DE-C515-6506-CCCDCBA65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8" name="Freeform 86">
              <a:extLst>
                <a:ext uri="{FF2B5EF4-FFF2-40B4-BE49-F238E27FC236}">
                  <a16:creationId xmlns:a16="http://schemas.microsoft.com/office/drawing/2014/main" id="{E3C17799-0F84-91C6-2A45-E935A68DE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9" name="Line 87">
              <a:extLst>
                <a:ext uri="{FF2B5EF4-FFF2-40B4-BE49-F238E27FC236}">
                  <a16:creationId xmlns:a16="http://schemas.microsoft.com/office/drawing/2014/main" id="{FEAC783B-73B2-B399-FF14-5D5264B80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0" name="Line 88">
              <a:extLst>
                <a:ext uri="{FF2B5EF4-FFF2-40B4-BE49-F238E27FC236}">
                  <a16:creationId xmlns:a16="http://schemas.microsoft.com/office/drawing/2014/main" id="{EBA38B9D-AF04-64FF-BE30-CF6046A23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1" name="Freeform 89">
              <a:extLst>
                <a:ext uri="{FF2B5EF4-FFF2-40B4-BE49-F238E27FC236}">
                  <a16:creationId xmlns:a16="http://schemas.microsoft.com/office/drawing/2014/main" id="{CF0CF6C8-1670-632A-E000-B36D43214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2" name="Line 90">
              <a:extLst>
                <a:ext uri="{FF2B5EF4-FFF2-40B4-BE49-F238E27FC236}">
                  <a16:creationId xmlns:a16="http://schemas.microsoft.com/office/drawing/2014/main" id="{A3834895-7BEB-5C94-C677-5424FFBB5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3" name="Line 91">
              <a:extLst>
                <a:ext uri="{FF2B5EF4-FFF2-40B4-BE49-F238E27FC236}">
                  <a16:creationId xmlns:a16="http://schemas.microsoft.com/office/drawing/2014/main" id="{AC60ED4F-1E9B-CD38-2E14-9AABD3C94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4" name="Freeform 92">
              <a:extLst>
                <a:ext uri="{FF2B5EF4-FFF2-40B4-BE49-F238E27FC236}">
                  <a16:creationId xmlns:a16="http://schemas.microsoft.com/office/drawing/2014/main" id="{2EB85E1E-237E-430A-2023-5FED60366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5" name="Line 93">
              <a:extLst>
                <a:ext uri="{FF2B5EF4-FFF2-40B4-BE49-F238E27FC236}">
                  <a16:creationId xmlns:a16="http://schemas.microsoft.com/office/drawing/2014/main" id="{2FFB2B44-3A0E-FC92-F858-822BA45F7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3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6" name="Line 94">
              <a:extLst>
                <a:ext uri="{FF2B5EF4-FFF2-40B4-BE49-F238E27FC236}">
                  <a16:creationId xmlns:a16="http://schemas.microsoft.com/office/drawing/2014/main" id="{C01D067B-EFCC-9A61-CF42-200A356C5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7" name="Freeform 95">
              <a:extLst>
                <a:ext uri="{FF2B5EF4-FFF2-40B4-BE49-F238E27FC236}">
                  <a16:creationId xmlns:a16="http://schemas.microsoft.com/office/drawing/2014/main" id="{E8DC3B4B-E448-0C73-571F-413DF1EA7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8" name="Line 96">
              <a:extLst>
                <a:ext uri="{FF2B5EF4-FFF2-40B4-BE49-F238E27FC236}">
                  <a16:creationId xmlns:a16="http://schemas.microsoft.com/office/drawing/2014/main" id="{08944257-8EAF-3E84-6DC3-26496AEB9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9" name="Line 97">
              <a:extLst>
                <a:ext uri="{FF2B5EF4-FFF2-40B4-BE49-F238E27FC236}">
                  <a16:creationId xmlns:a16="http://schemas.microsoft.com/office/drawing/2014/main" id="{9EAF4F8D-518A-E6AC-010C-F9C76409A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0" name="Freeform 98">
              <a:extLst>
                <a:ext uri="{FF2B5EF4-FFF2-40B4-BE49-F238E27FC236}">
                  <a16:creationId xmlns:a16="http://schemas.microsoft.com/office/drawing/2014/main" id="{10FA1981-4E8A-FDB0-77D3-2E781538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1" name="Line 99">
              <a:extLst>
                <a:ext uri="{FF2B5EF4-FFF2-40B4-BE49-F238E27FC236}">
                  <a16:creationId xmlns:a16="http://schemas.microsoft.com/office/drawing/2014/main" id="{1285F688-9E94-5FD6-1A31-4D42BD421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2" name="Line 100">
              <a:extLst>
                <a:ext uri="{FF2B5EF4-FFF2-40B4-BE49-F238E27FC236}">
                  <a16:creationId xmlns:a16="http://schemas.microsoft.com/office/drawing/2014/main" id="{9E5811F6-BF61-87C5-EA95-BC7067A60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3" name="Freeform 101">
              <a:extLst>
                <a:ext uri="{FF2B5EF4-FFF2-40B4-BE49-F238E27FC236}">
                  <a16:creationId xmlns:a16="http://schemas.microsoft.com/office/drawing/2014/main" id="{1002CAF7-5407-404A-0209-A9973619A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4" name="Line 102">
              <a:extLst>
                <a:ext uri="{FF2B5EF4-FFF2-40B4-BE49-F238E27FC236}">
                  <a16:creationId xmlns:a16="http://schemas.microsoft.com/office/drawing/2014/main" id="{C9EB96B9-5FE0-9F63-FD76-0F0FC1830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6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" name="Line 103">
              <a:extLst>
                <a:ext uri="{FF2B5EF4-FFF2-40B4-BE49-F238E27FC236}">
                  <a16:creationId xmlns:a16="http://schemas.microsoft.com/office/drawing/2014/main" id="{47D5552E-50E6-D120-5DDD-ED5DC2A71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6" name="Freeform 104">
              <a:extLst>
                <a:ext uri="{FF2B5EF4-FFF2-40B4-BE49-F238E27FC236}">
                  <a16:creationId xmlns:a16="http://schemas.microsoft.com/office/drawing/2014/main" id="{3189DF4D-ABFC-F368-4EDB-69EFF158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7" name="Line 105">
              <a:extLst>
                <a:ext uri="{FF2B5EF4-FFF2-40B4-BE49-F238E27FC236}">
                  <a16:creationId xmlns:a16="http://schemas.microsoft.com/office/drawing/2014/main" id="{0EA162DE-AFD5-9F3F-47A4-D20FF58A3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8" name="Line 106">
              <a:extLst>
                <a:ext uri="{FF2B5EF4-FFF2-40B4-BE49-F238E27FC236}">
                  <a16:creationId xmlns:a16="http://schemas.microsoft.com/office/drawing/2014/main" id="{D257D440-B885-5CEA-710C-B0C4EB078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9" name="Freeform 107">
              <a:extLst>
                <a:ext uri="{FF2B5EF4-FFF2-40B4-BE49-F238E27FC236}">
                  <a16:creationId xmlns:a16="http://schemas.microsoft.com/office/drawing/2014/main" id="{E9572ADE-A965-20DA-6F3D-119320DC4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0" name="Line 108">
              <a:extLst>
                <a:ext uri="{FF2B5EF4-FFF2-40B4-BE49-F238E27FC236}">
                  <a16:creationId xmlns:a16="http://schemas.microsoft.com/office/drawing/2014/main" id="{8337C539-07B9-6700-AD7F-1D2A9A2F0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1" name="Line 109">
              <a:extLst>
                <a:ext uri="{FF2B5EF4-FFF2-40B4-BE49-F238E27FC236}">
                  <a16:creationId xmlns:a16="http://schemas.microsoft.com/office/drawing/2014/main" id="{B915C62F-2C31-510A-DDD8-F926B145F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2" name="Freeform 110">
              <a:extLst>
                <a:ext uri="{FF2B5EF4-FFF2-40B4-BE49-F238E27FC236}">
                  <a16:creationId xmlns:a16="http://schemas.microsoft.com/office/drawing/2014/main" id="{253C1734-DCE5-7132-E6D4-5B1725636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3" name="Line 111">
              <a:extLst>
                <a:ext uri="{FF2B5EF4-FFF2-40B4-BE49-F238E27FC236}">
                  <a16:creationId xmlns:a16="http://schemas.microsoft.com/office/drawing/2014/main" id="{47F2A23D-73FE-DEE5-F8A4-5B90E5EF0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4" name="Line 112">
              <a:extLst>
                <a:ext uri="{FF2B5EF4-FFF2-40B4-BE49-F238E27FC236}">
                  <a16:creationId xmlns:a16="http://schemas.microsoft.com/office/drawing/2014/main" id="{5BCC972B-9112-1522-169A-DE52C029E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5" name="Line 113">
              <a:extLst>
                <a:ext uri="{FF2B5EF4-FFF2-40B4-BE49-F238E27FC236}">
                  <a16:creationId xmlns:a16="http://schemas.microsoft.com/office/drawing/2014/main" id="{41599DC3-E198-B93C-ACB1-1AA38F1D9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4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6" name="Line 114">
              <a:extLst>
                <a:ext uri="{FF2B5EF4-FFF2-40B4-BE49-F238E27FC236}">
                  <a16:creationId xmlns:a16="http://schemas.microsoft.com/office/drawing/2014/main" id="{58F2B792-50C0-DC7A-6518-F51DCF1B8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44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7" name="Rectangle 115">
              <a:extLst>
                <a:ext uri="{FF2B5EF4-FFF2-40B4-BE49-F238E27FC236}">
                  <a16:creationId xmlns:a16="http://schemas.microsoft.com/office/drawing/2014/main" id="{9A9753B3-A396-9E9E-74A0-EB35A20E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3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68" name="Line 116">
              <a:extLst>
                <a:ext uri="{FF2B5EF4-FFF2-40B4-BE49-F238E27FC236}">
                  <a16:creationId xmlns:a16="http://schemas.microsoft.com/office/drawing/2014/main" id="{A33ABD41-27E1-7736-4C39-A14024AE8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26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9" name="Line 117">
              <a:extLst>
                <a:ext uri="{FF2B5EF4-FFF2-40B4-BE49-F238E27FC236}">
                  <a16:creationId xmlns:a16="http://schemas.microsoft.com/office/drawing/2014/main" id="{528B6EDC-38F4-BB5C-9B53-3A96833E7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26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0" name="Line 118">
              <a:extLst>
                <a:ext uri="{FF2B5EF4-FFF2-40B4-BE49-F238E27FC236}">
                  <a16:creationId xmlns:a16="http://schemas.microsoft.com/office/drawing/2014/main" id="{35F42444-5588-949E-DEFC-1957F4B72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07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1" name="Line 119">
              <a:extLst>
                <a:ext uri="{FF2B5EF4-FFF2-40B4-BE49-F238E27FC236}">
                  <a16:creationId xmlns:a16="http://schemas.microsoft.com/office/drawing/2014/main" id="{68150FBD-9026-8B90-2328-572FC1552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07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2" name="Rectangle 120">
              <a:extLst>
                <a:ext uri="{FF2B5EF4-FFF2-40B4-BE49-F238E27FC236}">
                  <a16:creationId xmlns:a16="http://schemas.microsoft.com/office/drawing/2014/main" id="{306E78F9-31BD-3845-44AC-5DB28662B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96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73" name="Line 121">
              <a:extLst>
                <a:ext uri="{FF2B5EF4-FFF2-40B4-BE49-F238E27FC236}">
                  <a16:creationId xmlns:a16="http://schemas.microsoft.com/office/drawing/2014/main" id="{5F0108E8-00DF-BA7C-C557-C240AC9FA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89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4" name="Line 122">
              <a:extLst>
                <a:ext uri="{FF2B5EF4-FFF2-40B4-BE49-F238E27FC236}">
                  <a16:creationId xmlns:a16="http://schemas.microsoft.com/office/drawing/2014/main" id="{245EC594-A3C3-C2FE-CA65-0BE84F0EF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89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5" name="Line 123">
              <a:extLst>
                <a:ext uri="{FF2B5EF4-FFF2-40B4-BE49-F238E27FC236}">
                  <a16:creationId xmlns:a16="http://schemas.microsoft.com/office/drawing/2014/main" id="{9C40D7CF-7D15-907C-8E50-840106E4D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70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6" name="Line 124">
              <a:extLst>
                <a:ext uri="{FF2B5EF4-FFF2-40B4-BE49-F238E27FC236}">
                  <a16:creationId xmlns:a16="http://schemas.microsoft.com/office/drawing/2014/main" id="{80C57AE3-65CD-6D67-CA82-D5CBF8542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70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7" name="Rectangle 125">
              <a:extLst>
                <a:ext uri="{FF2B5EF4-FFF2-40B4-BE49-F238E27FC236}">
                  <a16:creationId xmlns:a16="http://schemas.microsoft.com/office/drawing/2014/main" id="{B14287C1-4B6E-05C9-754F-F9D0DF5C0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611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78" name="Line 126">
              <a:extLst>
                <a:ext uri="{FF2B5EF4-FFF2-40B4-BE49-F238E27FC236}">
                  <a16:creationId xmlns:a16="http://schemas.microsoft.com/office/drawing/2014/main" id="{8D9A1837-B556-86B8-2712-F85C761F3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52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9" name="Line 127">
              <a:extLst>
                <a:ext uri="{FF2B5EF4-FFF2-40B4-BE49-F238E27FC236}">
                  <a16:creationId xmlns:a16="http://schemas.microsoft.com/office/drawing/2014/main" id="{F7413F9E-90C0-B1E3-9571-85D7771FB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52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0" name="Line 128">
              <a:extLst>
                <a:ext uri="{FF2B5EF4-FFF2-40B4-BE49-F238E27FC236}">
                  <a16:creationId xmlns:a16="http://schemas.microsoft.com/office/drawing/2014/main" id="{FD8BB712-4D46-52A9-141D-427562FE1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1" name="Line 129">
              <a:extLst>
                <a:ext uri="{FF2B5EF4-FFF2-40B4-BE49-F238E27FC236}">
                  <a16:creationId xmlns:a16="http://schemas.microsoft.com/office/drawing/2014/main" id="{553358E7-DB31-4BEA-8325-F5E5E806D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340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2" name="Rectangle 130">
              <a:extLst>
                <a:ext uri="{FF2B5EF4-FFF2-40B4-BE49-F238E27FC236}">
                  <a16:creationId xmlns:a16="http://schemas.microsoft.com/office/drawing/2014/main" id="{84B161C3-BF2C-7EDE-BD40-2C718C348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1260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83" name="Line 131">
              <a:extLst>
                <a:ext uri="{FF2B5EF4-FFF2-40B4-BE49-F238E27FC236}">
                  <a16:creationId xmlns:a16="http://schemas.microsoft.com/office/drawing/2014/main" id="{810BCFB7-8865-B77D-EA4E-B8371BA82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4" name="Freeform 132">
              <a:extLst>
                <a:ext uri="{FF2B5EF4-FFF2-40B4-BE49-F238E27FC236}">
                  <a16:creationId xmlns:a16="http://schemas.microsoft.com/office/drawing/2014/main" id="{24E0307B-68FD-DE75-6BD2-5B9306328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5" name="Line 133">
              <a:extLst>
                <a:ext uri="{FF2B5EF4-FFF2-40B4-BE49-F238E27FC236}">
                  <a16:creationId xmlns:a16="http://schemas.microsoft.com/office/drawing/2014/main" id="{AD2B3462-1348-0920-B257-D144FE572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6" name="Rectangle 134">
              <a:extLst>
                <a:ext uri="{FF2B5EF4-FFF2-40B4-BE49-F238E27FC236}">
                  <a16:creationId xmlns:a16="http://schemas.microsoft.com/office/drawing/2014/main" id="{46C81AC3-3ABB-B605-C172-978F9C59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00487" name="Freeform 135">
              <a:extLst>
                <a:ext uri="{FF2B5EF4-FFF2-40B4-BE49-F238E27FC236}">
                  <a16:creationId xmlns:a16="http://schemas.microsoft.com/office/drawing/2014/main" id="{B52E0663-375B-5E07-14E4-365BEC144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8" name="Freeform 136">
              <a:extLst>
                <a:ext uri="{FF2B5EF4-FFF2-40B4-BE49-F238E27FC236}">
                  <a16:creationId xmlns:a16="http://schemas.microsoft.com/office/drawing/2014/main" id="{194F16E9-803A-DD8C-B1B7-658495913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9" name="Freeform 137">
              <a:extLst>
                <a:ext uri="{FF2B5EF4-FFF2-40B4-BE49-F238E27FC236}">
                  <a16:creationId xmlns:a16="http://schemas.microsoft.com/office/drawing/2014/main" id="{BAC7B348-A3E1-33D8-ADC1-56E8C977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0" name="Freeform 138">
              <a:extLst>
                <a:ext uri="{FF2B5EF4-FFF2-40B4-BE49-F238E27FC236}">
                  <a16:creationId xmlns:a16="http://schemas.microsoft.com/office/drawing/2014/main" id="{5BB51EF4-1EEC-9C01-2060-04803EFBC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1" name="Freeform 139">
              <a:extLst>
                <a:ext uri="{FF2B5EF4-FFF2-40B4-BE49-F238E27FC236}">
                  <a16:creationId xmlns:a16="http://schemas.microsoft.com/office/drawing/2014/main" id="{3083A722-E991-585A-BB67-268698B11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2" name="Freeform 140">
              <a:extLst>
                <a:ext uri="{FF2B5EF4-FFF2-40B4-BE49-F238E27FC236}">
                  <a16:creationId xmlns:a16="http://schemas.microsoft.com/office/drawing/2014/main" id="{D1996EFE-9316-238C-23A5-2837CF073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89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3" name="Freeform 141">
              <a:extLst>
                <a:ext uri="{FF2B5EF4-FFF2-40B4-BE49-F238E27FC236}">
                  <a16:creationId xmlns:a16="http://schemas.microsoft.com/office/drawing/2014/main" id="{49206603-665A-E771-4DCC-574F52DB2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168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4" name="Freeform 142">
              <a:extLst>
                <a:ext uri="{FF2B5EF4-FFF2-40B4-BE49-F238E27FC236}">
                  <a16:creationId xmlns:a16="http://schemas.microsoft.com/office/drawing/2014/main" id="{3F0AAF16-8E66-AD1C-E8C2-F672111F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44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5" name="Freeform 143">
              <a:extLst>
                <a:ext uri="{FF2B5EF4-FFF2-40B4-BE49-F238E27FC236}">
                  <a16:creationId xmlns:a16="http://schemas.microsoft.com/office/drawing/2014/main" id="{E39C7B9E-2F87-9625-2DE7-FC2CF233D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23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6" name="Line 144">
              <a:extLst>
                <a:ext uri="{FF2B5EF4-FFF2-40B4-BE49-F238E27FC236}">
                  <a16:creationId xmlns:a16="http://schemas.microsoft.com/office/drawing/2014/main" id="{6AF929E8-0327-D4D2-3C84-D0C8B847A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7" name="Freeform 145">
              <a:extLst>
                <a:ext uri="{FF2B5EF4-FFF2-40B4-BE49-F238E27FC236}">
                  <a16:creationId xmlns:a16="http://schemas.microsoft.com/office/drawing/2014/main" id="{D6B6D665-FE9C-00CF-6275-D2C68C9B8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8" name="Line 146">
              <a:extLst>
                <a:ext uri="{FF2B5EF4-FFF2-40B4-BE49-F238E27FC236}">
                  <a16:creationId xmlns:a16="http://schemas.microsoft.com/office/drawing/2014/main" id="{9FF1CC89-CA29-59DB-A753-A3235793C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9" name="Line 147">
              <a:extLst>
                <a:ext uri="{FF2B5EF4-FFF2-40B4-BE49-F238E27FC236}">
                  <a16:creationId xmlns:a16="http://schemas.microsoft.com/office/drawing/2014/main" id="{B4602DF2-45BA-5895-A1F9-0FB8018E9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723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0" name="Line 148">
              <a:extLst>
                <a:ext uri="{FF2B5EF4-FFF2-40B4-BE49-F238E27FC236}">
                  <a16:creationId xmlns:a16="http://schemas.microsoft.com/office/drawing/2014/main" id="{CFB75E1A-5F16-C834-022A-AABD9BEB7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1" name="Line 149">
              <a:extLst>
                <a:ext uri="{FF2B5EF4-FFF2-40B4-BE49-F238E27FC236}">
                  <a16:creationId xmlns:a16="http://schemas.microsoft.com/office/drawing/2014/main" id="{CF5B8FBC-C1E5-0235-1EEF-DE76DF369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2" name="Line 150">
              <a:extLst>
                <a:ext uri="{FF2B5EF4-FFF2-40B4-BE49-F238E27FC236}">
                  <a16:creationId xmlns:a16="http://schemas.microsoft.com/office/drawing/2014/main" id="{B557074C-95E8-2D4A-C522-96571B8FB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3" name="Freeform 151">
              <a:extLst>
                <a:ext uri="{FF2B5EF4-FFF2-40B4-BE49-F238E27FC236}">
                  <a16:creationId xmlns:a16="http://schemas.microsoft.com/office/drawing/2014/main" id="{9B665CED-EEBE-CA48-4E39-7298D3EB6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4" name="Line 152">
              <a:extLst>
                <a:ext uri="{FF2B5EF4-FFF2-40B4-BE49-F238E27FC236}">
                  <a16:creationId xmlns:a16="http://schemas.microsoft.com/office/drawing/2014/main" id="{7D1B6552-6108-54AC-2272-3DF9A6CCC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5" name="Line 153">
              <a:extLst>
                <a:ext uri="{FF2B5EF4-FFF2-40B4-BE49-F238E27FC236}">
                  <a16:creationId xmlns:a16="http://schemas.microsoft.com/office/drawing/2014/main" id="{B65FC829-43F4-D877-2FD7-32836E22B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6" name="Line 154">
              <a:extLst>
                <a:ext uri="{FF2B5EF4-FFF2-40B4-BE49-F238E27FC236}">
                  <a16:creationId xmlns:a16="http://schemas.microsoft.com/office/drawing/2014/main" id="{6F736B5F-5648-12AC-7F8F-5D1708817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9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7" name="Line 155">
              <a:extLst>
                <a:ext uri="{FF2B5EF4-FFF2-40B4-BE49-F238E27FC236}">
                  <a16:creationId xmlns:a16="http://schemas.microsoft.com/office/drawing/2014/main" id="{84E8E07A-6D44-5604-636D-1BC82BB1D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8" name="Freeform 156">
              <a:extLst>
                <a:ext uri="{FF2B5EF4-FFF2-40B4-BE49-F238E27FC236}">
                  <a16:creationId xmlns:a16="http://schemas.microsoft.com/office/drawing/2014/main" id="{073014E1-5149-CB0E-D768-DC8B3CA7E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9" name="Line 157">
              <a:extLst>
                <a:ext uri="{FF2B5EF4-FFF2-40B4-BE49-F238E27FC236}">
                  <a16:creationId xmlns:a16="http://schemas.microsoft.com/office/drawing/2014/main" id="{82D1AD57-8294-0225-3849-C4C767856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0" name="Line 158">
              <a:extLst>
                <a:ext uri="{FF2B5EF4-FFF2-40B4-BE49-F238E27FC236}">
                  <a16:creationId xmlns:a16="http://schemas.microsoft.com/office/drawing/2014/main" id="{70EAF2F0-1023-366F-9F2E-521F4F592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1" name="Freeform 159">
              <a:extLst>
                <a:ext uri="{FF2B5EF4-FFF2-40B4-BE49-F238E27FC236}">
                  <a16:creationId xmlns:a16="http://schemas.microsoft.com/office/drawing/2014/main" id="{DB8888F5-D3D2-5DA7-F3EC-4C1EA4972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2" name="Line 160">
              <a:extLst>
                <a:ext uri="{FF2B5EF4-FFF2-40B4-BE49-F238E27FC236}">
                  <a16:creationId xmlns:a16="http://schemas.microsoft.com/office/drawing/2014/main" id="{1EE5E426-3E51-E258-7B0D-F2595EDBE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3" name="Line 161">
              <a:extLst>
                <a:ext uri="{FF2B5EF4-FFF2-40B4-BE49-F238E27FC236}">
                  <a16:creationId xmlns:a16="http://schemas.microsoft.com/office/drawing/2014/main" id="{CECE25E5-F80A-1E4D-9182-788F3F1F8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4" name="Freeform 162">
              <a:extLst>
                <a:ext uri="{FF2B5EF4-FFF2-40B4-BE49-F238E27FC236}">
                  <a16:creationId xmlns:a16="http://schemas.microsoft.com/office/drawing/2014/main" id="{0072F56D-043D-288B-23AE-4E0A5CADA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5" name="Line 163">
              <a:extLst>
                <a:ext uri="{FF2B5EF4-FFF2-40B4-BE49-F238E27FC236}">
                  <a16:creationId xmlns:a16="http://schemas.microsoft.com/office/drawing/2014/main" id="{63B530D6-AB1A-A450-6D0E-4E08272C3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6" name="Line 164">
              <a:extLst>
                <a:ext uri="{FF2B5EF4-FFF2-40B4-BE49-F238E27FC236}">
                  <a16:creationId xmlns:a16="http://schemas.microsoft.com/office/drawing/2014/main" id="{A4438E77-8A1B-88FE-2215-DD0FD54A8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7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7" name="Freeform 165">
              <a:extLst>
                <a:ext uri="{FF2B5EF4-FFF2-40B4-BE49-F238E27FC236}">
                  <a16:creationId xmlns:a16="http://schemas.microsoft.com/office/drawing/2014/main" id="{100A2E54-CFD9-3E4C-AC8D-1D0A41509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8" name="Line 166">
              <a:extLst>
                <a:ext uri="{FF2B5EF4-FFF2-40B4-BE49-F238E27FC236}">
                  <a16:creationId xmlns:a16="http://schemas.microsoft.com/office/drawing/2014/main" id="{BAC58EF0-B771-8C01-9EB1-FB2FD6270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9" name="Line 167">
              <a:extLst>
                <a:ext uri="{FF2B5EF4-FFF2-40B4-BE49-F238E27FC236}">
                  <a16:creationId xmlns:a16="http://schemas.microsoft.com/office/drawing/2014/main" id="{6293BAC5-F1FA-8C2C-0913-109CF9056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0" name="Freeform 168">
              <a:extLst>
                <a:ext uri="{FF2B5EF4-FFF2-40B4-BE49-F238E27FC236}">
                  <a16:creationId xmlns:a16="http://schemas.microsoft.com/office/drawing/2014/main" id="{9882E53C-C5C0-9BF6-30CC-D144AF072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1" name="Line 169">
              <a:extLst>
                <a:ext uri="{FF2B5EF4-FFF2-40B4-BE49-F238E27FC236}">
                  <a16:creationId xmlns:a16="http://schemas.microsoft.com/office/drawing/2014/main" id="{D6C26E51-8CFB-3566-420B-C650D71CB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2" name="Line 170">
              <a:extLst>
                <a:ext uri="{FF2B5EF4-FFF2-40B4-BE49-F238E27FC236}">
                  <a16:creationId xmlns:a16="http://schemas.microsoft.com/office/drawing/2014/main" id="{9FB73498-D9B7-FE08-4243-986A47514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3" name="Freeform 171">
              <a:extLst>
                <a:ext uri="{FF2B5EF4-FFF2-40B4-BE49-F238E27FC236}">
                  <a16:creationId xmlns:a16="http://schemas.microsoft.com/office/drawing/2014/main" id="{074CF757-0459-C94D-AE2F-02300D3DD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4" name="Line 172">
              <a:extLst>
                <a:ext uri="{FF2B5EF4-FFF2-40B4-BE49-F238E27FC236}">
                  <a16:creationId xmlns:a16="http://schemas.microsoft.com/office/drawing/2014/main" id="{3E2EC04F-0012-3221-1142-DB15DE51AE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5" name="Line 173">
              <a:extLst>
                <a:ext uri="{FF2B5EF4-FFF2-40B4-BE49-F238E27FC236}">
                  <a16:creationId xmlns:a16="http://schemas.microsoft.com/office/drawing/2014/main" id="{853FDB36-5E61-1728-E74B-2FFEF6E4A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6" name="Freeform 174">
              <a:extLst>
                <a:ext uri="{FF2B5EF4-FFF2-40B4-BE49-F238E27FC236}">
                  <a16:creationId xmlns:a16="http://schemas.microsoft.com/office/drawing/2014/main" id="{18DB4B18-BF53-B747-AFF7-097889B34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7" name="Line 175">
              <a:extLst>
                <a:ext uri="{FF2B5EF4-FFF2-40B4-BE49-F238E27FC236}">
                  <a16:creationId xmlns:a16="http://schemas.microsoft.com/office/drawing/2014/main" id="{A2249B2D-765D-F6D6-2474-026C79442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8" name="Line 176">
              <a:extLst>
                <a:ext uri="{FF2B5EF4-FFF2-40B4-BE49-F238E27FC236}">
                  <a16:creationId xmlns:a16="http://schemas.microsoft.com/office/drawing/2014/main" id="{C23AF5DD-37AB-94E7-536C-B0569CFCE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9" name="Freeform 177">
              <a:extLst>
                <a:ext uri="{FF2B5EF4-FFF2-40B4-BE49-F238E27FC236}">
                  <a16:creationId xmlns:a16="http://schemas.microsoft.com/office/drawing/2014/main" id="{794A3ECB-B1C2-6CBB-D3C2-BD794DE89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0" name="Line 178">
              <a:extLst>
                <a:ext uri="{FF2B5EF4-FFF2-40B4-BE49-F238E27FC236}">
                  <a16:creationId xmlns:a16="http://schemas.microsoft.com/office/drawing/2014/main" id="{4EF3B3C4-3F5C-C314-7C83-CDE639151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1" name="Line 179">
              <a:extLst>
                <a:ext uri="{FF2B5EF4-FFF2-40B4-BE49-F238E27FC236}">
                  <a16:creationId xmlns:a16="http://schemas.microsoft.com/office/drawing/2014/main" id="{283D0A7F-E8C5-BE75-CF52-F594014BB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2" name="Freeform 180">
              <a:extLst>
                <a:ext uri="{FF2B5EF4-FFF2-40B4-BE49-F238E27FC236}">
                  <a16:creationId xmlns:a16="http://schemas.microsoft.com/office/drawing/2014/main" id="{AD74DFBA-1675-E6D4-2B8E-B8C20D499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3" name="Line 181">
              <a:extLst>
                <a:ext uri="{FF2B5EF4-FFF2-40B4-BE49-F238E27FC236}">
                  <a16:creationId xmlns:a16="http://schemas.microsoft.com/office/drawing/2014/main" id="{1E74E431-151F-5E55-EDA0-04AA0FDD1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4" name="Line 182">
              <a:extLst>
                <a:ext uri="{FF2B5EF4-FFF2-40B4-BE49-F238E27FC236}">
                  <a16:creationId xmlns:a16="http://schemas.microsoft.com/office/drawing/2014/main" id="{DBBAC743-5E8A-A78B-63DF-1745FEDE8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5" name="Line 183">
              <a:extLst>
                <a:ext uri="{FF2B5EF4-FFF2-40B4-BE49-F238E27FC236}">
                  <a16:creationId xmlns:a16="http://schemas.microsoft.com/office/drawing/2014/main" id="{8E93794A-69A7-0DB5-DC96-0975475D8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6" name="Line 184">
              <a:extLst>
                <a:ext uri="{FF2B5EF4-FFF2-40B4-BE49-F238E27FC236}">
                  <a16:creationId xmlns:a16="http://schemas.microsoft.com/office/drawing/2014/main" id="{93405DF9-09C2-458B-2A31-9F78FC48F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7" name="Freeform 185">
              <a:extLst>
                <a:ext uri="{FF2B5EF4-FFF2-40B4-BE49-F238E27FC236}">
                  <a16:creationId xmlns:a16="http://schemas.microsoft.com/office/drawing/2014/main" id="{B202B4E7-C735-7736-C37E-52296D1DB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8" name="Line 186">
              <a:extLst>
                <a:ext uri="{FF2B5EF4-FFF2-40B4-BE49-F238E27FC236}">
                  <a16:creationId xmlns:a16="http://schemas.microsoft.com/office/drawing/2014/main" id="{6882D6AF-6B90-A40C-87FA-632C7C4A7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9" name="Line 187">
              <a:extLst>
                <a:ext uri="{FF2B5EF4-FFF2-40B4-BE49-F238E27FC236}">
                  <a16:creationId xmlns:a16="http://schemas.microsoft.com/office/drawing/2014/main" id="{9C9E7FE6-0C8D-0275-C573-8912CEF6E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0" name="Freeform 188">
              <a:extLst>
                <a:ext uri="{FF2B5EF4-FFF2-40B4-BE49-F238E27FC236}">
                  <a16:creationId xmlns:a16="http://schemas.microsoft.com/office/drawing/2014/main" id="{719F47E2-3378-348E-CE7C-A92931899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1" name="Line 189">
              <a:extLst>
                <a:ext uri="{FF2B5EF4-FFF2-40B4-BE49-F238E27FC236}">
                  <a16:creationId xmlns:a16="http://schemas.microsoft.com/office/drawing/2014/main" id="{028CAA04-69C6-EF4A-4636-DBDD8087F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2" name="Line 190">
              <a:extLst>
                <a:ext uri="{FF2B5EF4-FFF2-40B4-BE49-F238E27FC236}">
                  <a16:creationId xmlns:a16="http://schemas.microsoft.com/office/drawing/2014/main" id="{6D1CC28B-A1A8-279C-185F-B9BAD12A4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3" name="Freeform 191">
              <a:extLst>
                <a:ext uri="{FF2B5EF4-FFF2-40B4-BE49-F238E27FC236}">
                  <a16:creationId xmlns:a16="http://schemas.microsoft.com/office/drawing/2014/main" id="{9ED94CBE-D649-3FB5-B724-07AA0D2D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4" name="Line 192">
              <a:extLst>
                <a:ext uri="{FF2B5EF4-FFF2-40B4-BE49-F238E27FC236}">
                  <a16:creationId xmlns:a16="http://schemas.microsoft.com/office/drawing/2014/main" id="{1F9235B7-99A5-CF92-D16C-E2A1C7CAD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5" name="Line 193">
              <a:extLst>
                <a:ext uri="{FF2B5EF4-FFF2-40B4-BE49-F238E27FC236}">
                  <a16:creationId xmlns:a16="http://schemas.microsoft.com/office/drawing/2014/main" id="{0EAC6B10-5172-8C0B-E388-B239BA459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6" name="Freeform 194">
              <a:extLst>
                <a:ext uri="{FF2B5EF4-FFF2-40B4-BE49-F238E27FC236}">
                  <a16:creationId xmlns:a16="http://schemas.microsoft.com/office/drawing/2014/main" id="{393F27DF-FB93-C8B1-7A2A-7734581EE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7" name="Line 195">
              <a:extLst>
                <a:ext uri="{FF2B5EF4-FFF2-40B4-BE49-F238E27FC236}">
                  <a16:creationId xmlns:a16="http://schemas.microsoft.com/office/drawing/2014/main" id="{6D4CF023-D3E0-9768-2D8B-C016F07CC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8" name="Line 196">
              <a:extLst>
                <a:ext uri="{FF2B5EF4-FFF2-40B4-BE49-F238E27FC236}">
                  <a16:creationId xmlns:a16="http://schemas.microsoft.com/office/drawing/2014/main" id="{2DC61038-92E5-9459-9C4D-17B4B1989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9" name="Freeform 197">
              <a:extLst>
                <a:ext uri="{FF2B5EF4-FFF2-40B4-BE49-F238E27FC236}">
                  <a16:creationId xmlns:a16="http://schemas.microsoft.com/office/drawing/2014/main" id="{9BDEF01F-ADBC-A97C-5982-D45AD9681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0" name="Line 198">
              <a:extLst>
                <a:ext uri="{FF2B5EF4-FFF2-40B4-BE49-F238E27FC236}">
                  <a16:creationId xmlns:a16="http://schemas.microsoft.com/office/drawing/2014/main" id="{709E9409-660A-F782-F7C3-6EC53CD52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1" name="Line 199">
              <a:extLst>
                <a:ext uri="{FF2B5EF4-FFF2-40B4-BE49-F238E27FC236}">
                  <a16:creationId xmlns:a16="http://schemas.microsoft.com/office/drawing/2014/main" id="{82AE38ED-40AF-86A0-1FD2-2FD93B7F1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2" name="Freeform 200">
              <a:extLst>
                <a:ext uri="{FF2B5EF4-FFF2-40B4-BE49-F238E27FC236}">
                  <a16:creationId xmlns:a16="http://schemas.microsoft.com/office/drawing/2014/main" id="{CD871A95-1107-6B5B-0A6D-A4581F1A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3" name="Line 201">
              <a:extLst>
                <a:ext uri="{FF2B5EF4-FFF2-40B4-BE49-F238E27FC236}">
                  <a16:creationId xmlns:a16="http://schemas.microsoft.com/office/drawing/2014/main" id="{420BD2CF-D54E-40EB-E4B4-784385B0B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4" name="Line 202">
              <a:extLst>
                <a:ext uri="{FF2B5EF4-FFF2-40B4-BE49-F238E27FC236}">
                  <a16:creationId xmlns:a16="http://schemas.microsoft.com/office/drawing/2014/main" id="{DA3B8654-A5A8-ED6B-BB8E-437C599D8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5" name="Freeform 203">
              <a:extLst>
                <a:ext uri="{FF2B5EF4-FFF2-40B4-BE49-F238E27FC236}">
                  <a16:creationId xmlns:a16="http://schemas.microsoft.com/office/drawing/2014/main" id="{C726B61F-2B16-6ECD-7A2D-DCDE487DE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6" name="Line 204">
              <a:extLst>
                <a:ext uri="{FF2B5EF4-FFF2-40B4-BE49-F238E27FC236}">
                  <a16:creationId xmlns:a16="http://schemas.microsoft.com/office/drawing/2014/main" id="{7292E22D-7EAE-09BB-582C-A744C1B30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7" name="Line 205">
              <a:extLst>
                <a:ext uri="{FF2B5EF4-FFF2-40B4-BE49-F238E27FC236}">
                  <a16:creationId xmlns:a16="http://schemas.microsoft.com/office/drawing/2014/main" id="{E697AA5E-CBFE-1666-91E4-3B2E46848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8" name="Freeform 206">
              <a:extLst>
                <a:ext uri="{FF2B5EF4-FFF2-40B4-BE49-F238E27FC236}">
                  <a16:creationId xmlns:a16="http://schemas.microsoft.com/office/drawing/2014/main" id="{8B704841-2680-3545-CBC5-0C8AD0E1D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9" name="Line 207">
              <a:extLst>
                <a:ext uri="{FF2B5EF4-FFF2-40B4-BE49-F238E27FC236}">
                  <a16:creationId xmlns:a16="http://schemas.microsoft.com/office/drawing/2014/main" id="{AC557243-5F2C-EA8A-EA2C-571B6E558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0" name="Line 208">
              <a:extLst>
                <a:ext uri="{FF2B5EF4-FFF2-40B4-BE49-F238E27FC236}">
                  <a16:creationId xmlns:a16="http://schemas.microsoft.com/office/drawing/2014/main" id="{3FB4D1AA-7137-B167-81C2-7FE781C2D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1" name="Freeform 209">
              <a:extLst>
                <a:ext uri="{FF2B5EF4-FFF2-40B4-BE49-F238E27FC236}">
                  <a16:creationId xmlns:a16="http://schemas.microsoft.com/office/drawing/2014/main" id="{65CB62BA-04FB-82C1-B01A-C8B9DB8E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2" name="Line 210">
              <a:extLst>
                <a:ext uri="{FF2B5EF4-FFF2-40B4-BE49-F238E27FC236}">
                  <a16:creationId xmlns:a16="http://schemas.microsoft.com/office/drawing/2014/main" id="{F17E8A6C-0637-8C68-0A5D-BF609CE3D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3" name="Line 211">
              <a:extLst>
                <a:ext uri="{FF2B5EF4-FFF2-40B4-BE49-F238E27FC236}">
                  <a16:creationId xmlns:a16="http://schemas.microsoft.com/office/drawing/2014/main" id="{30D85E40-0F1B-6CB9-BEB0-27B36D049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4" name="Line 212">
              <a:extLst>
                <a:ext uri="{FF2B5EF4-FFF2-40B4-BE49-F238E27FC236}">
                  <a16:creationId xmlns:a16="http://schemas.microsoft.com/office/drawing/2014/main" id="{15989606-3B83-E754-4A4E-72952C710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5" name="Line 213">
              <a:extLst>
                <a:ext uri="{FF2B5EF4-FFF2-40B4-BE49-F238E27FC236}">
                  <a16:creationId xmlns:a16="http://schemas.microsoft.com/office/drawing/2014/main" id="{7EF4D14D-51CC-8E86-48E6-45FB00DE9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6" name="Freeform 214">
              <a:extLst>
                <a:ext uri="{FF2B5EF4-FFF2-40B4-BE49-F238E27FC236}">
                  <a16:creationId xmlns:a16="http://schemas.microsoft.com/office/drawing/2014/main" id="{C8E6FB88-78D9-CAB2-EEEB-079BF4F5D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7" name="Line 215">
              <a:extLst>
                <a:ext uri="{FF2B5EF4-FFF2-40B4-BE49-F238E27FC236}">
                  <a16:creationId xmlns:a16="http://schemas.microsoft.com/office/drawing/2014/main" id="{A1394408-7E13-1012-9A6C-2B9A7889F7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8" name="Line 216">
              <a:extLst>
                <a:ext uri="{FF2B5EF4-FFF2-40B4-BE49-F238E27FC236}">
                  <a16:creationId xmlns:a16="http://schemas.microsoft.com/office/drawing/2014/main" id="{43D97781-7C68-95B2-CEF0-80E47751D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9" name="Freeform 217">
              <a:extLst>
                <a:ext uri="{FF2B5EF4-FFF2-40B4-BE49-F238E27FC236}">
                  <a16:creationId xmlns:a16="http://schemas.microsoft.com/office/drawing/2014/main" id="{BA2B76AF-61A3-6E8C-95F1-E19986AE6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0" name="Line 218">
              <a:extLst>
                <a:ext uri="{FF2B5EF4-FFF2-40B4-BE49-F238E27FC236}">
                  <a16:creationId xmlns:a16="http://schemas.microsoft.com/office/drawing/2014/main" id="{A5293C09-BCDC-AB01-0709-B84B10FA7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1" name="Line 219">
              <a:extLst>
                <a:ext uri="{FF2B5EF4-FFF2-40B4-BE49-F238E27FC236}">
                  <a16:creationId xmlns:a16="http://schemas.microsoft.com/office/drawing/2014/main" id="{4750AD2D-3E7D-CE0A-E261-F0630BF46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2" name="Freeform 220">
              <a:extLst>
                <a:ext uri="{FF2B5EF4-FFF2-40B4-BE49-F238E27FC236}">
                  <a16:creationId xmlns:a16="http://schemas.microsoft.com/office/drawing/2014/main" id="{C0FA74E1-55FB-A9F4-B645-EC3E5037F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3" name="Line 221">
              <a:extLst>
                <a:ext uri="{FF2B5EF4-FFF2-40B4-BE49-F238E27FC236}">
                  <a16:creationId xmlns:a16="http://schemas.microsoft.com/office/drawing/2014/main" id="{8DC85928-FCC3-3847-D71E-3BEAA89B62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3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4" name="Line 222">
              <a:extLst>
                <a:ext uri="{FF2B5EF4-FFF2-40B4-BE49-F238E27FC236}">
                  <a16:creationId xmlns:a16="http://schemas.microsoft.com/office/drawing/2014/main" id="{096FF147-FBA6-A4E6-0324-D385DD008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5" name="Freeform 223">
              <a:extLst>
                <a:ext uri="{FF2B5EF4-FFF2-40B4-BE49-F238E27FC236}">
                  <a16:creationId xmlns:a16="http://schemas.microsoft.com/office/drawing/2014/main" id="{E3B9D17C-6A72-ADEA-040D-6B6C5BE49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6" name="Line 224">
              <a:extLst>
                <a:ext uri="{FF2B5EF4-FFF2-40B4-BE49-F238E27FC236}">
                  <a16:creationId xmlns:a16="http://schemas.microsoft.com/office/drawing/2014/main" id="{6619DAE5-9A05-0808-FD9D-A0AF7A0662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7" name="Line 225">
              <a:extLst>
                <a:ext uri="{FF2B5EF4-FFF2-40B4-BE49-F238E27FC236}">
                  <a16:creationId xmlns:a16="http://schemas.microsoft.com/office/drawing/2014/main" id="{1CC4ED2F-FE53-A1BE-D22A-A9A2097AB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8" name="Freeform 226">
              <a:extLst>
                <a:ext uri="{FF2B5EF4-FFF2-40B4-BE49-F238E27FC236}">
                  <a16:creationId xmlns:a16="http://schemas.microsoft.com/office/drawing/2014/main" id="{8B5B4C51-EB0E-61C2-4BD7-42ECFB29D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9" name="Line 227">
              <a:extLst>
                <a:ext uri="{FF2B5EF4-FFF2-40B4-BE49-F238E27FC236}">
                  <a16:creationId xmlns:a16="http://schemas.microsoft.com/office/drawing/2014/main" id="{681DDEC6-3DEC-24A1-0CE1-4ACCD3418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0" name="Line 228">
              <a:extLst>
                <a:ext uri="{FF2B5EF4-FFF2-40B4-BE49-F238E27FC236}">
                  <a16:creationId xmlns:a16="http://schemas.microsoft.com/office/drawing/2014/main" id="{10847513-83EB-4CC0-6756-F5F11018D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1" name="Freeform 229">
              <a:extLst>
                <a:ext uri="{FF2B5EF4-FFF2-40B4-BE49-F238E27FC236}">
                  <a16:creationId xmlns:a16="http://schemas.microsoft.com/office/drawing/2014/main" id="{D3A0B12F-7407-DB08-5799-89DFF312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2" name="Line 230">
              <a:extLst>
                <a:ext uri="{FF2B5EF4-FFF2-40B4-BE49-F238E27FC236}">
                  <a16:creationId xmlns:a16="http://schemas.microsoft.com/office/drawing/2014/main" id="{90639E66-16A0-C0F2-B238-914F5C898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6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3" name="Line 231">
              <a:extLst>
                <a:ext uri="{FF2B5EF4-FFF2-40B4-BE49-F238E27FC236}">
                  <a16:creationId xmlns:a16="http://schemas.microsoft.com/office/drawing/2014/main" id="{D5C98115-4166-76DE-3806-F869F9ECE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4" name="Freeform 232">
              <a:extLst>
                <a:ext uri="{FF2B5EF4-FFF2-40B4-BE49-F238E27FC236}">
                  <a16:creationId xmlns:a16="http://schemas.microsoft.com/office/drawing/2014/main" id="{66CB65F0-78D8-1E61-8570-DEDCCD08C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5" name="Line 233">
              <a:extLst>
                <a:ext uri="{FF2B5EF4-FFF2-40B4-BE49-F238E27FC236}">
                  <a16:creationId xmlns:a16="http://schemas.microsoft.com/office/drawing/2014/main" id="{18B2FE50-38D8-AFFF-DB33-D9CB166B4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6" name="Line 234">
              <a:extLst>
                <a:ext uri="{FF2B5EF4-FFF2-40B4-BE49-F238E27FC236}">
                  <a16:creationId xmlns:a16="http://schemas.microsoft.com/office/drawing/2014/main" id="{95364183-1D58-1BEB-0A1A-0AA05B56E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7" name="Freeform 235">
              <a:extLst>
                <a:ext uri="{FF2B5EF4-FFF2-40B4-BE49-F238E27FC236}">
                  <a16:creationId xmlns:a16="http://schemas.microsoft.com/office/drawing/2014/main" id="{6ADB6640-DEF7-35B2-68DA-F2D288A9A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8" name="Line 236">
              <a:extLst>
                <a:ext uri="{FF2B5EF4-FFF2-40B4-BE49-F238E27FC236}">
                  <a16:creationId xmlns:a16="http://schemas.microsoft.com/office/drawing/2014/main" id="{B4218C1F-BEA2-5C24-21AD-5AF54BD0E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9" name="Line 237">
              <a:extLst>
                <a:ext uri="{FF2B5EF4-FFF2-40B4-BE49-F238E27FC236}">
                  <a16:creationId xmlns:a16="http://schemas.microsoft.com/office/drawing/2014/main" id="{10329423-F897-58FA-6C17-E1B22ABA2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0" name="Freeform 238">
              <a:extLst>
                <a:ext uri="{FF2B5EF4-FFF2-40B4-BE49-F238E27FC236}">
                  <a16:creationId xmlns:a16="http://schemas.microsoft.com/office/drawing/2014/main" id="{AC7912EC-9CC9-5DBC-3ED5-7F3F665A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1" name="Line 239">
              <a:extLst>
                <a:ext uri="{FF2B5EF4-FFF2-40B4-BE49-F238E27FC236}">
                  <a16:creationId xmlns:a16="http://schemas.microsoft.com/office/drawing/2014/main" id="{A354092B-B40A-FD98-359E-9ED8520A3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2" name="Line 240">
              <a:extLst>
                <a:ext uri="{FF2B5EF4-FFF2-40B4-BE49-F238E27FC236}">
                  <a16:creationId xmlns:a16="http://schemas.microsoft.com/office/drawing/2014/main" id="{190F1DAE-222F-DC04-1D1C-5A1600E7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3" name="Line 241">
              <a:extLst>
                <a:ext uri="{FF2B5EF4-FFF2-40B4-BE49-F238E27FC236}">
                  <a16:creationId xmlns:a16="http://schemas.microsoft.com/office/drawing/2014/main" id="{343DEA6C-A1A7-F921-18C5-CF5DBDCC3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4" name="Line 242">
              <a:extLst>
                <a:ext uri="{FF2B5EF4-FFF2-40B4-BE49-F238E27FC236}">
                  <a16:creationId xmlns:a16="http://schemas.microsoft.com/office/drawing/2014/main" id="{23003148-8EBE-C59C-EAC5-043F36692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61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5" name="Rectangle 243">
              <a:extLst>
                <a:ext uri="{FF2B5EF4-FFF2-40B4-BE49-F238E27FC236}">
                  <a16:creationId xmlns:a16="http://schemas.microsoft.com/office/drawing/2014/main" id="{B5FB7C62-9353-FA43-E18F-91294FF33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6" y="3600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0°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596" name="Line 244">
              <a:extLst>
                <a:ext uri="{FF2B5EF4-FFF2-40B4-BE49-F238E27FC236}">
                  <a16:creationId xmlns:a16="http://schemas.microsoft.com/office/drawing/2014/main" id="{FF788D7E-2BD6-EE27-AE24-C67AF9059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89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7" name="Line 245">
              <a:extLst>
                <a:ext uri="{FF2B5EF4-FFF2-40B4-BE49-F238E27FC236}">
                  <a16:creationId xmlns:a16="http://schemas.microsoft.com/office/drawing/2014/main" id="{848CCD10-DEFC-D905-3919-F0C459D19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89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8" name="Rectangle 246">
              <a:extLst>
                <a:ext uri="{FF2B5EF4-FFF2-40B4-BE49-F238E27FC236}">
                  <a16:creationId xmlns:a16="http://schemas.microsoft.com/office/drawing/2014/main" id="{150070EA-7AFE-DB7A-3CC5-4254FCBA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3366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45°</a:t>
              </a:r>
            </a:p>
          </p:txBody>
        </p:sp>
        <p:sp>
          <p:nvSpPr>
            <p:cNvPr id="100599" name="Line 247">
              <a:extLst>
                <a:ext uri="{FF2B5EF4-FFF2-40B4-BE49-F238E27FC236}">
                  <a16:creationId xmlns:a16="http://schemas.microsoft.com/office/drawing/2014/main" id="{81CEBD47-F88B-2268-5140-19E7ED443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168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0" name="Line 248">
              <a:extLst>
                <a:ext uri="{FF2B5EF4-FFF2-40B4-BE49-F238E27FC236}">
                  <a16:creationId xmlns:a16="http://schemas.microsoft.com/office/drawing/2014/main" id="{E35BBBA9-8ABA-BAC5-BBB3-6D0D69A80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16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1" name="Rectangle 249">
              <a:extLst>
                <a:ext uri="{FF2B5EF4-FFF2-40B4-BE49-F238E27FC236}">
                  <a16:creationId xmlns:a16="http://schemas.microsoft.com/office/drawing/2014/main" id="{56CB3955-19F2-DAB9-17F1-B8C7A268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075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90°</a:t>
              </a:r>
            </a:p>
          </p:txBody>
        </p:sp>
        <p:sp>
          <p:nvSpPr>
            <p:cNvPr id="100602" name="Line 250">
              <a:extLst>
                <a:ext uri="{FF2B5EF4-FFF2-40B4-BE49-F238E27FC236}">
                  <a16:creationId xmlns:a16="http://schemas.microsoft.com/office/drawing/2014/main" id="{4B6479C8-A731-670A-74F7-69BAADF00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44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3" name="Line 251">
              <a:extLst>
                <a:ext uri="{FF2B5EF4-FFF2-40B4-BE49-F238E27FC236}">
                  <a16:creationId xmlns:a16="http://schemas.microsoft.com/office/drawing/2014/main" id="{B744C7D3-6533-BFDD-851A-E6E9C2A93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44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4" name="Rectangle 252">
              <a:extLst>
                <a:ext uri="{FF2B5EF4-FFF2-40B4-BE49-F238E27FC236}">
                  <a16:creationId xmlns:a16="http://schemas.microsoft.com/office/drawing/2014/main" id="{2887091E-1540-34DE-ED86-1CFC24DD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2784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135°</a:t>
              </a:r>
            </a:p>
          </p:txBody>
        </p:sp>
        <p:sp>
          <p:nvSpPr>
            <p:cNvPr id="100605" name="Line 253">
              <a:extLst>
                <a:ext uri="{FF2B5EF4-FFF2-40B4-BE49-F238E27FC236}">
                  <a16:creationId xmlns:a16="http://schemas.microsoft.com/office/drawing/2014/main" id="{248D593D-CB9E-1DB9-AA17-EB35ED772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723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6" name="Line 254">
              <a:extLst>
                <a:ext uri="{FF2B5EF4-FFF2-40B4-BE49-F238E27FC236}">
                  <a16:creationId xmlns:a16="http://schemas.microsoft.com/office/drawing/2014/main" id="{25A97480-7094-0755-6FD2-C85519044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72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7" name="Rectangle 255">
              <a:extLst>
                <a:ext uri="{FF2B5EF4-FFF2-40B4-BE49-F238E27FC236}">
                  <a16:creationId xmlns:a16="http://schemas.microsoft.com/office/drawing/2014/main" id="{DF2A0DFF-1766-201E-5BA1-515365780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23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180°</a:t>
              </a:r>
            </a:p>
          </p:txBody>
        </p:sp>
        <p:sp>
          <p:nvSpPr>
            <p:cNvPr id="100608" name="Line 256">
              <a:extLst>
                <a:ext uri="{FF2B5EF4-FFF2-40B4-BE49-F238E27FC236}">
                  <a16:creationId xmlns:a16="http://schemas.microsoft.com/office/drawing/2014/main" id="{3088A5C0-F5F5-222A-37BA-34750DE27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9" name="Freeform 257">
              <a:extLst>
                <a:ext uri="{FF2B5EF4-FFF2-40B4-BE49-F238E27FC236}">
                  <a16:creationId xmlns:a16="http://schemas.microsoft.com/office/drawing/2014/main" id="{75F6CB0D-9972-BA20-B7A5-710096804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0" name="Line 258">
              <a:extLst>
                <a:ext uri="{FF2B5EF4-FFF2-40B4-BE49-F238E27FC236}">
                  <a16:creationId xmlns:a16="http://schemas.microsoft.com/office/drawing/2014/main" id="{F5A4DB7B-82B6-89EE-296E-70156ECEE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1" name="Freeform 259">
              <a:extLst>
                <a:ext uri="{FF2B5EF4-FFF2-40B4-BE49-F238E27FC236}">
                  <a16:creationId xmlns:a16="http://schemas.microsoft.com/office/drawing/2014/main" id="{E976B502-BCDC-611E-63D2-C55278C32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168"/>
              <a:ext cx="3446" cy="1"/>
            </a:xfrm>
            <a:custGeom>
              <a:avLst/>
              <a:gdLst>
                <a:gd name="T0" fmla="*/ 0 w 3446"/>
                <a:gd name="T1" fmla="*/ 0 h 1"/>
                <a:gd name="T2" fmla="*/ 84 w 3446"/>
                <a:gd name="T3" fmla="*/ 0 h 1"/>
                <a:gd name="T4" fmla="*/ 167 w 3446"/>
                <a:gd name="T5" fmla="*/ 0 h 1"/>
                <a:gd name="T6" fmla="*/ 251 w 3446"/>
                <a:gd name="T7" fmla="*/ 0 h 1"/>
                <a:gd name="T8" fmla="*/ 335 w 3446"/>
                <a:gd name="T9" fmla="*/ 0 h 1"/>
                <a:gd name="T10" fmla="*/ 419 w 3446"/>
                <a:gd name="T11" fmla="*/ 0 h 1"/>
                <a:gd name="T12" fmla="*/ 502 w 3446"/>
                <a:gd name="T13" fmla="*/ 0 h 1"/>
                <a:gd name="T14" fmla="*/ 586 w 3446"/>
                <a:gd name="T15" fmla="*/ 0 h 1"/>
                <a:gd name="T16" fmla="*/ 670 w 3446"/>
                <a:gd name="T17" fmla="*/ 0 h 1"/>
                <a:gd name="T18" fmla="*/ 753 w 3446"/>
                <a:gd name="T19" fmla="*/ 0 h 1"/>
                <a:gd name="T20" fmla="*/ 837 w 3446"/>
                <a:gd name="T21" fmla="*/ 0 h 1"/>
                <a:gd name="T22" fmla="*/ 921 w 3446"/>
                <a:gd name="T23" fmla="*/ 0 h 1"/>
                <a:gd name="T24" fmla="*/ 1005 w 3446"/>
                <a:gd name="T25" fmla="*/ 0 h 1"/>
                <a:gd name="T26" fmla="*/ 1088 w 3446"/>
                <a:gd name="T27" fmla="*/ 0 h 1"/>
                <a:gd name="T28" fmla="*/ 1176 w 3446"/>
                <a:gd name="T29" fmla="*/ 0 h 1"/>
                <a:gd name="T30" fmla="*/ 1260 w 3446"/>
                <a:gd name="T31" fmla="*/ 0 h 1"/>
                <a:gd name="T32" fmla="*/ 1344 w 3446"/>
                <a:gd name="T33" fmla="*/ 0 h 1"/>
                <a:gd name="T34" fmla="*/ 1428 w 3446"/>
                <a:gd name="T35" fmla="*/ 0 h 1"/>
                <a:gd name="T36" fmla="*/ 1511 w 3446"/>
                <a:gd name="T37" fmla="*/ 0 h 1"/>
                <a:gd name="T38" fmla="*/ 1595 w 3446"/>
                <a:gd name="T39" fmla="*/ 0 h 1"/>
                <a:gd name="T40" fmla="*/ 1679 w 3446"/>
                <a:gd name="T41" fmla="*/ 0 h 1"/>
                <a:gd name="T42" fmla="*/ 1762 w 3446"/>
                <a:gd name="T43" fmla="*/ 0 h 1"/>
                <a:gd name="T44" fmla="*/ 1846 w 3446"/>
                <a:gd name="T45" fmla="*/ 0 h 1"/>
                <a:gd name="T46" fmla="*/ 1930 w 3446"/>
                <a:gd name="T47" fmla="*/ 0 h 1"/>
                <a:gd name="T48" fmla="*/ 2014 w 3446"/>
                <a:gd name="T49" fmla="*/ 0 h 1"/>
                <a:gd name="T50" fmla="*/ 2097 w 3446"/>
                <a:gd name="T51" fmla="*/ 0 h 1"/>
                <a:gd name="T52" fmla="*/ 2181 w 3446"/>
                <a:gd name="T53" fmla="*/ 0 h 1"/>
                <a:gd name="T54" fmla="*/ 2265 w 3446"/>
                <a:gd name="T55" fmla="*/ 0 h 1"/>
                <a:gd name="T56" fmla="*/ 2353 w 3446"/>
                <a:gd name="T57" fmla="*/ 0 h 1"/>
                <a:gd name="T58" fmla="*/ 2437 w 3446"/>
                <a:gd name="T59" fmla="*/ 0 h 1"/>
                <a:gd name="T60" fmla="*/ 2520 w 3446"/>
                <a:gd name="T61" fmla="*/ 0 h 1"/>
                <a:gd name="T62" fmla="*/ 2604 w 3446"/>
                <a:gd name="T63" fmla="*/ 0 h 1"/>
                <a:gd name="T64" fmla="*/ 2688 w 3446"/>
                <a:gd name="T65" fmla="*/ 0 h 1"/>
                <a:gd name="T66" fmla="*/ 2771 w 3446"/>
                <a:gd name="T67" fmla="*/ 0 h 1"/>
                <a:gd name="T68" fmla="*/ 2855 w 3446"/>
                <a:gd name="T69" fmla="*/ 0 h 1"/>
                <a:gd name="T70" fmla="*/ 2939 w 3446"/>
                <a:gd name="T71" fmla="*/ 0 h 1"/>
                <a:gd name="T72" fmla="*/ 3023 w 3446"/>
                <a:gd name="T73" fmla="*/ 0 h 1"/>
                <a:gd name="T74" fmla="*/ 3106 w 3446"/>
                <a:gd name="T75" fmla="*/ 0 h 1"/>
                <a:gd name="T76" fmla="*/ 3190 w 3446"/>
                <a:gd name="T77" fmla="*/ 0 h 1"/>
                <a:gd name="T78" fmla="*/ 3274 w 3446"/>
                <a:gd name="T79" fmla="*/ 0 h 1"/>
                <a:gd name="T80" fmla="*/ 3357 w 3446"/>
                <a:gd name="T81" fmla="*/ 0 h 1"/>
                <a:gd name="T82" fmla="*/ 3446 w 3446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446" h="1">
                  <a:moveTo>
                    <a:pt x="0" y="0"/>
                  </a:moveTo>
                  <a:lnTo>
                    <a:pt x="84" y="0"/>
                  </a:lnTo>
                  <a:lnTo>
                    <a:pt x="167" y="0"/>
                  </a:lnTo>
                  <a:lnTo>
                    <a:pt x="251" y="0"/>
                  </a:lnTo>
                  <a:lnTo>
                    <a:pt x="335" y="0"/>
                  </a:lnTo>
                  <a:lnTo>
                    <a:pt x="419" y="0"/>
                  </a:lnTo>
                  <a:lnTo>
                    <a:pt x="502" y="0"/>
                  </a:lnTo>
                  <a:lnTo>
                    <a:pt x="586" y="0"/>
                  </a:lnTo>
                  <a:lnTo>
                    <a:pt x="670" y="0"/>
                  </a:lnTo>
                  <a:lnTo>
                    <a:pt x="753" y="0"/>
                  </a:lnTo>
                  <a:lnTo>
                    <a:pt x="837" y="0"/>
                  </a:lnTo>
                  <a:lnTo>
                    <a:pt x="921" y="0"/>
                  </a:lnTo>
                  <a:lnTo>
                    <a:pt x="1005" y="0"/>
                  </a:lnTo>
                  <a:lnTo>
                    <a:pt x="1088" y="0"/>
                  </a:lnTo>
                  <a:lnTo>
                    <a:pt x="1176" y="0"/>
                  </a:lnTo>
                  <a:lnTo>
                    <a:pt x="1260" y="0"/>
                  </a:lnTo>
                  <a:lnTo>
                    <a:pt x="1344" y="0"/>
                  </a:lnTo>
                  <a:lnTo>
                    <a:pt x="1428" y="0"/>
                  </a:lnTo>
                  <a:lnTo>
                    <a:pt x="1511" y="0"/>
                  </a:lnTo>
                  <a:lnTo>
                    <a:pt x="1595" y="0"/>
                  </a:lnTo>
                  <a:lnTo>
                    <a:pt x="1679" y="0"/>
                  </a:lnTo>
                  <a:lnTo>
                    <a:pt x="1762" y="0"/>
                  </a:lnTo>
                  <a:lnTo>
                    <a:pt x="1846" y="0"/>
                  </a:lnTo>
                  <a:lnTo>
                    <a:pt x="1930" y="0"/>
                  </a:lnTo>
                  <a:lnTo>
                    <a:pt x="2014" y="0"/>
                  </a:lnTo>
                  <a:lnTo>
                    <a:pt x="2097" y="0"/>
                  </a:lnTo>
                  <a:lnTo>
                    <a:pt x="2181" y="0"/>
                  </a:lnTo>
                  <a:lnTo>
                    <a:pt x="2265" y="0"/>
                  </a:lnTo>
                  <a:lnTo>
                    <a:pt x="2353" y="0"/>
                  </a:lnTo>
                  <a:lnTo>
                    <a:pt x="2437" y="0"/>
                  </a:lnTo>
                  <a:lnTo>
                    <a:pt x="2520" y="0"/>
                  </a:lnTo>
                  <a:lnTo>
                    <a:pt x="2604" y="0"/>
                  </a:lnTo>
                  <a:lnTo>
                    <a:pt x="2688" y="0"/>
                  </a:lnTo>
                  <a:lnTo>
                    <a:pt x="2771" y="0"/>
                  </a:lnTo>
                  <a:lnTo>
                    <a:pt x="2855" y="0"/>
                  </a:lnTo>
                  <a:lnTo>
                    <a:pt x="2939" y="0"/>
                  </a:lnTo>
                  <a:lnTo>
                    <a:pt x="3023" y="0"/>
                  </a:lnTo>
                  <a:lnTo>
                    <a:pt x="3106" y="0"/>
                  </a:lnTo>
                  <a:lnTo>
                    <a:pt x="3190" y="0"/>
                  </a:lnTo>
                  <a:lnTo>
                    <a:pt x="3274" y="0"/>
                  </a:lnTo>
                  <a:lnTo>
                    <a:pt x="3357" y="0"/>
                  </a:lnTo>
                  <a:lnTo>
                    <a:pt x="3446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2" name="Text Box 260">
              <a:extLst>
                <a:ext uri="{FF2B5EF4-FFF2-40B4-BE49-F238E27FC236}">
                  <a16:creationId xmlns:a16="http://schemas.microsoft.com/office/drawing/2014/main" id="{A6D0F387-90A0-92E8-46A7-B13A13BE7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734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100613" name="Text Box 261">
              <a:extLst>
                <a:ext uri="{FF2B5EF4-FFF2-40B4-BE49-F238E27FC236}">
                  <a16:creationId xmlns:a16="http://schemas.microsoft.com/office/drawing/2014/main" id="{F78DBD66-4387-0B1C-FBA5-561C0B58D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3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614" name="Text Box 262">
              <a:extLst>
                <a:ext uri="{FF2B5EF4-FFF2-40B4-BE49-F238E27FC236}">
                  <a16:creationId xmlns:a16="http://schemas.microsoft.com/office/drawing/2014/main" id="{0DC9702F-37A4-AB2B-00FF-1D11F02E2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73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615" name="Text Box 263">
              <a:extLst>
                <a:ext uri="{FF2B5EF4-FFF2-40B4-BE49-F238E27FC236}">
                  <a16:creationId xmlns:a16="http://schemas.microsoft.com/office/drawing/2014/main" id="{F0031A8B-30DC-4E61-000E-A5BBDA6FD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4" y="373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00616" name="Rectangle 264">
              <a:extLst>
                <a:ext uri="{FF2B5EF4-FFF2-40B4-BE49-F238E27FC236}">
                  <a16:creationId xmlns:a16="http://schemas.microsoft.com/office/drawing/2014/main" id="{2DA90002-E439-121C-BAA1-31D01956A4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44" y="1764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100617" name="Rectangle 265">
              <a:extLst>
                <a:ext uri="{FF2B5EF4-FFF2-40B4-BE49-F238E27FC236}">
                  <a16:creationId xmlns:a16="http://schemas.microsoft.com/office/drawing/2014/main" id="{F9D3A1FE-4157-953E-04E7-7E54A68FE5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66" y="3006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100618" name="Rectangle 266">
              <a:extLst>
                <a:ext uri="{FF2B5EF4-FFF2-40B4-BE49-F238E27FC236}">
                  <a16:creationId xmlns:a16="http://schemas.microsoft.com/office/drawing/2014/main" id="{8DF27F29-9AC1-2DAA-A0CA-69E23A0A4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056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100619" name="Rectangle 267">
              <a:extLst>
                <a:ext uri="{FF2B5EF4-FFF2-40B4-BE49-F238E27FC236}">
                  <a16:creationId xmlns:a16="http://schemas.microsoft.com/office/drawing/2014/main" id="{C503EB5F-E47D-26AA-4667-837B438B3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887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 useBgFill="1">
          <p:nvSpPr>
            <p:cNvPr id="100620" name="Rectangle 268">
              <a:extLst>
                <a:ext uri="{FF2B5EF4-FFF2-40B4-BE49-F238E27FC236}">
                  <a16:creationId xmlns:a16="http://schemas.microsoft.com/office/drawing/2014/main" id="{792A06BC-7263-F48C-455A-AAF2D103C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776"/>
              <a:ext cx="851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sp>
          <p:nvSpPr>
            <p:cNvPr id="100621" name="Line 269">
              <a:extLst>
                <a:ext uri="{FF2B5EF4-FFF2-40B4-BE49-F238E27FC236}">
                  <a16:creationId xmlns:a16="http://schemas.microsoft.com/office/drawing/2014/main" id="{57C2D33B-F19A-5ED6-F97E-CFCEC9980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2" y="1344"/>
              <a:ext cx="3446" cy="1088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355" name="Text Box 270">
            <a:extLst>
              <a:ext uri="{FF2B5EF4-FFF2-40B4-BE49-F238E27FC236}">
                <a16:creationId xmlns:a16="http://schemas.microsoft.com/office/drawing/2014/main" id="{5022B0E3-BCE3-7C7B-E3A2-560454BE2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066800"/>
            <a:ext cx="7010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纯微分环节的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>
            <a:extLst>
              <a:ext uri="{FF2B5EF4-FFF2-40B4-BE49-F238E27FC236}">
                <a16:creationId xmlns:a16="http://schemas.microsoft.com/office/drawing/2014/main" id="{5E557FD2-FFA4-E2EF-CF93-D422ADF8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振荡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AC0360D-F945-75FE-7EF2-2A9E897AA8D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81213"/>
            <a:ext cx="6781800" cy="1500187"/>
            <a:chOff x="1056" y="1311"/>
            <a:chExt cx="4272" cy="945"/>
          </a:xfrm>
        </p:grpSpPr>
        <p:sp>
          <p:nvSpPr>
            <p:cNvPr id="102407" name="Rectangle 5">
              <a:extLst>
                <a:ext uri="{FF2B5EF4-FFF2-40B4-BE49-F238E27FC236}">
                  <a16:creationId xmlns:a16="http://schemas.microsoft.com/office/drawing/2014/main" id="{02DCF85A-5211-47A4-341A-E95EF8DDB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02408" name="Object 6">
              <a:extLst>
                <a:ext uri="{FF2B5EF4-FFF2-40B4-BE49-F238E27FC236}">
                  <a16:creationId xmlns:a16="http://schemas.microsoft.com/office/drawing/2014/main" id="{A67AAECE-77F3-8A4D-B869-11EC9C8025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1678"/>
            <a:ext cx="4245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302000" imgH="457200" progId="Equation.3">
                    <p:embed/>
                  </p:oleObj>
                </mc:Choice>
                <mc:Fallback>
                  <p:oleObj r:id="rId3" imgW="3302000" imgH="457200" progId="Equation.3">
                    <p:embed/>
                    <p:pic>
                      <p:nvPicPr>
                        <p:cNvPr id="102408" name="Object 6">
                          <a:extLst>
                            <a:ext uri="{FF2B5EF4-FFF2-40B4-BE49-F238E27FC236}">
                              <a16:creationId xmlns:a16="http://schemas.microsoft.com/office/drawing/2014/main" id="{A67AAECE-77F3-8A4D-B869-11EC9C8025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1678"/>
                          <a:ext cx="4245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A21A815E-3C82-B1D2-3ADC-E7C81E35295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24288"/>
            <a:ext cx="6705600" cy="2043112"/>
            <a:chOff x="1056" y="2409"/>
            <a:chExt cx="4224" cy="1287"/>
          </a:xfrm>
        </p:grpSpPr>
        <p:sp>
          <p:nvSpPr>
            <p:cNvPr id="102405" name="Rectangle 8">
              <a:extLst>
                <a:ext uri="{FF2B5EF4-FFF2-40B4-BE49-F238E27FC236}">
                  <a16:creationId xmlns:a16="http://schemas.microsoft.com/office/drawing/2014/main" id="{B6ACDFC8-CC08-1842-5D4F-68E14247E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406" name="Object 9">
              <a:extLst>
                <a:ext uri="{FF2B5EF4-FFF2-40B4-BE49-F238E27FC236}">
                  <a16:creationId xmlns:a16="http://schemas.microsoft.com/office/drawing/2014/main" id="{2579BDE8-57E9-8EC8-C7D0-B49D2D885A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2765"/>
            <a:ext cx="4197" cy="9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263900" imgH="736600" progId="Equation.3">
                    <p:embed/>
                  </p:oleObj>
                </mc:Choice>
                <mc:Fallback>
                  <p:oleObj r:id="rId5" imgW="3263900" imgH="736600" progId="Equation.3">
                    <p:embed/>
                    <p:pic>
                      <p:nvPicPr>
                        <p:cNvPr id="102406" name="Object 9">
                          <a:extLst>
                            <a:ext uri="{FF2B5EF4-FFF2-40B4-BE49-F238E27FC236}">
                              <a16:creationId xmlns:a16="http://schemas.microsoft.com/office/drawing/2014/main" id="{2579BDE8-57E9-8EC8-C7D0-B49D2D885A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2765"/>
                          <a:ext cx="4197" cy="9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3">
            <a:extLst>
              <a:ext uri="{FF2B5EF4-FFF2-40B4-BE49-F238E27FC236}">
                <a16:creationId xmlns:a16="http://schemas.microsoft.com/office/drawing/2014/main" id="{5A427193-4E24-A8DA-6279-52E787503EE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600200"/>
            <a:ext cx="5638800" cy="2341563"/>
            <a:chOff x="1056" y="1008"/>
            <a:chExt cx="3552" cy="1475"/>
          </a:xfrm>
        </p:grpSpPr>
        <p:graphicFrame>
          <p:nvGraphicFramePr>
            <p:cNvPr id="104454" name="Object 4">
              <a:extLst>
                <a:ext uri="{FF2B5EF4-FFF2-40B4-BE49-F238E27FC236}">
                  <a16:creationId xmlns:a16="http://schemas.microsoft.com/office/drawing/2014/main" id="{83D9E480-2F29-27AF-486D-66E74156DF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9" y="1392"/>
            <a:ext cx="2857" cy="1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22500" imgH="863600" progId="Equation.3">
                    <p:embed/>
                  </p:oleObj>
                </mc:Choice>
                <mc:Fallback>
                  <p:oleObj r:id="rId3" imgW="2222500" imgH="863600" progId="Equation.3">
                    <p:embed/>
                    <p:pic>
                      <p:nvPicPr>
                        <p:cNvPr id="104454" name="Object 4">
                          <a:extLst>
                            <a:ext uri="{FF2B5EF4-FFF2-40B4-BE49-F238E27FC236}">
                              <a16:creationId xmlns:a16="http://schemas.microsoft.com/office/drawing/2014/main" id="{83D9E480-2F29-27AF-486D-66E74156DF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392"/>
                          <a:ext cx="2857" cy="1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55" name="Rectangle 5">
              <a:extLst>
                <a:ext uri="{FF2B5EF4-FFF2-40B4-BE49-F238E27FC236}">
                  <a16:creationId xmlns:a16="http://schemas.microsoft.com/office/drawing/2014/main" id="{A9A73800-64B1-6844-2A73-9CD9259DE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00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31534650-F352-AD76-0943-15C7F1C067B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052888"/>
            <a:ext cx="5638800" cy="2271712"/>
            <a:chOff x="1056" y="2553"/>
            <a:chExt cx="3552" cy="1431"/>
          </a:xfrm>
        </p:grpSpPr>
        <p:sp>
          <p:nvSpPr>
            <p:cNvPr id="104452" name="Rectangle 7">
              <a:extLst>
                <a:ext uri="{FF2B5EF4-FFF2-40B4-BE49-F238E27FC236}">
                  <a16:creationId xmlns:a16="http://schemas.microsoft.com/office/drawing/2014/main" id="{A033ADA6-DA58-A40A-1154-E90529690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5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4453" name="Object 8">
              <a:extLst>
                <a:ext uri="{FF2B5EF4-FFF2-40B4-BE49-F238E27FC236}">
                  <a16:creationId xmlns:a16="http://schemas.microsoft.com/office/drawing/2014/main" id="{7F8A96AF-1C7F-A544-6FC9-DA359FA995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4" y="2813"/>
            <a:ext cx="2024" cy="1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74800" imgH="927100" progId="Equation.3">
                    <p:embed/>
                  </p:oleObj>
                </mc:Choice>
                <mc:Fallback>
                  <p:oleObj r:id="rId5" imgW="1574800" imgH="927100" progId="Equation.3">
                    <p:embed/>
                    <p:pic>
                      <p:nvPicPr>
                        <p:cNvPr id="104453" name="Object 8">
                          <a:extLst>
                            <a:ext uri="{FF2B5EF4-FFF2-40B4-BE49-F238E27FC236}">
                              <a16:creationId xmlns:a16="http://schemas.microsoft.com/office/drawing/2014/main" id="{7F8A96AF-1C7F-A544-6FC9-DA359FA995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813"/>
                          <a:ext cx="2024" cy="1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3">
            <a:extLst>
              <a:ext uri="{FF2B5EF4-FFF2-40B4-BE49-F238E27FC236}">
                <a16:creationId xmlns:a16="http://schemas.microsoft.com/office/drawing/2014/main" id="{F6864DDD-5FA1-3D7D-4480-786547331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振荡环节的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graphicFrame>
        <p:nvGraphicFramePr>
          <p:cNvPr id="106500" name="Object 4">
            <a:extLst>
              <a:ext uri="{FF2B5EF4-FFF2-40B4-BE49-F238E27FC236}">
                <a16:creationId xmlns:a16="http://schemas.microsoft.com/office/drawing/2014/main" id="{339B7F2F-1638-B167-C55B-4DF0CE01F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1425" y="2590800"/>
          <a:ext cx="5489575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78100" imgH="673100" progId="Equation.3">
                  <p:embed/>
                </p:oleObj>
              </mc:Choice>
              <mc:Fallback>
                <p:oleObj r:id="rId3" imgW="2578100" imgH="673100" progId="Equation.3">
                  <p:embed/>
                  <p:pic>
                    <p:nvPicPr>
                      <p:cNvPr id="106500" name="Object 4">
                        <a:extLst>
                          <a:ext uri="{FF2B5EF4-FFF2-40B4-BE49-F238E27FC236}">
                            <a16:creationId xmlns:a16="http://schemas.microsoft.com/office/drawing/2014/main" id="{339B7F2F-1638-B167-C55B-4DF0CE01F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2590800"/>
                        <a:ext cx="5489575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Rectangle 5">
            <a:extLst>
              <a:ext uri="{FF2B5EF4-FFF2-40B4-BE49-F238E27FC236}">
                <a16:creationId xmlns:a16="http://schemas.microsoft.com/office/drawing/2014/main" id="{B0E7D8AA-95A4-798B-DE0A-D7A2B8CB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0304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对数幅频特性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33FB6070-C384-8CE2-265D-9D207768C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114800"/>
            <a:ext cx="6705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低频段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&lt;&lt;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106503" name="Object 7">
            <a:extLst>
              <a:ext uri="{FF2B5EF4-FFF2-40B4-BE49-F238E27FC236}">
                <a16:creationId xmlns:a16="http://schemas.microsoft.com/office/drawing/2014/main" id="{D43C0D2A-C894-BE1A-A72D-8E8729204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8563" y="4926013"/>
          <a:ext cx="26368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67893" imgH="203112" progId="Equation.3">
                  <p:embed/>
                </p:oleObj>
              </mc:Choice>
              <mc:Fallback>
                <p:oleObj r:id="rId5" imgW="1167893" imgH="203112" progId="Equation.3">
                  <p:embed/>
                  <p:pic>
                    <p:nvPicPr>
                      <p:cNvPr id="106503" name="Object 7">
                        <a:extLst>
                          <a:ext uri="{FF2B5EF4-FFF2-40B4-BE49-F238E27FC236}">
                            <a16:creationId xmlns:a16="http://schemas.microsoft.com/office/drawing/2014/main" id="{D43C0D2A-C894-BE1A-A72D-8E8729204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4926013"/>
                        <a:ext cx="26368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4" name="Text Box 8">
            <a:extLst>
              <a:ext uri="{FF2B5EF4-FFF2-40B4-BE49-F238E27FC236}">
                <a16:creationId xmlns:a16="http://schemas.microsoft.com/office/drawing/2014/main" id="{06A6835B-9406-350E-B4BA-FE3EC7A2E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529263"/>
            <a:ext cx="6172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即低频渐近线为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</a:t>
            </a:r>
            <a:r>
              <a:rPr lang="zh-CN" altLang="en-US" sz="2800">
                <a:latin typeface="宋体" panose="02010600030101010101" pitchFamily="2" charset="-122"/>
              </a:rPr>
              <a:t>的水平线。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/>
      <p:bldP spid="106502" grpId="0"/>
      <p:bldP spid="1065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5" name="Object 3">
            <a:extLst>
              <a:ext uri="{FF2B5EF4-FFF2-40B4-BE49-F238E27FC236}">
                <a16:creationId xmlns:a16="http://schemas.microsoft.com/office/drawing/2014/main" id="{6FEF7E6F-877C-96E2-0B74-43BABF906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5675" y="3119438"/>
          <a:ext cx="6477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59100" imgH="520700" progId="Equation.3">
                  <p:embed/>
                </p:oleObj>
              </mc:Choice>
              <mc:Fallback>
                <p:oleObj r:id="rId3" imgW="2959100" imgH="520700" progId="Equation.3">
                  <p:embed/>
                  <p:pic>
                    <p:nvPicPr>
                      <p:cNvPr id="105475" name="Object 3">
                        <a:extLst>
                          <a:ext uri="{FF2B5EF4-FFF2-40B4-BE49-F238E27FC236}">
                            <a16:creationId xmlns:a16="http://schemas.microsoft.com/office/drawing/2014/main" id="{6FEF7E6F-877C-96E2-0B74-43BABF906E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3119438"/>
                        <a:ext cx="6477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6" name="Text Box 4">
            <a:extLst>
              <a:ext uri="{FF2B5EF4-FFF2-40B4-BE49-F238E27FC236}">
                <a16:creationId xmlns:a16="http://schemas.microsoft.com/office/drawing/2014/main" id="{8B006CD3-F3DE-F409-C2D6-6ACB8F626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402138"/>
            <a:ext cx="684053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即高频渐近线为斜率为</a:t>
            </a:r>
            <a:r>
              <a:rPr lang="en-US" altLang="zh-CN" sz="2800">
                <a:latin typeface="宋体" panose="02010600030101010101" pitchFamily="2" charset="-122"/>
              </a:rPr>
              <a:t>-4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dB/dec </a:t>
            </a:r>
            <a:r>
              <a:rPr lang="zh-CN" altLang="en-US" sz="2800">
                <a:latin typeface="宋体" panose="02010600030101010101" pitchFamily="2" charset="-122"/>
              </a:rPr>
              <a:t>的直线。</a:t>
            </a:r>
          </a:p>
        </p:txBody>
      </p:sp>
      <p:sp>
        <p:nvSpPr>
          <p:cNvPr id="108548" name="Text Box 5">
            <a:extLst>
              <a:ext uri="{FF2B5EF4-FFF2-40B4-BE49-F238E27FC236}">
                <a16:creationId xmlns:a16="http://schemas.microsoft.com/office/drawing/2014/main" id="{94694D97-74DF-2E21-0176-22F4F7590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052513"/>
            <a:ext cx="6705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高频段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&gt;&gt;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5478" name="Text Box 6">
            <a:extLst>
              <a:ext uri="{FF2B5EF4-FFF2-40B4-BE49-F238E27FC236}">
                <a16:creationId xmlns:a16="http://schemas.microsoft.com/office/drawing/2014/main" id="{F73D0C86-EB66-44F9-9F92-5A7006C42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941888"/>
            <a:ext cx="6629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两条渐近线的交点为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。即振荡环节的转折频率等于其无阻尼固有频率。</a:t>
            </a:r>
          </a:p>
        </p:txBody>
      </p:sp>
      <p:graphicFrame>
        <p:nvGraphicFramePr>
          <p:cNvPr id="105479" name="Object 7">
            <a:extLst>
              <a:ext uri="{FF2B5EF4-FFF2-40B4-BE49-F238E27FC236}">
                <a16:creationId xmlns:a16="http://schemas.microsoft.com/office/drawing/2014/main" id="{C1889D1F-5FB4-6F21-BD51-A956A84E1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5" y="1671638"/>
          <a:ext cx="5486400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8100" imgH="673100" progId="Equation.3">
                  <p:embed/>
                </p:oleObj>
              </mc:Choice>
              <mc:Fallback>
                <p:oleObj r:id="rId5" imgW="2578100" imgH="673100" progId="Equation.3">
                  <p:embed/>
                  <p:pic>
                    <p:nvPicPr>
                      <p:cNvPr id="105479" name="Object 7">
                        <a:extLst>
                          <a:ext uri="{FF2B5EF4-FFF2-40B4-BE49-F238E27FC236}">
                            <a16:creationId xmlns:a16="http://schemas.microsoft.com/office/drawing/2014/main" id="{C1889D1F-5FB4-6F21-BD51-A956A84E1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671638"/>
                        <a:ext cx="5486400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/>
      <p:bldP spid="1054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>
            <a:extLst>
              <a:ext uri="{FF2B5EF4-FFF2-40B4-BE49-F238E27FC236}">
                <a16:creationId xmlns:a16="http://schemas.microsoft.com/office/drawing/2014/main" id="{704A6BED-1085-2FA7-A568-A64D1F03C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2650" y="2333625"/>
          <a:ext cx="3213100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4800" imgH="927100" progId="Equation.3">
                  <p:embed/>
                </p:oleObj>
              </mc:Choice>
              <mc:Fallback>
                <p:oleObj r:id="rId3" imgW="1574800" imgH="927100" progId="Equation.3">
                  <p:embed/>
                  <p:pic>
                    <p:nvPicPr>
                      <p:cNvPr id="104450" name="Object 2">
                        <a:extLst>
                          <a:ext uri="{FF2B5EF4-FFF2-40B4-BE49-F238E27FC236}">
                            <a16:creationId xmlns:a16="http://schemas.microsoft.com/office/drawing/2014/main" id="{704A6BED-1085-2FA7-A568-A64D1F03C3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2333625"/>
                        <a:ext cx="3213100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5" name="Rectangle 4">
            <a:extLst>
              <a:ext uri="{FF2B5EF4-FFF2-40B4-BE49-F238E27FC236}">
                <a16:creationId xmlns:a16="http://schemas.microsoft.com/office/drawing/2014/main" id="{C201472A-6C7D-5826-67D5-CD08E3E5D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7732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对数相频特性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4453" name="Object 5">
            <a:extLst>
              <a:ext uri="{FF2B5EF4-FFF2-40B4-BE49-F238E27FC236}">
                <a16:creationId xmlns:a16="http://schemas.microsoft.com/office/drawing/2014/main" id="{3EE16FA5-5283-6F85-7B51-F2FF413E1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5030788"/>
          <a:ext cx="19431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63225" imgH="228501" progId="Equation.3">
                  <p:embed/>
                </p:oleObj>
              </mc:Choice>
              <mc:Fallback>
                <p:oleObj r:id="rId5" imgW="863225" imgH="228501" progId="Equation.3">
                  <p:embed/>
                  <p:pic>
                    <p:nvPicPr>
                      <p:cNvPr id="104453" name="Object 5">
                        <a:extLst>
                          <a:ext uri="{FF2B5EF4-FFF2-40B4-BE49-F238E27FC236}">
                            <a16:creationId xmlns:a16="http://schemas.microsoft.com/office/drawing/2014/main" id="{3EE16FA5-5283-6F85-7B51-F2FF413E1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5030788"/>
                        <a:ext cx="19431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850C2F02-E54C-8493-99E0-EFEC65566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5619750"/>
          <a:ext cx="19716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76300" imgH="203200" progId="Equation.3">
                  <p:embed/>
                </p:oleObj>
              </mc:Choice>
              <mc:Fallback>
                <p:oleObj r:id="rId7" imgW="876300" imgH="203200" progId="Equation.3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850C2F02-E54C-8493-99E0-EFEC65566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5619750"/>
                        <a:ext cx="19716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DF9E85EB-8E67-2092-A877-F5EA3ED8AADD}"/>
              </a:ext>
            </a:extLst>
          </p:cNvPr>
          <p:cNvGrpSpPr>
            <a:grpSpLocks/>
          </p:cNvGrpSpPr>
          <p:nvPr/>
        </p:nvGrpSpPr>
        <p:grpSpPr bwMode="auto">
          <a:xfrm>
            <a:off x="2044700" y="4391025"/>
            <a:ext cx="2698750" cy="582613"/>
            <a:chOff x="1324" y="2928"/>
            <a:chExt cx="1700" cy="367"/>
          </a:xfrm>
        </p:grpSpPr>
        <p:graphicFrame>
          <p:nvGraphicFramePr>
            <p:cNvPr id="110599" name="Object 8">
              <a:extLst>
                <a:ext uri="{FF2B5EF4-FFF2-40B4-BE49-F238E27FC236}">
                  <a16:creationId xmlns:a16="http://schemas.microsoft.com/office/drawing/2014/main" id="{BC5F6026-A8FB-95D4-CDCC-05FED80AAE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006"/>
            <a:ext cx="86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09336" imgH="203112" progId="Equation.3">
                    <p:embed/>
                  </p:oleObj>
                </mc:Choice>
                <mc:Fallback>
                  <p:oleObj r:id="rId9" imgW="609336" imgH="203112" progId="Equation.3">
                    <p:embed/>
                    <p:pic>
                      <p:nvPicPr>
                        <p:cNvPr id="110599" name="Object 8">
                          <a:extLst>
                            <a:ext uri="{FF2B5EF4-FFF2-40B4-BE49-F238E27FC236}">
                              <a16:creationId xmlns:a16="http://schemas.microsoft.com/office/drawing/2014/main" id="{BC5F6026-A8FB-95D4-CDCC-05FED80AAE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006"/>
                          <a:ext cx="86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00" name="Rectangle 9">
              <a:extLst>
                <a:ext uri="{FF2B5EF4-FFF2-40B4-BE49-F238E27FC236}">
                  <a16:creationId xmlns:a16="http://schemas.microsoft.com/office/drawing/2014/main" id="{AE6218CB-07A6-3B98-D861-FB6EAA434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2928"/>
              <a:ext cx="78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易知：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2" name="Group 3">
            <a:extLst>
              <a:ext uri="{FF2B5EF4-FFF2-40B4-BE49-F238E27FC236}">
                <a16:creationId xmlns:a16="http://schemas.microsoft.com/office/drawing/2014/main" id="{CC8FF1E4-2C78-82C3-3758-39B419EC044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19200"/>
            <a:ext cx="6886575" cy="5562600"/>
            <a:chOff x="606" y="768"/>
            <a:chExt cx="4338" cy="3504"/>
          </a:xfrm>
        </p:grpSpPr>
        <p:grpSp>
          <p:nvGrpSpPr>
            <p:cNvPr id="112643" name="Group 4">
              <a:extLst>
                <a:ext uri="{FF2B5EF4-FFF2-40B4-BE49-F238E27FC236}">
                  <a16:creationId xmlns:a16="http://schemas.microsoft.com/office/drawing/2014/main" id="{8CD517C7-42FB-DCD8-2429-27AF8AC73E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" y="2637"/>
              <a:ext cx="4336" cy="1635"/>
              <a:chOff x="608" y="2637"/>
              <a:chExt cx="4336" cy="1635"/>
            </a:xfrm>
          </p:grpSpPr>
          <p:sp>
            <p:nvSpPr>
              <p:cNvPr id="112773" name="Rectangle 5">
                <a:extLst>
                  <a:ext uri="{FF2B5EF4-FFF2-40B4-BE49-F238E27FC236}">
                    <a16:creationId xmlns:a16="http://schemas.microsoft.com/office/drawing/2014/main" id="{27821DA0-F448-6798-11DB-7112AF839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774" name="Rectangle 6">
                <a:extLst>
                  <a:ext uri="{FF2B5EF4-FFF2-40B4-BE49-F238E27FC236}">
                    <a16:creationId xmlns:a16="http://schemas.microsoft.com/office/drawing/2014/main" id="{9AD2DA12-6FA5-4B7E-9F60-1735BD34D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775" name="Freeform 7">
                <a:extLst>
                  <a:ext uri="{FF2B5EF4-FFF2-40B4-BE49-F238E27FC236}">
                    <a16:creationId xmlns:a16="http://schemas.microsoft.com/office/drawing/2014/main" id="{A414058C-9EBA-A118-9F10-09EFD58EA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6" name="Freeform 8">
                <a:extLst>
                  <a:ext uri="{FF2B5EF4-FFF2-40B4-BE49-F238E27FC236}">
                    <a16:creationId xmlns:a16="http://schemas.microsoft.com/office/drawing/2014/main" id="{B0B2B109-1727-061C-63A4-ED73D38FD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7" name="Freeform 9">
                <a:extLst>
                  <a:ext uri="{FF2B5EF4-FFF2-40B4-BE49-F238E27FC236}">
                    <a16:creationId xmlns:a16="http://schemas.microsoft.com/office/drawing/2014/main" id="{4A17E8ED-4E8D-B24A-CFAC-41E2447AD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8" name="Freeform 10">
                <a:extLst>
                  <a:ext uri="{FF2B5EF4-FFF2-40B4-BE49-F238E27FC236}">
                    <a16:creationId xmlns:a16="http://schemas.microsoft.com/office/drawing/2014/main" id="{12666D18-45AC-9E7B-C43B-0908B5150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903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9" name="Freeform 11">
                <a:extLst>
                  <a:ext uri="{FF2B5EF4-FFF2-40B4-BE49-F238E27FC236}">
                    <a16:creationId xmlns:a16="http://schemas.microsoft.com/office/drawing/2014/main" id="{D2B834AC-43F4-7DBA-CCED-889827D59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598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0" name="Freeform 12">
                <a:extLst>
                  <a:ext uri="{FF2B5EF4-FFF2-40B4-BE49-F238E27FC236}">
                    <a16:creationId xmlns:a16="http://schemas.microsoft.com/office/drawing/2014/main" id="{7E7FBC63-0788-DAF7-CC10-BF03072A4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294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1" name="Freeform 13">
                <a:extLst>
                  <a:ext uri="{FF2B5EF4-FFF2-40B4-BE49-F238E27FC236}">
                    <a16:creationId xmlns:a16="http://schemas.microsoft.com/office/drawing/2014/main" id="{4D57F028-9AB2-B6B8-489D-E336F9B9D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989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2" name="Freeform 14">
                <a:extLst>
                  <a:ext uri="{FF2B5EF4-FFF2-40B4-BE49-F238E27FC236}">
                    <a16:creationId xmlns:a16="http://schemas.microsoft.com/office/drawing/2014/main" id="{4931BEF0-E6C5-DE4A-6A74-A380409E0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3" name="Line 15">
                <a:extLst>
                  <a:ext uri="{FF2B5EF4-FFF2-40B4-BE49-F238E27FC236}">
                    <a16:creationId xmlns:a16="http://schemas.microsoft.com/office/drawing/2014/main" id="{816EAA21-A82E-D1B6-A7DC-F37C5B389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4" name="Freeform 16">
                <a:extLst>
                  <a:ext uri="{FF2B5EF4-FFF2-40B4-BE49-F238E27FC236}">
                    <a16:creationId xmlns:a16="http://schemas.microsoft.com/office/drawing/2014/main" id="{CAB8415D-4F13-1AD9-AFB1-F079EEE0E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custGeom>
                <a:avLst/>
                <a:gdLst>
                  <a:gd name="T0" fmla="*/ 0 w 794"/>
                  <a:gd name="T1" fmla="*/ 34637 h 227"/>
                  <a:gd name="T2" fmla="*/ 76941 w 794"/>
                  <a:gd name="T3" fmla="*/ 34637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5" name="Line 17">
                <a:extLst>
                  <a:ext uri="{FF2B5EF4-FFF2-40B4-BE49-F238E27FC236}">
                    <a16:creationId xmlns:a16="http://schemas.microsoft.com/office/drawing/2014/main" id="{DAD012A3-9D14-7B23-281C-374334210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6" name="Line 18">
                <a:extLst>
                  <a:ext uri="{FF2B5EF4-FFF2-40B4-BE49-F238E27FC236}">
                    <a16:creationId xmlns:a16="http://schemas.microsoft.com/office/drawing/2014/main" id="{C4FB6FC9-7F99-A3E1-B68D-B57BA514F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903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7" name="Line 19">
                <a:extLst>
                  <a:ext uri="{FF2B5EF4-FFF2-40B4-BE49-F238E27FC236}">
                    <a16:creationId xmlns:a16="http://schemas.microsoft.com/office/drawing/2014/main" id="{C01F4526-6434-3E8D-347D-0DDAF5CB5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8" name="Line 20">
                <a:extLst>
                  <a:ext uri="{FF2B5EF4-FFF2-40B4-BE49-F238E27FC236}">
                    <a16:creationId xmlns:a16="http://schemas.microsoft.com/office/drawing/2014/main" id="{905FDB2E-3300-2815-A0AA-05A5B2888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9" name="Line 21">
                <a:extLst>
                  <a:ext uri="{FF2B5EF4-FFF2-40B4-BE49-F238E27FC236}">
                    <a16:creationId xmlns:a16="http://schemas.microsoft.com/office/drawing/2014/main" id="{DAF003E6-7351-B568-7CAD-F112E90F3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0" name="Freeform 22">
                <a:extLst>
                  <a:ext uri="{FF2B5EF4-FFF2-40B4-BE49-F238E27FC236}">
                    <a16:creationId xmlns:a16="http://schemas.microsoft.com/office/drawing/2014/main" id="{8DCACD86-82B6-47C4-1D4E-825387F1F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1" name="Line 23">
                <a:extLst>
                  <a:ext uri="{FF2B5EF4-FFF2-40B4-BE49-F238E27FC236}">
                    <a16:creationId xmlns:a16="http://schemas.microsoft.com/office/drawing/2014/main" id="{1EDB3983-962E-C27B-25C1-4432CBD9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2" name="Line 24">
                <a:extLst>
                  <a:ext uri="{FF2B5EF4-FFF2-40B4-BE49-F238E27FC236}">
                    <a16:creationId xmlns:a16="http://schemas.microsoft.com/office/drawing/2014/main" id="{7F852B8D-FACF-E906-9F45-C13B2B54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3" name="Line 25">
                <a:extLst>
                  <a:ext uri="{FF2B5EF4-FFF2-40B4-BE49-F238E27FC236}">
                    <a16:creationId xmlns:a16="http://schemas.microsoft.com/office/drawing/2014/main" id="{DFD43B03-440B-B1F2-A2DB-E7F90BC75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1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4" name="Line 26">
                <a:extLst>
                  <a:ext uri="{FF2B5EF4-FFF2-40B4-BE49-F238E27FC236}">
                    <a16:creationId xmlns:a16="http://schemas.microsoft.com/office/drawing/2014/main" id="{66DE01B6-6D19-B04C-81B8-710636F6D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5" name="Freeform 27">
                <a:extLst>
                  <a:ext uri="{FF2B5EF4-FFF2-40B4-BE49-F238E27FC236}">
                    <a16:creationId xmlns:a16="http://schemas.microsoft.com/office/drawing/2014/main" id="{F5894CAD-EC45-B976-5544-D2ECB6D9C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1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6" name="Line 28">
                <a:extLst>
                  <a:ext uri="{FF2B5EF4-FFF2-40B4-BE49-F238E27FC236}">
                    <a16:creationId xmlns:a16="http://schemas.microsoft.com/office/drawing/2014/main" id="{A6E83286-DCF7-C17C-EE89-F5E6B4C90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7" name="Line 29">
                <a:extLst>
                  <a:ext uri="{FF2B5EF4-FFF2-40B4-BE49-F238E27FC236}">
                    <a16:creationId xmlns:a16="http://schemas.microsoft.com/office/drawing/2014/main" id="{92A068C4-4268-AAEC-D550-084A747C6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8" name="Freeform 30">
                <a:extLst>
                  <a:ext uri="{FF2B5EF4-FFF2-40B4-BE49-F238E27FC236}">
                    <a16:creationId xmlns:a16="http://schemas.microsoft.com/office/drawing/2014/main" id="{0183F463-9C50-453A-F854-29795FF52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9" name="Line 31">
                <a:extLst>
                  <a:ext uri="{FF2B5EF4-FFF2-40B4-BE49-F238E27FC236}">
                    <a16:creationId xmlns:a16="http://schemas.microsoft.com/office/drawing/2014/main" id="{A63DF60A-D4A8-31EF-D8CC-DD70DD036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0" name="Line 32">
                <a:extLst>
                  <a:ext uri="{FF2B5EF4-FFF2-40B4-BE49-F238E27FC236}">
                    <a16:creationId xmlns:a16="http://schemas.microsoft.com/office/drawing/2014/main" id="{335A5531-0458-4D11-122C-B28FCB306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1" name="Freeform 33">
                <a:extLst>
                  <a:ext uri="{FF2B5EF4-FFF2-40B4-BE49-F238E27FC236}">
                    <a16:creationId xmlns:a16="http://schemas.microsoft.com/office/drawing/2014/main" id="{58E0FDAE-AC3F-7FB0-8815-5E827BCC8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2" name="Line 34">
                <a:extLst>
                  <a:ext uri="{FF2B5EF4-FFF2-40B4-BE49-F238E27FC236}">
                    <a16:creationId xmlns:a16="http://schemas.microsoft.com/office/drawing/2014/main" id="{FD693804-B764-89E1-914C-82D4DF611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3" name="Line 35">
                <a:extLst>
                  <a:ext uri="{FF2B5EF4-FFF2-40B4-BE49-F238E27FC236}">
                    <a16:creationId xmlns:a16="http://schemas.microsoft.com/office/drawing/2014/main" id="{A738730C-260F-B65E-7714-013C6046E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4" name="Freeform 36">
                <a:extLst>
                  <a:ext uri="{FF2B5EF4-FFF2-40B4-BE49-F238E27FC236}">
                    <a16:creationId xmlns:a16="http://schemas.microsoft.com/office/drawing/2014/main" id="{937CD49F-B7DA-41A2-9BD6-912E594A1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5" name="Line 37">
                <a:extLst>
                  <a:ext uri="{FF2B5EF4-FFF2-40B4-BE49-F238E27FC236}">
                    <a16:creationId xmlns:a16="http://schemas.microsoft.com/office/drawing/2014/main" id="{1ABC25E8-2F43-41E0-3EC9-29F1AF844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9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6" name="Line 38">
                <a:extLst>
                  <a:ext uri="{FF2B5EF4-FFF2-40B4-BE49-F238E27FC236}">
                    <a16:creationId xmlns:a16="http://schemas.microsoft.com/office/drawing/2014/main" id="{1EF12745-976D-D23D-B0CE-CCA3B67EF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9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7" name="Freeform 39">
                <a:extLst>
                  <a:ext uri="{FF2B5EF4-FFF2-40B4-BE49-F238E27FC236}">
                    <a16:creationId xmlns:a16="http://schemas.microsoft.com/office/drawing/2014/main" id="{E2C47C1F-2F55-EF42-5B07-A1437B766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9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8" name="Line 40">
                <a:extLst>
                  <a:ext uri="{FF2B5EF4-FFF2-40B4-BE49-F238E27FC236}">
                    <a16:creationId xmlns:a16="http://schemas.microsoft.com/office/drawing/2014/main" id="{91C5A826-2061-81BD-B309-56C861507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9" name="Line 41">
                <a:extLst>
                  <a:ext uri="{FF2B5EF4-FFF2-40B4-BE49-F238E27FC236}">
                    <a16:creationId xmlns:a16="http://schemas.microsoft.com/office/drawing/2014/main" id="{8D6D9876-F028-477B-D79F-634F60D00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0" name="Freeform 42">
                <a:extLst>
                  <a:ext uri="{FF2B5EF4-FFF2-40B4-BE49-F238E27FC236}">
                    <a16:creationId xmlns:a16="http://schemas.microsoft.com/office/drawing/2014/main" id="{C26F399F-12FE-70D2-78D8-01F155FD8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1" name="Line 43">
                <a:extLst>
                  <a:ext uri="{FF2B5EF4-FFF2-40B4-BE49-F238E27FC236}">
                    <a16:creationId xmlns:a16="http://schemas.microsoft.com/office/drawing/2014/main" id="{0F2F8A41-5B8B-A377-761C-0812412A6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9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2" name="Line 44">
                <a:extLst>
                  <a:ext uri="{FF2B5EF4-FFF2-40B4-BE49-F238E27FC236}">
                    <a16:creationId xmlns:a16="http://schemas.microsoft.com/office/drawing/2014/main" id="{CC57C037-20C5-0BA1-A11B-096898B6A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3" name="Freeform 45">
                <a:extLst>
                  <a:ext uri="{FF2B5EF4-FFF2-40B4-BE49-F238E27FC236}">
                    <a16:creationId xmlns:a16="http://schemas.microsoft.com/office/drawing/2014/main" id="{EC1AB9C9-8D91-1DFA-1EAF-62537E8BC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4" name="Line 46">
                <a:extLst>
                  <a:ext uri="{FF2B5EF4-FFF2-40B4-BE49-F238E27FC236}">
                    <a16:creationId xmlns:a16="http://schemas.microsoft.com/office/drawing/2014/main" id="{6F48119E-EDF0-1BE4-EF84-FFF249A75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0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5" name="Line 47">
                <a:extLst>
                  <a:ext uri="{FF2B5EF4-FFF2-40B4-BE49-F238E27FC236}">
                    <a16:creationId xmlns:a16="http://schemas.microsoft.com/office/drawing/2014/main" id="{C00AB9CB-92D9-82DA-F77B-060B4EF78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6" name="Freeform 48">
                <a:extLst>
                  <a:ext uri="{FF2B5EF4-FFF2-40B4-BE49-F238E27FC236}">
                    <a16:creationId xmlns:a16="http://schemas.microsoft.com/office/drawing/2014/main" id="{A5841538-C229-F32E-8E50-23C0AC243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7" name="Line 49">
                <a:extLst>
                  <a:ext uri="{FF2B5EF4-FFF2-40B4-BE49-F238E27FC236}">
                    <a16:creationId xmlns:a16="http://schemas.microsoft.com/office/drawing/2014/main" id="{C442B58F-B27B-58A3-D9D6-67C72E6E0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8" name="Line 50">
                <a:extLst>
                  <a:ext uri="{FF2B5EF4-FFF2-40B4-BE49-F238E27FC236}">
                    <a16:creationId xmlns:a16="http://schemas.microsoft.com/office/drawing/2014/main" id="{B8F95274-2574-CEF5-6785-52F0F2287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9" name="Freeform 51">
                <a:extLst>
                  <a:ext uri="{FF2B5EF4-FFF2-40B4-BE49-F238E27FC236}">
                    <a16:creationId xmlns:a16="http://schemas.microsoft.com/office/drawing/2014/main" id="{0D73B8BD-ADA0-6A23-B9DC-093A9EEB7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0" name="Line 52">
                <a:extLst>
                  <a:ext uri="{FF2B5EF4-FFF2-40B4-BE49-F238E27FC236}">
                    <a16:creationId xmlns:a16="http://schemas.microsoft.com/office/drawing/2014/main" id="{057F6DD5-7AE8-F691-D49B-8FB178D3D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1" name="Line 53">
                <a:extLst>
                  <a:ext uri="{FF2B5EF4-FFF2-40B4-BE49-F238E27FC236}">
                    <a16:creationId xmlns:a16="http://schemas.microsoft.com/office/drawing/2014/main" id="{86D3A3D1-0A5F-94DC-C3AC-E6D77354E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2" name="Line 54">
                <a:extLst>
                  <a:ext uri="{FF2B5EF4-FFF2-40B4-BE49-F238E27FC236}">
                    <a16:creationId xmlns:a16="http://schemas.microsoft.com/office/drawing/2014/main" id="{0A9577E4-65D5-1C0E-68C6-E8B3AC4D2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3" name="Line 55">
                <a:extLst>
                  <a:ext uri="{FF2B5EF4-FFF2-40B4-BE49-F238E27FC236}">
                    <a16:creationId xmlns:a16="http://schemas.microsoft.com/office/drawing/2014/main" id="{A1ADFCF3-E92D-DD4B-0F96-2D660CCA0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4" name="Freeform 56">
                <a:extLst>
                  <a:ext uri="{FF2B5EF4-FFF2-40B4-BE49-F238E27FC236}">
                    <a16:creationId xmlns:a16="http://schemas.microsoft.com/office/drawing/2014/main" id="{734CC70D-6DE4-30D6-952F-DBC106CFB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5" name="Line 57">
                <a:extLst>
                  <a:ext uri="{FF2B5EF4-FFF2-40B4-BE49-F238E27FC236}">
                    <a16:creationId xmlns:a16="http://schemas.microsoft.com/office/drawing/2014/main" id="{CDC90D1F-AF20-4BB5-7B97-E4B1BD4D7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6" name="Line 58">
                <a:extLst>
                  <a:ext uri="{FF2B5EF4-FFF2-40B4-BE49-F238E27FC236}">
                    <a16:creationId xmlns:a16="http://schemas.microsoft.com/office/drawing/2014/main" id="{B0301AF9-8455-5BD6-57FE-AAA898E56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7" name="Freeform 59">
                <a:extLst>
                  <a:ext uri="{FF2B5EF4-FFF2-40B4-BE49-F238E27FC236}">
                    <a16:creationId xmlns:a16="http://schemas.microsoft.com/office/drawing/2014/main" id="{25B6B788-9F4A-5020-06DE-CCCBD8AC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8" name="Line 60">
                <a:extLst>
                  <a:ext uri="{FF2B5EF4-FFF2-40B4-BE49-F238E27FC236}">
                    <a16:creationId xmlns:a16="http://schemas.microsoft.com/office/drawing/2014/main" id="{6E173030-C60E-5BD7-49B7-6B186DA53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9" name="Line 61">
                <a:extLst>
                  <a:ext uri="{FF2B5EF4-FFF2-40B4-BE49-F238E27FC236}">
                    <a16:creationId xmlns:a16="http://schemas.microsoft.com/office/drawing/2014/main" id="{15422380-F671-8A8D-3461-59E2BB5C45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0" name="Freeform 62">
                <a:extLst>
                  <a:ext uri="{FF2B5EF4-FFF2-40B4-BE49-F238E27FC236}">
                    <a16:creationId xmlns:a16="http://schemas.microsoft.com/office/drawing/2014/main" id="{18B77872-467F-8423-DBEE-F5A9DF6EB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1" name="Line 63">
                <a:extLst>
                  <a:ext uri="{FF2B5EF4-FFF2-40B4-BE49-F238E27FC236}">
                    <a16:creationId xmlns:a16="http://schemas.microsoft.com/office/drawing/2014/main" id="{07683132-6EA7-29F2-3757-3FD83A699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0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2" name="Line 64">
                <a:extLst>
                  <a:ext uri="{FF2B5EF4-FFF2-40B4-BE49-F238E27FC236}">
                    <a16:creationId xmlns:a16="http://schemas.microsoft.com/office/drawing/2014/main" id="{4FAE1B9F-C5AF-C53D-5D58-4A555CD07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3" name="Freeform 65">
                <a:extLst>
                  <a:ext uri="{FF2B5EF4-FFF2-40B4-BE49-F238E27FC236}">
                    <a16:creationId xmlns:a16="http://schemas.microsoft.com/office/drawing/2014/main" id="{8F0314C1-62DB-3BC0-E235-82F38980D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4" name="Line 66">
                <a:extLst>
                  <a:ext uri="{FF2B5EF4-FFF2-40B4-BE49-F238E27FC236}">
                    <a16:creationId xmlns:a16="http://schemas.microsoft.com/office/drawing/2014/main" id="{51815A7B-5F3F-E0A5-906E-51C47DD08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3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5" name="Line 67">
                <a:extLst>
                  <a:ext uri="{FF2B5EF4-FFF2-40B4-BE49-F238E27FC236}">
                    <a16:creationId xmlns:a16="http://schemas.microsoft.com/office/drawing/2014/main" id="{C4987CBD-E7DC-C10B-BAC8-FE704E785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3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6" name="Freeform 68">
                <a:extLst>
                  <a:ext uri="{FF2B5EF4-FFF2-40B4-BE49-F238E27FC236}">
                    <a16:creationId xmlns:a16="http://schemas.microsoft.com/office/drawing/2014/main" id="{8A8B4942-88D3-3472-10EF-58C64BD4B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7" name="Line 69">
                <a:extLst>
                  <a:ext uri="{FF2B5EF4-FFF2-40B4-BE49-F238E27FC236}">
                    <a16:creationId xmlns:a16="http://schemas.microsoft.com/office/drawing/2014/main" id="{5D563239-E4DE-BAEA-7B08-EB12654DC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8" name="Line 70">
                <a:extLst>
                  <a:ext uri="{FF2B5EF4-FFF2-40B4-BE49-F238E27FC236}">
                    <a16:creationId xmlns:a16="http://schemas.microsoft.com/office/drawing/2014/main" id="{F760EF0B-BBA1-3E07-4500-FD8631CE1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9" name="Freeform 71">
                <a:extLst>
                  <a:ext uri="{FF2B5EF4-FFF2-40B4-BE49-F238E27FC236}">
                    <a16:creationId xmlns:a16="http://schemas.microsoft.com/office/drawing/2014/main" id="{F3D3122D-00A6-630F-91B8-4582FBB98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0" name="Line 72">
                <a:extLst>
                  <a:ext uri="{FF2B5EF4-FFF2-40B4-BE49-F238E27FC236}">
                    <a16:creationId xmlns:a16="http://schemas.microsoft.com/office/drawing/2014/main" id="{0284D366-C70C-ABA6-F486-40898B924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1" name="Line 73">
                <a:extLst>
                  <a:ext uri="{FF2B5EF4-FFF2-40B4-BE49-F238E27FC236}">
                    <a16:creationId xmlns:a16="http://schemas.microsoft.com/office/drawing/2014/main" id="{416CFB15-FDB2-428F-B2D3-36D165D8D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2" name="Freeform 74">
                <a:extLst>
                  <a:ext uri="{FF2B5EF4-FFF2-40B4-BE49-F238E27FC236}">
                    <a16:creationId xmlns:a16="http://schemas.microsoft.com/office/drawing/2014/main" id="{5ED9E3B5-CE8F-6C17-C9D3-BA50878F8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3" name="Line 75">
                <a:extLst>
                  <a:ext uri="{FF2B5EF4-FFF2-40B4-BE49-F238E27FC236}">
                    <a16:creationId xmlns:a16="http://schemas.microsoft.com/office/drawing/2014/main" id="{60F8C1B1-9554-FC0B-6F7E-4C98E0079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4" name="Line 76">
                <a:extLst>
                  <a:ext uri="{FF2B5EF4-FFF2-40B4-BE49-F238E27FC236}">
                    <a16:creationId xmlns:a16="http://schemas.microsoft.com/office/drawing/2014/main" id="{63E4D2AE-E2A2-36FF-D007-4010BF6D2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5" name="Freeform 77">
                <a:extLst>
                  <a:ext uri="{FF2B5EF4-FFF2-40B4-BE49-F238E27FC236}">
                    <a16:creationId xmlns:a16="http://schemas.microsoft.com/office/drawing/2014/main" id="{0E713AC7-286A-E32C-46FB-30240029E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6" name="Line 78">
                <a:extLst>
                  <a:ext uri="{FF2B5EF4-FFF2-40B4-BE49-F238E27FC236}">
                    <a16:creationId xmlns:a16="http://schemas.microsoft.com/office/drawing/2014/main" id="{5F10DA04-73D5-A8D7-88CA-3C97CE072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7" name="Line 79">
                <a:extLst>
                  <a:ext uri="{FF2B5EF4-FFF2-40B4-BE49-F238E27FC236}">
                    <a16:creationId xmlns:a16="http://schemas.microsoft.com/office/drawing/2014/main" id="{3FEFB3B1-D0C6-8C3D-A814-8BB549D40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8" name="Line 80">
                <a:extLst>
                  <a:ext uri="{FF2B5EF4-FFF2-40B4-BE49-F238E27FC236}">
                    <a16:creationId xmlns:a16="http://schemas.microsoft.com/office/drawing/2014/main" id="{A24A140C-3336-3C89-4C35-EBD902170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9" name="Line 81">
                <a:extLst>
                  <a:ext uri="{FF2B5EF4-FFF2-40B4-BE49-F238E27FC236}">
                    <a16:creationId xmlns:a16="http://schemas.microsoft.com/office/drawing/2014/main" id="{FA9ABE4F-4896-8797-5A0C-07AF2B01B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0" name="Line 82">
                <a:extLst>
                  <a:ext uri="{FF2B5EF4-FFF2-40B4-BE49-F238E27FC236}">
                    <a16:creationId xmlns:a16="http://schemas.microsoft.com/office/drawing/2014/main" id="{2CC9697A-FBF4-7283-2981-0073EF234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903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1" name="Line 83">
                <a:extLst>
                  <a:ext uri="{FF2B5EF4-FFF2-40B4-BE49-F238E27FC236}">
                    <a16:creationId xmlns:a16="http://schemas.microsoft.com/office/drawing/2014/main" id="{49B1A36E-261E-ACE8-4148-7106BB308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90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2" name="Rectangle 84">
                <a:extLst>
                  <a:ext uri="{FF2B5EF4-FFF2-40B4-BE49-F238E27FC236}">
                    <a16:creationId xmlns:a16="http://schemas.microsoft.com/office/drawing/2014/main" id="{9C0CB406-BF2D-86F9-4B73-12D588B25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805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-180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3" name="Line 85">
                <a:extLst>
                  <a:ext uri="{FF2B5EF4-FFF2-40B4-BE49-F238E27FC236}">
                    <a16:creationId xmlns:a16="http://schemas.microsoft.com/office/drawing/2014/main" id="{4A9BF7F3-55ED-1591-6FA6-B8EFFC252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598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4" name="Line 86">
                <a:extLst>
                  <a:ext uri="{FF2B5EF4-FFF2-40B4-BE49-F238E27FC236}">
                    <a16:creationId xmlns:a16="http://schemas.microsoft.com/office/drawing/2014/main" id="{A71866FD-53AE-BA9A-C1AC-71A562747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598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5" name="Rectangle 87">
                <a:extLst>
                  <a:ext uri="{FF2B5EF4-FFF2-40B4-BE49-F238E27FC236}">
                    <a16:creationId xmlns:a16="http://schemas.microsoft.com/office/drawing/2014/main" id="{DD56E6AD-F0FB-8E34-AAC5-191C9CE4E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501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-135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6" name="Line 88">
                <a:extLst>
                  <a:ext uri="{FF2B5EF4-FFF2-40B4-BE49-F238E27FC236}">
                    <a16:creationId xmlns:a16="http://schemas.microsoft.com/office/drawing/2014/main" id="{965CC338-A4AB-56B4-DE64-944EF0603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294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7" name="Line 89">
                <a:extLst>
                  <a:ext uri="{FF2B5EF4-FFF2-40B4-BE49-F238E27FC236}">
                    <a16:creationId xmlns:a16="http://schemas.microsoft.com/office/drawing/2014/main" id="{D83E3E78-B2F4-015A-E6F2-B09807769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294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8" name="Rectangle 90">
                <a:extLst>
                  <a:ext uri="{FF2B5EF4-FFF2-40B4-BE49-F238E27FC236}">
                    <a16:creationId xmlns:a16="http://schemas.microsoft.com/office/drawing/2014/main" id="{87BDBB56-A0BB-093D-82A5-81CC1F277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3196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-90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9" name="Rectangle 91">
                <a:extLst>
                  <a:ext uri="{FF2B5EF4-FFF2-40B4-BE49-F238E27FC236}">
                    <a16:creationId xmlns:a16="http://schemas.microsoft.com/office/drawing/2014/main" id="{369CC6DC-05F1-CE88-3924-980B01E9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2892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-45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0" name="Line 92">
                <a:extLst>
                  <a:ext uri="{FF2B5EF4-FFF2-40B4-BE49-F238E27FC236}">
                    <a16:creationId xmlns:a16="http://schemas.microsoft.com/office/drawing/2014/main" id="{C0B4B562-C49B-D992-7775-7C1B85252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1" name="Line 93">
                <a:extLst>
                  <a:ext uri="{FF2B5EF4-FFF2-40B4-BE49-F238E27FC236}">
                    <a16:creationId xmlns:a16="http://schemas.microsoft.com/office/drawing/2014/main" id="{D14A3EB1-C85E-FDD2-6C4B-D8BAF1482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69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2" name="Rectangle 94">
                <a:extLst>
                  <a:ext uri="{FF2B5EF4-FFF2-40B4-BE49-F238E27FC236}">
                    <a16:creationId xmlns:a16="http://schemas.microsoft.com/office/drawing/2014/main" id="{3627E602-CBD5-8685-38DC-001637387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8" y="2637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3" name="Line 95">
                <a:extLst>
                  <a:ext uri="{FF2B5EF4-FFF2-40B4-BE49-F238E27FC236}">
                    <a16:creationId xmlns:a16="http://schemas.microsoft.com/office/drawing/2014/main" id="{E195D83D-1CD2-BCED-11B8-990157462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864" name="Group 96">
                <a:extLst>
                  <a:ext uri="{FF2B5EF4-FFF2-40B4-BE49-F238E27FC236}">
                    <a16:creationId xmlns:a16="http://schemas.microsoft.com/office/drawing/2014/main" id="{3A67D112-8012-F56B-A146-6E21F7D63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4" y="2695"/>
                <a:ext cx="3647" cy="1197"/>
                <a:chOff x="1250" y="2647"/>
                <a:chExt cx="3647" cy="1197"/>
              </a:xfrm>
            </p:grpSpPr>
            <p:sp>
              <p:nvSpPr>
                <p:cNvPr id="112879" name="Freeform 97">
                  <a:extLst>
                    <a:ext uri="{FF2B5EF4-FFF2-40B4-BE49-F238E27FC236}">
                      <a16:creationId xmlns:a16="http://schemas.microsoft.com/office/drawing/2014/main" id="{62C8DED5-58A0-378F-94C7-B501FD7EA8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47"/>
                  <a:ext cx="3647" cy="1197"/>
                </a:xfrm>
                <a:custGeom>
                  <a:avLst/>
                  <a:gdLst>
                    <a:gd name="T0" fmla="*/ 0 w 3647"/>
                    <a:gd name="T1" fmla="*/ 0 h 1197"/>
                    <a:gd name="T2" fmla="*/ 87 w 3647"/>
                    <a:gd name="T3" fmla="*/ 0 h 1197"/>
                    <a:gd name="T4" fmla="*/ 175 w 3647"/>
                    <a:gd name="T5" fmla="*/ 0 h 1197"/>
                    <a:gd name="T6" fmla="*/ 266 w 3647"/>
                    <a:gd name="T7" fmla="*/ 6 h 1197"/>
                    <a:gd name="T8" fmla="*/ 354 w 3647"/>
                    <a:gd name="T9" fmla="*/ 6 h 1197"/>
                    <a:gd name="T10" fmla="*/ 441 w 3647"/>
                    <a:gd name="T11" fmla="*/ 6 h 1197"/>
                    <a:gd name="T12" fmla="*/ 533 w 3647"/>
                    <a:gd name="T13" fmla="*/ 6 h 1197"/>
                    <a:gd name="T14" fmla="*/ 620 w 3647"/>
                    <a:gd name="T15" fmla="*/ 11 h 1197"/>
                    <a:gd name="T16" fmla="*/ 707 w 3647"/>
                    <a:gd name="T17" fmla="*/ 11 h 1197"/>
                    <a:gd name="T18" fmla="*/ 799 w 3647"/>
                    <a:gd name="T19" fmla="*/ 17 h 1197"/>
                    <a:gd name="T20" fmla="*/ 887 w 3647"/>
                    <a:gd name="T21" fmla="*/ 17 h 1197"/>
                    <a:gd name="T22" fmla="*/ 978 w 3647"/>
                    <a:gd name="T23" fmla="*/ 22 h 1197"/>
                    <a:gd name="T24" fmla="*/ 1066 w 3647"/>
                    <a:gd name="T25" fmla="*/ 27 h 1197"/>
                    <a:gd name="T26" fmla="*/ 1153 w 3647"/>
                    <a:gd name="T27" fmla="*/ 33 h 1197"/>
                    <a:gd name="T28" fmla="*/ 1245 w 3647"/>
                    <a:gd name="T29" fmla="*/ 43 h 1197"/>
                    <a:gd name="T30" fmla="*/ 1263 w 3647"/>
                    <a:gd name="T31" fmla="*/ 43 h 1197"/>
                    <a:gd name="T32" fmla="*/ 1341 w 3647"/>
                    <a:gd name="T33" fmla="*/ 54 h 1197"/>
                    <a:gd name="T34" fmla="*/ 1410 w 3647"/>
                    <a:gd name="T35" fmla="*/ 65 h 1197"/>
                    <a:gd name="T36" fmla="*/ 1470 w 3647"/>
                    <a:gd name="T37" fmla="*/ 75 h 1197"/>
                    <a:gd name="T38" fmla="*/ 1525 w 3647"/>
                    <a:gd name="T39" fmla="*/ 91 h 1197"/>
                    <a:gd name="T40" fmla="*/ 1576 w 3647"/>
                    <a:gd name="T41" fmla="*/ 113 h 1197"/>
                    <a:gd name="T42" fmla="*/ 1617 w 3647"/>
                    <a:gd name="T43" fmla="*/ 134 h 1197"/>
                    <a:gd name="T44" fmla="*/ 1658 w 3647"/>
                    <a:gd name="T45" fmla="*/ 166 h 1197"/>
                    <a:gd name="T46" fmla="*/ 1690 w 3647"/>
                    <a:gd name="T47" fmla="*/ 204 h 1197"/>
                    <a:gd name="T48" fmla="*/ 1723 w 3647"/>
                    <a:gd name="T49" fmla="*/ 252 h 1197"/>
                    <a:gd name="T50" fmla="*/ 1750 w 3647"/>
                    <a:gd name="T51" fmla="*/ 310 h 1197"/>
                    <a:gd name="T52" fmla="*/ 1773 w 3647"/>
                    <a:gd name="T53" fmla="*/ 385 h 1197"/>
                    <a:gd name="T54" fmla="*/ 1796 w 3647"/>
                    <a:gd name="T55" fmla="*/ 471 h 1197"/>
                    <a:gd name="T56" fmla="*/ 1815 w 3647"/>
                    <a:gd name="T57" fmla="*/ 561 h 1197"/>
                    <a:gd name="T58" fmla="*/ 1833 w 3647"/>
                    <a:gd name="T59" fmla="*/ 652 h 1197"/>
                    <a:gd name="T60" fmla="*/ 1856 w 3647"/>
                    <a:gd name="T61" fmla="*/ 748 h 1197"/>
                    <a:gd name="T62" fmla="*/ 1879 w 3647"/>
                    <a:gd name="T63" fmla="*/ 839 h 1197"/>
                    <a:gd name="T64" fmla="*/ 1906 w 3647"/>
                    <a:gd name="T65" fmla="*/ 914 h 1197"/>
                    <a:gd name="T66" fmla="*/ 1939 w 3647"/>
                    <a:gd name="T67" fmla="*/ 973 h 1197"/>
                    <a:gd name="T68" fmla="*/ 1971 w 3647"/>
                    <a:gd name="T69" fmla="*/ 1016 h 1197"/>
                    <a:gd name="T70" fmla="*/ 2007 w 3647"/>
                    <a:gd name="T71" fmla="*/ 1053 h 1197"/>
                    <a:gd name="T72" fmla="*/ 2053 w 3647"/>
                    <a:gd name="T73" fmla="*/ 1080 h 1197"/>
                    <a:gd name="T74" fmla="*/ 2099 w 3647"/>
                    <a:gd name="T75" fmla="*/ 1101 h 1197"/>
                    <a:gd name="T76" fmla="*/ 2154 w 3647"/>
                    <a:gd name="T77" fmla="*/ 1117 h 1197"/>
                    <a:gd name="T78" fmla="*/ 2219 w 3647"/>
                    <a:gd name="T79" fmla="*/ 1133 h 1197"/>
                    <a:gd name="T80" fmla="*/ 2288 w 3647"/>
                    <a:gd name="T81" fmla="*/ 1144 h 1197"/>
                    <a:gd name="T82" fmla="*/ 2366 w 3647"/>
                    <a:gd name="T83" fmla="*/ 1155 h 1197"/>
                    <a:gd name="T84" fmla="*/ 2398 w 3647"/>
                    <a:gd name="T85" fmla="*/ 1155 h 1197"/>
                    <a:gd name="T86" fmla="*/ 2490 w 3647"/>
                    <a:gd name="T87" fmla="*/ 1165 h 1197"/>
                    <a:gd name="T88" fmla="*/ 2577 w 3647"/>
                    <a:gd name="T89" fmla="*/ 1171 h 1197"/>
                    <a:gd name="T90" fmla="*/ 2664 w 3647"/>
                    <a:gd name="T91" fmla="*/ 1176 h 1197"/>
                    <a:gd name="T92" fmla="*/ 2756 w 3647"/>
                    <a:gd name="T93" fmla="*/ 1181 h 1197"/>
                    <a:gd name="T94" fmla="*/ 2844 w 3647"/>
                    <a:gd name="T95" fmla="*/ 1181 h 1197"/>
                    <a:gd name="T96" fmla="*/ 2935 w 3647"/>
                    <a:gd name="T97" fmla="*/ 1187 h 1197"/>
                    <a:gd name="T98" fmla="*/ 3023 w 3647"/>
                    <a:gd name="T99" fmla="*/ 1187 h 1197"/>
                    <a:gd name="T100" fmla="*/ 3110 w 3647"/>
                    <a:gd name="T101" fmla="*/ 1192 h 1197"/>
                    <a:gd name="T102" fmla="*/ 3202 w 3647"/>
                    <a:gd name="T103" fmla="*/ 1192 h 1197"/>
                    <a:gd name="T104" fmla="*/ 3289 w 3647"/>
                    <a:gd name="T105" fmla="*/ 1192 h 1197"/>
                    <a:gd name="T106" fmla="*/ 3376 w 3647"/>
                    <a:gd name="T107" fmla="*/ 1192 h 1197"/>
                    <a:gd name="T108" fmla="*/ 3468 w 3647"/>
                    <a:gd name="T109" fmla="*/ 1197 h 1197"/>
                    <a:gd name="T110" fmla="*/ 3556 w 3647"/>
                    <a:gd name="T111" fmla="*/ 1197 h 1197"/>
                    <a:gd name="T112" fmla="*/ 3647 w 3647"/>
                    <a:gd name="T113" fmla="*/ 1197 h 1197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97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0"/>
                      </a:lnTo>
                      <a:lnTo>
                        <a:pt x="266" y="6"/>
                      </a:lnTo>
                      <a:lnTo>
                        <a:pt x="354" y="6"/>
                      </a:lnTo>
                      <a:lnTo>
                        <a:pt x="441" y="6"/>
                      </a:lnTo>
                      <a:lnTo>
                        <a:pt x="533" y="6"/>
                      </a:lnTo>
                      <a:lnTo>
                        <a:pt x="620" y="11"/>
                      </a:lnTo>
                      <a:lnTo>
                        <a:pt x="707" y="11"/>
                      </a:lnTo>
                      <a:lnTo>
                        <a:pt x="799" y="17"/>
                      </a:lnTo>
                      <a:lnTo>
                        <a:pt x="887" y="17"/>
                      </a:lnTo>
                      <a:lnTo>
                        <a:pt x="978" y="22"/>
                      </a:lnTo>
                      <a:lnTo>
                        <a:pt x="1066" y="27"/>
                      </a:lnTo>
                      <a:lnTo>
                        <a:pt x="1153" y="33"/>
                      </a:lnTo>
                      <a:lnTo>
                        <a:pt x="1245" y="43"/>
                      </a:lnTo>
                      <a:lnTo>
                        <a:pt x="1263" y="43"/>
                      </a:lnTo>
                      <a:lnTo>
                        <a:pt x="1341" y="54"/>
                      </a:lnTo>
                      <a:lnTo>
                        <a:pt x="1410" y="65"/>
                      </a:lnTo>
                      <a:lnTo>
                        <a:pt x="1470" y="75"/>
                      </a:lnTo>
                      <a:lnTo>
                        <a:pt x="1525" y="91"/>
                      </a:lnTo>
                      <a:lnTo>
                        <a:pt x="1576" y="113"/>
                      </a:lnTo>
                      <a:lnTo>
                        <a:pt x="1617" y="134"/>
                      </a:lnTo>
                      <a:lnTo>
                        <a:pt x="1658" y="166"/>
                      </a:lnTo>
                      <a:lnTo>
                        <a:pt x="1690" y="204"/>
                      </a:lnTo>
                      <a:lnTo>
                        <a:pt x="1723" y="252"/>
                      </a:lnTo>
                      <a:lnTo>
                        <a:pt x="1750" y="310"/>
                      </a:lnTo>
                      <a:lnTo>
                        <a:pt x="1773" y="385"/>
                      </a:lnTo>
                      <a:lnTo>
                        <a:pt x="1796" y="471"/>
                      </a:lnTo>
                      <a:lnTo>
                        <a:pt x="1815" y="561"/>
                      </a:lnTo>
                      <a:lnTo>
                        <a:pt x="1833" y="652"/>
                      </a:lnTo>
                      <a:lnTo>
                        <a:pt x="1856" y="748"/>
                      </a:lnTo>
                      <a:lnTo>
                        <a:pt x="1879" y="839"/>
                      </a:lnTo>
                      <a:lnTo>
                        <a:pt x="1906" y="914"/>
                      </a:lnTo>
                      <a:lnTo>
                        <a:pt x="1939" y="973"/>
                      </a:lnTo>
                      <a:lnTo>
                        <a:pt x="1971" y="1016"/>
                      </a:lnTo>
                      <a:lnTo>
                        <a:pt x="2007" y="1053"/>
                      </a:lnTo>
                      <a:lnTo>
                        <a:pt x="2053" y="1080"/>
                      </a:lnTo>
                      <a:lnTo>
                        <a:pt x="2099" y="1101"/>
                      </a:lnTo>
                      <a:lnTo>
                        <a:pt x="2154" y="1117"/>
                      </a:lnTo>
                      <a:lnTo>
                        <a:pt x="2219" y="1133"/>
                      </a:lnTo>
                      <a:lnTo>
                        <a:pt x="2288" y="1144"/>
                      </a:lnTo>
                      <a:lnTo>
                        <a:pt x="2366" y="1155"/>
                      </a:lnTo>
                      <a:lnTo>
                        <a:pt x="2398" y="1155"/>
                      </a:lnTo>
                      <a:lnTo>
                        <a:pt x="2490" y="1165"/>
                      </a:lnTo>
                      <a:lnTo>
                        <a:pt x="2577" y="1171"/>
                      </a:lnTo>
                      <a:lnTo>
                        <a:pt x="2664" y="1176"/>
                      </a:lnTo>
                      <a:lnTo>
                        <a:pt x="2756" y="1181"/>
                      </a:lnTo>
                      <a:lnTo>
                        <a:pt x="2844" y="1181"/>
                      </a:lnTo>
                      <a:lnTo>
                        <a:pt x="2935" y="1187"/>
                      </a:lnTo>
                      <a:lnTo>
                        <a:pt x="3023" y="1187"/>
                      </a:lnTo>
                      <a:lnTo>
                        <a:pt x="3110" y="1192"/>
                      </a:lnTo>
                      <a:lnTo>
                        <a:pt x="3202" y="1192"/>
                      </a:lnTo>
                      <a:lnTo>
                        <a:pt x="3289" y="1192"/>
                      </a:lnTo>
                      <a:lnTo>
                        <a:pt x="3376" y="1192"/>
                      </a:lnTo>
                      <a:lnTo>
                        <a:pt x="3468" y="1197"/>
                      </a:lnTo>
                      <a:lnTo>
                        <a:pt x="3556" y="1197"/>
                      </a:lnTo>
                      <a:lnTo>
                        <a:pt x="3647" y="1197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0" name="Freeform 98">
                  <a:extLst>
                    <a:ext uri="{FF2B5EF4-FFF2-40B4-BE49-F238E27FC236}">
                      <a16:creationId xmlns:a16="http://schemas.microsoft.com/office/drawing/2014/main" id="{4BB5A231-3994-36F3-4859-E09D93A51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53"/>
                  <a:ext cx="3647" cy="1186"/>
                </a:xfrm>
                <a:custGeom>
                  <a:avLst/>
                  <a:gdLst>
                    <a:gd name="T0" fmla="*/ 0 w 3647"/>
                    <a:gd name="T1" fmla="*/ 0 h 1186"/>
                    <a:gd name="T2" fmla="*/ 87 w 3647"/>
                    <a:gd name="T3" fmla="*/ 5 h 1186"/>
                    <a:gd name="T4" fmla="*/ 175 w 3647"/>
                    <a:gd name="T5" fmla="*/ 5 h 1186"/>
                    <a:gd name="T6" fmla="*/ 266 w 3647"/>
                    <a:gd name="T7" fmla="*/ 11 h 1186"/>
                    <a:gd name="T8" fmla="*/ 354 w 3647"/>
                    <a:gd name="T9" fmla="*/ 11 h 1186"/>
                    <a:gd name="T10" fmla="*/ 441 w 3647"/>
                    <a:gd name="T11" fmla="*/ 16 h 1186"/>
                    <a:gd name="T12" fmla="*/ 533 w 3647"/>
                    <a:gd name="T13" fmla="*/ 16 h 1186"/>
                    <a:gd name="T14" fmla="*/ 620 w 3647"/>
                    <a:gd name="T15" fmla="*/ 21 h 1186"/>
                    <a:gd name="T16" fmla="*/ 707 w 3647"/>
                    <a:gd name="T17" fmla="*/ 27 h 1186"/>
                    <a:gd name="T18" fmla="*/ 799 w 3647"/>
                    <a:gd name="T19" fmla="*/ 32 h 1186"/>
                    <a:gd name="T20" fmla="*/ 887 w 3647"/>
                    <a:gd name="T21" fmla="*/ 37 h 1186"/>
                    <a:gd name="T22" fmla="*/ 978 w 3647"/>
                    <a:gd name="T23" fmla="*/ 48 h 1186"/>
                    <a:gd name="T24" fmla="*/ 1066 w 3647"/>
                    <a:gd name="T25" fmla="*/ 53 h 1186"/>
                    <a:gd name="T26" fmla="*/ 1153 w 3647"/>
                    <a:gd name="T27" fmla="*/ 69 h 1186"/>
                    <a:gd name="T28" fmla="*/ 1245 w 3647"/>
                    <a:gd name="T29" fmla="*/ 80 h 1186"/>
                    <a:gd name="T30" fmla="*/ 1263 w 3647"/>
                    <a:gd name="T31" fmla="*/ 85 h 1186"/>
                    <a:gd name="T32" fmla="*/ 1341 w 3647"/>
                    <a:gd name="T33" fmla="*/ 101 h 1186"/>
                    <a:gd name="T34" fmla="*/ 1410 w 3647"/>
                    <a:gd name="T35" fmla="*/ 123 h 1186"/>
                    <a:gd name="T36" fmla="*/ 1470 w 3647"/>
                    <a:gd name="T37" fmla="*/ 144 h 1186"/>
                    <a:gd name="T38" fmla="*/ 1525 w 3647"/>
                    <a:gd name="T39" fmla="*/ 171 h 1186"/>
                    <a:gd name="T40" fmla="*/ 1576 w 3647"/>
                    <a:gd name="T41" fmla="*/ 203 h 1186"/>
                    <a:gd name="T42" fmla="*/ 1617 w 3647"/>
                    <a:gd name="T43" fmla="*/ 240 h 1186"/>
                    <a:gd name="T44" fmla="*/ 1658 w 3647"/>
                    <a:gd name="T45" fmla="*/ 278 h 1186"/>
                    <a:gd name="T46" fmla="*/ 1690 w 3647"/>
                    <a:gd name="T47" fmla="*/ 326 h 1186"/>
                    <a:gd name="T48" fmla="*/ 1723 w 3647"/>
                    <a:gd name="T49" fmla="*/ 374 h 1186"/>
                    <a:gd name="T50" fmla="*/ 1750 w 3647"/>
                    <a:gd name="T51" fmla="*/ 427 h 1186"/>
                    <a:gd name="T52" fmla="*/ 1773 w 3647"/>
                    <a:gd name="T53" fmla="*/ 475 h 1186"/>
                    <a:gd name="T54" fmla="*/ 1796 w 3647"/>
                    <a:gd name="T55" fmla="*/ 529 h 1186"/>
                    <a:gd name="T56" fmla="*/ 1815 w 3647"/>
                    <a:gd name="T57" fmla="*/ 572 h 1186"/>
                    <a:gd name="T58" fmla="*/ 1833 w 3647"/>
                    <a:gd name="T59" fmla="*/ 620 h 1186"/>
                    <a:gd name="T60" fmla="*/ 1856 w 3647"/>
                    <a:gd name="T61" fmla="*/ 673 h 1186"/>
                    <a:gd name="T62" fmla="*/ 1879 w 3647"/>
                    <a:gd name="T63" fmla="*/ 726 h 1186"/>
                    <a:gd name="T64" fmla="*/ 1906 w 3647"/>
                    <a:gd name="T65" fmla="*/ 780 h 1186"/>
                    <a:gd name="T66" fmla="*/ 1939 w 3647"/>
                    <a:gd name="T67" fmla="*/ 833 h 1186"/>
                    <a:gd name="T68" fmla="*/ 1971 w 3647"/>
                    <a:gd name="T69" fmla="*/ 887 h 1186"/>
                    <a:gd name="T70" fmla="*/ 2007 w 3647"/>
                    <a:gd name="T71" fmla="*/ 929 h 1186"/>
                    <a:gd name="T72" fmla="*/ 2053 w 3647"/>
                    <a:gd name="T73" fmla="*/ 972 h 1186"/>
                    <a:gd name="T74" fmla="*/ 2099 w 3647"/>
                    <a:gd name="T75" fmla="*/ 1004 h 1186"/>
                    <a:gd name="T76" fmla="*/ 2154 w 3647"/>
                    <a:gd name="T77" fmla="*/ 1031 h 1186"/>
                    <a:gd name="T78" fmla="*/ 2219 w 3647"/>
                    <a:gd name="T79" fmla="*/ 1058 h 1186"/>
                    <a:gd name="T80" fmla="*/ 2288 w 3647"/>
                    <a:gd name="T81" fmla="*/ 1079 h 1186"/>
                    <a:gd name="T82" fmla="*/ 2366 w 3647"/>
                    <a:gd name="T83" fmla="*/ 1095 h 1186"/>
                    <a:gd name="T84" fmla="*/ 2398 w 3647"/>
                    <a:gd name="T85" fmla="*/ 1106 h 1186"/>
                    <a:gd name="T86" fmla="*/ 2490 w 3647"/>
                    <a:gd name="T87" fmla="*/ 1116 h 1186"/>
                    <a:gd name="T88" fmla="*/ 2577 w 3647"/>
                    <a:gd name="T89" fmla="*/ 1133 h 1186"/>
                    <a:gd name="T90" fmla="*/ 2664 w 3647"/>
                    <a:gd name="T91" fmla="*/ 1138 h 1186"/>
                    <a:gd name="T92" fmla="*/ 2756 w 3647"/>
                    <a:gd name="T93" fmla="*/ 1149 h 1186"/>
                    <a:gd name="T94" fmla="*/ 2844 w 3647"/>
                    <a:gd name="T95" fmla="*/ 1154 h 1186"/>
                    <a:gd name="T96" fmla="*/ 2935 w 3647"/>
                    <a:gd name="T97" fmla="*/ 1159 h 1186"/>
                    <a:gd name="T98" fmla="*/ 3023 w 3647"/>
                    <a:gd name="T99" fmla="*/ 1165 h 1186"/>
                    <a:gd name="T100" fmla="*/ 3110 w 3647"/>
                    <a:gd name="T101" fmla="*/ 1170 h 1186"/>
                    <a:gd name="T102" fmla="*/ 3202 w 3647"/>
                    <a:gd name="T103" fmla="*/ 1170 h 1186"/>
                    <a:gd name="T104" fmla="*/ 3289 w 3647"/>
                    <a:gd name="T105" fmla="*/ 1175 h 1186"/>
                    <a:gd name="T106" fmla="*/ 3376 w 3647"/>
                    <a:gd name="T107" fmla="*/ 1175 h 1186"/>
                    <a:gd name="T108" fmla="*/ 3468 w 3647"/>
                    <a:gd name="T109" fmla="*/ 1181 h 1186"/>
                    <a:gd name="T110" fmla="*/ 3556 w 3647"/>
                    <a:gd name="T111" fmla="*/ 1181 h 1186"/>
                    <a:gd name="T112" fmla="*/ 3647 w 3647"/>
                    <a:gd name="T113" fmla="*/ 1186 h 118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86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5"/>
                      </a:lnTo>
                      <a:lnTo>
                        <a:pt x="266" y="11"/>
                      </a:lnTo>
                      <a:lnTo>
                        <a:pt x="354" y="11"/>
                      </a:lnTo>
                      <a:lnTo>
                        <a:pt x="441" y="16"/>
                      </a:lnTo>
                      <a:lnTo>
                        <a:pt x="533" y="16"/>
                      </a:lnTo>
                      <a:lnTo>
                        <a:pt x="620" y="21"/>
                      </a:lnTo>
                      <a:lnTo>
                        <a:pt x="707" y="27"/>
                      </a:lnTo>
                      <a:lnTo>
                        <a:pt x="799" y="32"/>
                      </a:lnTo>
                      <a:lnTo>
                        <a:pt x="887" y="37"/>
                      </a:lnTo>
                      <a:lnTo>
                        <a:pt x="978" y="48"/>
                      </a:lnTo>
                      <a:lnTo>
                        <a:pt x="1066" y="53"/>
                      </a:lnTo>
                      <a:lnTo>
                        <a:pt x="1153" y="69"/>
                      </a:lnTo>
                      <a:lnTo>
                        <a:pt x="1245" y="80"/>
                      </a:lnTo>
                      <a:lnTo>
                        <a:pt x="1263" y="85"/>
                      </a:lnTo>
                      <a:lnTo>
                        <a:pt x="1341" y="101"/>
                      </a:lnTo>
                      <a:lnTo>
                        <a:pt x="1410" y="123"/>
                      </a:lnTo>
                      <a:lnTo>
                        <a:pt x="1470" y="144"/>
                      </a:lnTo>
                      <a:lnTo>
                        <a:pt x="1525" y="171"/>
                      </a:lnTo>
                      <a:lnTo>
                        <a:pt x="1576" y="203"/>
                      </a:lnTo>
                      <a:lnTo>
                        <a:pt x="1617" y="240"/>
                      </a:lnTo>
                      <a:lnTo>
                        <a:pt x="1658" y="278"/>
                      </a:lnTo>
                      <a:lnTo>
                        <a:pt x="1690" y="326"/>
                      </a:lnTo>
                      <a:lnTo>
                        <a:pt x="1723" y="374"/>
                      </a:lnTo>
                      <a:lnTo>
                        <a:pt x="1750" y="427"/>
                      </a:lnTo>
                      <a:lnTo>
                        <a:pt x="1773" y="475"/>
                      </a:lnTo>
                      <a:lnTo>
                        <a:pt x="1796" y="529"/>
                      </a:lnTo>
                      <a:lnTo>
                        <a:pt x="1815" y="572"/>
                      </a:lnTo>
                      <a:lnTo>
                        <a:pt x="1833" y="620"/>
                      </a:lnTo>
                      <a:lnTo>
                        <a:pt x="1856" y="673"/>
                      </a:lnTo>
                      <a:lnTo>
                        <a:pt x="1879" y="726"/>
                      </a:lnTo>
                      <a:lnTo>
                        <a:pt x="1906" y="780"/>
                      </a:lnTo>
                      <a:lnTo>
                        <a:pt x="1939" y="833"/>
                      </a:lnTo>
                      <a:lnTo>
                        <a:pt x="1971" y="887"/>
                      </a:lnTo>
                      <a:lnTo>
                        <a:pt x="2007" y="929"/>
                      </a:lnTo>
                      <a:lnTo>
                        <a:pt x="2053" y="972"/>
                      </a:lnTo>
                      <a:lnTo>
                        <a:pt x="2099" y="1004"/>
                      </a:lnTo>
                      <a:lnTo>
                        <a:pt x="2154" y="1031"/>
                      </a:lnTo>
                      <a:lnTo>
                        <a:pt x="2219" y="1058"/>
                      </a:lnTo>
                      <a:lnTo>
                        <a:pt x="2288" y="1079"/>
                      </a:lnTo>
                      <a:lnTo>
                        <a:pt x="2366" y="1095"/>
                      </a:lnTo>
                      <a:lnTo>
                        <a:pt x="2398" y="1106"/>
                      </a:lnTo>
                      <a:lnTo>
                        <a:pt x="2490" y="1116"/>
                      </a:lnTo>
                      <a:lnTo>
                        <a:pt x="2577" y="1133"/>
                      </a:lnTo>
                      <a:lnTo>
                        <a:pt x="2664" y="1138"/>
                      </a:lnTo>
                      <a:lnTo>
                        <a:pt x="2756" y="1149"/>
                      </a:lnTo>
                      <a:lnTo>
                        <a:pt x="2844" y="1154"/>
                      </a:lnTo>
                      <a:lnTo>
                        <a:pt x="2935" y="1159"/>
                      </a:lnTo>
                      <a:lnTo>
                        <a:pt x="3023" y="1165"/>
                      </a:lnTo>
                      <a:lnTo>
                        <a:pt x="3110" y="1170"/>
                      </a:lnTo>
                      <a:lnTo>
                        <a:pt x="3202" y="1170"/>
                      </a:lnTo>
                      <a:lnTo>
                        <a:pt x="3289" y="1175"/>
                      </a:lnTo>
                      <a:lnTo>
                        <a:pt x="3376" y="1175"/>
                      </a:lnTo>
                      <a:lnTo>
                        <a:pt x="3468" y="1181"/>
                      </a:lnTo>
                      <a:lnTo>
                        <a:pt x="3556" y="1181"/>
                      </a:lnTo>
                      <a:lnTo>
                        <a:pt x="3647" y="1186"/>
                      </a:lnTo>
                    </a:path>
                  </a:pathLst>
                </a:custGeom>
                <a:noFill/>
                <a:ln w="22225">
                  <a:solidFill>
                    <a:srgbClr val="007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1" name="Freeform 99">
                  <a:extLst>
                    <a:ext uri="{FF2B5EF4-FFF2-40B4-BE49-F238E27FC236}">
                      <a16:creationId xmlns:a16="http://schemas.microsoft.com/office/drawing/2014/main" id="{699A363E-1B05-539D-EF49-E05E9035B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64"/>
                  <a:ext cx="3647" cy="1164"/>
                </a:xfrm>
                <a:custGeom>
                  <a:avLst/>
                  <a:gdLst>
                    <a:gd name="T0" fmla="*/ 0 w 3647"/>
                    <a:gd name="T1" fmla="*/ 0 h 1164"/>
                    <a:gd name="T2" fmla="*/ 87 w 3647"/>
                    <a:gd name="T3" fmla="*/ 0 h 1164"/>
                    <a:gd name="T4" fmla="*/ 175 w 3647"/>
                    <a:gd name="T5" fmla="*/ 5 h 1164"/>
                    <a:gd name="T6" fmla="*/ 266 w 3647"/>
                    <a:gd name="T7" fmla="*/ 10 h 1164"/>
                    <a:gd name="T8" fmla="*/ 354 w 3647"/>
                    <a:gd name="T9" fmla="*/ 10 h 1164"/>
                    <a:gd name="T10" fmla="*/ 441 w 3647"/>
                    <a:gd name="T11" fmla="*/ 16 h 1164"/>
                    <a:gd name="T12" fmla="*/ 533 w 3647"/>
                    <a:gd name="T13" fmla="*/ 21 h 1164"/>
                    <a:gd name="T14" fmla="*/ 620 w 3647"/>
                    <a:gd name="T15" fmla="*/ 26 h 1164"/>
                    <a:gd name="T16" fmla="*/ 707 w 3647"/>
                    <a:gd name="T17" fmla="*/ 37 h 1164"/>
                    <a:gd name="T18" fmla="*/ 799 w 3647"/>
                    <a:gd name="T19" fmla="*/ 42 h 1164"/>
                    <a:gd name="T20" fmla="*/ 887 w 3647"/>
                    <a:gd name="T21" fmla="*/ 53 h 1164"/>
                    <a:gd name="T22" fmla="*/ 978 w 3647"/>
                    <a:gd name="T23" fmla="*/ 64 h 1164"/>
                    <a:gd name="T24" fmla="*/ 1066 w 3647"/>
                    <a:gd name="T25" fmla="*/ 80 h 1164"/>
                    <a:gd name="T26" fmla="*/ 1153 w 3647"/>
                    <a:gd name="T27" fmla="*/ 96 h 1164"/>
                    <a:gd name="T28" fmla="*/ 1245 w 3647"/>
                    <a:gd name="T29" fmla="*/ 117 h 1164"/>
                    <a:gd name="T30" fmla="*/ 1263 w 3647"/>
                    <a:gd name="T31" fmla="*/ 122 h 1164"/>
                    <a:gd name="T32" fmla="*/ 1341 w 3647"/>
                    <a:gd name="T33" fmla="*/ 144 h 1164"/>
                    <a:gd name="T34" fmla="*/ 1410 w 3647"/>
                    <a:gd name="T35" fmla="*/ 170 h 1164"/>
                    <a:gd name="T36" fmla="*/ 1470 w 3647"/>
                    <a:gd name="T37" fmla="*/ 197 h 1164"/>
                    <a:gd name="T38" fmla="*/ 1525 w 3647"/>
                    <a:gd name="T39" fmla="*/ 235 h 1164"/>
                    <a:gd name="T40" fmla="*/ 1576 w 3647"/>
                    <a:gd name="T41" fmla="*/ 267 h 1164"/>
                    <a:gd name="T42" fmla="*/ 1617 w 3647"/>
                    <a:gd name="T43" fmla="*/ 304 h 1164"/>
                    <a:gd name="T44" fmla="*/ 1658 w 3647"/>
                    <a:gd name="T45" fmla="*/ 347 h 1164"/>
                    <a:gd name="T46" fmla="*/ 1690 w 3647"/>
                    <a:gd name="T47" fmla="*/ 384 h 1164"/>
                    <a:gd name="T48" fmla="*/ 1723 w 3647"/>
                    <a:gd name="T49" fmla="*/ 427 h 1164"/>
                    <a:gd name="T50" fmla="*/ 1750 w 3647"/>
                    <a:gd name="T51" fmla="*/ 464 h 1164"/>
                    <a:gd name="T52" fmla="*/ 1773 w 3647"/>
                    <a:gd name="T53" fmla="*/ 502 h 1164"/>
                    <a:gd name="T54" fmla="*/ 1796 w 3647"/>
                    <a:gd name="T55" fmla="*/ 539 h 1164"/>
                    <a:gd name="T56" fmla="*/ 1815 w 3647"/>
                    <a:gd name="T57" fmla="*/ 571 h 1164"/>
                    <a:gd name="T58" fmla="*/ 1833 w 3647"/>
                    <a:gd name="T59" fmla="*/ 598 h 1164"/>
                    <a:gd name="T60" fmla="*/ 1856 w 3647"/>
                    <a:gd name="T61" fmla="*/ 635 h 1164"/>
                    <a:gd name="T62" fmla="*/ 1879 w 3647"/>
                    <a:gd name="T63" fmla="*/ 673 h 1164"/>
                    <a:gd name="T64" fmla="*/ 1906 w 3647"/>
                    <a:gd name="T65" fmla="*/ 715 h 1164"/>
                    <a:gd name="T66" fmla="*/ 1939 w 3647"/>
                    <a:gd name="T67" fmla="*/ 758 h 1164"/>
                    <a:gd name="T68" fmla="*/ 1971 w 3647"/>
                    <a:gd name="T69" fmla="*/ 801 h 1164"/>
                    <a:gd name="T70" fmla="*/ 2007 w 3647"/>
                    <a:gd name="T71" fmla="*/ 844 h 1164"/>
                    <a:gd name="T72" fmla="*/ 2053 w 3647"/>
                    <a:gd name="T73" fmla="*/ 881 h 1164"/>
                    <a:gd name="T74" fmla="*/ 2099 w 3647"/>
                    <a:gd name="T75" fmla="*/ 918 h 1164"/>
                    <a:gd name="T76" fmla="*/ 2154 w 3647"/>
                    <a:gd name="T77" fmla="*/ 956 h 1164"/>
                    <a:gd name="T78" fmla="*/ 2219 w 3647"/>
                    <a:gd name="T79" fmla="*/ 988 h 1164"/>
                    <a:gd name="T80" fmla="*/ 2288 w 3647"/>
                    <a:gd name="T81" fmla="*/ 1015 h 1164"/>
                    <a:gd name="T82" fmla="*/ 2366 w 3647"/>
                    <a:gd name="T83" fmla="*/ 1041 h 1164"/>
                    <a:gd name="T84" fmla="*/ 2398 w 3647"/>
                    <a:gd name="T85" fmla="*/ 1047 h 1164"/>
                    <a:gd name="T86" fmla="*/ 2490 w 3647"/>
                    <a:gd name="T87" fmla="*/ 1068 h 1164"/>
                    <a:gd name="T88" fmla="*/ 2577 w 3647"/>
                    <a:gd name="T89" fmla="*/ 1084 h 1164"/>
                    <a:gd name="T90" fmla="*/ 2664 w 3647"/>
                    <a:gd name="T91" fmla="*/ 1100 h 1164"/>
                    <a:gd name="T92" fmla="*/ 2756 w 3647"/>
                    <a:gd name="T93" fmla="*/ 1111 h 1164"/>
                    <a:gd name="T94" fmla="*/ 2844 w 3647"/>
                    <a:gd name="T95" fmla="*/ 1122 h 1164"/>
                    <a:gd name="T96" fmla="*/ 2935 w 3647"/>
                    <a:gd name="T97" fmla="*/ 1127 h 1164"/>
                    <a:gd name="T98" fmla="*/ 3023 w 3647"/>
                    <a:gd name="T99" fmla="*/ 1138 h 1164"/>
                    <a:gd name="T100" fmla="*/ 3110 w 3647"/>
                    <a:gd name="T101" fmla="*/ 1143 h 1164"/>
                    <a:gd name="T102" fmla="*/ 3202 w 3647"/>
                    <a:gd name="T103" fmla="*/ 1148 h 1164"/>
                    <a:gd name="T104" fmla="*/ 3289 w 3647"/>
                    <a:gd name="T105" fmla="*/ 1154 h 1164"/>
                    <a:gd name="T106" fmla="*/ 3376 w 3647"/>
                    <a:gd name="T107" fmla="*/ 1154 h 1164"/>
                    <a:gd name="T108" fmla="*/ 3468 w 3647"/>
                    <a:gd name="T109" fmla="*/ 1159 h 1164"/>
                    <a:gd name="T110" fmla="*/ 3556 w 3647"/>
                    <a:gd name="T111" fmla="*/ 1164 h 1164"/>
                    <a:gd name="T112" fmla="*/ 3647 w 3647"/>
                    <a:gd name="T113" fmla="*/ 1164 h 1164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64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5"/>
                      </a:lnTo>
                      <a:lnTo>
                        <a:pt x="266" y="10"/>
                      </a:lnTo>
                      <a:lnTo>
                        <a:pt x="354" y="10"/>
                      </a:lnTo>
                      <a:lnTo>
                        <a:pt x="441" y="16"/>
                      </a:lnTo>
                      <a:lnTo>
                        <a:pt x="533" y="21"/>
                      </a:lnTo>
                      <a:lnTo>
                        <a:pt x="620" y="26"/>
                      </a:lnTo>
                      <a:lnTo>
                        <a:pt x="707" y="37"/>
                      </a:lnTo>
                      <a:lnTo>
                        <a:pt x="799" y="42"/>
                      </a:lnTo>
                      <a:lnTo>
                        <a:pt x="887" y="53"/>
                      </a:lnTo>
                      <a:lnTo>
                        <a:pt x="978" y="64"/>
                      </a:lnTo>
                      <a:lnTo>
                        <a:pt x="1066" y="80"/>
                      </a:lnTo>
                      <a:lnTo>
                        <a:pt x="1153" y="96"/>
                      </a:lnTo>
                      <a:lnTo>
                        <a:pt x="1245" y="117"/>
                      </a:lnTo>
                      <a:lnTo>
                        <a:pt x="1263" y="122"/>
                      </a:lnTo>
                      <a:lnTo>
                        <a:pt x="1341" y="144"/>
                      </a:lnTo>
                      <a:lnTo>
                        <a:pt x="1410" y="170"/>
                      </a:lnTo>
                      <a:lnTo>
                        <a:pt x="1470" y="197"/>
                      </a:lnTo>
                      <a:lnTo>
                        <a:pt x="1525" y="235"/>
                      </a:lnTo>
                      <a:lnTo>
                        <a:pt x="1576" y="267"/>
                      </a:lnTo>
                      <a:lnTo>
                        <a:pt x="1617" y="304"/>
                      </a:lnTo>
                      <a:lnTo>
                        <a:pt x="1658" y="347"/>
                      </a:lnTo>
                      <a:lnTo>
                        <a:pt x="1690" y="384"/>
                      </a:lnTo>
                      <a:lnTo>
                        <a:pt x="1723" y="427"/>
                      </a:lnTo>
                      <a:lnTo>
                        <a:pt x="1750" y="464"/>
                      </a:lnTo>
                      <a:lnTo>
                        <a:pt x="1773" y="502"/>
                      </a:lnTo>
                      <a:lnTo>
                        <a:pt x="1796" y="539"/>
                      </a:lnTo>
                      <a:lnTo>
                        <a:pt x="1815" y="571"/>
                      </a:lnTo>
                      <a:lnTo>
                        <a:pt x="1833" y="598"/>
                      </a:lnTo>
                      <a:lnTo>
                        <a:pt x="1856" y="635"/>
                      </a:lnTo>
                      <a:lnTo>
                        <a:pt x="1879" y="673"/>
                      </a:lnTo>
                      <a:lnTo>
                        <a:pt x="1906" y="715"/>
                      </a:lnTo>
                      <a:lnTo>
                        <a:pt x="1939" y="758"/>
                      </a:lnTo>
                      <a:lnTo>
                        <a:pt x="1971" y="801"/>
                      </a:lnTo>
                      <a:lnTo>
                        <a:pt x="2007" y="844"/>
                      </a:lnTo>
                      <a:lnTo>
                        <a:pt x="2053" y="881"/>
                      </a:lnTo>
                      <a:lnTo>
                        <a:pt x="2099" y="918"/>
                      </a:lnTo>
                      <a:lnTo>
                        <a:pt x="2154" y="956"/>
                      </a:lnTo>
                      <a:lnTo>
                        <a:pt x="2219" y="988"/>
                      </a:lnTo>
                      <a:lnTo>
                        <a:pt x="2288" y="1015"/>
                      </a:lnTo>
                      <a:lnTo>
                        <a:pt x="2366" y="1041"/>
                      </a:lnTo>
                      <a:lnTo>
                        <a:pt x="2398" y="1047"/>
                      </a:lnTo>
                      <a:lnTo>
                        <a:pt x="2490" y="1068"/>
                      </a:lnTo>
                      <a:lnTo>
                        <a:pt x="2577" y="1084"/>
                      </a:lnTo>
                      <a:lnTo>
                        <a:pt x="2664" y="1100"/>
                      </a:lnTo>
                      <a:lnTo>
                        <a:pt x="2756" y="1111"/>
                      </a:lnTo>
                      <a:lnTo>
                        <a:pt x="2844" y="1122"/>
                      </a:lnTo>
                      <a:lnTo>
                        <a:pt x="2935" y="1127"/>
                      </a:lnTo>
                      <a:lnTo>
                        <a:pt x="3023" y="1138"/>
                      </a:lnTo>
                      <a:lnTo>
                        <a:pt x="3110" y="1143"/>
                      </a:lnTo>
                      <a:lnTo>
                        <a:pt x="3202" y="1148"/>
                      </a:lnTo>
                      <a:lnTo>
                        <a:pt x="3289" y="1154"/>
                      </a:lnTo>
                      <a:lnTo>
                        <a:pt x="3376" y="1154"/>
                      </a:lnTo>
                      <a:lnTo>
                        <a:pt x="3468" y="1159"/>
                      </a:lnTo>
                      <a:lnTo>
                        <a:pt x="3556" y="1164"/>
                      </a:lnTo>
                      <a:lnTo>
                        <a:pt x="3647" y="1164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2" name="Freeform 100">
                  <a:extLst>
                    <a:ext uri="{FF2B5EF4-FFF2-40B4-BE49-F238E27FC236}">
                      <a16:creationId xmlns:a16="http://schemas.microsoft.com/office/drawing/2014/main" id="{D0B9CE05-597F-0F9D-D72F-51A45C1A0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80"/>
                  <a:ext cx="3647" cy="1132"/>
                </a:xfrm>
                <a:custGeom>
                  <a:avLst/>
                  <a:gdLst>
                    <a:gd name="T0" fmla="*/ 0 w 3647"/>
                    <a:gd name="T1" fmla="*/ 0 h 1132"/>
                    <a:gd name="T2" fmla="*/ 87 w 3647"/>
                    <a:gd name="T3" fmla="*/ 5 h 1132"/>
                    <a:gd name="T4" fmla="*/ 175 w 3647"/>
                    <a:gd name="T5" fmla="*/ 10 h 1132"/>
                    <a:gd name="T6" fmla="*/ 266 w 3647"/>
                    <a:gd name="T7" fmla="*/ 16 h 1132"/>
                    <a:gd name="T8" fmla="*/ 354 w 3647"/>
                    <a:gd name="T9" fmla="*/ 21 h 1132"/>
                    <a:gd name="T10" fmla="*/ 441 w 3647"/>
                    <a:gd name="T11" fmla="*/ 26 h 1132"/>
                    <a:gd name="T12" fmla="*/ 533 w 3647"/>
                    <a:gd name="T13" fmla="*/ 37 h 1132"/>
                    <a:gd name="T14" fmla="*/ 620 w 3647"/>
                    <a:gd name="T15" fmla="*/ 48 h 1132"/>
                    <a:gd name="T16" fmla="*/ 707 w 3647"/>
                    <a:gd name="T17" fmla="*/ 58 h 1132"/>
                    <a:gd name="T18" fmla="*/ 799 w 3647"/>
                    <a:gd name="T19" fmla="*/ 69 h 1132"/>
                    <a:gd name="T20" fmla="*/ 887 w 3647"/>
                    <a:gd name="T21" fmla="*/ 85 h 1132"/>
                    <a:gd name="T22" fmla="*/ 978 w 3647"/>
                    <a:gd name="T23" fmla="*/ 101 h 1132"/>
                    <a:gd name="T24" fmla="*/ 1066 w 3647"/>
                    <a:gd name="T25" fmla="*/ 122 h 1132"/>
                    <a:gd name="T26" fmla="*/ 1153 w 3647"/>
                    <a:gd name="T27" fmla="*/ 149 h 1132"/>
                    <a:gd name="T28" fmla="*/ 1245 w 3647"/>
                    <a:gd name="T29" fmla="*/ 176 h 1132"/>
                    <a:gd name="T30" fmla="*/ 1263 w 3647"/>
                    <a:gd name="T31" fmla="*/ 181 h 1132"/>
                    <a:gd name="T32" fmla="*/ 1341 w 3647"/>
                    <a:gd name="T33" fmla="*/ 213 h 1132"/>
                    <a:gd name="T34" fmla="*/ 1410 w 3647"/>
                    <a:gd name="T35" fmla="*/ 245 h 1132"/>
                    <a:gd name="T36" fmla="*/ 1470 w 3647"/>
                    <a:gd name="T37" fmla="*/ 277 h 1132"/>
                    <a:gd name="T38" fmla="*/ 1525 w 3647"/>
                    <a:gd name="T39" fmla="*/ 315 h 1132"/>
                    <a:gd name="T40" fmla="*/ 1576 w 3647"/>
                    <a:gd name="T41" fmla="*/ 347 h 1132"/>
                    <a:gd name="T42" fmla="*/ 1617 w 3647"/>
                    <a:gd name="T43" fmla="*/ 379 h 1132"/>
                    <a:gd name="T44" fmla="*/ 1658 w 3647"/>
                    <a:gd name="T45" fmla="*/ 411 h 1132"/>
                    <a:gd name="T46" fmla="*/ 1690 w 3647"/>
                    <a:gd name="T47" fmla="*/ 443 h 1132"/>
                    <a:gd name="T48" fmla="*/ 1723 w 3647"/>
                    <a:gd name="T49" fmla="*/ 470 h 1132"/>
                    <a:gd name="T50" fmla="*/ 1750 w 3647"/>
                    <a:gd name="T51" fmla="*/ 496 h 1132"/>
                    <a:gd name="T52" fmla="*/ 1773 w 3647"/>
                    <a:gd name="T53" fmla="*/ 518 h 1132"/>
                    <a:gd name="T54" fmla="*/ 1796 w 3647"/>
                    <a:gd name="T55" fmla="*/ 539 h 1132"/>
                    <a:gd name="T56" fmla="*/ 1815 w 3647"/>
                    <a:gd name="T57" fmla="*/ 561 h 1132"/>
                    <a:gd name="T58" fmla="*/ 1833 w 3647"/>
                    <a:gd name="T59" fmla="*/ 577 h 1132"/>
                    <a:gd name="T60" fmla="*/ 1856 w 3647"/>
                    <a:gd name="T61" fmla="*/ 598 h 1132"/>
                    <a:gd name="T62" fmla="*/ 1879 w 3647"/>
                    <a:gd name="T63" fmla="*/ 619 h 1132"/>
                    <a:gd name="T64" fmla="*/ 1906 w 3647"/>
                    <a:gd name="T65" fmla="*/ 646 h 1132"/>
                    <a:gd name="T66" fmla="*/ 1939 w 3647"/>
                    <a:gd name="T67" fmla="*/ 673 h 1132"/>
                    <a:gd name="T68" fmla="*/ 1971 w 3647"/>
                    <a:gd name="T69" fmla="*/ 705 h 1132"/>
                    <a:gd name="T70" fmla="*/ 2007 w 3647"/>
                    <a:gd name="T71" fmla="*/ 737 h 1132"/>
                    <a:gd name="T72" fmla="*/ 2053 w 3647"/>
                    <a:gd name="T73" fmla="*/ 774 h 1132"/>
                    <a:gd name="T74" fmla="*/ 2099 w 3647"/>
                    <a:gd name="T75" fmla="*/ 806 h 1132"/>
                    <a:gd name="T76" fmla="*/ 2154 w 3647"/>
                    <a:gd name="T77" fmla="*/ 844 h 1132"/>
                    <a:gd name="T78" fmla="*/ 2219 w 3647"/>
                    <a:gd name="T79" fmla="*/ 876 h 1132"/>
                    <a:gd name="T80" fmla="*/ 2288 w 3647"/>
                    <a:gd name="T81" fmla="*/ 913 h 1132"/>
                    <a:gd name="T82" fmla="*/ 2366 w 3647"/>
                    <a:gd name="T83" fmla="*/ 945 h 1132"/>
                    <a:gd name="T84" fmla="*/ 2398 w 3647"/>
                    <a:gd name="T85" fmla="*/ 956 h 1132"/>
                    <a:gd name="T86" fmla="*/ 2490 w 3647"/>
                    <a:gd name="T87" fmla="*/ 983 h 1132"/>
                    <a:gd name="T88" fmla="*/ 2577 w 3647"/>
                    <a:gd name="T89" fmla="*/ 1009 h 1132"/>
                    <a:gd name="T90" fmla="*/ 2664 w 3647"/>
                    <a:gd name="T91" fmla="*/ 1031 h 1132"/>
                    <a:gd name="T92" fmla="*/ 2756 w 3647"/>
                    <a:gd name="T93" fmla="*/ 1047 h 1132"/>
                    <a:gd name="T94" fmla="*/ 2844 w 3647"/>
                    <a:gd name="T95" fmla="*/ 1063 h 1132"/>
                    <a:gd name="T96" fmla="*/ 2935 w 3647"/>
                    <a:gd name="T97" fmla="*/ 1073 h 1132"/>
                    <a:gd name="T98" fmla="*/ 3023 w 3647"/>
                    <a:gd name="T99" fmla="*/ 1084 h 1132"/>
                    <a:gd name="T100" fmla="*/ 3110 w 3647"/>
                    <a:gd name="T101" fmla="*/ 1095 h 1132"/>
                    <a:gd name="T102" fmla="*/ 3202 w 3647"/>
                    <a:gd name="T103" fmla="*/ 1106 h 1132"/>
                    <a:gd name="T104" fmla="*/ 3289 w 3647"/>
                    <a:gd name="T105" fmla="*/ 1111 h 1132"/>
                    <a:gd name="T106" fmla="*/ 3376 w 3647"/>
                    <a:gd name="T107" fmla="*/ 1116 h 1132"/>
                    <a:gd name="T108" fmla="*/ 3468 w 3647"/>
                    <a:gd name="T109" fmla="*/ 1122 h 1132"/>
                    <a:gd name="T110" fmla="*/ 3556 w 3647"/>
                    <a:gd name="T111" fmla="*/ 1127 h 1132"/>
                    <a:gd name="T112" fmla="*/ 3647 w 3647"/>
                    <a:gd name="T113" fmla="*/ 1132 h 113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32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10"/>
                      </a:lnTo>
                      <a:lnTo>
                        <a:pt x="266" y="16"/>
                      </a:lnTo>
                      <a:lnTo>
                        <a:pt x="354" y="21"/>
                      </a:lnTo>
                      <a:lnTo>
                        <a:pt x="441" y="26"/>
                      </a:lnTo>
                      <a:lnTo>
                        <a:pt x="533" y="37"/>
                      </a:lnTo>
                      <a:lnTo>
                        <a:pt x="620" y="48"/>
                      </a:lnTo>
                      <a:lnTo>
                        <a:pt x="707" y="58"/>
                      </a:lnTo>
                      <a:lnTo>
                        <a:pt x="799" y="69"/>
                      </a:lnTo>
                      <a:lnTo>
                        <a:pt x="887" y="85"/>
                      </a:lnTo>
                      <a:lnTo>
                        <a:pt x="978" y="101"/>
                      </a:lnTo>
                      <a:lnTo>
                        <a:pt x="1066" y="122"/>
                      </a:lnTo>
                      <a:lnTo>
                        <a:pt x="1153" y="149"/>
                      </a:lnTo>
                      <a:lnTo>
                        <a:pt x="1245" y="176"/>
                      </a:lnTo>
                      <a:lnTo>
                        <a:pt x="1263" y="181"/>
                      </a:lnTo>
                      <a:lnTo>
                        <a:pt x="1341" y="213"/>
                      </a:lnTo>
                      <a:lnTo>
                        <a:pt x="1410" y="245"/>
                      </a:lnTo>
                      <a:lnTo>
                        <a:pt x="1470" y="277"/>
                      </a:lnTo>
                      <a:lnTo>
                        <a:pt x="1525" y="315"/>
                      </a:lnTo>
                      <a:lnTo>
                        <a:pt x="1576" y="347"/>
                      </a:lnTo>
                      <a:lnTo>
                        <a:pt x="1617" y="379"/>
                      </a:lnTo>
                      <a:lnTo>
                        <a:pt x="1658" y="411"/>
                      </a:lnTo>
                      <a:lnTo>
                        <a:pt x="1690" y="443"/>
                      </a:lnTo>
                      <a:lnTo>
                        <a:pt x="1723" y="470"/>
                      </a:lnTo>
                      <a:lnTo>
                        <a:pt x="1750" y="496"/>
                      </a:lnTo>
                      <a:lnTo>
                        <a:pt x="1773" y="518"/>
                      </a:lnTo>
                      <a:lnTo>
                        <a:pt x="1796" y="539"/>
                      </a:lnTo>
                      <a:lnTo>
                        <a:pt x="1815" y="561"/>
                      </a:lnTo>
                      <a:lnTo>
                        <a:pt x="1833" y="577"/>
                      </a:lnTo>
                      <a:lnTo>
                        <a:pt x="1856" y="598"/>
                      </a:lnTo>
                      <a:lnTo>
                        <a:pt x="1879" y="619"/>
                      </a:lnTo>
                      <a:lnTo>
                        <a:pt x="1906" y="646"/>
                      </a:lnTo>
                      <a:lnTo>
                        <a:pt x="1939" y="673"/>
                      </a:lnTo>
                      <a:lnTo>
                        <a:pt x="1971" y="705"/>
                      </a:lnTo>
                      <a:lnTo>
                        <a:pt x="2007" y="737"/>
                      </a:lnTo>
                      <a:lnTo>
                        <a:pt x="2053" y="774"/>
                      </a:lnTo>
                      <a:lnTo>
                        <a:pt x="2099" y="806"/>
                      </a:lnTo>
                      <a:lnTo>
                        <a:pt x="2154" y="844"/>
                      </a:lnTo>
                      <a:lnTo>
                        <a:pt x="2219" y="876"/>
                      </a:lnTo>
                      <a:lnTo>
                        <a:pt x="2288" y="913"/>
                      </a:lnTo>
                      <a:lnTo>
                        <a:pt x="2366" y="945"/>
                      </a:lnTo>
                      <a:lnTo>
                        <a:pt x="2398" y="956"/>
                      </a:lnTo>
                      <a:lnTo>
                        <a:pt x="2490" y="983"/>
                      </a:lnTo>
                      <a:lnTo>
                        <a:pt x="2577" y="1009"/>
                      </a:lnTo>
                      <a:lnTo>
                        <a:pt x="2664" y="1031"/>
                      </a:lnTo>
                      <a:lnTo>
                        <a:pt x="2756" y="1047"/>
                      </a:lnTo>
                      <a:lnTo>
                        <a:pt x="2844" y="1063"/>
                      </a:lnTo>
                      <a:lnTo>
                        <a:pt x="2935" y="1073"/>
                      </a:lnTo>
                      <a:lnTo>
                        <a:pt x="3023" y="1084"/>
                      </a:lnTo>
                      <a:lnTo>
                        <a:pt x="3110" y="1095"/>
                      </a:lnTo>
                      <a:lnTo>
                        <a:pt x="3202" y="1106"/>
                      </a:lnTo>
                      <a:lnTo>
                        <a:pt x="3289" y="1111"/>
                      </a:lnTo>
                      <a:lnTo>
                        <a:pt x="3376" y="1116"/>
                      </a:lnTo>
                      <a:lnTo>
                        <a:pt x="3468" y="1122"/>
                      </a:lnTo>
                      <a:lnTo>
                        <a:pt x="3556" y="1127"/>
                      </a:lnTo>
                      <a:lnTo>
                        <a:pt x="3647" y="1132"/>
                      </a:lnTo>
                    </a:path>
                  </a:pathLst>
                </a:custGeom>
                <a:noFill/>
                <a:ln w="22225">
                  <a:solidFill>
                    <a:srgbClr val="00BF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3" name="Freeform 101">
                  <a:extLst>
                    <a:ext uri="{FF2B5EF4-FFF2-40B4-BE49-F238E27FC236}">
                      <a16:creationId xmlns:a16="http://schemas.microsoft.com/office/drawing/2014/main" id="{8B20E2D8-E866-1C59-5ADD-7D1B0DEA8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96"/>
                  <a:ext cx="3647" cy="1100"/>
                </a:xfrm>
                <a:custGeom>
                  <a:avLst/>
                  <a:gdLst>
                    <a:gd name="T0" fmla="*/ 0 w 3647"/>
                    <a:gd name="T1" fmla="*/ 0 h 1100"/>
                    <a:gd name="T2" fmla="*/ 87 w 3647"/>
                    <a:gd name="T3" fmla="*/ 5 h 1100"/>
                    <a:gd name="T4" fmla="*/ 175 w 3647"/>
                    <a:gd name="T5" fmla="*/ 10 h 1100"/>
                    <a:gd name="T6" fmla="*/ 266 w 3647"/>
                    <a:gd name="T7" fmla="*/ 21 h 1100"/>
                    <a:gd name="T8" fmla="*/ 354 w 3647"/>
                    <a:gd name="T9" fmla="*/ 32 h 1100"/>
                    <a:gd name="T10" fmla="*/ 441 w 3647"/>
                    <a:gd name="T11" fmla="*/ 42 h 1100"/>
                    <a:gd name="T12" fmla="*/ 533 w 3647"/>
                    <a:gd name="T13" fmla="*/ 53 h 1100"/>
                    <a:gd name="T14" fmla="*/ 620 w 3647"/>
                    <a:gd name="T15" fmla="*/ 64 h 1100"/>
                    <a:gd name="T16" fmla="*/ 707 w 3647"/>
                    <a:gd name="T17" fmla="*/ 80 h 1100"/>
                    <a:gd name="T18" fmla="*/ 799 w 3647"/>
                    <a:gd name="T19" fmla="*/ 96 h 1100"/>
                    <a:gd name="T20" fmla="*/ 887 w 3647"/>
                    <a:gd name="T21" fmla="*/ 117 h 1100"/>
                    <a:gd name="T22" fmla="*/ 978 w 3647"/>
                    <a:gd name="T23" fmla="*/ 138 h 1100"/>
                    <a:gd name="T24" fmla="*/ 1066 w 3647"/>
                    <a:gd name="T25" fmla="*/ 165 h 1100"/>
                    <a:gd name="T26" fmla="*/ 1153 w 3647"/>
                    <a:gd name="T27" fmla="*/ 192 h 1100"/>
                    <a:gd name="T28" fmla="*/ 1245 w 3647"/>
                    <a:gd name="T29" fmla="*/ 224 h 1100"/>
                    <a:gd name="T30" fmla="*/ 1263 w 3647"/>
                    <a:gd name="T31" fmla="*/ 229 h 1100"/>
                    <a:gd name="T32" fmla="*/ 1341 w 3647"/>
                    <a:gd name="T33" fmla="*/ 267 h 1100"/>
                    <a:gd name="T34" fmla="*/ 1410 w 3647"/>
                    <a:gd name="T35" fmla="*/ 299 h 1100"/>
                    <a:gd name="T36" fmla="*/ 1470 w 3647"/>
                    <a:gd name="T37" fmla="*/ 331 h 1100"/>
                    <a:gd name="T38" fmla="*/ 1525 w 3647"/>
                    <a:gd name="T39" fmla="*/ 358 h 1100"/>
                    <a:gd name="T40" fmla="*/ 1576 w 3647"/>
                    <a:gd name="T41" fmla="*/ 390 h 1100"/>
                    <a:gd name="T42" fmla="*/ 1617 w 3647"/>
                    <a:gd name="T43" fmla="*/ 416 h 1100"/>
                    <a:gd name="T44" fmla="*/ 1658 w 3647"/>
                    <a:gd name="T45" fmla="*/ 438 h 1100"/>
                    <a:gd name="T46" fmla="*/ 1690 w 3647"/>
                    <a:gd name="T47" fmla="*/ 459 h 1100"/>
                    <a:gd name="T48" fmla="*/ 1723 w 3647"/>
                    <a:gd name="T49" fmla="*/ 480 h 1100"/>
                    <a:gd name="T50" fmla="*/ 1750 w 3647"/>
                    <a:gd name="T51" fmla="*/ 502 h 1100"/>
                    <a:gd name="T52" fmla="*/ 1773 w 3647"/>
                    <a:gd name="T53" fmla="*/ 518 h 1100"/>
                    <a:gd name="T54" fmla="*/ 1796 w 3647"/>
                    <a:gd name="T55" fmla="*/ 529 h 1100"/>
                    <a:gd name="T56" fmla="*/ 1815 w 3647"/>
                    <a:gd name="T57" fmla="*/ 545 h 1100"/>
                    <a:gd name="T58" fmla="*/ 1833 w 3647"/>
                    <a:gd name="T59" fmla="*/ 555 h 1100"/>
                    <a:gd name="T60" fmla="*/ 1856 w 3647"/>
                    <a:gd name="T61" fmla="*/ 571 h 1100"/>
                    <a:gd name="T62" fmla="*/ 1879 w 3647"/>
                    <a:gd name="T63" fmla="*/ 587 h 1100"/>
                    <a:gd name="T64" fmla="*/ 1906 w 3647"/>
                    <a:gd name="T65" fmla="*/ 609 h 1100"/>
                    <a:gd name="T66" fmla="*/ 1939 w 3647"/>
                    <a:gd name="T67" fmla="*/ 630 h 1100"/>
                    <a:gd name="T68" fmla="*/ 1971 w 3647"/>
                    <a:gd name="T69" fmla="*/ 651 h 1100"/>
                    <a:gd name="T70" fmla="*/ 2007 w 3647"/>
                    <a:gd name="T71" fmla="*/ 678 h 1100"/>
                    <a:gd name="T72" fmla="*/ 2053 w 3647"/>
                    <a:gd name="T73" fmla="*/ 705 h 1100"/>
                    <a:gd name="T74" fmla="*/ 2099 w 3647"/>
                    <a:gd name="T75" fmla="*/ 732 h 1100"/>
                    <a:gd name="T76" fmla="*/ 2154 w 3647"/>
                    <a:gd name="T77" fmla="*/ 764 h 1100"/>
                    <a:gd name="T78" fmla="*/ 2219 w 3647"/>
                    <a:gd name="T79" fmla="*/ 796 h 1100"/>
                    <a:gd name="T80" fmla="*/ 2288 w 3647"/>
                    <a:gd name="T81" fmla="*/ 828 h 1100"/>
                    <a:gd name="T82" fmla="*/ 2366 w 3647"/>
                    <a:gd name="T83" fmla="*/ 860 h 1100"/>
                    <a:gd name="T84" fmla="*/ 2398 w 3647"/>
                    <a:gd name="T85" fmla="*/ 876 h 1100"/>
                    <a:gd name="T86" fmla="*/ 2490 w 3647"/>
                    <a:gd name="T87" fmla="*/ 908 h 1100"/>
                    <a:gd name="T88" fmla="*/ 2577 w 3647"/>
                    <a:gd name="T89" fmla="*/ 935 h 1100"/>
                    <a:gd name="T90" fmla="*/ 2664 w 3647"/>
                    <a:gd name="T91" fmla="*/ 961 h 1100"/>
                    <a:gd name="T92" fmla="*/ 2756 w 3647"/>
                    <a:gd name="T93" fmla="*/ 983 h 1100"/>
                    <a:gd name="T94" fmla="*/ 2844 w 3647"/>
                    <a:gd name="T95" fmla="*/ 1004 h 1100"/>
                    <a:gd name="T96" fmla="*/ 2935 w 3647"/>
                    <a:gd name="T97" fmla="*/ 1020 h 1100"/>
                    <a:gd name="T98" fmla="*/ 3023 w 3647"/>
                    <a:gd name="T99" fmla="*/ 1036 h 1100"/>
                    <a:gd name="T100" fmla="*/ 3110 w 3647"/>
                    <a:gd name="T101" fmla="*/ 1047 h 1100"/>
                    <a:gd name="T102" fmla="*/ 3202 w 3647"/>
                    <a:gd name="T103" fmla="*/ 1057 h 1100"/>
                    <a:gd name="T104" fmla="*/ 3289 w 3647"/>
                    <a:gd name="T105" fmla="*/ 1068 h 1100"/>
                    <a:gd name="T106" fmla="*/ 3376 w 3647"/>
                    <a:gd name="T107" fmla="*/ 1079 h 1100"/>
                    <a:gd name="T108" fmla="*/ 3468 w 3647"/>
                    <a:gd name="T109" fmla="*/ 1090 h 1100"/>
                    <a:gd name="T110" fmla="*/ 3556 w 3647"/>
                    <a:gd name="T111" fmla="*/ 1095 h 1100"/>
                    <a:gd name="T112" fmla="*/ 3647 w 3647"/>
                    <a:gd name="T113" fmla="*/ 1100 h 1100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00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10"/>
                      </a:lnTo>
                      <a:lnTo>
                        <a:pt x="266" y="21"/>
                      </a:lnTo>
                      <a:lnTo>
                        <a:pt x="354" y="32"/>
                      </a:lnTo>
                      <a:lnTo>
                        <a:pt x="441" y="42"/>
                      </a:lnTo>
                      <a:lnTo>
                        <a:pt x="533" y="53"/>
                      </a:lnTo>
                      <a:lnTo>
                        <a:pt x="620" y="64"/>
                      </a:lnTo>
                      <a:lnTo>
                        <a:pt x="707" y="80"/>
                      </a:lnTo>
                      <a:lnTo>
                        <a:pt x="799" y="96"/>
                      </a:lnTo>
                      <a:lnTo>
                        <a:pt x="887" y="117"/>
                      </a:lnTo>
                      <a:lnTo>
                        <a:pt x="978" y="138"/>
                      </a:lnTo>
                      <a:lnTo>
                        <a:pt x="1066" y="165"/>
                      </a:lnTo>
                      <a:lnTo>
                        <a:pt x="1153" y="192"/>
                      </a:lnTo>
                      <a:lnTo>
                        <a:pt x="1245" y="224"/>
                      </a:lnTo>
                      <a:lnTo>
                        <a:pt x="1263" y="229"/>
                      </a:lnTo>
                      <a:lnTo>
                        <a:pt x="1341" y="267"/>
                      </a:lnTo>
                      <a:lnTo>
                        <a:pt x="1410" y="299"/>
                      </a:lnTo>
                      <a:lnTo>
                        <a:pt x="1470" y="331"/>
                      </a:lnTo>
                      <a:lnTo>
                        <a:pt x="1525" y="358"/>
                      </a:lnTo>
                      <a:lnTo>
                        <a:pt x="1576" y="390"/>
                      </a:lnTo>
                      <a:lnTo>
                        <a:pt x="1617" y="416"/>
                      </a:lnTo>
                      <a:lnTo>
                        <a:pt x="1658" y="438"/>
                      </a:lnTo>
                      <a:lnTo>
                        <a:pt x="1690" y="459"/>
                      </a:lnTo>
                      <a:lnTo>
                        <a:pt x="1723" y="480"/>
                      </a:lnTo>
                      <a:lnTo>
                        <a:pt x="1750" y="502"/>
                      </a:lnTo>
                      <a:lnTo>
                        <a:pt x="1773" y="518"/>
                      </a:lnTo>
                      <a:lnTo>
                        <a:pt x="1796" y="529"/>
                      </a:lnTo>
                      <a:lnTo>
                        <a:pt x="1815" y="545"/>
                      </a:lnTo>
                      <a:lnTo>
                        <a:pt x="1833" y="555"/>
                      </a:lnTo>
                      <a:lnTo>
                        <a:pt x="1856" y="571"/>
                      </a:lnTo>
                      <a:lnTo>
                        <a:pt x="1879" y="587"/>
                      </a:lnTo>
                      <a:lnTo>
                        <a:pt x="1906" y="609"/>
                      </a:lnTo>
                      <a:lnTo>
                        <a:pt x="1939" y="630"/>
                      </a:lnTo>
                      <a:lnTo>
                        <a:pt x="1971" y="651"/>
                      </a:lnTo>
                      <a:lnTo>
                        <a:pt x="2007" y="678"/>
                      </a:lnTo>
                      <a:lnTo>
                        <a:pt x="2053" y="705"/>
                      </a:lnTo>
                      <a:lnTo>
                        <a:pt x="2099" y="732"/>
                      </a:lnTo>
                      <a:lnTo>
                        <a:pt x="2154" y="764"/>
                      </a:lnTo>
                      <a:lnTo>
                        <a:pt x="2219" y="796"/>
                      </a:lnTo>
                      <a:lnTo>
                        <a:pt x="2288" y="828"/>
                      </a:lnTo>
                      <a:lnTo>
                        <a:pt x="2366" y="860"/>
                      </a:lnTo>
                      <a:lnTo>
                        <a:pt x="2398" y="876"/>
                      </a:lnTo>
                      <a:lnTo>
                        <a:pt x="2490" y="908"/>
                      </a:lnTo>
                      <a:lnTo>
                        <a:pt x="2577" y="935"/>
                      </a:lnTo>
                      <a:lnTo>
                        <a:pt x="2664" y="961"/>
                      </a:lnTo>
                      <a:lnTo>
                        <a:pt x="2756" y="983"/>
                      </a:lnTo>
                      <a:lnTo>
                        <a:pt x="2844" y="1004"/>
                      </a:lnTo>
                      <a:lnTo>
                        <a:pt x="2935" y="1020"/>
                      </a:lnTo>
                      <a:lnTo>
                        <a:pt x="3023" y="1036"/>
                      </a:lnTo>
                      <a:lnTo>
                        <a:pt x="3110" y="1047"/>
                      </a:lnTo>
                      <a:lnTo>
                        <a:pt x="3202" y="1057"/>
                      </a:lnTo>
                      <a:lnTo>
                        <a:pt x="3289" y="1068"/>
                      </a:lnTo>
                      <a:lnTo>
                        <a:pt x="3376" y="1079"/>
                      </a:lnTo>
                      <a:lnTo>
                        <a:pt x="3468" y="1090"/>
                      </a:lnTo>
                      <a:lnTo>
                        <a:pt x="3556" y="1095"/>
                      </a:lnTo>
                      <a:lnTo>
                        <a:pt x="3647" y="1100"/>
                      </a:lnTo>
                    </a:path>
                  </a:pathLst>
                </a:custGeom>
                <a:noFill/>
                <a:ln w="22225">
                  <a:solidFill>
                    <a:srgbClr val="BF00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4" name="Freeform 102">
                  <a:extLst>
                    <a:ext uri="{FF2B5EF4-FFF2-40B4-BE49-F238E27FC236}">
                      <a16:creationId xmlns:a16="http://schemas.microsoft.com/office/drawing/2014/main" id="{CFD4C0DB-02E9-AB44-C2D8-D5652946C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717"/>
                  <a:ext cx="3647" cy="1058"/>
                </a:xfrm>
                <a:custGeom>
                  <a:avLst/>
                  <a:gdLst>
                    <a:gd name="T0" fmla="*/ 0 w 3647"/>
                    <a:gd name="T1" fmla="*/ 0 h 1058"/>
                    <a:gd name="T2" fmla="*/ 87 w 3647"/>
                    <a:gd name="T3" fmla="*/ 11 h 1058"/>
                    <a:gd name="T4" fmla="*/ 175 w 3647"/>
                    <a:gd name="T5" fmla="*/ 16 h 1058"/>
                    <a:gd name="T6" fmla="*/ 266 w 3647"/>
                    <a:gd name="T7" fmla="*/ 32 h 1058"/>
                    <a:gd name="T8" fmla="*/ 354 w 3647"/>
                    <a:gd name="T9" fmla="*/ 43 h 1058"/>
                    <a:gd name="T10" fmla="*/ 441 w 3647"/>
                    <a:gd name="T11" fmla="*/ 59 h 1058"/>
                    <a:gd name="T12" fmla="*/ 533 w 3647"/>
                    <a:gd name="T13" fmla="*/ 69 h 1058"/>
                    <a:gd name="T14" fmla="*/ 620 w 3647"/>
                    <a:gd name="T15" fmla="*/ 91 h 1058"/>
                    <a:gd name="T16" fmla="*/ 707 w 3647"/>
                    <a:gd name="T17" fmla="*/ 107 h 1058"/>
                    <a:gd name="T18" fmla="*/ 799 w 3647"/>
                    <a:gd name="T19" fmla="*/ 128 h 1058"/>
                    <a:gd name="T20" fmla="*/ 887 w 3647"/>
                    <a:gd name="T21" fmla="*/ 155 h 1058"/>
                    <a:gd name="T22" fmla="*/ 978 w 3647"/>
                    <a:gd name="T23" fmla="*/ 176 h 1058"/>
                    <a:gd name="T24" fmla="*/ 1066 w 3647"/>
                    <a:gd name="T25" fmla="*/ 208 h 1058"/>
                    <a:gd name="T26" fmla="*/ 1153 w 3647"/>
                    <a:gd name="T27" fmla="*/ 235 h 1058"/>
                    <a:gd name="T28" fmla="*/ 1245 w 3647"/>
                    <a:gd name="T29" fmla="*/ 267 h 1058"/>
                    <a:gd name="T30" fmla="*/ 1263 w 3647"/>
                    <a:gd name="T31" fmla="*/ 278 h 1058"/>
                    <a:gd name="T32" fmla="*/ 1341 w 3647"/>
                    <a:gd name="T33" fmla="*/ 310 h 1058"/>
                    <a:gd name="T34" fmla="*/ 1410 w 3647"/>
                    <a:gd name="T35" fmla="*/ 337 h 1058"/>
                    <a:gd name="T36" fmla="*/ 1470 w 3647"/>
                    <a:gd name="T37" fmla="*/ 363 h 1058"/>
                    <a:gd name="T38" fmla="*/ 1525 w 3647"/>
                    <a:gd name="T39" fmla="*/ 390 h 1058"/>
                    <a:gd name="T40" fmla="*/ 1576 w 3647"/>
                    <a:gd name="T41" fmla="*/ 411 h 1058"/>
                    <a:gd name="T42" fmla="*/ 1617 w 3647"/>
                    <a:gd name="T43" fmla="*/ 433 h 1058"/>
                    <a:gd name="T44" fmla="*/ 1658 w 3647"/>
                    <a:gd name="T45" fmla="*/ 449 h 1058"/>
                    <a:gd name="T46" fmla="*/ 1690 w 3647"/>
                    <a:gd name="T47" fmla="*/ 465 h 1058"/>
                    <a:gd name="T48" fmla="*/ 1723 w 3647"/>
                    <a:gd name="T49" fmla="*/ 481 h 1058"/>
                    <a:gd name="T50" fmla="*/ 1750 w 3647"/>
                    <a:gd name="T51" fmla="*/ 491 h 1058"/>
                    <a:gd name="T52" fmla="*/ 1773 w 3647"/>
                    <a:gd name="T53" fmla="*/ 508 h 1058"/>
                    <a:gd name="T54" fmla="*/ 1796 w 3647"/>
                    <a:gd name="T55" fmla="*/ 518 h 1058"/>
                    <a:gd name="T56" fmla="*/ 1815 w 3647"/>
                    <a:gd name="T57" fmla="*/ 524 h 1058"/>
                    <a:gd name="T58" fmla="*/ 1833 w 3647"/>
                    <a:gd name="T59" fmla="*/ 534 h 1058"/>
                    <a:gd name="T60" fmla="*/ 1856 w 3647"/>
                    <a:gd name="T61" fmla="*/ 545 h 1058"/>
                    <a:gd name="T62" fmla="*/ 1879 w 3647"/>
                    <a:gd name="T63" fmla="*/ 556 h 1058"/>
                    <a:gd name="T64" fmla="*/ 1906 w 3647"/>
                    <a:gd name="T65" fmla="*/ 572 h 1058"/>
                    <a:gd name="T66" fmla="*/ 1939 w 3647"/>
                    <a:gd name="T67" fmla="*/ 582 h 1058"/>
                    <a:gd name="T68" fmla="*/ 1971 w 3647"/>
                    <a:gd name="T69" fmla="*/ 604 h 1058"/>
                    <a:gd name="T70" fmla="*/ 2007 w 3647"/>
                    <a:gd name="T71" fmla="*/ 620 h 1058"/>
                    <a:gd name="T72" fmla="*/ 2053 w 3647"/>
                    <a:gd name="T73" fmla="*/ 641 h 1058"/>
                    <a:gd name="T74" fmla="*/ 2099 w 3647"/>
                    <a:gd name="T75" fmla="*/ 662 h 1058"/>
                    <a:gd name="T76" fmla="*/ 2154 w 3647"/>
                    <a:gd name="T77" fmla="*/ 689 h 1058"/>
                    <a:gd name="T78" fmla="*/ 2219 w 3647"/>
                    <a:gd name="T79" fmla="*/ 716 h 1058"/>
                    <a:gd name="T80" fmla="*/ 2288 w 3647"/>
                    <a:gd name="T81" fmla="*/ 743 h 1058"/>
                    <a:gd name="T82" fmla="*/ 2366 w 3647"/>
                    <a:gd name="T83" fmla="*/ 775 h 1058"/>
                    <a:gd name="T84" fmla="*/ 2398 w 3647"/>
                    <a:gd name="T85" fmla="*/ 791 h 1058"/>
                    <a:gd name="T86" fmla="*/ 2490 w 3647"/>
                    <a:gd name="T87" fmla="*/ 823 h 1058"/>
                    <a:gd name="T88" fmla="*/ 2577 w 3647"/>
                    <a:gd name="T89" fmla="*/ 849 h 1058"/>
                    <a:gd name="T90" fmla="*/ 2664 w 3647"/>
                    <a:gd name="T91" fmla="*/ 882 h 1058"/>
                    <a:gd name="T92" fmla="*/ 2756 w 3647"/>
                    <a:gd name="T93" fmla="*/ 903 h 1058"/>
                    <a:gd name="T94" fmla="*/ 2844 w 3647"/>
                    <a:gd name="T95" fmla="*/ 930 h 1058"/>
                    <a:gd name="T96" fmla="*/ 2935 w 3647"/>
                    <a:gd name="T97" fmla="*/ 951 h 1058"/>
                    <a:gd name="T98" fmla="*/ 3023 w 3647"/>
                    <a:gd name="T99" fmla="*/ 967 h 1058"/>
                    <a:gd name="T100" fmla="*/ 3110 w 3647"/>
                    <a:gd name="T101" fmla="*/ 988 h 1058"/>
                    <a:gd name="T102" fmla="*/ 3202 w 3647"/>
                    <a:gd name="T103" fmla="*/ 999 h 1058"/>
                    <a:gd name="T104" fmla="*/ 3289 w 3647"/>
                    <a:gd name="T105" fmla="*/ 1015 h 1058"/>
                    <a:gd name="T106" fmla="*/ 3376 w 3647"/>
                    <a:gd name="T107" fmla="*/ 1026 h 1058"/>
                    <a:gd name="T108" fmla="*/ 3468 w 3647"/>
                    <a:gd name="T109" fmla="*/ 1042 h 1058"/>
                    <a:gd name="T110" fmla="*/ 3556 w 3647"/>
                    <a:gd name="T111" fmla="*/ 1047 h 1058"/>
                    <a:gd name="T112" fmla="*/ 3647 w 3647"/>
                    <a:gd name="T113" fmla="*/ 1058 h 105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058">
                      <a:moveTo>
                        <a:pt x="0" y="0"/>
                      </a:moveTo>
                      <a:lnTo>
                        <a:pt x="87" y="11"/>
                      </a:lnTo>
                      <a:lnTo>
                        <a:pt x="175" y="16"/>
                      </a:lnTo>
                      <a:lnTo>
                        <a:pt x="266" y="32"/>
                      </a:lnTo>
                      <a:lnTo>
                        <a:pt x="354" y="43"/>
                      </a:lnTo>
                      <a:lnTo>
                        <a:pt x="441" y="59"/>
                      </a:lnTo>
                      <a:lnTo>
                        <a:pt x="533" y="69"/>
                      </a:lnTo>
                      <a:lnTo>
                        <a:pt x="620" y="91"/>
                      </a:lnTo>
                      <a:lnTo>
                        <a:pt x="707" y="107"/>
                      </a:lnTo>
                      <a:lnTo>
                        <a:pt x="799" y="128"/>
                      </a:lnTo>
                      <a:lnTo>
                        <a:pt x="887" y="155"/>
                      </a:lnTo>
                      <a:lnTo>
                        <a:pt x="978" y="176"/>
                      </a:lnTo>
                      <a:lnTo>
                        <a:pt x="1066" y="208"/>
                      </a:lnTo>
                      <a:lnTo>
                        <a:pt x="1153" y="235"/>
                      </a:lnTo>
                      <a:lnTo>
                        <a:pt x="1245" y="267"/>
                      </a:lnTo>
                      <a:lnTo>
                        <a:pt x="1263" y="278"/>
                      </a:lnTo>
                      <a:lnTo>
                        <a:pt x="1341" y="310"/>
                      </a:lnTo>
                      <a:lnTo>
                        <a:pt x="1410" y="337"/>
                      </a:lnTo>
                      <a:lnTo>
                        <a:pt x="1470" y="363"/>
                      </a:lnTo>
                      <a:lnTo>
                        <a:pt x="1525" y="390"/>
                      </a:lnTo>
                      <a:lnTo>
                        <a:pt x="1576" y="411"/>
                      </a:lnTo>
                      <a:lnTo>
                        <a:pt x="1617" y="433"/>
                      </a:lnTo>
                      <a:lnTo>
                        <a:pt x="1658" y="449"/>
                      </a:lnTo>
                      <a:lnTo>
                        <a:pt x="1690" y="465"/>
                      </a:lnTo>
                      <a:lnTo>
                        <a:pt x="1723" y="481"/>
                      </a:lnTo>
                      <a:lnTo>
                        <a:pt x="1750" y="491"/>
                      </a:lnTo>
                      <a:lnTo>
                        <a:pt x="1773" y="508"/>
                      </a:lnTo>
                      <a:lnTo>
                        <a:pt x="1796" y="518"/>
                      </a:lnTo>
                      <a:lnTo>
                        <a:pt x="1815" y="524"/>
                      </a:lnTo>
                      <a:lnTo>
                        <a:pt x="1833" y="534"/>
                      </a:lnTo>
                      <a:lnTo>
                        <a:pt x="1856" y="545"/>
                      </a:lnTo>
                      <a:lnTo>
                        <a:pt x="1879" y="556"/>
                      </a:lnTo>
                      <a:lnTo>
                        <a:pt x="1906" y="572"/>
                      </a:lnTo>
                      <a:lnTo>
                        <a:pt x="1939" y="582"/>
                      </a:lnTo>
                      <a:lnTo>
                        <a:pt x="1971" y="604"/>
                      </a:lnTo>
                      <a:lnTo>
                        <a:pt x="2007" y="620"/>
                      </a:lnTo>
                      <a:lnTo>
                        <a:pt x="2053" y="641"/>
                      </a:lnTo>
                      <a:lnTo>
                        <a:pt x="2099" y="662"/>
                      </a:lnTo>
                      <a:lnTo>
                        <a:pt x="2154" y="689"/>
                      </a:lnTo>
                      <a:lnTo>
                        <a:pt x="2219" y="716"/>
                      </a:lnTo>
                      <a:lnTo>
                        <a:pt x="2288" y="743"/>
                      </a:lnTo>
                      <a:lnTo>
                        <a:pt x="2366" y="775"/>
                      </a:lnTo>
                      <a:lnTo>
                        <a:pt x="2398" y="791"/>
                      </a:lnTo>
                      <a:lnTo>
                        <a:pt x="2490" y="823"/>
                      </a:lnTo>
                      <a:lnTo>
                        <a:pt x="2577" y="849"/>
                      </a:lnTo>
                      <a:lnTo>
                        <a:pt x="2664" y="882"/>
                      </a:lnTo>
                      <a:lnTo>
                        <a:pt x="2756" y="903"/>
                      </a:lnTo>
                      <a:lnTo>
                        <a:pt x="2844" y="930"/>
                      </a:lnTo>
                      <a:lnTo>
                        <a:pt x="2935" y="951"/>
                      </a:lnTo>
                      <a:lnTo>
                        <a:pt x="3023" y="967"/>
                      </a:lnTo>
                      <a:lnTo>
                        <a:pt x="3110" y="988"/>
                      </a:lnTo>
                      <a:lnTo>
                        <a:pt x="3202" y="999"/>
                      </a:lnTo>
                      <a:lnTo>
                        <a:pt x="3289" y="1015"/>
                      </a:lnTo>
                      <a:lnTo>
                        <a:pt x="3376" y="1026"/>
                      </a:lnTo>
                      <a:lnTo>
                        <a:pt x="3468" y="1042"/>
                      </a:lnTo>
                      <a:lnTo>
                        <a:pt x="3556" y="1047"/>
                      </a:lnTo>
                      <a:lnTo>
                        <a:pt x="3647" y="1058"/>
                      </a:lnTo>
                    </a:path>
                  </a:pathLst>
                </a:custGeom>
                <a:noFill/>
                <a:ln w="22225">
                  <a:solidFill>
                    <a:srgbClr val="BFB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65" name="Rectangle 103">
                <a:extLst>
                  <a:ext uri="{FF2B5EF4-FFF2-40B4-BE49-F238E27FC236}">
                    <a16:creationId xmlns:a16="http://schemas.microsoft.com/office/drawing/2014/main" id="{6BDC9592-8EF7-3C89-83BC-670B4D9CE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6" y="3936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6" name="Rectangle 104">
                <a:extLst>
                  <a:ext uri="{FF2B5EF4-FFF2-40B4-BE49-F238E27FC236}">
                    <a16:creationId xmlns:a16="http://schemas.microsoft.com/office/drawing/2014/main" id="{D801ADCC-A677-FF54-2246-80D5DEB6A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93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7" name="Rectangle 105">
                <a:extLst>
                  <a:ext uri="{FF2B5EF4-FFF2-40B4-BE49-F238E27FC236}">
                    <a16:creationId xmlns:a16="http://schemas.microsoft.com/office/drawing/2014/main" id="{61F2BA95-0F36-9679-1CCE-EE5786ED7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4" y="3936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8" name="Rectangle 106">
                <a:extLst>
                  <a:ext uri="{FF2B5EF4-FFF2-40B4-BE49-F238E27FC236}">
                    <a16:creationId xmlns:a16="http://schemas.microsoft.com/office/drawing/2014/main" id="{FC1B758B-729C-84DB-F659-99A5140D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984"/>
                <a:ext cx="5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/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 i="1" baseline="-18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n</a:t>
                </a:r>
                <a:endParaRPr lang="en-US" altLang="zh-CN" sz="2400" baseline="-18000">
                  <a:solidFill>
                    <a:srgbClr val="000000"/>
                  </a:solidFill>
                  <a:latin typeface="Helvetica" panose="020B0604020202020204" pitchFamily="34" charset="0"/>
                </a:endParaRPr>
              </a:p>
            </p:txBody>
          </p:sp>
          <p:sp>
            <p:nvSpPr>
              <p:cNvPr id="112869" name="Rectangle 107">
                <a:extLst>
                  <a:ext uri="{FF2B5EF4-FFF2-40B4-BE49-F238E27FC236}">
                    <a16:creationId xmlns:a16="http://schemas.microsoft.com/office/drawing/2014/main" id="{30ACCEE0-5B54-4F0B-F7C1-472936141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9" y="3125"/>
                <a:ext cx="10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 / (deg)</a:t>
                </a:r>
              </a:p>
            </p:txBody>
          </p:sp>
          <p:sp>
            <p:nvSpPr>
              <p:cNvPr id="112870" name="Rectangle 108">
                <a:extLst>
                  <a:ext uri="{FF2B5EF4-FFF2-40B4-BE49-F238E27FC236}">
                    <a16:creationId xmlns:a16="http://schemas.microsoft.com/office/drawing/2014/main" id="{AA7123E4-95BA-FFF5-D174-4198E02EB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1" y="2976"/>
                <a:ext cx="565" cy="5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= 0.5</a:t>
                </a:r>
                <a:endPara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 0.7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= 1.0</a:t>
                </a:r>
              </a:p>
            </p:txBody>
          </p:sp>
          <p:sp>
            <p:nvSpPr>
              <p:cNvPr id="112871" name="Rectangle 109">
                <a:extLst>
                  <a:ext uri="{FF2B5EF4-FFF2-40B4-BE49-F238E27FC236}">
                    <a16:creationId xmlns:a16="http://schemas.microsoft.com/office/drawing/2014/main" id="{62594691-8847-B144-7DDD-DEFE56BE2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2" y="3101"/>
                <a:ext cx="565" cy="5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= 0.1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= 0.2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 0.3</a:t>
                </a:r>
                <a:endPara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72" name="Line 110">
                <a:extLst>
                  <a:ext uri="{FF2B5EF4-FFF2-40B4-BE49-F238E27FC236}">
                    <a16:creationId xmlns:a16="http://schemas.microsoft.com/office/drawing/2014/main" id="{5602DD63-0F8A-7686-E9C7-39AF828F0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3" name="Line 111">
                <a:extLst>
                  <a:ext uri="{FF2B5EF4-FFF2-40B4-BE49-F238E27FC236}">
                    <a16:creationId xmlns:a16="http://schemas.microsoft.com/office/drawing/2014/main" id="{4D1CDC39-4C6D-9232-04F8-8461F98A4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2784"/>
                <a:ext cx="288" cy="384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4" name="Line 112">
                <a:extLst>
                  <a:ext uri="{FF2B5EF4-FFF2-40B4-BE49-F238E27FC236}">
                    <a16:creationId xmlns:a16="http://schemas.microsoft.com/office/drawing/2014/main" id="{42FC53D0-7FF7-7CD4-DE17-945E0D51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2907"/>
                <a:ext cx="336" cy="432"/>
              </a:xfrm>
              <a:prstGeom prst="line">
                <a:avLst/>
              </a:prstGeom>
              <a:noFill/>
              <a:ln w="22225">
                <a:solidFill>
                  <a:srgbClr val="008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5" name="Line 113">
                <a:extLst>
                  <a:ext uri="{FF2B5EF4-FFF2-40B4-BE49-F238E27FC236}">
                    <a16:creationId xmlns:a16="http://schemas.microsoft.com/office/drawing/2014/main" id="{DFC5937D-7CB6-8C37-8A0E-04A2DAC47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3024"/>
                <a:ext cx="384" cy="48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6" name="Line 114">
                <a:extLst>
                  <a:ext uri="{FF2B5EF4-FFF2-40B4-BE49-F238E27FC236}">
                    <a16:creationId xmlns:a16="http://schemas.microsoft.com/office/drawing/2014/main" id="{0F4D2D28-91DD-0D5E-FA9F-8833DC5DC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6" y="3474"/>
                <a:ext cx="144" cy="144"/>
              </a:xfrm>
              <a:prstGeom prst="line">
                <a:avLst/>
              </a:prstGeom>
              <a:noFill/>
              <a:ln w="22225">
                <a:solidFill>
                  <a:srgbClr val="808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7" name="Line 115">
                <a:extLst>
                  <a:ext uri="{FF2B5EF4-FFF2-40B4-BE49-F238E27FC236}">
                    <a16:creationId xmlns:a16="http://schemas.microsoft.com/office/drawing/2014/main" id="{9CE73AF8-CC31-4CCB-844A-788230753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2" y="3264"/>
                <a:ext cx="336" cy="384"/>
              </a:xfrm>
              <a:prstGeom prst="line">
                <a:avLst/>
              </a:prstGeom>
              <a:noFill/>
              <a:ln w="22225">
                <a:solidFill>
                  <a:srgbClr val="9900CC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8" name="Line 116">
                <a:extLst>
                  <a:ext uri="{FF2B5EF4-FFF2-40B4-BE49-F238E27FC236}">
                    <a16:creationId xmlns:a16="http://schemas.microsoft.com/office/drawing/2014/main" id="{E8AA77D5-4CD5-B2CA-A46F-60203DE86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6" y="3120"/>
                <a:ext cx="478" cy="510"/>
              </a:xfrm>
              <a:prstGeom prst="line">
                <a:avLst/>
              </a:prstGeom>
              <a:noFill/>
              <a:ln w="22225">
                <a:solidFill>
                  <a:srgbClr val="009999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644" name="Group 117">
              <a:extLst>
                <a:ext uri="{FF2B5EF4-FFF2-40B4-BE49-F238E27FC236}">
                  <a16:creationId xmlns:a16="http://schemas.microsoft.com/office/drawing/2014/main" id="{1C49FC2B-4FAC-A90D-94DB-7A2C56E87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" y="960"/>
              <a:ext cx="4276" cy="1655"/>
              <a:chOff x="606" y="912"/>
              <a:chExt cx="4276" cy="1655"/>
            </a:xfrm>
          </p:grpSpPr>
          <p:sp>
            <p:nvSpPr>
              <p:cNvPr id="112646" name="Rectangle 118">
                <a:extLst>
                  <a:ext uri="{FF2B5EF4-FFF2-40B4-BE49-F238E27FC236}">
                    <a16:creationId xmlns:a16="http://schemas.microsoft.com/office/drawing/2014/main" id="{AABF6D03-3950-BC44-986D-08A51C75E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647" name="Rectangle 119">
                <a:extLst>
                  <a:ext uri="{FF2B5EF4-FFF2-40B4-BE49-F238E27FC236}">
                    <a16:creationId xmlns:a16="http://schemas.microsoft.com/office/drawing/2014/main" id="{83360A8E-97C1-42E1-0F14-8E6C6746E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648" name="Freeform 120">
                <a:extLst>
                  <a:ext uri="{FF2B5EF4-FFF2-40B4-BE49-F238E27FC236}">
                    <a16:creationId xmlns:a16="http://schemas.microsoft.com/office/drawing/2014/main" id="{E18AAD6E-2A47-732D-7A74-C2AD278CB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49" name="Freeform 121">
                <a:extLst>
                  <a:ext uri="{FF2B5EF4-FFF2-40B4-BE49-F238E27FC236}">
                    <a16:creationId xmlns:a16="http://schemas.microsoft.com/office/drawing/2014/main" id="{4A7D0895-D8C7-B718-651C-A7AA7435F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0" name="Freeform 122">
                <a:extLst>
                  <a:ext uri="{FF2B5EF4-FFF2-40B4-BE49-F238E27FC236}">
                    <a16:creationId xmlns:a16="http://schemas.microsoft.com/office/drawing/2014/main" id="{32321531-83CD-6D40-72AF-6E7E1D1E4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1" name="Freeform 123">
                <a:extLst>
                  <a:ext uri="{FF2B5EF4-FFF2-40B4-BE49-F238E27FC236}">
                    <a16:creationId xmlns:a16="http://schemas.microsoft.com/office/drawing/2014/main" id="{A00919DE-06B8-4E44-1557-B79B60930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485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2" name="Freeform 124">
                <a:extLst>
                  <a:ext uri="{FF2B5EF4-FFF2-40B4-BE49-F238E27FC236}">
                    <a16:creationId xmlns:a16="http://schemas.microsoft.com/office/drawing/2014/main" id="{7BFF957A-04B1-D437-4877-9C4BD607C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240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3" name="Freeform 125">
                <a:extLst>
                  <a:ext uri="{FF2B5EF4-FFF2-40B4-BE49-F238E27FC236}">
                    <a16:creationId xmlns:a16="http://schemas.microsoft.com/office/drawing/2014/main" id="{067BE64A-9D91-5476-6C98-BDBE8618A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995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4" name="Freeform 126">
                <a:extLst>
                  <a:ext uri="{FF2B5EF4-FFF2-40B4-BE49-F238E27FC236}">
                    <a16:creationId xmlns:a16="http://schemas.microsoft.com/office/drawing/2014/main" id="{9C41154B-9D45-1D39-4B28-50D6F01C8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750"/>
                <a:ext cx="3647" cy="2"/>
              </a:xfrm>
              <a:custGeom>
                <a:avLst/>
                <a:gdLst>
                  <a:gd name="T0" fmla="*/ 0 w 794"/>
                  <a:gd name="T1" fmla="*/ 0 h 2"/>
                  <a:gd name="T2" fmla="*/ 76941 w 79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2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5" name="Freeform 127">
                <a:extLst>
                  <a:ext uri="{FF2B5EF4-FFF2-40B4-BE49-F238E27FC236}">
                    <a16:creationId xmlns:a16="http://schemas.microsoft.com/office/drawing/2014/main" id="{3F091B34-59E5-B33E-1B04-55EDE3A69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505"/>
                <a:ext cx="3647" cy="2"/>
              </a:xfrm>
              <a:custGeom>
                <a:avLst/>
                <a:gdLst>
                  <a:gd name="T0" fmla="*/ 0 w 794"/>
                  <a:gd name="T1" fmla="*/ 0 h 2"/>
                  <a:gd name="T2" fmla="*/ 76941 w 79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2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6" name="Freeform 128">
                <a:extLst>
                  <a:ext uri="{FF2B5EF4-FFF2-40B4-BE49-F238E27FC236}">
                    <a16:creationId xmlns:a16="http://schemas.microsoft.com/office/drawing/2014/main" id="{81D8FBF3-018D-5B0E-A681-5E4630662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261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7" name="Freeform 129">
                <a:extLst>
                  <a:ext uri="{FF2B5EF4-FFF2-40B4-BE49-F238E27FC236}">
                    <a16:creationId xmlns:a16="http://schemas.microsoft.com/office/drawing/2014/main" id="{1F28D4E9-9607-4465-A2EC-E9A3D2B21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8" name="Line 130">
                <a:extLst>
                  <a:ext uri="{FF2B5EF4-FFF2-40B4-BE49-F238E27FC236}">
                    <a16:creationId xmlns:a16="http://schemas.microsoft.com/office/drawing/2014/main" id="{613627B2-AD0B-D987-4237-19C1C5516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9" name="Freeform 131">
                <a:extLst>
                  <a:ext uri="{FF2B5EF4-FFF2-40B4-BE49-F238E27FC236}">
                    <a16:creationId xmlns:a16="http://schemas.microsoft.com/office/drawing/2014/main" id="{D3BECFCF-7AE9-1878-BD3E-C75910E83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custGeom>
                <a:avLst/>
                <a:gdLst>
                  <a:gd name="T0" fmla="*/ 0 w 794"/>
                  <a:gd name="T1" fmla="*/ 60769 h 227"/>
                  <a:gd name="T2" fmla="*/ 76941 w 794"/>
                  <a:gd name="T3" fmla="*/ 60769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0" name="Line 132">
                <a:extLst>
                  <a:ext uri="{FF2B5EF4-FFF2-40B4-BE49-F238E27FC236}">
                    <a16:creationId xmlns:a16="http://schemas.microsoft.com/office/drawing/2014/main" id="{FDD172B7-2FB3-6EF3-1E6F-7BB604667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1" name="Line 133">
                <a:extLst>
                  <a:ext uri="{FF2B5EF4-FFF2-40B4-BE49-F238E27FC236}">
                    <a16:creationId xmlns:a16="http://schemas.microsoft.com/office/drawing/2014/main" id="{C20D87B0-E136-C1FD-A8CF-2AFC24239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485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2" name="Line 134">
                <a:extLst>
                  <a:ext uri="{FF2B5EF4-FFF2-40B4-BE49-F238E27FC236}">
                    <a16:creationId xmlns:a16="http://schemas.microsoft.com/office/drawing/2014/main" id="{EBA32D62-CE28-A24A-634E-1E74CD322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3" name="Line 135">
                <a:extLst>
                  <a:ext uri="{FF2B5EF4-FFF2-40B4-BE49-F238E27FC236}">
                    <a16:creationId xmlns:a16="http://schemas.microsoft.com/office/drawing/2014/main" id="{6E8259D7-3C77-349C-C7A2-3A15C4A64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4" name="Line 136">
                <a:extLst>
                  <a:ext uri="{FF2B5EF4-FFF2-40B4-BE49-F238E27FC236}">
                    <a16:creationId xmlns:a16="http://schemas.microsoft.com/office/drawing/2014/main" id="{E0C12DF7-27BE-D7EB-D091-9DA4497E0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5" name="Freeform 137">
                <a:extLst>
                  <a:ext uri="{FF2B5EF4-FFF2-40B4-BE49-F238E27FC236}">
                    <a16:creationId xmlns:a16="http://schemas.microsoft.com/office/drawing/2014/main" id="{3D9BECF4-74BD-A576-9A12-56CA79E8B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6" name="Line 138">
                <a:extLst>
                  <a:ext uri="{FF2B5EF4-FFF2-40B4-BE49-F238E27FC236}">
                    <a16:creationId xmlns:a16="http://schemas.microsoft.com/office/drawing/2014/main" id="{2941799C-079E-F9E4-B156-38ABBFD91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7" name="Line 139">
                <a:extLst>
                  <a:ext uri="{FF2B5EF4-FFF2-40B4-BE49-F238E27FC236}">
                    <a16:creationId xmlns:a16="http://schemas.microsoft.com/office/drawing/2014/main" id="{C7E09AD1-47E5-E2F8-3BFB-D670B1B12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8" name="Line 140">
                <a:extLst>
                  <a:ext uri="{FF2B5EF4-FFF2-40B4-BE49-F238E27FC236}">
                    <a16:creationId xmlns:a16="http://schemas.microsoft.com/office/drawing/2014/main" id="{CF0BF8B3-080C-99D3-9F48-A7BA2B81A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1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9" name="Line 141">
                <a:extLst>
                  <a:ext uri="{FF2B5EF4-FFF2-40B4-BE49-F238E27FC236}">
                    <a16:creationId xmlns:a16="http://schemas.microsoft.com/office/drawing/2014/main" id="{C0318A4A-EA39-9681-3E25-CE0E392DE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0" name="Freeform 142">
                <a:extLst>
                  <a:ext uri="{FF2B5EF4-FFF2-40B4-BE49-F238E27FC236}">
                    <a16:creationId xmlns:a16="http://schemas.microsoft.com/office/drawing/2014/main" id="{481962B9-A4C3-32E0-EB81-A36271C62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1" name="Line 143">
                <a:extLst>
                  <a:ext uri="{FF2B5EF4-FFF2-40B4-BE49-F238E27FC236}">
                    <a16:creationId xmlns:a16="http://schemas.microsoft.com/office/drawing/2014/main" id="{13D860B9-C0C0-ED02-8D06-DA2DE3F61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2" name="Line 144">
                <a:extLst>
                  <a:ext uri="{FF2B5EF4-FFF2-40B4-BE49-F238E27FC236}">
                    <a16:creationId xmlns:a16="http://schemas.microsoft.com/office/drawing/2014/main" id="{9A9C53E0-B77B-2ACC-866F-96D1D7D6C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3" name="Freeform 145">
                <a:extLst>
                  <a:ext uri="{FF2B5EF4-FFF2-40B4-BE49-F238E27FC236}">
                    <a16:creationId xmlns:a16="http://schemas.microsoft.com/office/drawing/2014/main" id="{88231B26-C4E4-25A4-FE28-8BCCCECE9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4" name="Line 146">
                <a:extLst>
                  <a:ext uri="{FF2B5EF4-FFF2-40B4-BE49-F238E27FC236}">
                    <a16:creationId xmlns:a16="http://schemas.microsoft.com/office/drawing/2014/main" id="{B74713EC-6AF6-31B5-A5A8-EF6F24065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5" name="Line 147">
                <a:extLst>
                  <a:ext uri="{FF2B5EF4-FFF2-40B4-BE49-F238E27FC236}">
                    <a16:creationId xmlns:a16="http://schemas.microsoft.com/office/drawing/2014/main" id="{EDE92F0A-735E-A6AD-929B-F6B57C530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6" name="Freeform 148">
                <a:extLst>
                  <a:ext uri="{FF2B5EF4-FFF2-40B4-BE49-F238E27FC236}">
                    <a16:creationId xmlns:a16="http://schemas.microsoft.com/office/drawing/2014/main" id="{D3D4CA13-10A8-1A38-9EF5-7DD132948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7" name="Line 149">
                <a:extLst>
                  <a:ext uri="{FF2B5EF4-FFF2-40B4-BE49-F238E27FC236}">
                    <a16:creationId xmlns:a16="http://schemas.microsoft.com/office/drawing/2014/main" id="{E4F85CE2-47EB-1B76-6752-5057404E3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8" name="Line 150">
                <a:extLst>
                  <a:ext uri="{FF2B5EF4-FFF2-40B4-BE49-F238E27FC236}">
                    <a16:creationId xmlns:a16="http://schemas.microsoft.com/office/drawing/2014/main" id="{25AB8E21-B95A-CA76-7965-B962AF3B0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9" name="Freeform 151">
                <a:extLst>
                  <a:ext uri="{FF2B5EF4-FFF2-40B4-BE49-F238E27FC236}">
                    <a16:creationId xmlns:a16="http://schemas.microsoft.com/office/drawing/2014/main" id="{277D11A0-B0F7-523B-FCE1-994CAD0D5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0" name="Line 152">
                <a:extLst>
                  <a:ext uri="{FF2B5EF4-FFF2-40B4-BE49-F238E27FC236}">
                    <a16:creationId xmlns:a16="http://schemas.microsoft.com/office/drawing/2014/main" id="{20B0182B-DA23-773F-2EF0-AD621AE3C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9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1" name="Line 153">
                <a:extLst>
                  <a:ext uri="{FF2B5EF4-FFF2-40B4-BE49-F238E27FC236}">
                    <a16:creationId xmlns:a16="http://schemas.microsoft.com/office/drawing/2014/main" id="{000E8889-63C5-441F-D1CD-75E4B2F36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9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2" name="Freeform 154">
                <a:extLst>
                  <a:ext uri="{FF2B5EF4-FFF2-40B4-BE49-F238E27FC236}">
                    <a16:creationId xmlns:a16="http://schemas.microsoft.com/office/drawing/2014/main" id="{03AC715C-C3F8-F20F-3709-9E99F689C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9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3" name="Line 155">
                <a:extLst>
                  <a:ext uri="{FF2B5EF4-FFF2-40B4-BE49-F238E27FC236}">
                    <a16:creationId xmlns:a16="http://schemas.microsoft.com/office/drawing/2014/main" id="{52844A8C-8E4E-0F70-B990-149726282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4" name="Line 156">
                <a:extLst>
                  <a:ext uri="{FF2B5EF4-FFF2-40B4-BE49-F238E27FC236}">
                    <a16:creationId xmlns:a16="http://schemas.microsoft.com/office/drawing/2014/main" id="{BC7E3B6F-CE3C-377F-3BA2-27B8F90F6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5" name="Freeform 157">
                <a:extLst>
                  <a:ext uri="{FF2B5EF4-FFF2-40B4-BE49-F238E27FC236}">
                    <a16:creationId xmlns:a16="http://schemas.microsoft.com/office/drawing/2014/main" id="{A7082FD8-5918-8DDC-FF71-B06F4D38B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6" name="Line 158">
                <a:extLst>
                  <a:ext uri="{FF2B5EF4-FFF2-40B4-BE49-F238E27FC236}">
                    <a16:creationId xmlns:a16="http://schemas.microsoft.com/office/drawing/2014/main" id="{F8FEACE3-55E0-F528-E874-A436EF619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9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7" name="Line 159">
                <a:extLst>
                  <a:ext uri="{FF2B5EF4-FFF2-40B4-BE49-F238E27FC236}">
                    <a16:creationId xmlns:a16="http://schemas.microsoft.com/office/drawing/2014/main" id="{87ECCDC4-DFFA-EF18-7C78-3F403AA01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8" name="Freeform 160">
                <a:extLst>
                  <a:ext uri="{FF2B5EF4-FFF2-40B4-BE49-F238E27FC236}">
                    <a16:creationId xmlns:a16="http://schemas.microsoft.com/office/drawing/2014/main" id="{60675A06-7557-3849-2759-80BC9FC44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9" name="Line 161">
                <a:extLst>
                  <a:ext uri="{FF2B5EF4-FFF2-40B4-BE49-F238E27FC236}">
                    <a16:creationId xmlns:a16="http://schemas.microsoft.com/office/drawing/2014/main" id="{6DBE9335-FB42-4C9E-BF5A-1AA9177F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0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0" name="Line 162">
                <a:extLst>
                  <a:ext uri="{FF2B5EF4-FFF2-40B4-BE49-F238E27FC236}">
                    <a16:creationId xmlns:a16="http://schemas.microsoft.com/office/drawing/2014/main" id="{5397582E-6321-0B47-29F2-10BB8965E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1" name="Freeform 163">
                <a:extLst>
                  <a:ext uri="{FF2B5EF4-FFF2-40B4-BE49-F238E27FC236}">
                    <a16:creationId xmlns:a16="http://schemas.microsoft.com/office/drawing/2014/main" id="{38F4021D-D0C5-9C6F-CEA5-631600F0B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2" name="Line 164">
                <a:extLst>
                  <a:ext uri="{FF2B5EF4-FFF2-40B4-BE49-F238E27FC236}">
                    <a16:creationId xmlns:a16="http://schemas.microsoft.com/office/drawing/2014/main" id="{E2AF07FF-A0F5-5D39-84BE-63A996783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3" name="Line 165">
                <a:extLst>
                  <a:ext uri="{FF2B5EF4-FFF2-40B4-BE49-F238E27FC236}">
                    <a16:creationId xmlns:a16="http://schemas.microsoft.com/office/drawing/2014/main" id="{71352B43-57CC-C930-8673-2FC734FCB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4" name="Freeform 166">
                <a:extLst>
                  <a:ext uri="{FF2B5EF4-FFF2-40B4-BE49-F238E27FC236}">
                    <a16:creationId xmlns:a16="http://schemas.microsoft.com/office/drawing/2014/main" id="{4560957F-1A2E-E358-5391-3960BD829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5" name="Line 167">
                <a:extLst>
                  <a:ext uri="{FF2B5EF4-FFF2-40B4-BE49-F238E27FC236}">
                    <a16:creationId xmlns:a16="http://schemas.microsoft.com/office/drawing/2014/main" id="{F2D8AE48-6FE0-03BF-D079-480D111F3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6" name="Line 168">
                <a:extLst>
                  <a:ext uri="{FF2B5EF4-FFF2-40B4-BE49-F238E27FC236}">
                    <a16:creationId xmlns:a16="http://schemas.microsoft.com/office/drawing/2014/main" id="{B541FC02-9C0B-4A7A-57BD-AC2971A89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7" name="Line 169">
                <a:extLst>
                  <a:ext uri="{FF2B5EF4-FFF2-40B4-BE49-F238E27FC236}">
                    <a16:creationId xmlns:a16="http://schemas.microsoft.com/office/drawing/2014/main" id="{AEDB248F-8C05-31BC-171E-12C73FBFB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8" name="Line 170">
                <a:extLst>
                  <a:ext uri="{FF2B5EF4-FFF2-40B4-BE49-F238E27FC236}">
                    <a16:creationId xmlns:a16="http://schemas.microsoft.com/office/drawing/2014/main" id="{45B52DF5-2948-0BAD-017A-0F5CE9721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9" name="Freeform 171">
                <a:extLst>
                  <a:ext uri="{FF2B5EF4-FFF2-40B4-BE49-F238E27FC236}">
                    <a16:creationId xmlns:a16="http://schemas.microsoft.com/office/drawing/2014/main" id="{804916AB-04FB-DC51-F3C8-FE961CFEA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0" name="Line 172">
                <a:extLst>
                  <a:ext uri="{FF2B5EF4-FFF2-40B4-BE49-F238E27FC236}">
                    <a16:creationId xmlns:a16="http://schemas.microsoft.com/office/drawing/2014/main" id="{39A15119-9142-FD56-2C03-DE5970DCB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1" name="Line 173">
                <a:extLst>
                  <a:ext uri="{FF2B5EF4-FFF2-40B4-BE49-F238E27FC236}">
                    <a16:creationId xmlns:a16="http://schemas.microsoft.com/office/drawing/2014/main" id="{B4637544-12B9-F97E-084A-C63DDA1F7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2" name="Freeform 174">
                <a:extLst>
                  <a:ext uri="{FF2B5EF4-FFF2-40B4-BE49-F238E27FC236}">
                    <a16:creationId xmlns:a16="http://schemas.microsoft.com/office/drawing/2014/main" id="{21C86BD4-11BF-3AA8-1892-B4B525AE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3" name="Line 175">
                <a:extLst>
                  <a:ext uri="{FF2B5EF4-FFF2-40B4-BE49-F238E27FC236}">
                    <a16:creationId xmlns:a16="http://schemas.microsoft.com/office/drawing/2014/main" id="{64D57C40-7041-DC02-35A4-16F04F88C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4" name="Line 176">
                <a:extLst>
                  <a:ext uri="{FF2B5EF4-FFF2-40B4-BE49-F238E27FC236}">
                    <a16:creationId xmlns:a16="http://schemas.microsoft.com/office/drawing/2014/main" id="{5E0947EC-38B5-0BF7-DFA1-438F07DE5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5" name="Freeform 177">
                <a:extLst>
                  <a:ext uri="{FF2B5EF4-FFF2-40B4-BE49-F238E27FC236}">
                    <a16:creationId xmlns:a16="http://schemas.microsoft.com/office/drawing/2014/main" id="{7A628DA8-DCB4-DEEC-0FB4-8F20E1F22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6" name="Line 178">
                <a:extLst>
                  <a:ext uri="{FF2B5EF4-FFF2-40B4-BE49-F238E27FC236}">
                    <a16:creationId xmlns:a16="http://schemas.microsoft.com/office/drawing/2014/main" id="{982AF8A1-ED35-E4D1-8D45-8B325E004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0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7" name="Line 179">
                <a:extLst>
                  <a:ext uri="{FF2B5EF4-FFF2-40B4-BE49-F238E27FC236}">
                    <a16:creationId xmlns:a16="http://schemas.microsoft.com/office/drawing/2014/main" id="{025300C9-C8F9-8081-5FB2-B702EBB6B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8" name="Freeform 180">
                <a:extLst>
                  <a:ext uri="{FF2B5EF4-FFF2-40B4-BE49-F238E27FC236}">
                    <a16:creationId xmlns:a16="http://schemas.microsoft.com/office/drawing/2014/main" id="{D6A914A4-74E4-36EF-52D4-9039C5989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9" name="Line 181">
                <a:extLst>
                  <a:ext uri="{FF2B5EF4-FFF2-40B4-BE49-F238E27FC236}">
                    <a16:creationId xmlns:a16="http://schemas.microsoft.com/office/drawing/2014/main" id="{CC9DC32B-F5C5-CFAE-3EB1-50E31327A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3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0" name="Line 182">
                <a:extLst>
                  <a:ext uri="{FF2B5EF4-FFF2-40B4-BE49-F238E27FC236}">
                    <a16:creationId xmlns:a16="http://schemas.microsoft.com/office/drawing/2014/main" id="{0E6E55C4-1E3E-799B-EA05-5090881B4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3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1" name="Freeform 183">
                <a:extLst>
                  <a:ext uri="{FF2B5EF4-FFF2-40B4-BE49-F238E27FC236}">
                    <a16:creationId xmlns:a16="http://schemas.microsoft.com/office/drawing/2014/main" id="{8A769BC4-5C58-B855-D3F9-861B6015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2" name="Line 184">
                <a:extLst>
                  <a:ext uri="{FF2B5EF4-FFF2-40B4-BE49-F238E27FC236}">
                    <a16:creationId xmlns:a16="http://schemas.microsoft.com/office/drawing/2014/main" id="{87DF1DE6-2113-B9BF-5570-7F8DE176F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3" name="Line 185">
                <a:extLst>
                  <a:ext uri="{FF2B5EF4-FFF2-40B4-BE49-F238E27FC236}">
                    <a16:creationId xmlns:a16="http://schemas.microsoft.com/office/drawing/2014/main" id="{29EA1780-B7A4-AC31-1F5E-0F2198390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4" name="Freeform 186">
                <a:extLst>
                  <a:ext uri="{FF2B5EF4-FFF2-40B4-BE49-F238E27FC236}">
                    <a16:creationId xmlns:a16="http://schemas.microsoft.com/office/drawing/2014/main" id="{196A9335-1F7F-CF2C-39E1-FBD2322D7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5" name="Line 187">
                <a:extLst>
                  <a:ext uri="{FF2B5EF4-FFF2-40B4-BE49-F238E27FC236}">
                    <a16:creationId xmlns:a16="http://schemas.microsoft.com/office/drawing/2014/main" id="{D4331BFE-ADA4-20E9-DA63-F4994A550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6" name="Line 188">
                <a:extLst>
                  <a:ext uri="{FF2B5EF4-FFF2-40B4-BE49-F238E27FC236}">
                    <a16:creationId xmlns:a16="http://schemas.microsoft.com/office/drawing/2014/main" id="{5CE99F33-03F5-483E-F372-8A2F860A2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7" name="Freeform 189">
                <a:extLst>
                  <a:ext uri="{FF2B5EF4-FFF2-40B4-BE49-F238E27FC236}">
                    <a16:creationId xmlns:a16="http://schemas.microsoft.com/office/drawing/2014/main" id="{5415BAB3-F70D-E0E4-FB6C-40AACE021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8" name="Line 190">
                <a:extLst>
                  <a:ext uri="{FF2B5EF4-FFF2-40B4-BE49-F238E27FC236}">
                    <a16:creationId xmlns:a16="http://schemas.microsoft.com/office/drawing/2014/main" id="{D713A298-DBCC-9177-7D39-73BB582F3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9" name="Line 191">
                <a:extLst>
                  <a:ext uri="{FF2B5EF4-FFF2-40B4-BE49-F238E27FC236}">
                    <a16:creationId xmlns:a16="http://schemas.microsoft.com/office/drawing/2014/main" id="{F5F18C38-9D9D-B9BA-3874-FC4AD72B6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0" name="Freeform 192">
                <a:extLst>
                  <a:ext uri="{FF2B5EF4-FFF2-40B4-BE49-F238E27FC236}">
                    <a16:creationId xmlns:a16="http://schemas.microsoft.com/office/drawing/2014/main" id="{F44AB671-8B3B-7B10-AA60-F2C227828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1" name="Line 193">
                <a:extLst>
                  <a:ext uri="{FF2B5EF4-FFF2-40B4-BE49-F238E27FC236}">
                    <a16:creationId xmlns:a16="http://schemas.microsoft.com/office/drawing/2014/main" id="{89B5738B-256C-A55C-2EAD-D04F0CF5C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2" name="Line 194">
                <a:extLst>
                  <a:ext uri="{FF2B5EF4-FFF2-40B4-BE49-F238E27FC236}">
                    <a16:creationId xmlns:a16="http://schemas.microsoft.com/office/drawing/2014/main" id="{ED3CD034-7FE2-B09C-0BA3-CC7D0B414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3" name="Freeform 195">
                <a:extLst>
                  <a:ext uri="{FF2B5EF4-FFF2-40B4-BE49-F238E27FC236}">
                    <a16:creationId xmlns:a16="http://schemas.microsoft.com/office/drawing/2014/main" id="{9E7F64BF-4A8C-FE2C-F4AE-3562E6753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4" name="Line 196">
                <a:extLst>
                  <a:ext uri="{FF2B5EF4-FFF2-40B4-BE49-F238E27FC236}">
                    <a16:creationId xmlns:a16="http://schemas.microsoft.com/office/drawing/2014/main" id="{D47D9337-0AC7-BB8D-16DC-618AE3471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5" name="Line 197">
                <a:extLst>
                  <a:ext uri="{FF2B5EF4-FFF2-40B4-BE49-F238E27FC236}">
                    <a16:creationId xmlns:a16="http://schemas.microsoft.com/office/drawing/2014/main" id="{B772BE10-B501-BEAC-0BDC-38FDB6CC5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6" name="Line 198">
                <a:extLst>
                  <a:ext uri="{FF2B5EF4-FFF2-40B4-BE49-F238E27FC236}">
                    <a16:creationId xmlns:a16="http://schemas.microsoft.com/office/drawing/2014/main" id="{99747FEE-4DC4-C3C3-2F8E-3CFD67BD9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485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7" name="Line 199">
                <a:extLst>
                  <a:ext uri="{FF2B5EF4-FFF2-40B4-BE49-F238E27FC236}">
                    <a16:creationId xmlns:a16="http://schemas.microsoft.com/office/drawing/2014/main" id="{C0B33456-153F-87AD-943A-5D4657B71C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48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8" name="Rectangle 200">
                <a:extLst>
                  <a:ext uri="{FF2B5EF4-FFF2-40B4-BE49-F238E27FC236}">
                    <a16:creationId xmlns:a16="http://schemas.microsoft.com/office/drawing/2014/main" id="{D498F42F-E7CD-79CD-C870-D52B894C1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2375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29" name="Line 201">
                <a:extLst>
                  <a:ext uri="{FF2B5EF4-FFF2-40B4-BE49-F238E27FC236}">
                    <a16:creationId xmlns:a16="http://schemas.microsoft.com/office/drawing/2014/main" id="{F7FA9D27-4409-3A26-03EC-2FB6CEC97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240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0" name="Line 202">
                <a:extLst>
                  <a:ext uri="{FF2B5EF4-FFF2-40B4-BE49-F238E27FC236}">
                    <a16:creationId xmlns:a16="http://schemas.microsoft.com/office/drawing/2014/main" id="{B1D4A890-2EA1-4FE3-A282-883E94BDE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24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1" name="Rectangle 203">
                <a:extLst>
                  <a:ext uri="{FF2B5EF4-FFF2-40B4-BE49-F238E27FC236}">
                    <a16:creationId xmlns:a16="http://schemas.microsoft.com/office/drawing/2014/main" id="{9A387BBF-C4C7-9D29-A583-2CDE34CC6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2130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-30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2" name="Line 204">
                <a:extLst>
                  <a:ext uri="{FF2B5EF4-FFF2-40B4-BE49-F238E27FC236}">
                    <a16:creationId xmlns:a16="http://schemas.microsoft.com/office/drawing/2014/main" id="{2F816BB7-5B70-F941-AF6B-C23422A9F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995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3" name="Line 205">
                <a:extLst>
                  <a:ext uri="{FF2B5EF4-FFF2-40B4-BE49-F238E27FC236}">
                    <a16:creationId xmlns:a16="http://schemas.microsoft.com/office/drawing/2014/main" id="{391CADA0-2721-CA06-24A1-98BEBBB17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99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4" name="Rectangle 206">
                <a:extLst>
                  <a:ext uri="{FF2B5EF4-FFF2-40B4-BE49-F238E27FC236}">
                    <a16:creationId xmlns:a16="http://schemas.microsoft.com/office/drawing/2014/main" id="{3582B302-1AC8-D948-F3B4-DD98818C3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1885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5" name="Line 207">
                <a:extLst>
                  <a:ext uri="{FF2B5EF4-FFF2-40B4-BE49-F238E27FC236}">
                    <a16:creationId xmlns:a16="http://schemas.microsoft.com/office/drawing/2014/main" id="{AE1D2B6C-2F91-7F04-BF0A-B0921A44D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750"/>
                <a:ext cx="32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6" name="Line 208">
                <a:extLst>
                  <a:ext uri="{FF2B5EF4-FFF2-40B4-BE49-F238E27FC236}">
                    <a16:creationId xmlns:a16="http://schemas.microsoft.com/office/drawing/2014/main" id="{51F196BE-511F-AEF1-712D-4EC8DA94F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750"/>
                <a:ext cx="36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7" name="Rectangle 209">
                <a:extLst>
                  <a:ext uri="{FF2B5EF4-FFF2-40B4-BE49-F238E27FC236}">
                    <a16:creationId xmlns:a16="http://schemas.microsoft.com/office/drawing/2014/main" id="{86CFF839-D0A8-7FD4-2D59-56361ED2C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1641"/>
                <a:ext cx="213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8" name="Line 210">
                <a:extLst>
                  <a:ext uri="{FF2B5EF4-FFF2-40B4-BE49-F238E27FC236}">
                    <a16:creationId xmlns:a16="http://schemas.microsoft.com/office/drawing/2014/main" id="{D507514A-9CFA-CA99-796F-357B52DCB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505"/>
                <a:ext cx="32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9" name="Rectangle 211">
                <a:extLst>
                  <a:ext uri="{FF2B5EF4-FFF2-40B4-BE49-F238E27FC236}">
                    <a16:creationId xmlns:a16="http://schemas.microsoft.com/office/drawing/2014/main" id="{1F73FF9F-F957-2C59-D48B-827A458CC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" y="139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0" name="Line 212">
                <a:extLst>
                  <a:ext uri="{FF2B5EF4-FFF2-40B4-BE49-F238E27FC236}">
                    <a16:creationId xmlns:a16="http://schemas.microsoft.com/office/drawing/2014/main" id="{D48A20D4-8A8C-6BA5-4B11-CFDBCD3F9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261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1" name="Line 213">
                <a:extLst>
                  <a:ext uri="{FF2B5EF4-FFF2-40B4-BE49-F238E27FC236}">
                    <a16:creationId xmlns:a16="http://schemas.microsoft.com/office/drawing/2014/main" id="{AE16B815-0EFE-8FF0-8DF8-3C1266CF6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261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2" name="Rectangle 214">
                <a:extLst>
                  <a:ext uri="{FF2B5EF4-FFF2-40B4-BE49-F238E27FC236}">
                    <a16:creationId xmlns:a16="http://schemas.microsoft.com/office/drawing/2014/main" id="{F2F022F4-5F45-8916-6589-B8AA65F70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1151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3" name="Line 215">
                <a:extLst>
                  <a:ext uri="{FF2B5EF4-FFF2-40B4-BE49-F238E27FC236}">
                    <a16:creationId xmlns:a16="http://schemas.microsoft.com/office/drawing/2014/main" id="{38CBE065-30D3-D882-BDEE-2D0A7F7E7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" name="Line 216">
                <a:extLst>
                  <a:ext uri="{FF2B5EF4-FFF2-40B4-BE49-F238E27FC236}">
                    <a16:creationId xmlns:a16="http://schemas.microsoft.com/office/drawing/2014/main" id="{6F95D9FD-E183-81B9-8EFF-EBEFE016A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022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5" name="Rectangle 217">
                <a:extLst>
                  <a:ext uri="{FF2B5EF4-FFF2-40B4-BE49-F238E27FC236}">
                    <a16:creationId xmlns:a16="http://schemas.microsoft.com/office/drawing/2014/main" id="{D5C35D03-AE18-8FEF-E5F0-9FA032793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912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6" name="Freeform 218">
                <a:extLst>
                  <a:ext uri="{FF2B5EF4-FFF2-40B4-BE49-F238E27FC236}">
                    <a16:creationId xmlns:a16="http://schemas.microsoft.com/office/drawing/2014/main" id="{8DDBB3CE-6D54-B3BC-8834-73F587A5D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custGeom>
                <a:avLst/>
                <a:gdLst>
                  <a:gd name="T0" fmla="*/ 0 w 794"/>
                  <a:gd name="T1" fmla="*/ 60769 h 227"/>
                  <a:gd name="T2" fmla="*/ 76941 w 794"/>
                  <a:gd name="T3" fmla="*/ 60769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7" name="Line 219">
                <a:extLst>
                  <a:ext uri="{FF2B5EF4-FFF2-40B4-BE49-F238E27FC236}">
                    <a16:creationId xmlns:a16="http://schemas.microsoft.com/office/drawing/2014/main" id="{A3F978C8-4FBC-D5CD-66F6-D1013184A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8" name="Rectangle 220">
                <a:extLst>
                  <a:ext uri="{FF2B5EF4-FFF2-40B4-BE49-F238E27FC236}">
                    <a16:creationId xmlns:a16="http://schemas.microsoft.com/office/drawing/2014/main" id="{1D1AAEDA-AF01-7591-301C-F3017A979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82" y="1716"/>
                <a:ext cx="9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L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)/ (dB)</a:t>
                </a:r>
              </a:p>
            </p:txBody>
          </p:sp>
          <p:sp>
            <p:nvSpPr>
              <p:cNvPr id="112749" name="Rectangle 221">
                <a:extLst>
                  <a:ext uri="{FF2B5EF4-FFF2-40B4-BE49-F238E27FC236}">
                    <a16:creationId xmlns:a16="http://schemas.microsoft.com/office/drawing/2014/main" id="{834C9D02-3F10-E5D3-485E-ED3EB7520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4" y="1665"/>
                <a:ext cx="915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-40dB/dec</a:t>
                </a:r>
              </a:p>
            </p:txBody>
          </p:sp>
          <p:grpSp>
            <p:nvGrpSpPr>
              <p:cNvPr id="112750" name="Group 222">
                <a:extLst>
                  <a:ext uri="{FF2B5EF4-FFF2-40B4-BE49-F238E27FC236}">
                    <a16:creationId xmlns:a16="http://schemas.microsoft.com/office/drawing/2014/main" id="{CAEC00A5-B178-AB2C-8B6E-B062262FA2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2" y="1164"/>
                <a:ext cx="3649" cy="1321"/>
                <a:chOff x="1232" y="1164"/>
                <a:chExt cx="3649" cy="1321"/>
              </a:xfrm>
            </p:grpSpPr>
            <p:sp>
              <p:nvSpPr>
                <p:cNvPr id="112764" name="Freeform 223">
                  <a:extLst>
                    <a:ext uri="{FF2B5EF4-FFF2-40B4-BE49-F238E27FC236}">
                      <a16:creationId xmlns:a16="http://schemas.microsoft.com/office/drawing/2014/main" id="{FBABD49E-CE5B-0E0B-54D5-0531BD29C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164"/>
                  <a:ext cx="3647" cy="1315"/>
                </a:xfrm>
                <a:custGeom>
                  <a:avLst/>
                  <a:gdLst>
                    <a:gd name="T0" fmla="*/ 0 w 3647"/>
                    <a:gd name="T1" fmla="*/ 496 h 1090"/>
                    <a:gd name="T2" fmla="*/ 87 w 3647"/>
                    <a:gd name="T3" fmla="*/ 496 h 1090"/>
                    <a:gd name="T4" fmla="*/ 175 w 3647"/>
                    <a:gd name="T5" fmla="*/ 496 h 1090"/>
                    <a:gd name="T6" fmla="*/ 266 w 3647"/>
                    <a:gd name="T7" fmla="*/ 496 h 1090"/>
                    <a:gd name="T8" fmla="*/ 354 w 3647"/>
                    <a:gd name="T9" fmla="*/ 487 h 1090"/>
                    <a:gd name="T10" fmla="*/ 441 w 3647"/>
                    <a:gd name="T11" fmla="*/ 487 h 1090"/>
                    <a:gd name="T12" fmla="*/ 533 w 3647"/>
                    <a:gd name="T13" fmla="*/ 487 h 1090"/>
                    <a:gd name="T14" fmla="*/ 620 w 3647"/>
                    <a:gd name="T15" fmla="*/ 487 h 1090"/>
                    <a:gd name="T16" fmla="*/ 707 w 3647"/>
                    <a:gd name="T17" fmla="*/ 478 h 1090"/>
                    <a:gd name="T18" fmla="*/ 799 w 3647"/>
                    <a:gd name="T19" fmla="*/ 478 h 1090"/>
                    <a:gd name="T20" fmla="*/ 887 w 3647"/>
                    <a:gd name="T21" fmla="*/ 468 h 1090"/>
                    <a:gd name="T22" fmla="*/ 978 w 3647"/>
                    <a:gd name="T23" fmla="*/ 458 h 1090"/>
                    <a:gd name="T24" fmla="*/ 1066 w 3647"/>
                    <a:gd name="T25" fmla="*/ 450 h 1090"/>
                    <a:gd name="T26" fmla="*/ 1153 w 3647"/>
                    <a:gd name="T27" fmla="*/ 442 h 1090"/>
                    <a:gd name="T28" fmla="*/ 1245 w 3647"/>
                    <a:gd name="T29" fmla="*/ 422 h 1090"/>
                    <a:gd name="T30" fmla="*/ 1263 w 3647"/>
                    <a:gd name="T31" fmla="*/ 414 h 1090"/>
                    <a:gd name="T32" fmla="*/ 1341 w 3647"/>
                    <a:gd name="T33" fmla="*/ 393 h 1090"/>
                    <a:gd name="T34" fmla="*/ 1410 w 3647"/>
                    <a:gd name="T35" fmla="*/ 366 h 1090"/>
                    <a:gd name="T36" fmla="*/ 1470 w 3647"/>
                    <a:gd name="T37" fmla="*/ 338 h 1090"/>
                    <a:gd name="T38" fmla="*/ 1525 w 3647"/>
                    <a:gd name="T39" fmla="*/ 309 h 1090"/>
                    <a:gd name="T40" fmla="*/ 1576 w 3647"/>
                    <a:gd name="T41" fmla="*/ 281 h 1090"/>
                    <a:gd name="T42" fmla="*/ 1617 w 3647"/>
                    <a:gd name="T43" fmla="*/ 245 h 1090"/>
                    <a:gd name="T44" fmla="*/ 1658 w 3647"/>
                    <a:gd name="T45" fmla="*/ 197 h 1090"/>
                    <a:gd name="T46" fmla="*/ 1690 w 3647"/>
                    <a:gd name="T47" fmla="*/ 160 h 1090"/>
                    <a:gd name="T48" fmla="*/ 1723 w 3647"/>
                    <a:gd name="T49" fmla="*/ 112 h 1090"/>
                    <a:gd name="T50" fmla="*/ 1750 w 3647"/>
                    <a:gd name="T51" fmla="*/ 65 h 1090"/>
                    <a:gd name="T52" fmla="*/ 1773 w 3647"/>
                    <a:gd name="T53" fmla="*/ 36 h 1090"/>
                    <a:gd name="T54" fmla="*/ 1796 w 3647"/>
                    <a:gd name="T55" fmla="*/ 8 h 1090"/>
                    <a:gd name="T56" fmla="*/ 1815 w 3647"/>
                    <a:gd name="T57" fmla="*/ 0 h 1090"/>
                    <a:gd name="T58" fmla="*/ 1833 w 3647"/>
                    <a:gd name="T59" fmla="*/ 8 h 1090"/>
                    <a:gd name="T60" fmla="*/ 1856 w 3647"/>
                    <a:gd name="T61" fmla="*/ 36 h 1090"/>
                    <a:gd name="T62" fmla="*/ 1879 w 3647"/>
                    <a:gd name="T63" fmla="*/ 93 h 1090"/>
                    <a:gd name="T64" fmla="*/ 1906 w 3647"/>
                    <a:gd name="T65" fmla="*/ 150 h 1090"/>
                    <a:gd name="T66" fmla="*/ 1939 w 3647"/>
                    <a:gd name="T67" fmla="*/ 224 h 1090"/>
                    <a:gd name="T68" fmla="*/ 1971 w 3647"/>
                    <a:gd name="T69" fmla="*/ 300 h 1090"/>
                    <a:gd name="T70" fmla="*/ 2007 w 3647"/>
                    <a:gd name="T71" fmla="*/ 366 h 1090"/>
                    <a:gd name="T72" fmla="*/ 2053 w 3647"/>
                    <a:gd name="T73" fmla="*/ 442 h 1090"/>
                    <a:gd name="T74" fmla="*/ 2099 w 3647"/>
                    <a:gd name="T75" fmla="*/ 516 h 1090"/>
                    <a:gd name="T76" fmla="*/ 2154 w 3647"/>
                    <a:gd name="T77" fmla="*/ 590 h 1090"/>
                    <a:gd name="T78" fmla="*/ 2219 w 3647"/>
                    <a:gd name="T79" fmla="*/ 674 h 1090"/>
                    <a:gd name="T80" fmla="*/ 2288 w 3647"/>
                    <a:gd name="T81" fmla="*/ 749 h 1090"/>
                    <a:gd name="T82" fmla="*/ 2366 w 3647"/>
                    <a:gd name="T83" fmla="*/ 834 h 1090"/>
                    <a:gd name="T84" fmla="*/ 2398 w 3647"/>
                    <a:gd name="T85" fmla="*/ 873 h 1090"/>
                    <a:gd name="T86" fmla="*/ 2490 w 3647"/>
                    <a:gd name="T87" fmla="*/ 958 h 1090"/>
                    <a:gd name="T88" fmla="*/ 2577 w 3647"/>
                    <a:gd name="T89" fmla="*/ 1041 h 1090"/>
                    <a:gd name="T90" fmla="*/ 2664 w 3647"/>
                    <a:gd name="T91" fmla="*/ 1115 h 1090"/>
                    <a:gd name="T92" fmla="*/ 2756 w 3647"/>
                    <a:gd name="T93" fmla="*/ 1191 h 1090"/>
                    <a:gd name="T94" fmla="*/ 2844 w 3647"/>
                    <a:gd name="T95" fmla="*/ 1275 h 1090"/>
                    <a:gd name="T96" fmla="*/ 2935 w 3647"/>
                    <a:gd name="T97" fmla="*/ 1342 h 1090"/>
                    <a:gd name="T98" fmla="*/ 3023 w 3647"/>
                    <a:gd name="T99" fmla="*/ 1415 h 1090"/>
                    <a:gd name="T100" fmla="*/ 3110 w 3647"/>
                    <a:gd name="T101" fmla="*/ 1490 h 1090"/>
                    <a:gd name="T102" fmla="*/ 3202 w 3647"/>
                    <a:gd name="T103" fmla="*/ 1566 h 1090"/>
                    <a:gd name="T104" fmla="*/ 3289 w 3647"/>
                    <a:gd name="T105" fmla="*/ 1631 h 1090"/>
                    <a:gd name="T106" fmla="*/ 3376 w 3647"/>
                    <a:gd name="T107" fmla="*/ 1707 h 1090"/>
                    <a:gd name="T108" fmla="*/ 3468 w 3647"/>
                    <a:gd name="T109" fmla="*/ 1771 h 1090"/>
                    <a:gd name="T110" fmla="*/ 3556 w 3647"/>
                    <a:gd name="T111" fmla="*/ 1847 h 1090"/>
                    <a:gd name="T112" fmla="*/ 3647 w 3647"/>
                    <a:gd name="T113" fmla="*/ 1913 h 1090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090">
                      <a:moveTo>
                        <a:pt x="0" y="283"/>
                      </a:moveTo>
                      <a:lnTo>
                        <a:pt x="87" y="283"/>
                      </a:lnTo>
                      <a:lnTo>
                        <a:pt x="175" y="283"/>
                      </a:lnTo>
                      <a:lnTo>
                        <a:pt x="266" y="283"/>
                      </a:lnTo>
                      <a:lnTo>
                        <a:pt x="354" y="278"/>
                      </a:lnTo>
                      <a:lnTo>
                        <a:pt x="441" y="278"/>
                      </a:lnTo>
                      <a:lnTo>
                        <a:pt x="533" y="278"/>
                      </a:lnTo>
                      <a:lnTo>
                        <a:pt x="620" y="278"/>
                      </a:lnTo>
                      <a:lnTo>
                        <a:pt x="707" y="272"/>
                      </a:lnTo>
                      <a:lnTo>
                        <a:pt x="799" y="272"/>
                      </a:lnTo>
                      <a:lnTo>
                        <a:pt x="887" y="267"/>
                      </a:lnTo>
                      <a:lnTo>
                        <a:pt x="978" y="261"/>
                      </a:lnTo>
                      <a:lnTo>
                        <a:pt x="1066" y="256"/>
                      </a:lnTo>
                      <a:lnTo>
                        <a:pt x="1153" y="251"/>
                      </a:lnTo>
                      <a:lnTo>
                        <a:pt x="1245" y="240"/>
                      </a:lnTo>
                      <a:lnTo>
                        <a:pt x="1263" y="235"/>
                      </a:lnTo>
                      <a:lnTo>
                        <a:pt x="1341" y="224"/>
                      </a:lnTo>
                      <a:lnTo>
                        <a:pt x="1410" y="208"/>
                      </a:lnTo>
                      <a:lnTo>
                        <a:pt x="1470" y="192"/>
                      </a:lnTo>
                      <a:lnTo>
                        <a:pt x="1525" y="176"/>
                      </a:lnTo>
                      <a:lnTo>
                        <a:pt x="1576" y="160"/>
                      </a:lnTo>
                      <a:lnTo>
                        <a:pt x="1617" y="139"/>
                      </a:lnTo>
                      <a:lnTo>
                        <a:pt x="1658" y="112"/>
                      </a:lnTo>
                      <a:lnTo>
                        <a:pt x="1690" y="91"/>
                      </a:lnTo>
                      <a:lnTo>
                        <a:pt x="1723" y="64"/>
                      </a:lnTo>
                      <a:lnTo>
                        <a:pt x="1750" y="37"/>
                      </a:lnTo>
                      <a:lnTo>
                        <a:pt x="1773" y="21"/>
                      </a:lnTo>
                      <a:lnTo>
                        <a:pt x="1796" y="5"/>
                      </a:lnTo>
                      <a:lnTo>
                        <a:pt x="1815" y="0"/>
                      </a:lnTo>
                      <a:lnTo>
                        <a:pt x="1833" y="5"/>
                      </a:lnTo>
                      <a:lnTo>
                        <a:pt x="1856" y="21"/>
                      </a:lnTo>
                      <a:lnTo>
                        <a:pt x="1879" y="53"/>
                      </a:lnTo>
                      <a:lnTo>
                        <a:pt x="1906" y="85"/>
                      </a:lnTo>
                      <a:lnTo>
                        <a:pt x="1939" y="128"/>
                      </a:lnTo>
                      <a:lnTo>
                        <a:pt x="1971" y="171"/>
                      </a:lnTo>
                      <a:lnTo>
                        <a:pt x="2007" y="208"/>
                      </a:lnTo>
                      <a:lnTo>
                        <a:pt x="2053" y="251"/>
                      </a:lnTo>
                      <a:lnTo>
                        <a:pt x="2099" y="294"/>
                      </a:lnTo>
                      <a:lnTo>
                        <a:pt x="2154" y="336"/>
                      </a:lnTo>
                      <a:lnTo>
                        <a:pt x="2219" y="384"/>
                      </a:lnTo>
                      <a:lnTo>
                        <a:pt x="2288" y="427"/>
                      </a:lnTo>
                      <a:lnTo>
                        <a:pt x="2366" y="475"/>
                      </a:lnTo>
                      <a:lnTo>
                        <a:pt x="2398" y="497"/>
                      </a:lnTo>
                      <a:lnTo>
                        <a:pt x="2490" y="545"/>
                      </a:lnTo>
                      <a:lnTo>
                        <a:pt x="2577" y="593"/>
                      </a:lnTo>
                      <a:lnTo>
                        <a:pt x="2664" y="635"/>
                      </a:lnTo>
                      <a:lnTo>
                        <a:pt x="2756" y="678"/>
                      </a:lnTo>
                      <a:lnTo>
                        <a:pt x="2844" y="726"/>
                      </a:lnTo>
                      <a:lnTo>
                        <a:pt x="2935" y="764"/>
                      </a:lnTo>
                      <a:lnTo>
                        <a:pt x="3023" y="806"/>
                      </a:lnTo>
                      <a:lnTo>
                        <a:pt x="3110" y="849"/>
                      </a:lnTo>
                      <a:lnTo>
                        <a:pt x="3202" y="892"/>
                      </a:lnTo>
                      <a:lnTo>
                        <a:pt x="3289" y="929"/>
                      </a:lnTo>
                      <a:lnTo>
                        <a:pt x="3376" y="972"/>
                      </a:lnTo>
                      <a:lnTo>
                        <a:pt x="3468" y="1009"/>
                      </a:lnTo>
                      <a:lnTo>
                        <a:pt x="3556" y="1052"/>
                      </a:lnTo>
                      <a:lnTo>
                        <a:pt x="3647" y="1090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5" name="Freeform 224">
                  <a:extLst>
                    <a:ext uri="{FF2B5EF4-FFF2-40B4-BE49-F238E27FC236}">
                      <a16:creationId xmlns:a16="http://schemas.microsoft.com/office/drawing/2014/main" id="{9874E619-5A9E-931E-4263-3A2D82718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305"/>
                  <a:ext cx="3647" cy="1174"/>
                </a:xfrm>
                <a:custGeom>
                  <a:avLst/>
                  <a:gdLst>
                    <a:gd name="T0" fmla="*/ 0 w 3647"/>
                    <a:gd name="T1" fmla="*/ 291 h 973"/>
                    <a:gd name="T2" fmla="*/ 87 w 3647"/>
                    <a:gd name="T3" fmla="*/ 291 h 973"/>
                    <a:gd name="T4" fmla="*/ 175 w 3647"/>
                    <a:gd name="T5" fmla="*/ 291 h 973"/>
                    <a:gd name="T6" fmla="*/ 266 w 3647"/>
                    <a:gd name="T7" fmla="*/ 291 h 973"/>
                    <a:gd name="T8" fmla="*/ 354 w 3647"/>
                    <a:gd name="T9" fmla="*/ 282 h 973"/>
                    <a:gd name="T10" fmla="*/ 441 w 3647"/>
                    <a:gd name="T11" fmla="*/ 282 h 973"/>
                    <a:gd name="T12" fmla="*/ 533 w 3647"/>
                    <a:gd name="T13" fmla="*/ 282 h 973"/>
                    <a:gd name="T14" fmla="*/ 620 w 3647"/>
                    <a:gd name="T15" fmla="*/ 282 h 973"/>
                    <a:gd name="T16" fmla="*/ 707 w 3647"/>
                    <a:gd name="T17" fmla="*/ 273 h 973"/>
                    <a:gd name="T18" fmla="*/ 799 w 3647"/>
                    <a:gd name="T19" fmla="*/ 273 h 973"/>
                    <a:gd name="T20" fmla="*/ 887 w 3647"/>
                    <a:gd name="T21" fmla="*/ 263 h 973"/>
                    <a:gd name="T22" fmla="*/ 978 w 3647"/>
                    <a:gd name="T23" fmla="*/ 253 h 973"/>
                    <a:gd name="T24" fmla="*/ 1066 w 3647"/>
                    <a:gd name="T25" fmla="*/ 245 h 973"/>
                    <a:gd name="T26" fmla="*/ 1153 w 3647"/>
                    <a:gd name="T27" fmla="*/ 235 h 973"/>
                    <a:gd name="T28" fmla="*/ 1245 w 3647"/>
                    <a:gd name="T29" fmla="*/ 216 h 973"/>
                    <a:gd name="T30" fmla="*/ 1263 w 3647"/>
                    <a:gd name="T31" fmla="*/ 216 h 973"/>
                    <a:gd name="T32" fmla="*/ 1341 w 3647"/>
                    <a:gd name="T33" fmla="*/ 197 h 973"/>
                    <a:gd name="T34" fmla="*/ 1410 w 3647"/>
                    <a:gd name="T35" fmla="*/ 179 h 973"/>
                    <a:gd name="T36" fmla="*/ 1470 w 3647"/>
                    <a:gd name="T37" fmla="*/ 160 h 973"/>
                    <a:gd name="T38" fmla="*/ 1525 w 3647"/>
                    <a:gd name="T39" fmla="*/ 132 h 973"/>
                    <a:gd name="T40" fmla="*/ 1576 w 3647"/>
                    <a:gd name="T41" fmla="*/ 104 h 973"/>
                    <a:gd name="T42" fmla="*/ 1617 w 3647"/>
                    <a:gd name="T43" fmla="*/ 84 h 973"/>
                    <a:gd name="T44" fmla="*/ 1658 w 3647"/>
                    <a:gd name="T45" fmla="*/ 57 h 973"/>
                    <a:gd name="T46" fmla="*/ 1690 w 3647"/>
                    <a:gd name="T47" fmla="*/ 40 h 973"/>
                    <a:gd name="T48" fmla="*/ 1723 w 3647"/>
                    <a:gd name="T49" fmla="*/ 19 h 973"/>
                    <a:gd name="T50" fmla="*/ 1750 w 3647"/>
                    <a:gd name="T51" fmla="*/ 10 h 973"/>
                    <a:gd name="T52" fmla="*/ 1773 w 3647"/>
                    <a:gd name="T53" fmla="*/ 10 h 973"/>
                    <a:gd name="T54" fmla="*/ 1796 w 3647"/>
                    <a:gd name="T55" fmla="*/ 0 h 973"/>
                    <a:gd name="T56" fmla="*/ 1815 w 3647"/>
                    <a:gd name="T57" fmla="*/ 10 h 973"/>
                    <a:gd name="T58" fmla="*/ 1833 w 3647"/>
                    <a:gd name="T59" fmla="*/ 19 h 973"/>
                    <a:gd name="T60" fmla="*/ 1856 w 3647"/>
                    <a:gd name="T61" fmla="*/ 28 h 973"/>
                    <a:gd name="T62" fmla="*/ 1879 w 3647"/>
                    <a:gd name="T63" fmla="*/ 48 h 973"/>
                    <a:gd name="T64" fmla="*/ 1906 w 3647"/>
                    <a:gd name="T65" fmla="*/ 84 h 973"/>
                    <a:gd name="T66" fmla="*/ 1939 w 3647"/>
                    <a:gd name="T67" fmla="*/ 122 h 973"/>
                    <a:gd name="T68" fmla="*/ 1971 w 3647"/>
                    <a:gd name="T69" fmla="*/ 169 h 973"/>
                    <a:gd name="T70" fmla="*/ 2007 w 3647"/>
                    <a:gd name="T71" fmla="*/ 216 h 973"/>
                    <a:gd name="T72" fmla="*/ 2053 w 3647"/>
                    <a:gd name="T73" fmla="*/ 282 h 973"/>
                    <a:gd name="T74" fmla="*/ 2099 w 3647"/>
                    <a:gd name="T75" fmla="*/ 339 h 973"/>
                    <a:gd name="T76" fmla="*/ 2154 w 3647"/>
                    <a:gd name="T77" fmla="*/ 414 h 973"/>
                    <a:gd name="T78" fmla="*/ 2219 w 3647"/>
                    <a:gd name="T79" fmla="*/ 479 h 973"/>
                    <a:gd name="T80" fmla="*/ 2288 w 3647"/>
                    <a:gd name="T81" fmla="*/ 553 h 973"/>
                    <a:gd name="T82" fmla="*/ 2366 w 3647"/>
                    <a:gd name="T83" fmla="*/ 639 h 973"/>
                    <a:gd name="T84" fmla="*/ 2398 w 3647"/>
                    <a:gd name="T85" fmla="*/ 667 h 973"/>
                    <a:gd name="T86" fmla="*/ 2490 w 3647"/>
                    <a:gd name="T87" fmla="*/ 760 h 973"/>
                    <a:gd name="T88" fmla="*/ 2577 w 3647"/>
                    <a:gd name="T89" fmla="*/ 836 h 973"/>
                    <a:gd name="T90" fmla="*/ 2664 w 3647"/>
                    <a:gd name="T91" fmla="*/ 921 h 973"/>
                    <a:gd name="T92" fmla="*/ 2756 w 3647"/>
                    <a:gd name="T93" fmla="*/ 995 h 973"/>
                    <a:gd name="T94" fmla="*/ 2844 w 3647"/>
                    <a:gd name="T95" fmla="*/ 1070 h 973"/>
                    <a:gd name="T96" fmla="*/ 2935 w 3647"/>
                    <a:gd name="T97" fmla="*/ 1146 h 973"/>
                    <a:gd name="T98" fmla="*/ 3023 w 3647"/>
                    <a:gd name="T99" fmla="*/ 1210 h 973"/>
                    <a:gd name="T100" fmla="*/ 3110 w 3647"/>
                    <a:gd name="T101" fmla="*/ 1285 h 973"/>
                    <a:gd name="T102" fmla="*/ 3202 w 3647"/>
                    <a:gd name="T103" fmla="*/ 1361 h 973"/>
                    <a:gd name="T104" fmla="*/ 3289 w 3647"/>
                    <a:gd name="T105" fmla="*/ 1426 h 973"/>
                    <a:gd name="T106" fmla="*/ 3376 w 3647"/>
                    <a:gd name="T107" fmla="*/ 1502 h 973"/>
                    <a:gd name="T108" fmla="*/ 3468 w 3647"/>
                    <a:gd name="T109" fmla="*/ 1566 h 973"/>
                    <a:gd name="T110" fmla="*/ 3556 w 3647"/>
                    <a:gd name="T111" fmla="*/ 1642 h 973"/>
                    <a:gd name="T112" fmla="*/ 3647 w 3647"/>
                    <a:gd name="T113" fmla="*/ 1710 h 973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973">
                      <a:moveTo>
                        <a:pt x="0" y="166"/>
                      </a:moveTo>
                      <a:lnTo>
                        <a:pt x="87" y="166"/>
                      </a:lnTo>
                      <a:lnTo>
                        <a:pt x="175" y="166"/>
                      </a:lnTo>
                      <a:lnTo>
                        <a:pt x="266" y="166"/>
                      </a:lnTo>
                      <a:lnTo>
                        <a:pt x="354" y="161"/>
                      </a:lnTo>
                      <a:lnTo>
                        <a:pt x="441" y="161"/>
                      </a:lnTo>
                      <a:lnTo>
                        <a:pt x="533" y="161"/>
                      </a:lnTo>
                      <a:lnTo>
                        <a:pt x="620" y="161"/>
                      </a:lnTo>
                      <a:lnTo>
                        <a:pt x="707" y="155"/>
                      </a:lnTo>
                      <a:lnTo>
                        <a:pt x="799" y="155"/>
                      </a:lnTo>
                      <a:lnTo>
                        <a:pt x="887" y="150"/>
                      </a:lnTo>
                      <a:lnTo>
                        <a:pt x="978" y="144"/>
                      </a:lnTo>
                      <a:lnTo>
                        <a:pt x="1066" y="139"/>
                      </a:lnTo>
                      <a:lnTo>
                        <a:pt x="1153" y="134"/>
                      </a:lnTo>
                      <a:lnTo>
                        <a:pt x="1245" y="123"/>
                      </a:lnTo>
                      <a:lnTo>
                        <a:pt x="1263" y="123"/>
                      </a:lnTo>
                      <a:lnTo>
                        <a:pt x="1341" y="112"/>
                      </a:lnTo>
                      <a:lnTo>
                        <a:pt x="1410" y="102"/>
                      </a:lnTo>
                      <a:lnTo>
                        <a:pt x="1470" y="91"/>
                      </a:lnTo>
                      <a:lnTo>
                        <a:pt x="1525" y="75"/>
                      </a:lnTo>
                      <a:lnTo>
                        <a:pt x="1576" y="59"/>
                      </a:lnTo>
                      <a:lnTo>
                        <a:pt x="1617" y="48"/>
                      </a:lnTo>
                      <a:lnTo>
                        <a:pt x="1658" y="32"/>
                      </a:lnTo>
                      <a:lnTo>
                        <a:pt x="1690" y="22"/>
                      </a:lnTo>
                      <a:lnTo>
                        <a:pt x="1723" y="11"/>
                      </a:lnTo>
                      <a:lnTo>
                        <a:pt x="1750" y="6"/>
                      </a:lnTo>
                      <a:lnTo>
                        <a:pt x="1773" y="6"/>
                      </a:lnTo>
                      <a:lnTo>
                        <a:pt x="1796" y="0"/>
                      </a:lnTo>
                      <a:lnTo>
                        <a:pt x="1815" y="6"/>
                      </a:lnTo>
                      <a:lnTo>
                        <a:pt x="1833" y="11"/>
                      </a:lnTo>
                      <a:lnTo>
                        <a:pt x="1856" y="16"/>
                      </a:lnTo>
                      <a:lnTo>
                        <a:pt x="1879" y="27"/>
                      </a:lnTo>
                      <a:lnTo>
                        <a:pt x="1906" y="48"/>
                      </a:lnTo>
                      <a:lnTo>
                        <a:pt x="1939" y="70"/>
                      </a:lnTo>
                      <a:lnTo>
                        <a:pt x="1971" y="96"/>
                      </a:lnTo>
                      <a:lnTo>
                        <a:pt x="2007" y="123"/>
                      </a:lnTo>
                      <a:lnTo>
                        <a:pt x="2053" y="161"/>
                      </a:lnTo>
                      <a:lnTo>
                        <a:pt x="2099" y="193"/>
                      </a:lnTo>
                      <a:lnTo>
                        <a:pt x="2154" y="235"/>
                      </a:lnTo>
                      <a:lnTo>
                        <a:pt x="2219" y="273"/>
                      </a:lnTo>
                      <a:lnTo>
                        <a:pt x="2288" y="315"/>
                      </a:lnTo>
                      <a:lnTo>
                        <a:pt x="2366" y="364"/>
                      </a:lnTo>
                      <a:lnTo>
                        <a:pt x="2398" y="380"/>
                      </a:lnTo>
                      <a:lnTo>
                        <a:pt x="2490" y="433"/>
                      </a:lnTo>
                      <a:lnTo>
                        <a:pt x="2577" y="476"/>
                      </a:lnTo>
                      <a:lnTo>
                        <a:pt x="2664" y="524"/>
                      </a:lnTo>
                      <a:lnTo>
                        <a:pt x="2756" y="567"/>
                      </a:lnTo>
                      <a:lnTo>
                        <a:pt x="2844" y="609"/>
                      </a:lnTo>
                      <a:lnTo>
                        <a:pt x="2935" y="652"/>
                      </a:lnTo>
                      <a:lnTo>
                        <a:pt x="3023" y="689"/>
                      </a:lnTo>
                      <a:lnTo>
                        <a:pt x="3110" y="732"/>
                      </a:lnTo>
                      <a:lnTo>
                        <a:pt x="3202" y="775"/>
                      </a:lnTo>
                      <a:lnTo>
                        <a:pt x="3289" y="812"/>
                      </a:lnTo>
                      <a:lnTo>
                        <a:pt x="3376" y="855"/>
                      </a:lnTo>
                      <a:lnTo>
                        <a:pt x="3468" y="892"/>
                      </a:lnTo>
                      <a:lnTo>
                        <a:pt x="3556" y="935"/>
                      </a:lnTo>
                      <a:lnTo>
                        <a:pt x="3647" y="973"/>
                      </a:lnTo>
                    </a:path>
                  </a:pathLst>
                </a:custGeom>
                <a:noFill/>
                <a:ln w="22225">
                  <a:solidFill>
                    <a:srgbClr val="007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6" name="Freeform 225">
                  <a:extLst>
                    <a:ext uri="{FF2B5EF4-FFF2-40B4-BE49-F238E27FC236}">
                      <a16:creationId xmlns:a16="http://schemas.microsoft.com/office/drawing/2014/main" id="{D8FFE537-41C3-059C-DA1D-670650B80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390"/>
                  <a:ext cx="3647" cy="1089"/>
                </a:xfrm>
                <a:custGeom>
                  <a:avLst/>
                  <a:gdLst>
                    <a:gd name="T0" fmla="*/ 0 w 3647"/>
                    <a:gd name="T1" fmla="*/ 169 h 903"/>
                    <a:gd name="T2" fmla="*/ 87 w 3647"/>
                    <a:gd name="T3" fmla="*/ 169 h 903"/>
                    <a:gd name="T4" fmla="*/ 175 w 3647"/>
                    <a:gd name="T5" fmla="*/ 169 h 903"/>
                    <a:gd name="T6" fmla="*/ 266 w 3647"/>
                    <a:gd name="T7" fmla="*/ 169 h 903"/>
                    <a:gd name="T8" fmla="*/ 354 w 3647"/>
                    <a:gd name="T9" fmla="*/ 169 h 903"/>
                    <a:gd name="T10" fmla="*/ 441 w 3647"/>
                    <a:gd name="T11" fmla="*/ 160 h 903"/>
                    <a:gd name="T12" fmla="*/ 533 w 3647"/>
                    <a:gd name="T13" fmla="*/ 160 h 903"/>
                    <a:gd name="T14" fmla="*/ 620 w 3647"/>
                    <a:gd name="T15" fmla="*/ 160 h 903"/>
                    <a:gd name="T16" fmla="*/ 707 w 3647"/>
                    <a:gd name="T17" fmla="*/ 160 h 903"/>
                    <a:gd name="T18" fmla="*/ 799 w 3647"/>
                    <a:gd name="T19" fmla="*/ 150 h 903"/>
                    <a:gd name="T20" fmla="*/ 887 w 3647"/>
                    <a:gd name="T21" fmla="*/ 150 h 903"/>
                    <a:gd name="T22" fmla="*/ 978 w 3647"/>
                    <a:gd name="T23" fmla="*/ 140 h 903"/>
                    <a:gd name="T24" fmla="*/ 1066 w 3647"/>
                    <a:gd name="T25" fmla="*/ 129 h 903"/>
                    <a:gd name="T26" fmla="*/ 1153 w 3647"/>
                    <a:gd name="T27" fmla="*/ 121 h 903"/>
                    <a:gd name="T28" fmla="*/ 1245 w 3647"/>
                    <a:gd name="T29" fmla="*/ 112 h 903"/>
                    <a:gd name="T30" fmla="*/ 1263 w 3647"/>
                    <a:gd name="T31" fmla="*/ 101 h 903"/>
                    <a:gd name="T32" fmla="*/ 1341 w 3647"/>
                    <a:gd name="T33" fmla="*/ 93 h 903"/>
                    <a:gd name="T34" fmla="*/ 1410 w 3647"/>
                    <a:gd name="T35" fmla="*/ 75 h 903"/>
                    <a:gd name="T36" fmla="*/ 1470 w 3647"/>
                    <a:gd name="T37" fmla="*/ 65 h 903"/>
                    <a:gd name="T38" fmla="*/ 1525 w 3647"/>
                    <a:gd name="T39" fmla="*/ 45 h 903"/>
                    <a:gd name="T40" fmla="*/ 1576 w 3647"/>
                    <a:gd name="T41" fmla="*/ 28 h 903"/>
                    <a:gd name="T42" fmla="*/ 1617 w 3647"/>
                    <a:gd name="T43" fmla="*/ 17 h 903"/>
                    <a:gd name="T44" fmla="*/ 1658 w 3647"/>
                    <a:gd name="T45" fmla="*/ 8 h 903"/>
                    <a:gd name="T46" fmla="*/ 1690 w 3647"/>
                    <a:gd name="T47" fmla="*/ 0 h 903"/>
                    <a:gd name="T48" fmla="*/ 1723 w 3647"/>
                    <a:gd name="T49" fmla="*/ 0 h 903"/>
                    <a:gd name="T50" fmla="*/ 1750 w 3647"/>
                    <a:gd name="T51" fmla="*/ 0 h 903"/>
                    <a:gd name="T52" fmla="*/ 1773 w 3647"/>
                    <a:gd name="T53" fmla="*/ 0 h 903"/>
                    <a:gd name="T54" fmla="*/ 1796 w 3647"/>
                    <a:gd name="T55" fmla="*/ 0 h 903"/>
                    <a:gd name="T56" fmla="*/ 1815 w 3647"/>
                    <a:gd name="T57" fmla="*/ 8 h 903"/>
                    <a:gd name="T58" fmla="*/ 1833 w 3647"/>
                    <a:gd name="T59" fmla="*/ 17 h 903"/>
                    <a:gd name="T60" fmla="*/ 1856 w 3647"/>
                    <a:gd name="T61" fmla="*/ 28 h 903"/>
                    <a:gd name="T62" fmla="*/ 1879 w 3647"/>
                    <a:gd name="T63" fmla="*/ 45 h 903"/>
                    <a:gd name="T64" fmla="*/ 1906 w 3647"/>
                    <a:gd name="T65" fmla="*/ 65 h 903"/>
                    <a:gd name="T66" fmla="*/ 1939 w 3647"/>
                    <a:gd name="T67" fmla="*/ 93 h 903"/>
                    <a:gd name="T68" fmla="*/ 1971 w 3647"/>
                    <a:gd name="T69" fmla="*/ 121 h 903"/>
                    <a:gd name="T70" fmla="*/ 2007 w 3647"/>
                    <a:gd name="T71" fmla="*/ 160 h 903"/>
                    <a:gd name="T72" fmla="*/ 2053 w 3647"/>
                    <a:gd name="T73" fmla="*/ 205 h 903"/>
                    <a:gd name="T74" fmla="*/ 2099 w 3647"/>
                    <a:gd name="T75" fmla="*/ 262 h 903"/>
                    <a:gd name="T76" fmla="*/ 2154 w 3647"/>
                    <a:gd name="T77" fmla="*/ 317 h 903"/>
                    <a:gd name="T78" fmla="*/ 2219 w 3647"/>
                    <a:gd name="T79" fmla="*/ 384 h 903"/>
                    <a:gd name="T80" fmla="*/ 2288 w 3647"/>
                    <a:gd name="T81" fmla="*/ 450 h 903"/>
                    <a:gd name="T82" fmla="*/ 2366 w 3647"/>
                    <a:gd name="T83" fmla="*/ 525 h 903"/>
                    <a:gd name="T84" fmla="*/ 2398 w 3647"/>
                    <a:gd name="T85" fmla="*/ 562 h 903"/>
                    <a:gd name="T86" fmla="*/ 2490 w 3647"/>
                    <a:gd name="T87" fmla="*/ 637 h 903"/>
                    <a:gd name="T88" fmla="*/ 2577 w 3647"/>
                    <a:gd name="T89" fmla="*/ 721 h 903"/>
                    <a:gd name="T90" fmla="*/ 2664 w 3647"/>
                    <a:gd name="T91" fmla="*/ 797 h 903"/>
                    <a:gd name="T92" fmla="*/ 2756 w 3647"/>
                    <a:gd name="T93" fmla="*/ 871 h 903"/>
                    <a:gd name="T94" fmla="*/ 2844 w 3647"/>
                    <a:gd name="T95" fmla="*/ 945 h 903"/>
                    <a:gd name="T96" fmla="*/ 2935 w 3647"/>
                    <a:gd name="T97" fmla="*/ 1021 h 903"/>
                    <a:gd name="T98" fmla="*/ 3023 w 3647"/>
                    <a:gd name="T99" fmla="*/ 1096 h 903"/>
                    <a:gd name="T100" fmla="*/ 3110 w 3647"/>
                    <a:gd name="T101" fmla="*/ 1160 h 903"/>
                    <a:gd name="T102" fmla="*/ 3202 w 3647"/>
                    <a:gd name="T103" fmla="*/ 1236 h 903"/>
                    <a:gd name="T104" fmla="*/ 3289 w 3647"/>
                    <a:gd name="T105" fmla="*/ 1301 h 903"/>
                    <a:gd name="T106" fmla="*/ 3376 w 3647"/>
                    <a:gd name="T107" fmla="*/ 1377 h 903"/>
                    <a:gd name="T108" fmla="*/ 3468 w 3647"/>
                    <a:gd name="T109" fmla="*/ 1441 h 903"/>
                    <a:gd name="T110" fmla="*/ 3556 w 3647"/>
                    <a:gd name="T111" fmla="*/ 1517 h 903"/>
                    <a:gd name="T112" fmla="*/ 3647 w 3647"/>
                    <a:gd name="T113" fmla="*/ 1583 h 903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903">
                      <a:moveTo>
                        <a:pt x="0" y="96"/>
                      </a:moveTo>
                      <a:lnTo>
                        <a:pt x="87" y="96"/>
                      </a:lnTo>
                      <a:lnTo>
                        <a:pt x="175" y="96"/>
                      </a:lnTo>
                      <a:lnTo>
                        <a:pt x="266" y="96"/>
                      </a:lnTo>
                      <a:lnTo>
                        <a:pt x="354" y="96"/>
                      </a:lnTo>
                      <a:lnTo>
                        <a:pt x="441" y="91"/>
                      </a:lnTo>
                      <a:lnTo>
                        <a:pt x="533" y="91"/>
                      </a:lnTo>
                      <a:lnTo>
                        <a:pt x="620" y="91"/>
                      </a:lnTo>
                      <a:lnTo>
                        <a:pt x="707" y="91"/>
                      </a:lnTo>
                      <a:lnTo>
                        <a:pt x="799" y="85"/>
                      </a:lnTo>
                      <a:lnTo>
                        <a:pt x="887" y="85"/>
                      </a:lnTo>
                      <a:lnTo>
                        <a:pt x="978" y="80"/>
                      </a:lnTo>
                      <a:lnTo>
                        <a:pt x="1066" y="74"/>
                      </a:lnTo>
                      <a:lnTo>
                        <a:pt x="1153" y="69"/>
                      </a:lnTo>
                      <a:lnTo>
                        <a:pt x="1245" y="64"/>
                      </a:lnTo>
                      <a:lnTo>
                        <a:pt x="1263" y="58"/>
                      </a:lnTo>
                      <a:lnTo>
                        <a:pt x="1341" y="53"/>
                      </a:lnTo>
                      <a:lnTo>
                        <a:pt x="1410" y="42"/>
                      </a:lnTo>
                      <a:lnTo>
                        <a:pt x="1470" y="37"/>
                      </a:lnTo>
                      <a:lnTo>
                        <a:pt x="1525" y="26"/>
                      </a:lnTo>
                      <a:lnTo>
                        <a:pt x="1576" y="16"/>
                      </a:lnTo>
                      <a:lnTo>
                        <a:pt x="1617" y="10"/>
                      </a:lnTo>
                      <a:lnTo>
                        <a:pt x="1658" y="5"/>
                      </a:lnTo>
                      <a:lnTo>
                        <a:pt x="1690" y="0"/>
                      </a:lnTo>
                      <a:lnTo>
                        <a:pt x="1723" y="0"/>
                      </a:lnTo>
                      <a:lnTo>
                        <a:pt x="1750" y="0"/>
                      </a:lnTo>
                      <a:lnTo>
                        <a:pt x="1773" y="0"/>
                      </a:lnTo>
                      <a:lnTo>
                        <a:pt x="1796" y="0"/>
                      </a:lnTo>
                      <a:lnTo>
                        <a:pt x="1815" y="5"/>
                      </a:lnTo>
                      <a:lnTo>
                        <a:pt x="1833" y="10"/>
                      </a:lnTo>
                      <a:lnTo>
                        <a:pt x="1856" y="16"/>
                      </a:lnTo>
                      <a:lnTo>
                        <a:pt x="1879" y="26"/>
                      </a:lnTo>
                      <a:lnTo>
                        <a:pt x="1906" y="37"/>
                      </a:lnTo>
                      <a:lnTo>
                        <a:pt x="1939" y="53"/>
                      </a:lnTo>
                      <a:lnTo>
                        <a:pt x="1971" y="69"/>
                      </a:lnTo>
                      <a:lnTo>
                        <a:pt x="2007" y="91"/>
                      </a:lnTo>
                      <a:lnTo>
                        <a:pt x="2053" y="117"/>
                      </a:lnTo>
                      <a:lnTo>
                        <a:pt x="2099" y="149"/>
                      </a:lnTo>
                      <a:lnTo>
                        <a:pt x="2154" y="181"/>
                      </a:lnTo>
                      <a:lnTo>
                        <a:pt x="2219" y="219"/>
                      </a:lnTo>
                      <a:lnTo>
                        <a:pt x="2288" y="256"/>
                      </a:lnTo>
                      <a:lnTo>
                        <a:pt x="2366" y="299"/>
                      </a:lnTo>
                      <a:lnTo>
                        <a:pt x="2398" y="320"/>
                      </a:lnTo>
                      <a:lnTo>
                        <a:pt x="2490" y="363"/>
                      </a:lnTo>
                      <a:lnTo>
                        <a:pt x="2577" y="411"/>
                      </a:lnTo>
                      <a:lnTo>
                        <a:pt x="2664" y="454"/>
                      </a:lnTo>
                      <a:lnTo>
                        <a:pt x="2756" y="497"/>
                      </a:lnTo>
                      <a:lnTo>
                        <a:pt x="2844" y="539"/>
                      </a:lnTo>
                      <a:lnTo>
                        <a:pt x="2935" y="582"/>
                      </a:lnTo>
                      <a:lnTo>
                        <a:pt x="3023" y="625"/>
                      </a:lnTo>
                      <a:lnTo>
                        <a:pt x="3110" y="662"/>
                      </a:lnTo>
                      <a:lnTo>
                        <a:pt x="3202" y="705"/>
                      </a:lnTo>
                      <a:lnTo>
                        <a:pt x="3289" y="742"/>
                      </a:lnTo>
                      <a:lnTo>
                        <a:pt x="3376" y="785"/>
                      </a:lnTo>
                      <a:lnTo>
                        <a:pt x="3468" y="822"/>
                      </a:lnTo>
                      <a:lnTo>
                        <a:pt x="3556" y="865"/>
                      </a:lnTo>
                      <a:lnTo>
                        <a:pt x="3647" y="903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7" name="Freeform 226">
                  <a:extLst>
                    <a:ext uri="{FF2B5EF4-FFF2-40B4-BE49-F238E27FC236}">
                      <a16:creationId xmlns:a16="http://schemas.microsoft.com/office/drawing/2014/main" id="{C5634AA8-F2D4-8A3B-34DE-984636999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473"/>
                  <a:ext cx="3647" cy="1006"/>
                </a:xfrm>
                <a:custGeom>
                  <a:avLst/>
                  <a:gdLst>
                    <a:gd name="T0" fmla="*/ 0 w 3647"/>
                    <a:gd name="T1" fmla="*/ 48 h 834"/>
                    <a:gd name="T2" fmla="*/ 87 w 3647"/>
                    <a:gd name="T3" fmla="*/ 48 h 834"/>
                    <a:gd name="T4" fmla="*/ 175 w 3647"/>
                    <a:gd name="T5" fmla="*/ 48 h 834"/>
                    <a:gd name="T6" fmla="*/ 266 w 3647"/>
                    <a:gd name="T7" fmla="*/ 48 h 834"/>
                    <a:gd name="T8" fmla="*/ 354 w 3647"/>
                    <a:gd name="T9" fmla="*/ 48 h 834"/>
                    <a:gd name="T10" fmla="*/ 441 w 3647"/>
                    <a:gd name="T11" fmla="*/ 48 h 834"/>
                    <a:gd name="T12" fmla="*/ 533 w 3647"/>
                    <a:gd name="T13" fmla="*/ 48 h 834"/>
                    <a:gd name="T14" fmla="*/ 620 w 3647"/>
                    <a:gd name="T15" fmla="*/ 40 h 834"/>
                    <a:gd name="T16" fmla="*/ 707 w 3647"/>
                    <a:gd name="T17" fmla="*/ 40 h 834"/>
                    <a:gd name="T18" fmla="*/ 799 w 3647"/>
                    <a:gd name="T19" fmla="*/ 40 h 834"/>
                    <a:gd name="T20" fmla="*/ 887 w 3647"/>
                    <a:gd name="T21" fmla="*/ 40 h 834"/>
                    <a:gd name="T22" fmla="*/ 978 w 3647"/>
                    <a:gd name="T23" fmla="*/ 28 h 834"/>
                    <a:gd name="T24" fmla="*/ 1066 w 3647"/>
                    <a:gd name="T25" fmla="*/ 28 h 834"/>
                    <a:gd name="T26" fmla="*/ 1153 w 3647"/>
                    <a:gd name="T27" fmla="*/ 19 h 834"/>
                    <a:gd name="T28" fmla="*/ 1245 w 3647"/>
                    <a:gd name="T29" fmla="*/ 19 h 834"/>
                    <a:gd name="T30" fmla="*/ 1263 w 3647"/>
                    <a:gd name="T31" fmla="*/ 19 h 834"/>
                    <a:gd name="T32" fmla="*/ 1341 w 3647"/>
                    <a:gd name="T33" fmla="*/ 8 h 834"/>
                    <a:gd name="T34" fmla="*/ 1410 w 3647"/>
                    <a:gd name="T35" fmla="*/ 8 h 834"/>
                    <a:gd name="T36" fmla="*/ 1470 w 3647"/>
                    <a:gd name="T37" fmla="*/ 8 h 834"/>
                    <a:gd name="T38" fmla="*/ 1525 w 3647"/>
                    <a:gd name="T39" fmla="*/ 0 h 834"/>
                    <a:gd name="T40" fmla="*/ 1576 w 3647"/>
                    <a:gd name="T41" fmla="*/ 0 h 834"/>
                    <a:gd name="T42" fmla="*/ 1617 w 3647"/>
                    <a:gd name="T43" fmla="*/ 8 h 834"/>
                    <a:gd name="T44" fmla="*/ 1658 w 3647"/>
                    <a:gd name="T45" fmla="*/ 8 h 834"/>
                    <a:gd name="T46" fmla="*/ 1690 w 3647"/>
                    <a:gd name="T47" fmla="*/ 8 h 834"/>
                    <a:gd name="T48" fmla="*/ 1723 w 3647"/>
                    <a:gd name="T49" fmla="*/ 19 h 834"/>
                    <a:gd name="T50" fmla="*/ 1750 w 3647"/>
                    <a:gd name="T51" fmla="*/ 28 h 834"/>
                    <a:gd name="T52" fmla="*/ 1773 w 3647"/>
                    <a:gd name="T53" fmla="*/ 28 h 834"/>
                    <a:gd name="T54" fmla="*/ 1796 w 3647"/>
                    <a:gd name="T55" fmla="*/ 40 h 834"/>
                    <a:gd name="T56" fmla="*/ 1815 w 3647"/>
                    <a:gd name="T57" fmla="*/ 48 h 834"/>
                    <a:gd name="T58" fmla="*/ 1833 w 3647"/>
                    <a:gd name="T59" fmla="*/ 57 h 834"/>
                    <a:gd name="T60" fmla="*/ 1856 w 3647"/>
                    <a:gd name="T61" fmla="*/ 66 h 834"/>
                    <a:gd name="T62" fmla="*/ 1879 w 3647"/>
                    <a:gd name="T63" fmla="*/ 76 h 834"/>
                    <a:gd name="T64" fmla="*/ 1906 w 3647"/>
                    <a:gd name="T65" fmla="*/ 84 h 834"/>
                    <a:gd name="T66" fmla="*/ 1939 w 3647"/>
                    <a:gd name="T67" fmla="*/ 104 h 834"/>
                    <a:gd name="T68" fmla="*/ 1971 w 3647"/>
                    <a:gd name="T69" fmla="*/ 131 h 834"/>
                    <a:gd name="T70" fmla="*/ 2007 w 3647"/>
                    <a:gd name="T71" fmla="*/ 151 h 834"/>
                    <a:gd name="T72" fmla="*/ 2053 w 3647"/>
                    <a:gd name="T73" fmla="*/ 188 h 834"/>
                    <a:gd name="T74" fmla="*/ 2099 w 3647"/>
                    <a:gd name="T75" fmla="*/ 224 h 834"/>
                    <a:gd name="T76" fmla="*/ 2154 w 3647"/>
                    <a:gd name="T77" fmla="*/ 263 h 834"/>
                    <a:gd name="T78" fmla="*/ 2219 w 3647"/>
                    <a:gd name="T79" fmla="*/ 320 h 834"/>
                    <a:gd name="T80" fmla="*/ 2288 w 3647"/>
                    <a:gd name="T81" fmla="*/ 375 h 834"/>
                    <a:gd name="T82" fmla="*/ 2366 w 3647"/>
                    <a:gd name="T83" fmla="*/ 440 h 834"/>
                    <a:gd name="T84" fmla="*/ 2398 w 3647"/>
                    <a:gd name="T85" fmla="*/ 468 h 834"/>
                    <a:gd name="T86" fmla="*/ 2490 w 3647"/>
                    <a:gd name="T87" fmla="*/ 544 h 834"/>
                    <a:gd name="T88" fmla="*/ 2577 w 3647"/>
                    <a:gd name="T89" fmla="*/ 620 h 834"/>
                    <a:gd name="T90" fmla="*/ 2664 w 3647"/>
                    <a:gd name="T91" fmla="*/ 684 h 834"/>
                    <a:gd name="T92" fmla="*/ 2756 w 3647"/>
                    <a:gd name="T93" fmla="*/ 760 h 834"/>
                    <a:gd name="T94" fmla="*/ 2844 w 3647"/>
                    <a:gd name="T95" fmla="*/ 835 h 834"/>
                    <a:gd name="T96" fmla="*/ 2935 w 3647"/>
                    <a:gd name="T97" fmla="*/ 901 h 834"/>
                    <a:gd name="T98" fmla="*/ 3023 w 3647"/>
                    <a:gd name="T99" fmla="*/ 976 h 834"/>
                    <a:gd name="T100" fmla="*/ 3110 w 3647"/>
                    <a:gd name="T101" fmla="*/ 1052 h 834"/>
                    <a:gd name="T102" fmla="*/ 3202 w 3647"/>
                    <a:gd name="T103" fmla="*/ 1116 h 834"/>
                    <a:gd name="T104" fmla="*/ 3289 w 3647"/>
                    <a:gd name="T105" fmla="*/ 1192 h 834"/>
                    <a:gd name="T106" fmla="*/ 3376 w 3647"/>
                    <a:gd name="T107" fmla="*/ 1257 h 834"/>
                    <a:gd name="T108" fmla="*/ 3468 w 3647"/>
                    <a:gd name="T109" fmla="*/ 1321 h 834"/>
                    <a:gd name="T110" fmla="*/ 3556 w 3647"/>
                    <a:gd name="T111" fmla="*/ 1397 h 834"/>
                    <a:gd name="T112" fmla="*/ 3647 w 3647"/>
                    <a:gd name="T113" fmla="*/ 1463 h 834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34">
                      <a:moveTo>
                        <a:pt x="0" y="27"/>
                      </a:moveTo>
                      <a:lnTo>
                        <a:pt x="87" y="27"/>
                      </a:lnTo>
                      <a:lnTo>
                        <a:pt x="175" y="27"/>
                      </a:lnTo>
                      <a:lnTo>
                        <a:pt x="266" y="27"/>
                      </a:lnTo>
                      <a:lnTo>
                        <a:pt x="354" y="27"/>
                      </a:lnTo>
                      <a:lnTo>
                        <a:pt x="441" y="27"/>
                      </a:lnTo>
                      <a:lnTo>
                        <a:pt x="533" y="27"/>
                      </a:lnTo>
                      <a:lnTo>
                        <a:pt x="620" y="22"/>
                      </a:lnTo>
                      <a:lnTo>
                        <a:pt x="707" y="22"/>
                      </a:lnTo>
                      <a:lnTo>
                        <a:pt x="799" y="22"/>
                      </a:lnTo>
                      <a:lnTo>
                        <a:pt x="887" y="22"/>
                      </a:lnTo>
                      <a:lnTo>
                        <a:pt x="978" y="16"/>
                      </a:lnTo>
                      <a:lnTo>
                        <a:pt x="1066" y="16"/>
                      </a:lnTo>
                      <a:lnTo>
                        <a:pt x="1153" y="11"/>
                      </a:lnTo>
                      <a:lnTo>
                        <a:pt x="1245" y="11"/>
                      </a:lnTo>
                      <a:lnTo>
                        <a:pt x="1263" y="11"/>
                      </a:lnTo>
                      <a:lnTo>
                        <a:pt x="1341" y="5"/>
                      </a:lnTo>
                      <a:lnTo>
                        <a:pt x="1410" y="5"/>
                      </a:lnTo>
                      <a:lnTo>
                        <a:pt x="1470" y="5"/>
                      </a:lnTo>
                      <a:lnTo>
                        <a:pt x="1525" y="0"/>
                      </a:lnTo>
                      <a:lnTo>
                        <a:pt x="1576" y="0"/>
                      </a:lnTo>
                      <a:lnTo>
                        <a:pt x="1617" y="5"/>
                      </a:lnTo>
                      <a:lnTo>
                        <a:pt x="1658" y="5"/>
                      </a:lnTo>
                      <a:lnTo>
                        <a:pt x="1690" y="5"/>
                      </a:lnTo>
                      <a:lnTo>
                        <a:pt x="1723" y="11"/>
                      </a:lnTo>
                      <a:lnTo>
                        <a:pt x="1750" y="16"/>
                      </a:lnTo>
                      <a:lnTo>
                        <a:pt x="1773" y="16"/>
                      </a:lnTo>
                      <a:lnTo>
                        <a:pt x="1796" y="22"/>
                      </a:lnTo>
                      <a:lnTo>
                        <a:pt x="1815" y="27"/>
                      </a:lnTo>
                      <a:lnTo>
                        <a:pt x="1833" y="32"/>
                      </a:lnTo>
                      <a:lnTo>
                        <a:pt x="1856" y="38"/>
                      </a:lnTo>
                      <a:lnTo>
                        <a:pt x="1879" y="43"/>
                      </a:lnTo>
                      <a:lnTo>
                        <a:pt x="1906" y="48"/>
                      </a:lnTo>
                      <a:lnTo>
                        <a:pt x="1939" y="59"/>
                      </a:lnTo>
                      <a:lnTo>
                        <a:pt x="1971" y="75"/>
                      </a:lnTo>
                      <a:lnTo>
                        <a:pt x="2007" y="86"/>
                      </a:lnTo>
                      <a:lnTo>
                        <a:pt x="2053" y="107"/>
                      </a:lnTo>
                      <a:lnTo>
                        <a:pt x="2099" y="128"/>
                      </a:lnTo>
                      <a:lnTo>
                        <a:pt x="2154" y="150"/>
                      </a:lnTo>
                      <a:lnTo>
                        <a:pt x="2219" y="182"/>
                      </a:lnTo>
                      <a:lnTo>
                        <a:pt x="2288" y="214"/>
                      </a:lnTo>
                      <a:lnTo>
                        <a:pt x="2366" y="251"/>
                      </a:lnTo>
                      <a:lnTo>
                        <a:pt x="2398" y="267"/>
                      </a:lnTo>
                      <a:lnTo>
                        <a:pt x="2490" y="310"/>
                      </a:lnTo>
                      <a:lnTo>
                        <a:pt x="2577" y="353"/>
                      </a:lnTo>
                      <a:lnTo>
                        <a:pt x="2664" y="390"/>
                      </a:lnTo>
                      <a:lnTo>
                        <a:pt x="2756" y="433"/>
                      </a:lnTo>
                      <a:lnTo>
                        <a:pt x="2844" y="476"/>
                      </a:lnTo>
                      <a:lnTo>
                        <a:pt x="2935" y="513"/>
                      </a:lnTo>
                      <a:lnTo>
                        <a:pt x="3023" y="556"/>
                      </a:lnTo>
                      <a:lnTo>
                        <a:pt x="3110" y="599"/>
                      </a:lnTo>
                      <a:lnTo>
                        <a:pt x="3202" y="636"/>
                      </a:lnTo>
                      <a:lnTo>
                        <a:pt x="3289" y="679"/>
                      </a:lnTo>
                      <a:lnTo>
                        <a:pt x="3376" y="716"/>
                      </a:lnTo>
                      <a:lnTo>
                        <a:pt x="3468" y="753"/>
                      </a:lnTo>
                      <a:lnTo>
                        <a:pt x="3556" y="796"/>
                      </a:lnTo>
                      <a:lnTo>
                        <a:pt x="3647" y="834"/>
                      </a:lnTo>
                    </a:path>
                  </a:pathLst>
                </a:custGeom>
                <a:noFill/>
                <a:ln w="22225">
                  <a:solidFill>
                    <a:srgbClr val="00BF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8" name="Freeform 227">
                  <a:extLst>
                    <a:ext uri="{FF2B5EF4-FFF2-40B4-BE49-F238E27FC236}">
                      <a16:creationId xmlns:a16="http://schemas.microsoft.com/office/drawing/2014/main" id="{77C6431E-F830-6F85-8447-122E9D60F4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505"/>
                  <a:ext cx="3647" cy="980"/>
                </a:xfrm>
                <a:custGeom>
                  <a:avLst/>
                  <a:gdLst>
                    <a:gd name="T0" fmla="*/ 0 w 3647"/>
                    <a:gd name="T1" fmla="*/ 0 h 812"/>
                    <a:gd name="T2" fmla="*/ 87 w 3647"/>
                    <a:gd name="T3" fmla="*/ 0 h 812"/>
                    <a:gd name="T4" fmla="*/ 175 w 3647"/>
                    <a:gd name="T5" fmla="*/ 0 h 812"/>
                    <a:gd name="T6" fmla="*/ 266 w 3647"/>
                    <a:gd name="T7" fmla="*/ 0 h 812"/>
                    <a:gd name="T8" fmla="*/ 354 w 3647"/>
                    <a:gd name="T9" fmla="*/ 0 h 812"/>
                    <a:gd name="T10" fmla="*/ 441 w 3647"/>
                    <a:gd name="T11" fmla="*/ 0 h 812"/>
                    <a:gd name="T12" fmla="*/ 533 w 3647"/>
                    <a:gd name="T13" fmla="*/ 0 h 812"/>
                    <a:gd name="T14" fmla="*/ 620 w 3647"/>
                    <a:gd name="T15" fmla="*/ 0 h 812"/>
                    <a:gd name="T16" fmla="*/ 707 w 3647"/>
                    <a:gd name="T17" fmla="*/ 0 h 812"/>
                    <a:gd name="T18" fmla="*/ 799 w 3647"/>
                    <a:gd name="T19" fmla="*/ 0 h 812"/>
                    <a:gd name="T20" fmla="*/ 887 w 3647"/>
                    <a:gd name="T21" fmla="*/ 0 h 812"/>
                    <a:gd name="T22" fmla="*/ 978 w 3647"/>
                    <a:gd name="T23" fmla="*/ 0 h 812"/>
                    <a:gd name="T24" fmla="*/ 1066 w 3647"/>
                    <a:gd name="T25" fmla="*/ 8 h 812"/>
                    <a:gd name="T26" fmla="*/ 1153 w 3647"/>
                    <a:gd name="T27" fmla="*/ 8 h 812"/>
                    <a:gd name="T28" fmla="*/ 1245 w 3647"/>
                    <a:gd name="T29" fmla="*/ 8 h 812"/>
                    <a:gd name="T30" fmla="*/ 1263 w 3647"/>
                    <a:gd name="T31" fmla="*/ 8 h 812"/>
                    <a:gd name="T32" fmla="*/ 1341 w 3647"/>
                    <a:gd name="T33" fmla="*/ 19 h 812"/>
                    <a:gd name="T34" fmla="*/ 1410 w 3647"/>
                    <a:gd name="T35" fmla="*/ 19 h 812"/>
                    <a:gd name="T36" fmla="*/ 1470 w 3647"/>
                    <a:gd name="T37" fmla="*/ 28 h 812"/>
                    <a:gd name="T38" fmla="*/ 1525 w 3647"/>
                    <a:gd name="T39" fmla="*/ 28 h 812"/>
                    <a:gd name="T40" fmla="*/ 1576 w 3647"/>
                    <a:gd name="T41" fmla="*/ 36 h 812"/>
                    <a:gd name="T42" fmla="*/ 1617 w 3647"/>
                    <a:gd name="T43" fmla="*/ 48 h 812"/>
                    <a:gd name="T44" fmla="*/ 1658 w 3647"/>
                    <a:gd name="T45" fmla="*/ 57 h 812"/>
                    <a:gd name="T46" fmla="*/ 1690 w 3647"/>
                    <a:gd name="T47" fmla="*/ 65 h 812"/>
                    <a:gd name="T48" fmla="*/ 1723 w 3647"/>
                    <a:gd name="T49" fmla="*/ 76 h 812"/>
                    <a:gd name="T50" fmla="*/ 1750 w 3647"/>
                    <a:gd name="T51" fmla="*/ 84 h 812"/>
                    <a:gd name="T52" fmla="*/ 1773 w 3647"/>
                    <a:gd name="T53" fmla="*/ 93 h 812"/>
                    <a:gd name="T54" fmla="*/ 1796 w 3647"/>
                    <a:gd name="T55" fmla="*/ 93 h 812"/>
                    <a:gd name="T56" fmla="*/ 1815 w 3647"/>
                    <a:gd name="T57" fmla="*/ 104 h 812"/>
                    <a:gd name="T58" fmla="*/ 1833 w 3647"/>
                    <a:gd name="T59" fmla="*/ 112 h 812"/>
                    <a:gd name="T60" fmla="*/ 1856 w 3647"/>
                    <a:gd name="T61" fmla="*/ 121 h 812"/>
                    <a:gd name="T62" fmla="*/ 1879 w 3647"/>
                    <a:gd name="T63" fmla="*/ 133 h 812"/>
                    <a:gd name="T64" fmla="*/ 1906 w 3647"/>
                    <a:gd name="T65" fmla="*/ 141 h 812"/>
                    <a:gd name="T66" fmla="*/ 1939 w 3647"/>
                    <a:gd name="T67" fmla="*/ 161 h 812"/>
                    <a:gd name="T68" fmla="*/ 1971 w 3647"/>
                    <a:gd name="T69" fmla="*/ 177 h 812"/>
                    <a:gd name="T70" fmla="*/ 2007 w 3647"/>
                    <a:gd name="T71" fmla="*/ 197 h 812"/>
                    <a:gd name="T72" fmla="*/ 2053 w 3647"/>
                    <a:gd name="T73" fmla="*/ 224 h 812"/>
                    <a:gd name="T74" fmla="*/ 2099 w 3647"/>
                    <a:gd name="T75" fmla="*/ 253 h 812"/>
                    <a:gd name="T76" fmla="*/ 2154 w 3647"/>
                    <a:gd name="T77" fmla="*/ 290 h 812"/>
                    <a:gd name="T78" fmla="*/ 2219 w 3647"/>
                    <a:gd name="T79" fmla="*/ 329 h 812"/>
                    <a:gd name="T80" fmla="*/ 2288 w 3647"/>
                    <a:gd name="T81" fmla="*/ 375 h 812"/>
                    <a:gd name="T82" fmla="*/ 2366 w 3647"/>
                    <a:gd name="T83" fmla="*/ 432 h 812"/>
                    <a:gd name="T84" fmla="*/ 2398 w 3647"/>
                    <a:gd name="T85" fmla="*/ 460 h 812"/>
                    <a:gd name="T86" fmla="*/ 2490 w 3647"/>
                    <a:gd name="T87" fmla="*/ 526 h 812"/>
                    <a:gd name="T88" fmla="*/ 2577 w 3647"/>
                    <a:gd name="T89" fmla="*/ 591 h 812"/>
                    <a:gd name="T90" fmla="*/ 2664 w 3647"/>
                    <a:gd name="T91" fmla="*/ 666 h 812"/>
                    <a:gd name="T92" fmla="*/ 2756 w 3647"/>
                    <a:gd name="T93" fmla="*/ 733 h 812"/>
                    <a:gd name="T94" fmla="*/ 2844 w 3647"/>
                    <a:gd name="T95" fmla="*/ 798 h 812"/>
                    <a:gd name="T96" fmla="*/ 2935 w 3647"/>
                    <a:gd name="T97" fmla="*/ 874 h 812"/>
                    <a:gd name="T98" fmla="*/ 3023 w 3647"/>
                    <a:gd name="T99" fmla="*/ 938 h 812"/>
                    <a:gd name="T100" fmla="*/ 3110 w 3647"/>
                    <a:gd name="T101" fmla="*/ 1005 h 812"/>
                    <a:gd name="T102" fmla="*/ 3202 w 3647"/>
                    <a:gd name="T103" fmla="*/ 1079 h 812"/>
                    <a:gd name="T104" fmla="*/ 3289 w 3647"/>
                    <a:gd name="T105" fmla="*/ 1147 h 812"/>
                    <a:gd name="T106" fmla="*/ 3376 w 3647"/>
                    <a:gd name="T107" fmla="*/ 1212 h 812"/>
                    <a:gd name="T108" fmla="*/ 3468 w 3647"/>
                    <a:gd name="T109" fmla="*/ 1287 h 812"/>
                    <a:gd name="T110" fmla="*/ 3556 w 3647"/>
                    <a:gd name="T111" fmla="*/ 1352 h 812"/>
                    <a:gd name="T112" fmla="*/ 3647 w 3647"/>
                    <a:gd name="T113" fmla="*/ 1428 h 81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12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0"/>
                      </a:lnTo>
                      <a:lnTo>
                        <a:pt x="266" y="0"/>
                      </a:lnTo>
                      <a:lnTo>
                        <a:pt x="354" y="0"/>
                      </a:lnTo>
                      <a:lnTo>
                        <a:pt x="441" y="0"/>
                      </a:lnTo>
                      <a:lnTo>
                        <a:pt x="533" y="0"/>
                      </a:lnTo>
                      <a:lnTo>
                        <a:pt x="620" y="0"/>
                      </a:lnTo>
                      <a:lnTo>
                        <a:pt x="707" y="0"/>
                      </a:lnTo>
                      <a:lnTo>
                        <a:pt x="799" y="0"/>
                      </a:lnTo>
                      <a:lnTo>
                        <a:pt x="887" y="0"/>
                      </a:lnTo>
                      <a:lnTo>
                        <a:pt x="978" y="0"/>
                      </a:lnTo>
                      <a:lnTo>
                        <a:pt x="1066" y="5"/>
                      </a:lnTo>
                      <a:lnTo>
                        <a:pt x="1153" y="5"/>
                      </a:lnTo>
                      <a:lnTo>
                        <a:pt x="1245" y="5"/>
                      </a:lnTo>
                      <a:lnTo>
                        <a:pt x="1263" y="5"/>
                      </a:lnTo>
                      <a:lnTo>
                        <a:pt x="1341" y="11"/>
                      </a:lnTo>
                      <a:lnTo>
                        <a:pt x="1410" y="11"/>
                      </a:lnTo>
                      <a:lnTo>
                        <a:pt x="1470" y="16"/>
                      </a:lnTo>
                      <a:lnTo>
                        <a:pt x="1525" y="16"/>
                      </a:lnTo>
                      <a:lnTo>
                        <a:pt x="1576" y="21"/>
                      </a:lnTo>
                      <a:lnTo>
                        <a:pt x="1617" y="27"/>
                      </a:lnTo>
                      <a:lnTo>
                        <a:pt x="1658" y="32"/>
                      </a:lnTo>
                      <a:lnTo>
                        <a:pt x="1690" y="37"/>
                      </a:lnTo>
                      <a:lnTo>
                        <a:pt x="1723" y="43"/>
                      </a:lnTo>
                      <a:lnTo>
                        <a:pt x="1750" y="48"/>
                      </a:lnTo>
                      <a:lnTo>
                        <a:pt x="1773" y="53"/>
                      </a:lnTo>
                      <a:lnTo>
                        <a:pt x="1796" y="53"/>
                      </a:lnTo>
                      <a:lnTo>
                        <a:pt x="1815" y="59"/>
                      </a:lnTo>
                      <a:lnTo>
                        <a:pt x="1833" y="64"/>
                      </a:lnTo>
                      <a:lnTo>
                        <a:pt x="1856" y="69"/>
                      </a:lnTo>
                      <a:lnTo>
                        <a:pt x="1879" y="75"/>
                      </a:lnTo>
                      <a:lnTo>
                        <a:pt x="1906" y="80"/>
                      </a:lnTo>
                      <a:lnTo>
                        <a:pt x="1939" y="91"/>
                      </a:lnTo>
                      <a:lnTo>
                        <a:pt x="1971" y="101"/>
                      </a:lnTo>
                      <a:lnTo>
                        <a:pt x="2007" y="112"/>
                      </a:lnTo>
                      <a:lnTo>
                        <a:pt x="2053" y="128"/>
                      </a:lnTo>
                      <a:lnTo>
                        <a:pt x="2099" y="144"/>
                      </a:lnTo>
                      <a:lnTo>
                        <a:pt x="2154" y="165"/>
                      </a:lnTo>
                      <a:lnTo>
                        <a:pt x="2219" y="187"/>
                      </a:lnTo>
                      <a:lnTo>
                        <a:pt x="2288" y="214"/>
                      </a:lnTo>
                      <a:lnTo>
                        <a:pt x="2366" y="246"/>
                      </a:lnTo>
                      <a:lnTo>
                        <a:pt x="2398" y="262"/>
                      </a:lnTo>
                      <a:lnTo>
                        <a:pt x="2490" y="299"/>
                      </a:lnTo>
                      <a:lnTo>
                        <a:pt x="2577" y="336"/>
                      </a:lnTo>
                      <a:lnTo>
                        <a:pt x="2664" y="379"/>
                      </a:lnTo>
                      <a:lnTo>
                        <a:pt x="2756" y="417"/>
                      </a:lnTo>
                      <a:lnTo>
                        <a:pt x="2844" y="454"/>
                      </a:lnTo>
                      <a:lnTo>
                        <a:pt x="2935" y="497"/>
                      </a:lnTo>
                      <a:lnTo>
                        <a:pt x="3023" y="534"/>
                      </a:lnTo>
                      <a:lnTo>
                        <a:pt x="3110" y="572"/>
                      </a:lnTo>
                      <a:lnTo>
                        <a:pt x="3202" y="614"/>
                      </a:lnTo>
                      <a:lnTo>
                        <a:pt x="3289" y="652"/>
                      </a:lnTo>
                      <a:lnTo>
                        <a:pt x="3376" y="689"/>
                      </a:lnTo>
                      <a:lnTo>
                        <a:pt x="3468" y="732"/>
                      </a:lnTo>
                      <a:lnTo>
                        <a:pt x="3556" y="769"/>
                      </a:lnTo>
                      <a:lnTo>
                        <a:pt x="3647" y="812"/>
                      </a:lnTo>
                    </a:path>
                  </a:pathLst>
                </a:custGeom>
                <a:noFill/>
                <a:ln w="22225">
                  <a:solidFill>
                    <a:srgbClr val="BF00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9" name="Freeform 228">
                  <a:extLst>
                    <a:ext uri="{FF2B5EF4-FFF2-40B4-BE49-F238E27FC236}">
                      <a16:creationId xmlns:a16="http://schemas.microsoft.com/office/drawing/2014/main" id="{BA6180D5-A41B-0A69-6C8F-78C50F583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505"/>
                  <a:ext cx="3647" cy="980"/>
                </a:xfrm>
                <a:custGeom>
                  <a:avLst/>
                  <a:gdLst>
                    <a:gd name="T0" fmla="*/ 0 w 3647"/>
                    <a:gd name="T1" fmla="*/ 0 h 812"/>
                    <a:gd name="T2" fmla="*/ 87 w 3647"/>
                    <a:gd name="T3" fmla="*/ 8 h 812"/>
                    <a:gd name="T4" fmla="*/ 175 w 3647"/>
                    <a:gd name="T5" fmla="*/ 8 h 812"/>
                    <a:gd name="T6" fmla="*/ 266 w 3647"/>
                    <a:gd name="T7" fmla="*/ 8 h 812"/>
                    <a:gd name="T8" fmla="*/ 354 w 3647"/>
                    <a:gd name="T9" fmla="*/ 8 h 812"/>
                    <a:gd name="T10" fmla="*/ 441 w 3647"/>
                    <a:gd name="T11" fmla="*/ 8 h 812"/>
                    <a:gd name="T12" fmla="*/ 533 w 3647"/>
                    <a:gd name="T13" fmla="*/ 8 h 812"/>
                    <a:gd name="T14" fmla="*/ 620 w 3647"/>
                    <a:gd name="T15" fmla="*/ 19 h 812"/>
                    <a:gd name="T16" fmla="*/ 707 w 3647"/>
                    <a:gd name="T17" fmla="*/ 19 h 812"/>
                    <a:gd name="T18" fmla="*/ 799 w 3647"/>
                    <a:gd name="T19" fmla="*/ 28 h 812"/>
                    <a:gd name="T20" fmla="*/ 887 w 3647"/>
                    <a:gd name="T21" fmla="*/ 28 h 812"/>
                    <a:gd name="T22" fmla="*/ 978 w 3647"/>
                    <a:gd name="T23" fmla="*/ 36 h 812"/>
                    <a:gd name="T24" fmla="*/ 1066 w 3647"/>
                    <a:gd name="T25" fmla="*/ 48 h 812"/>
                    <a:gd name="T26" fmla="*/ 1153 w 3647"/>
                    <a:gd name="T27" fmla="*/ 57 h 812"/>
                    <a:gd name="T28" fmla="*/ 1245 w 3647"/>
                    <a:gd name="T29" fmla="*/ 65 h 812"/>
                    <a:gd name="T30" fmla="*/ 1263 w 3647"/>
                    <a:gd name="T31" fmla="*/ 65 h 812"/>
                    <a:gd name="T32" fmla="*/ 1341 w 3647"/>
                    <a:gd name="T33" fmla="*/ 84 h 812"/>
                    <a:gd name="T34" fmla="*/ 1410 w 3647"/>
                    <a:gd name="T35" fmla="*/ 93 h 812"/>
                    <a:gd name="T36" fmla="*/ 1470 w 3647"/>
                    <a:gd name="T37" fmla="*/ 112 h 812"/>
                    <a:gd name="T38" fmla="*/ 1525 w 3647"/>
                    <a:gd name="T39" fmla="*/ 121 h 812"/>
                    <a:gd name="T40" fmla="*/ 1576 w 3647"/>
                    <a:gd name="T41" fmla="*/ 133 h 812"/>
                    <a:gd name="T42" fmla="*/ 1617 w 3647"/>
                    <a:gd name="T43" fmla="*/ 150 h 812"/>
                    <a:gd name="T44" fmla="*/ 1658 w 3647"/>
                    <a:gd name="T45" fmla="*/ 161 h 812"/>
                    <a:gd name="T46" fmla="*/ 1690 w 3647"/>
                    <a:gd name="T47" fmla="*/ 169 h 812"/>
                    <a:gd name="T48" fmla="*/ 1723 w 3647"/>
                    <a:gd name="T49" fmla="*/ 177 h 812"/>
                    <a:gd name="T50" fmla="*/ 1750 w 3647"/>
                    <a:gd name="T51" fmla="*/ 188 h 812"/>
                    <a:gd name="T52" fmla="*/ 1773 w 3647"/>
                    <a:gd name="T53" fmla="*/ 197 h 812"/>
                    <a:gd name="T54" fmla="*/ 1796 w 3647"/>
                    <a:gd name="T55" fmla="*/ 205 h 812"/>
                    <a:gd name="T56" fmla="*/ 1815 w 3647"/>
                    <a:gd name="T57" fmla="*/ 216 h 812"/>
                    <a:gd name="T58" fmla="*/ 1833 w 3647"/>
                    <a:gd name="T59" fmla="*/ 216 h 812"/>
                    <a:gd name="T60" fmla="*/ 1856 w 3647"/>
                    <a:gd name="T61" fmla="*/ 224 h 812"/>
                    <a:gd name="T62" fmla="*/ 1879 w 3647"/>
                    <a:gd name="T63" fmla="*/ 234 h 812"/>
                    <a:gd name="T64" fmla="*/ 1906 w 3647"/>
                    <a:gd name="T65" fmla="*/ 253 h 812"/>
                    <a:gd name="T66" fmla="*/ 1939 w 3647"/>
                    <a:gd name="T67" fmla="*/ 262 h 812"/>
                    <a:gd name="T68" fmla="*/ 1971 w 3647"/>
                    <a:gd name="T69" fmla="*/ 281 h 812"/>
                    <a:gd name="T70" fmla="*/ 2007 w 3647"/>
                    <a:gd name="T71" fmla="*/ 301 h 812"/>
                    <a:gd name="T72" fmla="*/ 2053 w 3647"/>
                    <a:gd name="T73" fmla="*/ 321 h 812"/>
                    <a:gd name="T74" fmla="*/ 2099 w 3647"/>
                    <a:gd name="T75" fmla="*/ 348 h 812"/>
                    <a:gd name="T76" fmla="*/ 2154 w 3647"/>
                    <a:gd name="T77" fmla="*/ 375 h 812"/>
                    <a:gd name="T78" fmla="*/ 2219 w 3647"/>
                    <a:gd name="T79" fmla="*/ 406 h 812"/>
                    <a:gd name="T80" fmla="*/ 2288 w 3647"/>
                    <a:gd name="T81" fmla="*/ 450 h 812"/>
                    <a:gd name="T82" fmla="*/ 2366 w 3647"/>
                    <a:gd name="T83" fmla="*/ 498 h 812"/>
                    <a:gd name="T84" fmla="*/ 2398 w 3647"/>
                    <a:gd name="T85" fmla="*/ 517 h 812"/>
                    <a:gd name="T86" fmla="*/ 2490 w 3647"/>
                    <a:gd name="T87" fmla="*/ 572 h 812"/>
                    <a:gd name="T88" fmla="*/ 2577 w 3647"/>
                    <a:gd name="T89" fmla="*/ 629 h 812"/>
                    <a:gd name="T90" fmla="*/ 2664 w 3647"/>
                    <a:gd name="T91" fmla="*/ 695 h 812"/>
                    <a:gd name="T92" fmla="*/ 2756 w 3647"/>
                    <a:gd name="T93" fmla="*/ 762 h 812"/>
                    <a:gd name="T94" fmla="*/ 2844 w 3647"/>
                    <a:gd name="T95" fmla="*/ 817 h 812"/>
                    <a:gd name="T96" fmla="*/ 2935 w 3647"/>
                    <a:gd name="T97" fmla="*/ 882 h 812"/>
                    <a:gd name="T98" fmla="*/ 3023 w 3647"/>
                    <a:gd name="T99" fmla="*/ 949 h 812"/>
                    <a:gd name="T100" fmla="*/ 3110 w 3647"/>
                    <a:gd name="T101" fmla="*/ 1014 h 812"/>
                    <a:gd name="T102" fmla="*/ 3202 w 3647"/>
                    <a:gd name="T103" fmla="*/ 1090 h 812"/>
                    <a:gd name="T104" fmla="*/ 3289 w 3647"/>
                    <a:gd name="T105" fmla="*/ 1155 h 812"/>
                    <a:gd name="T106" fmla="*/ 3376 w 3647"/>
                    <a:gd name="T107" fmla="*/ 1220 h 812"/>
                    <a:gd name="T108" fmla="*/ 3468 w 3647"/>
                    <a:gd name="T109" fmla="*/ 1287 h 812"/>
                    <a:gd name="T110" fmla="*/ 3556 w 3647"/>
                    <a:gd name="T111" fmla="*/ 1361 h 812"/>
                    <a:gd name="T112" fmla="*/ 3647 w 3647"/>
                    <a:gd name="T113" fmla="*/ 1428 h 81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12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5"/>
                      </a:lnTo>
                      <a:lnTo>
                        <a:pt x="266" y="5"/>
                      </a:lnTo>
                      <a:lnTo>
                        <a:pt x="354" y="5"/>
                      </a:lnTo>
                      <a:lnTo>
                        <a:pt x="441" y="5"/>
                      </a:lnTo>
                      <a:lnTo>
                        <a:pt x="533" y="5"/>
                      </a:lnTo>
                      <a:lnTo>
                        <a:pt x="620" y="11"/>
                      </a:lnTo>
                      <a:lnTo>
                        <a:pt x="707" y="11"/>
                      </a:lnTo>
                      <a:lnTo>
                        <a:pt x="799" y="16"/>
                      </a:lnTo>
                      <a:lnTo>
                        <a:pt x="887" y="16"/>
                      </a:lnTo>
                      <a:lnTo>
                        <a:pt x="978" y="21"/>
                      </a:lnTo>
                      <a:lnTo>
                        <a:pt x="1066" y="27"/>
                      </a:lnTo>
                      <a:lnTo>
                        <a:pt x="1153" y="32"/>
                      </a:lnTo>
                      <a:lnTo>
                        <a:pt x="1245" y="37"/>
                      </a:lnTo>
                      <a:lnTo>
                        <a:pt x="1263" y="37"/>
                      </a:lnTo>
                      <a:lnTo>
                        <a:pt x="1341" y="48"/>
                      </a:lnTo>
                      <a:lnTo>
                        <a:pt x="1410" y="53"/>
                      </a:lnTo>
                      <a:lnTo>
                        <a:pt x="1470" y="64"/>
                      </a:lnTo>
                      <a:lnTo>
                        <a:pt x="1525" y="69"/>
                      </a:lnTo>
                      <a:lnTo>
                        <a:pt x="1576" y="75"/>
                      </a:lnTo>
                      <a:lnTo>
                        <a:pt x="1617" y="85"/>
                      </a:lnTo>
                      <a:lnTo>
                        <a:pt x="1658" y="91"/>
                      </a:lnTo>
                      <a:lnTo>
                        <a:pt x="1690" y="96"/>
                      </a:lnTo>
                      <a:lnTo>
                        <a:pt x="1723" y="101"/>
                      </a:lnTo>
                      <a:lnTo>
                        <a:pt x="1750" y="107"/>
                      </a:lnTo>
                      <a:lnTo>
                        <a:pt x="1773" y="112"/>
                      </a:lnTo>
                      <a:lnTo>
                        <a:pt x="1796" y="117"/>
                      </a:lnTo>
                      <a:lnTo>
                        <a:pt x="1815" y="123"/>
                      </a:lnTo>
                      <a:lnTo>
                        <a:pt x="1833" y="123"/>
                      </a:lnTo>
                      <a:lnTo>
                        <a:pt x="1856" y="128"/>
                      </a:lnTo>
                      <a:lnTo>
                        <a:pt x="1879" y="133"/>
                      </a:lnTo>
                      <a:lnTo>
                        <a:pt x="1906" y="144"/>
                      </a:lnTo>
                      <a:lnTo>
                        <a:pt x="1939" y="149"/>
                      </a:lnTo>
                      <a:lnTo>
                        <a:pt x="1971" y="160"/>
                      </a:lnTo>
                      <a:lnTo>
                        <a:pt x="2007" y="171"/>
                      </a:lnTo>
                      <a:lnTo>
                        <a:pt x="2053" y="182"/>
                      </a:lnTo>
                      <a:lnTo>
                        <a:pt x="2099" y="198"/>
                      </a:lnTo>
                      <a:lnTo>
                        <a:pt x="2154" y="214"/>
                      </a:lnTo>
                      <a:lnTo>
                        <a:pt x="2219" y="230"/>
                      </a:lnTo>
                      <a:lnTo>
                        <a:pt x="2288" y="256"/>
                      </a:lnTo>
                      <a:lnTo>
                        <a:pt x="2366" y="283"/>
                      </a:lnTo>
                      <a:lnTo>
                        <a:pt x="2398" y="294"/>
                      </a:lnTo>
                      <a:lnTo>
                        <a:pt x="2490" y="326"/>
                      </a:lnTo>
                      <a:lnTo>
                        <a:pt x="2577" y="358"/>
                      </a:lnTo>
                      <a:lnTo>
                        <a:pt x="2664" y="395"/>
                      </a:lnTo>
                      <a:lnTo>
                        <a:pt x="2756" y="433"/>
                      </a:lnTo>
                      <a:lnTo>
                        <a:pt x="2844" y="465"/>
                      </a:lnTo>
                      <a:lnTo>
                        <a:pt x="2935" y="502"/>
                      </a:lnTo>
                      <a:lnTo>
                        <a:pt x="3023" y="539"/>
                      </a:lnTo>
                      <a:lnTo>
                        <a:pt x="3110" y="577"/>
                      </a:lnTo>
                      <a:lnTo>
                        <a:pt x="3202" y="620"/>
                      </a:lnTo>
                      <a:lnTo>
                        <a:pt x="3289" y="657"/>
                      </a:lnTo>
                      <a:lnTo>
                        <a:pt x="3376" y="694"/>
                      </a:lnTo>
                      <a:lnTo>
                        <a:pt x="3468" y="732"/>
                      </a:lnTo>
                      <a:lnTo>
                        <a:pt x="3556" y="775"/>
                      </a:lnTo>
                      <a:lnTo>
                        <a:pt x="3647" y="812"/>
                      </a:lnTo>
                    </a:path>
                  </a:pathLst>
                </a:custGeom>
                <a:noFill/>
                <a:ln w="22225">
                  <a:solidFill>
                    <a:srgbClr val="BFB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2770" name="Group 229">
                  <a:extLst>
                    <a:ext uri="{FF2B5EF4-FFF2-40B4-BE49-F238E27FC236}">
                      <a16:creationId xmlns:a16="http://schemas.microsoft.com/office/drawing/2014/main" id="{EF20A764-72BC-257D-06CF-515237719C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32" y="1512"/>
                  <a:ext cx="3642" cy="963"/>
                  <a:chOff x="1232" y="1512"/>
                  <a:chExt cx="3642" cy="963"/>
                </a:xfrm>
              </p:grpSpPr>
              <p:sp>
                <p:nvSpPr>
                  <p:cNvPr id="112771" name="Line 230">
                    <a:extLst>
                      <a:ext uri="{FF2B5EF4-FFF2-40B4-BE49-F238E27FC236}">
                        <a16:creationId xmlns:a16="http://schemas.microsoft.com/office/drawing/2014/main" id="{2E7F4F3D-E207-0243-5930-B328A2028F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2" y="1513"/>
                    <a:ext cx="1824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FF00F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772" name="Line 231">
                    <a:extLst>
                      <a:ext uri="{FF2B5EF4-FFF2-40B4-BE49-F238E27FC236}">
                        <a16:creationId xmlns:a16="http://schemas.microsoft.com/office/drawing/2014/main" id="{97460E3F-4385-5834-D39A-6712E5A55B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0" y="1512"/>
                    <a:ext cx="1814" cy="963"/>
                  </a:xfrm>
                  <a:prstGeom prst="line">
                    <a:avLst/>
                  </a:prstGeom>
                  <a:noFill/>
                  <a:ln w="22225">
                    <a:solidFill>
                      <a:srgbClr val="FF00F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12751" name="Rectangle 232">
                <a:extLst>
                  <a:ext uri="{FF2B5EF4-FFF2-40B4-BE49-F238E27FC236}">
                    <a16:creationId xmlns:a16="http://schemas.microsoft.com/office/drawing/2014/main" id="{8C18A2B4-7A22-6E33-D4D5-2275311A1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1" y="1056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 0.3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= 0.5</a:t>
                </a:r>
              </a:p>
            </p:txBody>
          </p:sp>
          <p:sp>
            <p:nvSpPr>
              <p:cNvPr id="112752" name="Rectangle 233">
                <a:extLst>
                  <a:ext uri="{FF2B5EF4-FFF2-40B4-BE49-F238E27FC236}">
                    <a16:creationId xmlns:a16="http://schemas.microsoft.com/office/drawing/2014/main" id="{37664BE6-8BC0-B2A7-64B7-B886CD37C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1806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 0.7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= 1.0</a:t>
                </a:r>
              </a:p>
            </p:txBody>
          </p:sp>
          <p:sp>
            <p:nvSpPr>
              <p:cNvPr id="112753" name="Rectangle 234">
                <a:extLst>
                  <a:ext uri="{FF2B5EF4-FFF2-40B4-BE49-F238E27FC236}">
                    <a16:creationId xmlns:a16="http://schemas.microsoft.com/office/drawing/2014/main" id="{99D9C693-5401-B7FB-C785-8AADBC343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3" y="1017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= 0.1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= 0.2</a:t>
                </a:r>
              </a:p>
            </p:txBody>
          </p:sp>
          <p:sp>
            <p:nvSpPr>
              <p:cNvPr id="112754" name="Line 235">
                <a:extLst>
                  <a:ext uri="{FF2B5EF4-FFF2-40B4-BE49-F238E27FC236}">
                    <a16:creationId xmlns:a16="http://schemas.microsoft.com/office/drawing/2014/main" id="{3EBD7E4F-CABB-1357-6D83-30FF0CA0F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4" y="1218"/>
                <a:ext cx="240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5" name="Line 236">
                <a:extLst>
                  <a:ext uri="{FF2B5EF4-FFF2-40B4-BE49-F238E27FC236}">
                    <a16:creationId xmlns:a16="http://schemas.microsoft.com/office/drawing/2014/main" id="{23405977-321E-9CEB-1CCE-DFDDAC1B8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2" y="1392"/>
                <a:ext cx="192" cy="144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6" name="Line 237">
                <a:extLst>
                  <a:ext uri="{FF2B5EF4-FFF2-40B4-BE49-F238E27FC236}">
                    <a16:creationId xmlns:a16="http://schemas.microsoft.com/office/drawing/2014/main" id="{5EACAAC7-5DAC-BD23-0675-E1092B354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0" y="1152"/>
                <a:ext cx="288" cy="48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7" name="Line 238">
                <a:extLst>
                  <a:ext uri="{FF2B5EF4-FFF2-40B4-BE49-F238E27FC236}">
                    <a16:creationId xmlns:a16="http://schemas.microsoft.com/office/drawing/2014/main" id="{3816F6EB-6747-B73B-7B13-24EDE3090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9" y="1266"/>
                <a:ext cx="288" cy="48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8" name="Line 239">
                <a:extLst>
                  <a:ext uri="{FF2B5EF4-FFF2-40B4-BE49-F238E27FC236}">
                    <a16:creationId xmlns:a16="http://schemas.microsoft.com/office/drawing/2014/main" id="{0A362C7D-1FFE-2AC4-CDC7-3292C05F3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1680"/>
                <a:ext cx="240" cy="192"/>
              </a:xfrm>
              <a:prstGeom prst="line">
                <a:avLst/>
              </a:prstGeom>
              <a:noFill/>
              <a:ln w="19050">
                <a:solidFill>
                  <a:srgbClr val="9900CC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9" name="Line 240">
                <a:extLst>
                  <a:ext uri="{FF2B5EF4-FFF2-40B4-BE49-F238E27FC236}">
                    <a16:creationId xmlns:a16="http://schemas.microsoft.com/office/drawing/2014/main" id="{8A6C9687-D7E5-8BCC-C24C-7678F6D3F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1776"/>
                <a:ext cx="336" cy="288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60" name="Line 241">
                <a:extLst>
                  <a:ext uri="{FF2B5EF4-FFF2-40B4-BE49-F238E27FC236}">
                    <a16:creationId xmlns:a16="http://schemas.microsoft.com/office/drawing/2014/main" id="{7732B69E-A032-C840-D8A1-506DBC9C4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761" name="Group 242">
                <a:extLst>
                  <a:ext uri="{FF2B5EF4-FFF2-40B4-BE49-F238E27FC236}">
                    <a16:creationId xmlns:a16="http://schemas.microsoft.com/office/drawing/2014/main" id="{8C1D2BF1-16C6-7F42-AB83-D8392EBD7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2" y="1504"/>
                <a:ext cx="1056" cy="432"/>
                <a:chOff x="1920" y="1440"/>
                <a:chExt cx="1056" cy="432"/>
              </a:xfrm>
            </p:grpSpPr>
            <p:sp>
              <p:nvSpPr>
                <p:cNvPr id="112762" name="Text Box 243">
                  <a:extLst>
                    <a:ext uri="{FF2B5EF4-FFF2-40B4-BE49-F238E27FC236}">
                      <a16:creationId xmlns:a16="http://schemas.microsoft.com/office/drawing/2014/main" id="{CDA4BA7C-5D87-AC2C-8377-FC4C1CE0F6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0" y="1584"/>
                  <a:ext cx="692" cy="2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solidFill>
                        <a:srgbClr val="FF00FF"/>
                      </a:solidFill>
                      <a:latin typeface="Times New Roman" panose="02020603050405020304" pitchFamily="18" charset="0"/>
                    </a:rPr>
                    <a:t>渐近线</a:t>
                  </a:r>
                </a:p>
              </p:txBody>
            </p:sp>
            <p:sp>
              <p:nvSpPr>
                <p:cNvPr id="112763" name="Line 244">
                  <a:extLst>
                    <a:ext uri="{FF2B5EF4-FFF2-40B4-BE49-F238E27FC236}">
                      <a16:creationId xmlns:a16="http://schemas.microsoft.com/office/drawing/2014/main" id="{A90A8A65-2655-8DF8-81C7-2D75B2173E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4" y="1440"/>
                  <a:ext cx="432" cy="288"/>
                </a:xfrm>
                <a:prstGeom prst="line">
                  <a:avLst/>
                </a:prstGeom>
                <a:noFill/>
                <a:ln w="22225">
                  <a:solidFill>
                    <a:srgbClr val="FF00FF"/>
                  </a:solidFill>
                  <a:miter lim="800000"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2645" name="Rectangle 245">
              <a:extLst>
                <a:ext uri="{FF2B5EF4-FFF2-40B4-BE49-F238E27FC236}">
                  <a16:creationId xmlns:a16="http://schemas.microsoft.com/office/drawing/2014/main" id="{EA664CDA-4260-B604-EC3E-DF2245CA3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768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>
            <a:extLst>
              <a:ext uri="{FF2B5EF4-FFF2-40B4-BE49-F238E27FC236}">
                <a16:creationId xmlns:a16="http://schemas.microsoft.com/office/drawing/2014/main" id="{879A076D-B8D5-EA3B-753F-783DFA28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288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渐近线误差分析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2404" name="Object 4">
            <a:extLst>
              <a:ext uri="{FF2B5EF4-FFF2-40B4-BE49-F238E27FC236}">
                <a16:creationId xmlns:a16="http://schemas.microsoft.com/office/drawing/2014/main" id="{FB80B24C-5AB5-AEA4-B964-F2F610AAA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722563"/>
          <a:ext cx="7900988" cy="261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29100" imgH="1397000" progId="Equation.3">
                  <p:embed/>
                </p:oleObj>
              </mc:Choice>
              <mc:Fallback>
                <p:oleObj r:id="rId3" imgW="4229100" imgH="1397000" progId="Equation.3">
                  <p:embed/>
                  <p:pic>
                    <p:nvPicPr>
                      <p:cNvPr id="102404" name="Object 4">
                        <a:extLst>
                          <a:ext uri="{FF2B5EF4-FFF2-40B4-BE49-F238E27FC236}">
                            <a16:creationId xmlns:a16="http://schemas.microsoft.com/office/drawing/2014/main" id="{FB80B24C-5AB5-AEA4-B964-F2F610AAA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22563"/>
                        <a:ext cx="7900988" cy="261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8" name="Group 2">
            <a:extLst>
              <a:ext uri="{FF2B5EF4-FFF2-40B4-BE49-F238E27FC236}">
                <a16:creationId xmlns:a16="http://schemas.microsoft.com/office/drawing/2014/main" id="{D53FFD15-3B17-6E19-82A2-6323FEED50BB}"/>
              </a:ext>
            </a:extLst>
          </p:cNvPr>
          <p:cNvGrpSpPr>
            <a:grpSpLocks/>
          </p:cNvGrpSpPr>
          <p:nvPr/>
        </p:nvGrpSpPr>
        <p:grpSpPr bwMode="auto">
          <a:xfrm>
            <a:off x="1604963" y="1562100"/>
            <a:ext cx="6096000" cy="4800600"/>
            <a:chOff x="864" y="1152"/>
            <a:chExt cx="3840" cy="3024"/>
          </a:xfrm>
        </p:grpSpPr>
        <p:sp>
          <p:nvSpPr>
            <p:cNvPr id="116739" name="Rectangle 3">
              <a:extLst>
                <a:ext uri="{FF2B5EF4-FFF2-40B4-BE49-F238E27FC236}">
                  <a16:creationId xmlns:a16="http://schemas.microsoft.com/office/drawing/2014/main" id="{F5911EE1-4072-DDAC-9D61-CF06EE595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16740" name="Rectangle 4">
              <a:extLst>
                <a:ext uri="{FF2B5EF4-FFF2-40B4-BE49-F238E27FC236}">
                  <a16:creationId xmlns:a16="http://schemas.microsoft.com/office/drawing/2014/main" id="{63724691-B656-0E73-ED67-4F8D7EE38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16741" name="Freeform 5">
              <a:extLst>
                <a:ext uri="{FF2B5EF4-FFF2-40B4-BE49-F238E27FC236}">
                  <a16:creationId xmlns:a16="http://schemas.microsoft.com/office/drawing/2014/main" id="{98E579F3-4E02-DC09-FDA7-6B099E656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2" name="Freeform 6">
              <a:extLst>
                <a:ext uri="{FF2B5EF4-FFF2-40B4-BE49-F238E27FC236}">
                  <a16:creationId xmlns:a16="http://schemas.microsoft.com/office/drawing/2014/main" id="{78EF5B97-3C0E-EFF4-65DE-BAD1E972E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5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3" name="Freeform 7">
              <a:extLst>
                <a:ext uri="{FF2B5EF4-FFF2-40B4-BE49-F238E27FC236}">
                  <a16:creationId xmlns:a16="http://schemas.microsoft.com/office/drawing/2014/main" id="{0C2A1C1A-69ED-0E08-4D3B-A2094F95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57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4" name="Freeform 8">
              <a:extLst>
                <a:ext uri="{FF2B5EF4-FFF2-40B4-BE49-F238E27FC236}">
                  <a16:creationId xmlns:a16="http://schemas.microsoft.com/office/drawing/2014/main" id="{89662341-7EBC-9153-C850-FC13EF924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39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5" name="Freeform 9">
              <a:extLst>
                <a:ext uri="{FF2B5EF4-FFF2-40B4-BE49-F238E27FC236}">
                  <a16:creationId xmlns:a16="http://schemas.microsoft.com/office/drawing/2014/main" id="{76E67113-96D5-E97E-D56B-49B818322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218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6" name="Freeform 10">
              <a:extLst>
                <a:ext uri="{FF2B5EF4-FFF2-40B4-BE49-F238E27FC236}">
                  <a16:creationId xmlns:a16="http://schemas.microsoft.com/office/drawing/2014/main" id="{48044217-2AD3-63E8-3541-1E909E64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038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7" name="Freeform 11">
              <a:extLst>
                <a:ext uri="{FF2B5EF4-FFF2-40B4-BE49-F238E27FC236}">
                  <a16:creationId xmlns:a16="http://schemas.microsoft.com/office/drawing/2014/main" id="{CCFC443D-DBE1-BE29-0255-9FB39D5AE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859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8" name="Freeform 12">
              <a:extLst>
                <a:ext uri="{FF2B5EF4-FFF2-40B4-BE49-F238E27FC236}">
                  <a16:creationId xmlns:a16="http://schemas.microsoft.com/office/drawing/2014/main" id="{4AA2FD11-0557-A5F0-93A6-13CFCE754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679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9" name="Freeform 13">
              <a:extLst>
                <a:ext uri="{FF2B5EF4-FFF2-40B4-BE49-F238E27FC236}">
                  <a16:creationId xmlns:a16="http://schemas.microsoft.com/office/drawing/2014/main" id="{FC1EDC94-AEA2-8ACD-E810-FE4C8C178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500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0" name="Freeform 14">
              <a:extLst>
                <a:ext uri="{FF2B5EF4-FFF2-40B4-BE49-F238E27FC236}">
                  <a16:creationId xmlns:a16="http://schemas.microsoft.com/office/drawing/2014/main" id="{39E16FAE-4BE1-2A33-BB21-86447A722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320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1" name="Freeform 15">
              <a:extLst>
                <a:ext uri="{FF2B5EF4-FFF2-40B4-BE49-F238E27FC236}">
                  <a16:creationId xmlns:a16="http://schemas.microsoft.com/office/drawing/2014/main" id="{760BE5DD-713D-DB0A-96FE-061BCBC4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134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2" name="Freeform 16">
              <a:extLst>
                <a:ext uri="{FF2B5EF4-FFF2-40B4-BE49-F238E27FC236}">
                  <a16:creationId xmlns:a16="http://schemas.microsoft.com/office/drawing/2014/main" id="{17A808BE-9346-36C7-BC72-819FDFE3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961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3" name="Freeform 17">
              <a:extLst>
                <a:ext uri="{FF2B5EF4-FFF2-40B4-BE49-F238E27FC236}">
                  <a16:creationId xmlns:a16="http://schemas.microsoft.com/office/drawing/2014/main" id="{52EB61FA-D62B-1065-FE0F-47F51BB0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781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4" name="Freeform 18">
              <a:extLst>
                <a:ext uri="{FF2B5EF4-FFF2-40B4-BE49-F238E27FC236}">
                  <a16:creationId xmlns:a16="http://schemas.microsoft.com/office/drawing/2014/main" id="{9376D7E0-78EA-F14E-3829-93100CB77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602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5" name="Freeform 19">
              <a:extLst>
                <a:ext uri="{FF2B5EF4-FFF2-40B4-BE49-F238E27FC236}">
                  <a16:creationId xmlns:a16="http://schemas.microsoft.com/office/drawing/2014/main" id="{18E92F7A-1BC9-7378-E554-C3A2BCA56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422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6" name="Freeform 20">
              <a:extLst>
                <a:ext uri="{FF2B5EF4-FFF2-40B4-BE49-F238E27FC236}">
                  <a16:creationId xmlns:a16="http://schemas.microsoft.com/office/drawing/2014/main" id="{C97E373F-142F-DADB-969D-C635A2451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7" name="Line 21">
              <a:extLst>
                <a:ext uri="{FF2B5EF4-FFF2-40B4-BE49-F238E27FC236}">
                  <a16:creationId xmlns:a16="http://schemas.microsoft.com/office/drawing/2014/main" id="{8021FA86-689B-B032-67C4-F69B564B2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1243"/>
              <a:ext cx="32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8" name="Freeform 22">
              <a:extLst>
                <a:ext uri="{FF2B5EF4-FFF2-40B4-BE49-F238E27FC236}">
                  <a16:creationId xmlns:a16="http://schemas.microsoft.com/office/drawing/2014/main" id="{5CEBEE94-28A9-6EBB-6825-5A7C9F92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custGeom>
              <a:avLst/>
              <a:gdLst>
                <a:gd name="T0" fmla="*/ 0 w 476"/>
                <a:gd name="T1" fmla="*/ 119919 h 364"/>
                <a:gd name="T2" fmla="*/ 156740 w 476"/>
                <a:gd name="T3" fmla="*/ 119919 h 364"/>
                <a:gd name="T4" fmla="*/ 156740 w 476"/>
                <a:gd name="T5" fmla="*/ 0 h 3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" h="364">
                  <a:moveTo>
                    <a:pt x="0" y="364"/>
                  </a:moveTo>
                  <a:lnTo>
                    <a:pt x="476" y="364"/>
                  </a:ln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9" name="Line 23">
              <a:extLst>
                <a:ext uri="{FF2B5EF4-FFF2-40B4-BE49-F238E27FC236}">
                  <a16:creationId xmlns:a16="http://schemas.microsoft.com/office/drawing/2014/main" id="{27867583-9FEF-694D-1F2B-5B423A117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757"/>
              <a:ext cx="32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0" name="Line 24">
              <a:extLst>
                <a:ext uri="{FF2B5EF4-FFF2-40B4-BE49-F238E27FC236}">
                  <a16:creationId xmlns:a16="http://schemas.microsoft.com/office/drawing/2014/main" id="{41328CF0-C56F-A40D-8C04-F57EE3862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1" name="Line 25">
              <a:extLst>
                <a:ext uri="{FF2B5EF4-FFF2-40B4-BE49-F238E27FC236}">
                  <a16:creationId xmlns:a16="http://schemas.microsoft.com/office/drawing/2014/main" id="{E1B9C3B5-8F12-62B8-021E-7592B4E06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2" name="Freeform 26">
              <a:extLst>
                <a:ext uri="{FF2B5EF4-FFF2-40B4-BE49-F238E27FC236}">
                  <a16:creationId xmlns:a16="http://schemas.microsoft.com/office/drawing/2014/main" id="{DEB9FD4F-A140-D747-12A3-59E1384E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3" name="Line 27">
              <a:extLst>
                <a:ext uri="{FF2B5EF4-FFF2-40B4-BE49-F238E27FC236}">
                  <a16:creationId xmlns:a16="http://schemas.microsoft.com/office/drawing/2014/main" id="{1762E990-BFF4-C81A-4803-4EA170646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4" name="Line 28">
              <a:extLst>
                <a:ext uri="{FF2B5EF4-FFF2-40B4-BE49-F238E27FC236}">
                  <a16:creationId xmlns:a16="http://schemas.microsoft.com/office/drawing/2014/main" id="{6D5717E2-4F67-5F75-0D7F-F36250BCD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5" name="Freeform 29">
              <a:extLst>
                <a:ext uri="{FF2B5EF4-FFF2-40B4-BE49-F238E27FC236}">
                  <a16:creationId xmlns:a16="http://schemas.microsoft.com/office/drawing/2014/main" id="{7AB508D4-7E76-14A1-0B16-3024742F9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6" name="Line 30">
              <a:extLst>
                <a:ext uri="{FF2B5EF4-FFF2-40B4-BE49-F238E27FC236}">
                  <a16:creationId xmlns:a16="http://schemas.microsoft.com/office/drawing/2014/main" id="{4FF405D2-667F-D53F-2590-519D97218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7" name="Line 31">
              <a:extLst>
                <a:ext uri="{FF2B5EF4-FFF2-40B4-BE49-F238E27FC236}">
                  <a16:creationId xmlns:a16="http://schemas.microsoft.com/office/drawing/2014/main" id="{D7CA7CC5-0039-A4F4-5862-4B1562960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8" name="Freeform 32">
              <a:extLst>
                <a:ext uri="{FF2B5EF4-FFF2-40B4-BE49-F238E27FC236}">
                  <a16:creationId xmlns:a16="http://schemas.microsoft.com/office/drawing/2014/main" id="{8D083ADC-D741-582C-D031-08EB028A5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9" name="Line 33">
              <a:extLst>
                <a:ext uri="{FF2B5EF4-FFF2-40B4-BE49-F238E27FC236}">
                  <a16:creationId xmlns:a16="http://schemas.microsoft.com/office/drawing/2014/main" id="{F201D210-C372-6F1D-05BC-B0C15A054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9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0" name="Line 34">
              <a:extLst>
                <a:ext uri="{FF2B5EF4-FFF2-40B4-BE49-F238E27FC236}">
                  <a16:creationId xmlns:a16="http://schemas.microsoft.com/office/drawing/2014/main" id="{8E5D9226-5277-2554-AEAD-9C377BD56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1" name="Freeform 35">
              <a:extLst>
                <a:ext uri="{FF2B5EF4-FFF2-40B4-BE49-F238E27FC236}">
                  <a16:creationId xmlns:a16="http://schemas.microsoft.com/office/drawing/2014/main" id="{EF0E35C3-2114-4D5C-E07E-E71F28FAC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2" name="Line 36">
              <a:extLst>
                <a:ext uri="{FF2B5EF4-FFF2-40B4-BE49-F238E27FC236}">
                  <a16:creationId xmlns:a16="http://schemas.microsoft.com/office/drawing/2014/main" id="{0B19D72E-7B44-6BFF-3FD7-E9CD70A086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3" name="Line 37">
              <a:extLst>
                <a:ext uri="{FF2B5EF4-FFF2-40B4-BE49-F238E27FC236}">
                  <a16:creationId xmlns:a16="http://schemas.microsoft.com/office/drawing/2014/main" id="{61FA8CC7-3DC4-15D9-033F-191BF54B1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4" name="Freeform 38">
              <a:extLst>
                <a:ext uri="{FF2B5EF4-FFF2-40B4-BE49-F238E27FC236}">
                  <a16:creationId xmlns:a16="http://schemas.microsoft.com/office/drawing/2014/main" id="{953E4954-BBB3-C64E-4020-6496A4D7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5" name="Line 39">
              <a:extLst>
                <a:ext uri="{FF2B5EF4-FFF2-40B4-BE49-F238E27FC236}">
                  <a16:creationId xmlns:a16="http://schemas.microsoft.com/office/drawing/2014/main" id="{7FE5CEAD-D137-3FD6-5B9E-93121390F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6" name="Line 40">
              <a:extLst>
                <a:ext uri="{FF2B5EF4-FFF2-40B4-BE49-F238E27FC236}">
                  <a16:creationId xmlns:a16="http://schemas.microsoft.com/office/drawing/2014/main" id="{2C70A8B3-5247-4387-1C6C-25E2C935F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7" name="Freeform 41">
              <a:extLst>
                <a:ext uri="{FF2B5EF4-FFF2-40B4-BE49-F238E27FC236}">
                  <a16:creationId xmlns:a16="http://schemas.microsoft.com/office/drawing/2014/main" id="{91C51034-EED4-D95F-C207-0D2E02FE9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8" name="Line 42">
              <a:extLst>
                <a:ext uri="{FF2B5EF4-FFF2-40B4-BE49-F238E27FC236}">
                  <a16:creationId xmlns:a16="http://schemas.microsoft.com/office/drawing/2014/main" id="{9823F456-DAB6-9BFA-8BE1-B52978968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9" name="Line 43">
              <a:extLst>
                <a:ext uri="{FF2B5EF4-FFF2-40B4-BE49-F238E27FC236}">
                  <a16:creationId xmlns:a16="http://schemas.microsoft.com/office/drawing/2014/main" id="{AF4B127C-A25E-B676-17BD-AF1A0E081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0" name="Freeform 44">
              <a:extLst>
                <a:ext uri="{FF2B5EF4-FFF2-40B4-BE49-F238E27FC236}">
                  <a16:creationId xmlns:a16="http://schemas.microsoft.com/office/drawing/2014/main" id="{97161947-F4C9-BA99-AFC6-3C9B3C1BE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1" name="Line 45">
              <a:extLst>
                <a:ext uri="{FF2B5EF4-FFF2-40B4-BE49-F238E27FC236}">
                  <a16:creationId xmlns:a16="http://schemas.microsoft.com/office/drawing/2014/main" id="{BC443668-FB4D-A668-9C6B-757C5E219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2" name="Line 46">
              <a:extLst>
                <a:ext uri="{FF2B5EF4-FFF2-40B4-BE49-F238E27FC236}">
                  <a16:creationId xmlns:a16="http://schemas.microsoft.com/office/drawing/2014/main" id="{E4305437-3D92-4B10-E971-ABC1D55BB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3" name="Freeform 47">
              <a:extLst>
                <a:ext uri="{FF2B5EF4-FFF2-40B4-BE49-F238E27FC236}">
                  <a16:creationId xmlns:a16="http://schemas.microsoft.com/office/drawing/2014/main" id="{1E8DBBA7-0233-B32E-F98D-AB2107C9C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4" name="Line 48">
              <a:extLst>
                <a:ext uri="{FF2B5EF4-FFF2-40B4-BE49-F238E27FC236}">
                  <a16:creationId xmlns:a16="http://schemas.microsoft.com/office/drawing/2014/main" id="{237C1C52-0311-86D1-B5EB-DA25FEFE4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5" name="Line 49">
              <a:extLst>
                <a:ext uri="{FF2B5EF4-FFF2-40B4-BE49-F238E27FC236}">
                  <a16:creationId xmlns:a16="http://schemas.microsoft.com/office/drawing/2014/main" id="{B3F0D265-F617-94CC-47EB-AD101FC05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6" name="Freeform 50">
              <a:extLst>
                <a:ext uri="{FF2B5EF4-FFF2-40B4-BE49-F238E27FC236}">
                  <a16:creationId xmlns:a16="http://schemas.microsoft.com/office/drawing/2014/main" id="{220144FF-7C28-E9B7-0470-F3FCD933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7" name="Line 51">
              <a:extLst>
                <a:ext uri="{FF2B5EF4-FFF2-40B4-BE49-F238E27FC236}">
                  <a16:creationId xmlns:a16="http://schemas.microsoft.com/office/drawing/2014/main" id="{83E8FE91-1803-5FB5-6C09-65219C5F7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722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8" name="Line 52">
              <a:extLst>
                <a:ext uri="{FF2B5EF4-FFF2-40B4-BE49-F238E27FC236}">
                  <a16:creationId xmlns:a16="http://schemas.microsoft.com/office/drawing/2014/main" id="{9295469B-1E76-EAB1-F9D1-DD171F172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43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9" name="Line 53">
              <a:extLst>
                <a:ext uri="{FF2B5EF4-FFF2-40B4-BE49-F238E27FC236}">
                  <a16:creationId xmlns:a16="http://schemas.microsoft.com/office/drawing/2014/main" id="{8041FB65-2427-D736-0805-A4B93CB54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0" name="Line 54">
              <a:extLst>
                <a:ext uri="{FF2B5EF4-FFF2-40B4-BE49-F238E27FC236}">
                  <a16:creationId xmlns:a16="http://schemas.microsoft.com/office/drawing/2014/main" id="{B5B1757D-AF2B-04A8-9B0A-BB130FABB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1" name="Freeform 55">
              <a:extLst>
                <a:ext uri="{FF2B5EF4-FFF2-40B4-BE49-F238E27FC236}">
                  <a16:creationId xmlns:a16="http://schemas.microsoft.com/office/drawing/2014/main" id="{EC952345-7492-6B6B-912A-8095E096C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2" name="Line 56">
              <a:extLst>
                <a:ext uri="{FF2B5EF4-FFF2-40B4-BE49-F238E27FC236}">
                  <a16:creationId xmlns:a16="http://schemas.microsoft.com/office/drawing/2014/main" id="{FF68BABE-43A1-DD67-AFDC-21C8BD0B0B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3" name="Line 57">
              <a:extLst>
                <a:ext uri="{FF2B5EF4-FFF2-40B4-BE49-F238E27FC236}">
                  <a16:creationId xmlns:a16="http://schemas.microsoft.com/office/drawing/2014/main" id="{EEDB6639-2CF1-82DC-6EF8-58A0B3F38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4" name="Freeform 58">
              <a:extLst>
                <a:ext uri="{FF2B5EF4-FFF2-40B4-BE49-F238E27FC236}">
                  <a16:creationId xmlns:a16="http://schemas.microsoft.com/office/drawing/2014/main" id="{65BFE204-4619-46CC-346C-C23C73125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5" name="Line 59">
              <a:extLst>
                <a:ext uri="{FF2B5EF4-FFF2-40B4-BE49-F238E27FC236}">
                  <a16:creationId xmlns:a16="http://schemas.microsoft.com/office/drawing/2014/main" id="{2FEAC1BB-7AAE-2EBC-9F59-F95532CE5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6" name="Line 60">
              <a:extLst>
                <a:ext uri="{FF2B5EF4-FFF2-40B4-BE49-F238E27FC236}">
                  <a16:creationId xmlns:a16="http://schemas.microsoft.com/office/drawing/2014/main" id="{77C8F82E-14F5-8784-9160-AA70199CD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7" name="Freeform 61">
              <a:extLst>
                <a:ext uri="{FF2B5EF4-FFF2-40B4-BE49-F238E27FC236}">
                  <a16:creationId xmlns:a16="http://schemas.microsoft.com/office/drawing/2014/main" id="{2626F0C7-51CC-495A-32A6-CD7D56BD4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8" name="Line 62">
              <a:extLst>
                <a:ext uri="{FF2B5EF4-FFF2-40B4-BE49-F238E27FC236}">
                  <a16:creationId xmlns:a16="http://schemas.microsoft.com/office/drawing/2014/main" id="{4F38FFC0-AAAA-CF3B-7A73-320AFF084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2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9" name="Line 63">
              <a:extLst>
                <a:ext uri="{FF2B5EF4-FFF2-40B4-BE49-F238E27FC236}">
                  <a16:creationId xmlns:a16="http://schemas.microsoft.com/office/drawing/2014/main" id="{C975CF96-B5CF-D6E8-AF5C-5FC8B9C53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0" name="Freeform 64">
              <a:extLst>
                <a:ext uri="{FF2B5EF4-FFF2-40B4-BE49-F238E27FC236}">
                  <a16:creationId xmlns:a16="http://schemas.microsoft.com/office/drawing/2014/main" id="{E22DA9A9-15B5-3658-2FD0-2B508886F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1" name="Line 65">
              <a:extLst>
                <a:ext uri="{FF2B5EF4-FFF2-40B4-BE49-F238E27FC236}">
                  <a16:creationId xmlns:a16="http://schemas.microsoft.com/office/drawing/2014/main" id="{D545B653-281A-901E-5F77-A034CE91C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2" name="Line 66">
              <a:extLst>
                <a:ext uri="{FF2B5EF4-FFF2-40B4-BE49-F238E27FC236}">
                  <a16:creationId xmlns:a16="http://schemas.microsoft.com/office/drawing/2014/main" id="{5F27A99D-DA1E-51A1-275E-FCDB384CD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3" name="Freeform 67">
              <a:extLst>
                <a:ext uri="{FF2B5EF4-FFF2-40B4-BE49-F238E27FC236}">
                  <a16:creationId xmlns:a16="http://schemas.microsoft.com/office/drawing/2014/main" id="{B934D79B-1D27-B065-F014-642ED4BC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4" name="Line 68">
              <a:extLst>
                <a:ext uri="{FF2B5EF4-FFF2-40B4-BE49-F238E27FC236}">
                  <a16:creationId xmlns:a16="http://schemas.microsoft.com/office/drawing/2014/main" id="{DF2D09AA-A6AD-CFFE-E2A5-755DF16B9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5" name="Line 69">
              <a:extLst>
                <a:ext uri="{FF2B5EF4-FFF2-40B4-BE49-F238E27FC236}">
                  <a16:creationId xmlns:a16="http://schemas.microsoft.com/office/drawing/2014/main" id="{78E0544B-C172-6947-EA54-E39552645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6" name="Freeform 70">
              <a:extLst>
                <a:ext uri="{FF2B5EF4-FFF2-40B4-BE49-F238E27FC236}">
                  <a16:creationId xmlns:a16="http://schemas.microsoft.com/office/drawing/2014/main" id="{F6E9B06E-18C5-769B-B3E1-827005FE4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7" name="Line 71">
              <a:extLst>
                <a:ext uri="{FF2B5EF4-FFF2-40B4-BE49-F238E27FC236}">
                  <a16:creationId xmlns:a16="http://schemas.microsoft.com/office/drawing/2014/main" id="{3BE2D57B-52BD-900D-3A56-BA157D8BA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8" name="Line 72">
              <a:extLst>
                <a:ext uri="{FF2B5EF4-FFF2-40B4-BE49-F238E27FC236}">
                  <a16:creationId xmlns:a16="http://schemas.microsoft.com/office/drawing/2014/main" id="{06219434-0BF4-334F-8320-D74F29DF1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9" name="Freeform 73">
              <a:extLst>
                <a:ext uri="{FF2B5EF4-FFF2-40B4-BE49-F238E27FC236}">
                  <a16:creationId xmlns:a16="http://schemas.microsoft.com/office/drawing/2014/main" id="{32D0E4A3-A144-C0F1-6D71-F64DC6FD5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0" name="Line 74">
              <a:extLst>
                <a:ext uri="{FF2B5EF4-FFF2-40B4-BE49-F238E27FC236}">
                  <a16:creationId xmlns:a16="http://schemas.microsoft.com/office/drawing/2014/main" id="{7FD02201-C048-416F-DCC8-D73E5BDEC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1" name="Line 75">
              <a:extLst>
                <a:ext uri="{FF2B5EF4-FFF2-40B4-BE49-F238E27FC236}">
                  <a16:creationId xmlns:a16="http://schemas.microsoft.com/office/drawing/2014/main" id="{456098D5-DC8E-2F1F-27AF-7701342D6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2" name="Freeform 76">
              <a:extLst>
                <a:ext uri="{FF2B5EF4-FFF2-40B4-BE49-F238E27FC236}">
                  <a16:creationId xmlns:a16="http://schemas.microsoft.com/office/drawing/2014/main" id="{BC297A94-B02E-E814-9118-3E0F74BD6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3" name="Rectangle 77">
              <a:extLst>
                <a:ext uri="{FF2B5EF4-FFF2-40B4-BE49-F238E27FC236}">
                  <a16:creationId xmlns:a16="http://schemas.microsoft.com/office/drawing/2014/main" id="{DDE8E660-4DE4-A9E3-6ACC-6B2B53C84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3648"/>
              <a:ext cx="1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4" name="Rectangle 78">
              <a:extLst>
                <a:ext uri="{FF2B5EF4-FFF2-40B4-BE49-F238E27FC236}">
                  <a16:creationId xmlns:a16="http://schemas.microsoft.com/office/drawing/2014/main" id="{B00079AC-6063-F300-BB98-27E86C7C9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3306"/>
              <a:ext cx="1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5" name="Rectangle 79">
              <a:extLst>
                <a:ext uri="{FF2B5EF4-FFF2-40B4-BE49-F238E27FC236}">
                  <a16:creationId xmlns:a16="http://schemas.microsoft.com/office/drawing/2014/main" id="{A301D1D0-5447-1F3C-C716-E807F364A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94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6" name="Rectangle 80">
              <a:extLst>
                <a:ext uri="{FF2B5EF4-FFF2-40B4-BE49-F238E27FC236}">
                  <a16:creationId xmlns:a16="http://schemas.microsoft.com/office/drawing/2014/main" id="{137124DB-C4FD-8656-018A-EC2258D0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58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7" name="Rectangle 81">
              <a:extLst>
                <a:ext uri="{FF2B5EF4-FFF2-40B4-BE49-F238E27FC236}">
                  <a16:creationId xmlns:a16="http://schemas.microsoft.com/office/drawing/2014/main" id="{7CEDE9A1-AE40-1147-2843-991E7234E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22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8" name="Rectangle 82">
              <a:extLst>
                <a:ext uri="{FF2B5EF4-FFF2-40B4-BE49-F238E27FC236}">
                  <a16:creationId xmlns:a16="http://schemas.microsoft.com/office/drawing/2014/main" id="{1568DCAE-2430-9CBE-86DB-363898A1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70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9" name="Rectangle 83">
              <a:extLst>
                <a:ext uri="{FF2B5EF4-FFF2-40B4-BE49-F238E27FC236}">
                  <a16:creationId xmlns:a16="http://schemas.microsoft.com/office/drawing/2014/main" id="{EC6DEA9B-440D-A943-30CB-17E85E09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11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0" name="Rectangle 84">
              <a:extLst>
                <a:ext uri="{FF2B5EF4-FFF2-40B4-BE49-F238E27FC236}">
                  <a16:creationId xmlns:a16="http://schemas.microsoft.com/office/drawing/2014/main" id="{C390E5E7-5AFB-603E-D208-549A2C97A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52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1" name="Line 85">
              <a:extLst>
                <a:ext uri="{FF2B5EF4-FFF2-40B4-BE49-F238E27FC236}">
                  <a16:creationId xmlns:a16="http://schemas.microsoft.com/office/drawing/2014/main" id="{5B2FE905-739A-DA55-216D-FC83C29AF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1243"/>
              <a:ext cx="328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2" name="Freeform 86">
              <a:extLst>
                <a:ext uri="{FF2B5EF4-FFF2-40B4-BE49-F238E27FC236}">
                  <a16:creationId xmlns:a16="http://schemas.microsoft.com/office/drawing/2014/main" id="{3467F821-1F95-4C64-FCB3-AF54099A8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custGeom>
              <a:avLst/>
              <a:gdLst>
                <a:gd name="T0" fmla="*/ 0 w 476"/>
                <a:gd name="T1" fmla="*/ 119919 h 364"/>
                <a:gd name="T2" fmla="*/ 156740 w 476"/>
                <a:gd name="T3" fmla="*/ 119919 h 364"/>
                <a:gd name="T4" fmla="*/ 156740 w 476"/>
                <a:gd name="T5" fmla="*/ 0 h 3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" h="364">
                  <a:moveTo>
                    <a:pt x="0" y="364"/>
                  </a:moveTo>
                  <a:lnTo>
                    <a:pt x="476" y="364"/>
                  </a:lnTo>
                  <a:lnTo>
                    <a:pt x="47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3" name="Line 87">
              <a:extLst>
                <a:ext uri="{FF2B5EF4-FFF2-40B4-BE49-F238E27FC236}">
                  <a16:creationId xmlns:a16="http://schemas.microsoft.com/office/drawing/2014/main" id="{B517F01C-ED27-9D69-8659-45F659640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1243"/>
              <a:ext cx="1" cy="251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4" name="Rectangle 88">
              <a:extLst>
                <a:ext uri="{FF2B5EF4-FFF2-40B4-BE49-F238E27FC236}">
                  <a16:creationId xmlns:a16="http://schemas.microsoft.com/office/drawing/2014/main" id="{9BC26A11-9EF0-C8EB-C33D-2F8C6D6D0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792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5" name="Rectangle 89">
              <a:extLst>
                <a:ext uri="{FF2B5EF4-FFF2-40B4-BE49-F238E27FC236}">
                  <a16:creationId xmlns:a16="http://schemas.microsoft.com/office/drawing/2014/main" id="{E9CE0FB6-363C-FBEF-91DC-E6EF02B2A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79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6" name="Rectangle 90">
              <a:extLst>
                <a:ext uri="{FF2B5EF4-FFF2-40B4-BE49-F238E27FC236}">
                  <a16:creationId xmlns:a16="http://schemas.microsoft.com/office/drawing/2014/main" id="{55A97AB8-587A-26E2-1D28-0DFD432E9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377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7" name="Rectangle 91">
              <a:extLst>
                <a:ext uri="{FF2B5EF4-FFF2-40B4-BE49-F238E27FC236}">
                  <a16:creationId xmlns:a16="http://schemas.microsoft.com/office/drawing/2014/main" id="{F0BC14CB-7E5B-FC76-B2A7-6B117AE7F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08"/>
              <a:ext cx="645" cy="8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0.05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0.10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0.15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0.20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0.25</a:t>
              </a:r>
            </a:p>
          </p:txBody>
        </p:sp>
        <p:sp>
          <p:nvSpPr>
            <p:cNvPr id="116828" name="Rectangle 92">
              <a:extLst>
                <a:ext uri="{FF2B5EF4-FFF2-40B4-BE49-F238E27FC236}">
                  <a16:creationId xmlns:a16="http://schemas.microsoft.com/office/drawing/2014/main" id="{6884629E-B9C0-9864-6390-4FD3CC40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64"/>
              <a:ext cx="64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0.30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= 0.35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0.40</a:t>
              </a:r>
            </a:p>
          </p:txBody>
        </p:sp>
        <p:sp>
          <p:nvSpPr>
            <p:cNvPr id="116829" name="Rectangle 93">
              <a:extLst>
                <a:ext uri="{FF2B5EF4-FFF2-40B4-BE49-F238E27FC236}">
                  <a16:creationId xmlns:a16="http://schemas.microsoft.com/office/drawing/2014/main" id="{D06931BE-7241-9F6E-C5BA-1BEC9031E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68"/>
              <a:ext cx="64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0.80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0.90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= 1.00</a:t>
              </a:r>
            </a:p>
          </p:txBody>
        </p:sp>
        <p:sp>
          <p:nvSpPr>
            <p:cNvPr id="116830" name="Line 94">
              <a:extLst>
                <a:ext uri="{FF2B5EF4-FFF2-40B4-BE49-F238E27FC236}">
                  <a16:creationId xmlns:a16="http://schemas.microsoft.com/office/drawing/2014/main" id="{95A8C29E-E674-526F-73AE-210E987B7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440"/>
              <a:ext cx="336" cy="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1" name="Line 95">
              <a:extLst>
                <a:ext uri="{FF2B5EF4-FFF2-40B4-BE49-F238E27FC236}">
                  <a16:creationId xmlns:a16="http://schemas.microsoft.com/office/drawing/2014/main" id="{1D7ABED0-89F9-CE79-C999-6C923D180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584"/>
              <a:ext cx="384" cy="19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2" name="Line 96">
              <a:extLst>
                <a:ext uri="{FF2B5EF4-FFF2-40B4-BE49-F238E27FC236}">
                  <a16:creationId xmlns:a16="http://schemas.microsoft.com/office/drawing/2014/main" id="{EC1F807B-AEE4-64F6-5BAE-F12EE7D13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5" y="1758"/>
              <a:ext cx="384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3" name="Line 97">
              <a:extLst>
                <a:ext uri="{FF2B5EF4-FFF2-40B4-BE49-F238E27FC236}">
                  <a16:creationId xmlns:a16="http://schemas.microsoft.com/office/drawing/2014/main" id="{200B2869-FE62-BCB1-223A-623B6CF1B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968"/>
              <a:ext cx="336" cy="336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4" name="Line 98">
              <a:extLst>
                <a:ext uri="{FF2B5EF4-FFF2-40B4-BE49-F238E27FC236}">
                  <a16:creationId xmlns:a16="http://schemas.microsoft.com/office/drawing/2014/main" id="{EDCFE380-F070-404F-1D9A-1D0277F1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112"/>
              <a:ext cx="288" cy="384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5" name="Line 99">
              <a:extLst>
                <a:ext uri="{FF2B5EF4-FFF2-40B4-BE49-F238E27FC236}">
                  <a16:creationId xmlns:a16="http://schemas.microsoft.com/office/drawing/2014/main" id="{4F9C5AD4-F319-4BD0-0B48-1229BC212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08"/>
              <a:ext cx="432" cy="384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6" name="Line 100">
              <a:extLst>
                <a:ext uri="{FF2B5EF4-FFF2-40B4-BE49-F238E27FC236}">
                  <a16:creationId xmlns:a16="http://schemas.microsoft.com/office/drawing/2014/main" id="{1D8FAB95-CB9A-0422-7322-7AA08148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00"/>
              <a:ext cx="432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7" name="Line 101">
              <a:extLst>
                <a:ext uri="{FF2B5EF4-FFF2-40B4-BE49-F238E27FC236}">
                  <a16:creationId xmlns:a16="http://schemas.microsoft.com/office/drawing/2014/main" id="{8AF02395-F35C-FDED-F459-F6782F334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553"/>
              <a:ext cx="384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8" name="Rectangle 102">
              <a:extLst>
                <a:ext uri="{FF2B5EF4-FFF2-40B4-BE49-F238E27FC236}">
                  <a16:creationId xmlns:a16="http://schemas.microsoft.com/office/drawing/2014/main" id="{2E8F3C4D-306C-5F01-2156-17F2EA306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8"/>
              <a:ext cx="72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0.50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0.60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0.707</a:t>
              </a:r>
            </a:p>
          </p:txBody>
        </p:sp>
        <p:grpSp>
          <p:nvGrpSpPr>
            <p:cNvPr id="116839" name="Group 103">
              <a:extLst>
                <a:ext uri="{FF2B5EF4-FFF2-40B4-BE49-F238E27FC236}">
                  <a16:creationId xmlns:a16="http://schemas.microsoft.com/office/drawing/2014/main" id="{85D2AEE2-13D0-2AA5-AF15-CEDD1CD80F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2" y="1243"/>
              <a:ext cx="3287" cy="2327"/>
              <a:chOff x="1352" y="1243"/>
              <a:chExt cx="3287" cy="2327"/>
            </a:xfrm>
          </p:grpSpPr>
          <p:grpSp>
            <p:nvGrpSpPr>
              <p:cNvPr id="116848" name="Group 104">
                <a:extLst>
                  <a:ext uri="{FF2B5EF4-FFF2-40B4-BE49-F238E27FC236}">
                    <a16:creationId xmlns:a16="http://schemas.microsoft.com/office/drawing/2014/main" id="{84BE6DC5-ED84-7B02-2AC3-8F3AC19289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1243"/>
                <a:ext cx="3287" cy="1782"/>
                <a:chOff x="1352" y="1243"/>
                <a:chExt cx="3287" cy="1782"/>
              </a:xfrm>
            </p:grpSpPr>
            <p:sp>
              <p:nvSpPr>
                <p:cNvPr id="116862" name="Freeform 105">
                  <a:extLst>
                    <a:ext uri="{FF2B5EF4-FFF2-40B4-BE49-F238E27FC236}">
                      <a16:creationId xmlns:a16="http://schemas.microsoft.com/office/drawing/2014/main" id="{8516F746-0A71-4859-9F53-8B7A611A9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1243"/>
                  <a:ext cx="1637" cy="1782"/>
                </a:xfrm>
                <a:custGeom>
                  <a:avLst/>
                  <a:gdLst>
                    <a:gd name="T0" fmla="*/ 0 w 1637"/>
                    <a:gd name="T1" fmla="*/ 1782 h 1782"/>
                    <a:gd name="T2" fmla="*/ 76 w 1637"/>
                    <a:gd name="T3" fmla="*/ 1782 h 1782"/>
                    <a:gd name="T4" fmla="*/ 159 w 1637"/>
                    <a:gd name="T5" fmla="*/ 1782 h 1782"/>
                    <a:gd name="T6" fmla="*/ 235 w 1637"/>
                    <a:gd name="T7" fmla="*/ 1775 h 1782"/>
                    <a:gd name="T8" fmla="*/ 318 w 1637"/>
                    <a:gd name="T9" fmla="*/ 1775 h 1782"/>
                    <a:gd name="T10" fmla="*/ 401 w 1637"/>
                    <a:gd name="T11" fmla="*/ 1768 h 1782"/>
                    <a:gd name="T12" fmla="*/ 477 w 1637"/>
                    <a:gd name="T13" fmla="*/ 1761 h 1782"/>
                    <a:gd name="T14" fmla="*/ 560 w 1637"/>
                    <a:gd name="T15" fmla="*/ 1754 h 1782"/>
                    <a:gd name="T16" fmla="*/ 636 w 1637"/>
                    <a:gd name="T17" fmla="*/ 1747 h 1782"/>
                    <a:gd name="T18" fmla="*/ 719 w 1637"/>
                    <a:gd name="T19" fmla="*/ 1733 h 1782"/>
                    <a:gd name="T20" fmla="*/ 801 w 1637"/>
                    <a:gd name="T21" fmla="*/ 1713 h 1782"/>
                    <a:gd name="T22" fmla="*/ 877 w 1637"/>
                    <a:gd name="T23" fmla="*/ 1692 h 1782"/>
                    <a:gd name="T24" fmla="*/ 960 w 1637"/>
                    <a:gd name="T25" fmla="*/ 1671 h 1782"/>
                    <a:gd name="T26" fmla="*/ 1036 w 1637"/>
                    <a:gd name="T27" fmla="*/ 1630 h 1782"/>
                    <a:gd name="T28" fmla="*/ 1119 w 1637"/>
                    <a:gd name="T29" fmla="*/ 1588 h 1782"/>
                    <a:gd name="T30" fmla="*/ 1133 w 1637"/>
                    <a:gd name="T31" fmla="*/ 1581 h 1782"/>
                    <a:gd name="T32" fmla="*/ 1202 w 1637"/>
                    <a:gd name="T33" fmla="*/ 1526 h 1782"/>
                    <a:gd name="T34" fmla="*/ 1264 w 1637"/>
                    <a:gd name="T35" fmla="*/ 1464 h 1782"/>
                    <a:gd name="T36" fmla="*/ 1319 w 1637"/>
                    <a:gd name="T37" fmla="*/ 1395 h 1782"/>
                    <a:gd name="T38" fmla="*/ 1368 w 1637"/>
                    <a:gd name="T39" fmla="*/ 1312 h 1782"/>
                    <a:gd name="T40" fmla="*/ 1409 w 1637"/>
                    <a:gd name="T41" fmla="*/ 1222 h 1782"/>
                    <a:gd name="T42" fmla="*/ 1444 w 1637"/>
                    <a:gd name="T43" fmla="*/ 1125 h 1782"/>
                    <a:gd name="T44" fmla="*/ 1478 w 1637"/>
                    <a:gd name="T45" fmla="*/ 1015 h 1782"/>
                    <a:gd name="T46" fmla="*/ 1513 w 1637"/>
                    <a:gd name="T47" fmla="*/ 898 h 1782"/>
                    <a:gd name="T48" fmla="*/ 1533 w 1637"/>
                    <a:gd name="T49" fmla="*/ 766 h 1782"/>
                    <a:gd name="T50" fmla="*/ 1561 w 1637"/>
                    <a:gd name="T51" fmla="*/ 621 h 1782"/>
                    <a:gd name="T52" fmla="*/ 1582 w 1637"/>
                    <a:gd name="T53" fmla="*/ 469 h 1782"/>
                    <a:gd name="T54" fmla="*/ 1596 w 1637"/>
                    <a:gd name="T55" fmla="*/ 304 h 1782"/>
                    <a:gd name="T56" fmla="*/ 1609 w 1637"/>
                    <a:gd name="T57" fmla="*/ 152 h 1782"/>
                    <a:gd name="T58" fmla="*/ 1623 w 1637"/>
                    <a:gd name="T59" fmla="*/ 34 h 1782"/>
                    <a:gd name="T60" fmla="*/ 1637 w 1637"/>
                    <a:gd name="T61" fmla="*/ 0 h 1782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637" h="1782">
                      <a:moveTo>
                        <a:pt x="0" y="1782"/>
                      </a:moveTo>
                      <a:lnTo>
                        <a:pt x="76" y="1782"/>
                      </a:lnTo>
                      <a:lnTo>
                        <a:pt x="159" y="1782"/>
                      </a:lnTo>
                      <a:lnTo>
                        <a:pt x="235" y="1775"/>
                      </a:lnTo>
                      <a:lnTo>
                        <a:pt x="318" y="1775"/>
                      </a:lnTo>
                      <a:lnTo>
                        <a:pt x="401" y="1768"/>
                      </a:lnTo>
                      <a:lnTo>
                        <a:pt x="477" y="1761"/>
                      </a:lnTo>
                      <a:lnTo>
                        <a:pt x="560" y="1754"/>
                      </a:lnTo>
                      <a:lnTo>
                        <a:pt x="636" y="1747"/>
                      </a:lnTo>
                      <a:lnTo>
                        <a:pt x="719" y="1733"/>
                      </a:lnTo>
                      <a:lnTo>
                        <a:pt x="801" y="1713"/>
                      </a:lnTo>
                      <a:lnTo>
                        <a:pt x="877" y="1692"/>
                      </a:lnTo>
                      <a:lnTo>
                        <a:pt x="960" y="1671"/>
                      </a:lnTo>
                      <a:lnTo>
                        <a:pt x="1036" y="1630"/>
                      </a:lnTo>
                      <a:lnTo>
                        <a:pt x="1119" y="1588"/>
                      </a:lnTo>
                      <a:lnTo>
                        <a:pt x="1133" y="1581"/>
                      </a:lnTo>
                      <a:lnTo>
                        <a:pt x="1202" y="1526"/>
                      </a:lnTo>
                      <a:lnTo>
                        <a:pt x="1264" y="1464"/>
                      </a:lnTo>
                      <a:lnTo>
                        <a:pt x="1319" y="1395"/>
                      </a:lnTo>
                      <a:lnTo>
                        <a:pt x="1368" y="1312"/>
                      </a:lnTo>
                      <a:lnTo>
                        <a:pt x="1409" y="1222"/>
                      </a:lnTo>
                      <a:lnTo>
                        <a:pt x="1444" y="1125"/>
                      </a:lnTo>
                      <a:lnTo>
                        <a:pt x="1478" y="1015"/>
                      </a:lnTo>
                      <a:lnTo>
                        <a:pt x="1513" y="898"/>
                      </a:lnTo>
                      <a:lnTo>
                        <a:pt x="1533" y="766"/>
                      </a:lnTo>
                      <a:lnTo>
                        <a:pt x="1561" y="621"/>
                      </a:lnTo>
                      <a:lnTo>
                        <a:pt x="1582" y="469"/>
                      </a:lnTo>
                      <a:lnTo>
                        <a:pt x="1596" y="304"/>
                      </a:lnTo>
                      <a:lnTo>
                        <a:pt x="1609" y="152"/>
                      </a:lnTo>
                      <a:lnTo>
                        <a:pt x="1623" y="34"/>
                      </a:lnTo>
                      <a:lnTo>
                        <a:pt x="1637" y="0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863" name="Freeform 106">
                  <a:extLst>
                    <a:ext uri="{FF2B5EF4-FFF2-40B4-BE49-F238E27FC236}">
                      <a16:creationId xmlns:a16="http://schemas.microsoft.com/office/drawing/2014/main" id="{D0F87387-858F-96F7-B97A-A9257F1C30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9" y="1243"/>
                  <a:ext cx="1650" cy="1782"/>
                </a:xfrm>
                <a:custGeom>
                  <a:avLst/>
                  <a:gdLst>
                    <a:gd name="T0" fmla="*/ 0 w 1650"/>
                    <a:gd name="T1" fmla="*/ 0 h 1782"/>
                    <a:gd name="T2" fmla="*/ 14 w 1650"/>
                    <a:gd name="T3" fmla="*/ 14 h 1782"/>
                    <a:gd name="T4" fmla="*/ 28 w 1650"/>
                    <a:gd name="T5" fmla="*/ 117 h 1782"/>
                    <a:gd name="T6" fmla="*/ 41 w 1650"/>
                    <a:gd name="T7" fmla="*/ 269 h 1782"/>
                    <a:gd name="T8" fmla="*/ 62 w 1650"/>
                    <a:gd name="T9" fmla="*/ 435 h 1782"/>
                    <a:gd name="T10" fmla="*/ 83 w 1650"/>
                    <a:gd name="T11" fmla="*/ 601 h 1782"/>
                    <a:gd name="T12" fmla="*/ 104 w 1650"/>
                    <a:gd name="T13" fmla="*/ 746 h 1782"/>
                    <a:gd name="T14" fmla="*/ 131 w 1650"/>
                    <a:gd name="T15" fmla="*/ 884 h 1782"/>
                    <a:gd name="T16" fmla="*/ 159 w 1650"/>
                    <a:gd name="T17" fmla="*/ 1001 h 1782"/>
                    <a:gd name="T18" fmla="*/ 193 w 1650"/>
                    <a:gd name="T19" fmla="*/ 1112 h 1782"/>
                    <a:gd name="T20" fmla="*/ 228 w 1650"/>
                    <a:gd name="T21" fmla="*/ 1215 h 1782"/>
                    <a:gd name="T22" fmla="*/ 276 w 1650"/>
                    <a:gd name="T23" fmla="*/ 1305 h 1782"/>
                    <a:gd name="T24" fmla="*/ 325 w 1650"/>
                    <a:gd name="T25" fmla="*/ 1388 h 1782"/>
                    <a:gd name="T26" fmla="*/ 380 w 1650"/>
                    <a:gd name="T27" fmla="*/ 1457 h 1782"/>
                    <a:gd name="T28" fmla="*/ 442 w 1650"/>
                    <a:gd name="T29" fmla="*/ 1519 h 1782"/>
                    <a:gd name="T30" fmla="*/ 511 w 1650"/>
                    <a:gd name="T31" fmla="*/ 1581 h 1782"/>
                    <a:gd name="T32" fmla="*/ 525 w 1650"/>
                    <a:gd name="T33" fmla="*/ 1588 h 1782"/>
                    <a:gd name="T34" fmla="*/ 608 w 1650"/>
                    <a:gd name="T35" fmla="*/ 1630 h 1782"/>
                    <a:gd name="T36" fmla="*/ 684 w 1650"/>
                    <a:gd name="T37" fmla="*/ 1671 h 1782"/>
                    <a:gd name="T38" fmla="*/ 767 w 1650"/>
                    <a:gd name="T39" fmla="*/ 1692 h 1782"/>
                    <a:gd name="T40" fmla="*/ 843 w 1650"/>
                    <a:gd name="T41" fmla="*/ 1713 h 1782"/>
                    <a:gd name="T42" fmla="*/ 925 w 1650"/>
                    <a:gd name="T43" fmla="*/ 1733 h 1782"/>
                    <a:gd name="T44" fmla="*/ 1008 w 1650"/>
                    <a:gd name="T45" fmla="*/ 1747 h 1782"/>
                    <a:gd name="T46" fmla="*/ 1084 w 1650"/>
                    <a:gd name="T47" fmla="*/ 1754 h 1782"/>
                    <a:gd name="T48" fmla="*/ 1167 w 1650"/>
                    <a:gd name="T49" fmla="*/ 1761 h 1782"/>
                    <a:gd name="T50" fmla="*/ 1243 w 1650"/>
                    <a:gd name="T51" fmla="*/ 1768 h 1782"/>
                    <a:gd name="T52" fmla="*/ 1326 w 1650"/>
                    <a:gd name="T53" fmla="*/ 1775 h 1782"/>
                    <a:gd name="T54" fmla="*/ 1409 w 1650"/>
                    <a:gd name="T55" fmla="*/ 1775 h 1782"/>
                    <a:gd name="T56" fmla="*/ 1485 w 1650"/>
                    <a:gd name="T57" fmla="*/ 1782 h 1782"/>
                    <a:gd name="T58" fmla="*/ 1568 w 1650"/>
                    <a:gd name="T59" fmla="*/ 1782 h 1782"/>
                    <a:gd name="T60" fmla="*/ 1650 w 1650"/>
                    <a:gd name="T61" fmla="*/ 1782 h 1782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650" h="1782">
                      <a:moveTo>
                        <a:pt x="0" y="0"/>
                      </a:moveTo>
                      <a:lnTo>
                        <a:pt x="14" y="14"/>
                      </a:lnTo>
                      <a:lnTo>
                        <a:pt x="28" y="117"/>
                      </a:lnTo>
                      <a:lnTo>
                        <a:pt x="41" y="269"/>
                      </a:lnTo>
                      <a:lnTo>
                        <a:pt x="62" y="435"/>
                      </a:lnTo>
                      <a:lnTo>
                        <a:pt x="83" y="601"/>
                      </a:lnTo>
                      <a:lnTo>
                        <a:pt x="104" y="746"/>
                      </a:lnTo>
                      <a:lnTo>
                        <a:pt x="131" y="884"/>
                      </a:lnTo>
                      <a:lnTo>
                        <a:pt x="159" y="1001"/>
                      </a:lnTo>
                      <a:lnTo>
                        <a:pt x="193" y="1112"/>
                      </a:lnTo>
                      <a:lnTo>
                        <a:pt x="228" y="1215"/>
                      </a:lnTo>
                      <a:lnTo>
                        <a:pt x="276" y="1305"/>
                      </a:lnTo>
                      <a:lnTo>
                        <a:pt x="325" y="1388"/>
                      </a:lnTo>
                      <a:lnTo>
                        <a:pt x="380" y="1457"/>
                      </a:lnTo>
                      <a:lnTo>
                        <a:pt x="442" y="1519"/>
                      </a:lnTo>
                      <a:lnTo>
                        <a:pt x="511" y="1581"/>
                      </a:lnTo>
                      <a:lnTo>
                        <a:pt x="525" y="1588"/>
                      </a:lnTo>
                      <a:lnTo>
                        <a:pt x="608" y="1630"/>
                      </a:lnTo>
                      <a:lnTo>
                        <a:pt x="684" y="1671"/>
                      </a:lnTo>
                      <a:lnTo>
                        <a:pt x="767" y="1692"/>
                      </a:lnTo>
                      <a:lnTo>
                        <a:pt x="843" y="1713"/>
                      </a:lnTo>
                      <a:lnTo>
                        <a:pt x="925" y="1733"/>
                      </a:lnTo>
                      <a:lnTo>
                        <a:pt x="1008" y="1747"/>
                      </a:lnTo>
                      <a:lnTo>
                        <a:pt x="1084" y="1754"/>
                      </a:lnTo>
                      <a:lnTo>
                        <a:pt x="1167" y="1761"/>
                      </a:lnTo>
                      <a:lnTo>
                        <a:pt x="1243" y="1768"/>
                      </a:lnTo>
                      <a:lnTo>
                        <a:pt x="1326" y="1775"/>
                      </a:lnTo>
                      <a:lnTo>
                        <a:pt x="1409" y="1775"/>
                      </a:lnTo>
                      <a:lnTo>
                        <a:pt x="1485" y="1782"/>
                      </a:lnTo>
                      <a:lnTo>
                        <a:pt x="1568" y="1782"/>
                      </a:lnTo>
                      <a:lnTo>
                        <a:pt x="1650" y="1782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6849" name="Freeform 107">
                <a:extLst>
                  <a:ext uri="{FF2B5EF4-FFF2-40B4-BE49-F238E27FC236}">
                    <a16:creationId xmlns:a16="http://schemas.microsoft.com/office/drawing/2014/main" id="{6CB0853E-DB1E-2D90-71DC-5108C5D6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75"/>
                <a:ext cx="3287" cy="1250"/>
              </a:xfrm>
              <a:custGeom>
                <a:avLst/>
                <a:gdLst>
                  <a:gd name="T0" fmla="*/ 0 w 3287"/>
                  <a:gd name="T1" fmla="*/ 1250 h 1250"/>
                  <a:gd name="T2" fmla="*/ 76 w 3287"/>
                  <a:gd name="T3" fmla="*/ 1250 h 1250"/>
                  <a:gd name="T4" fmla="*/ 159 w 3287"/>
                  <a:gd name="T5" fmla="*/ 1250 h 1250"/>
                  <a:gd name="T6" fmla="*/ 235 w 3287"/>
                  <a:gd name="T7" fmla="*/ 1243 h 1250"/>
                  <a:gd name="T8" fmla="*/ 318 w 3287"/>
                  <a:gd name="T9" fmla="*/ 1243 h 1250"/>
                  <a:gd name="T10" fmla="*/ 401 w 3287"/>
                  <a:gd name="T11" fmla="*/ 1236 h 1250"/>
                  <a:gd name="T12" fmla="*/ 477 w 3287"/>
                  <a:gd name="T13" fmla="*/ 1229 h 1250"/>
                  <a:gd name="T14" fmla="*/ 560 w 3287"/>
                  <a:gd name="T15" fmla="*/ 1222 h 1250"/>
                  <a:gd name="T16" fmla="*/ 636 w 3287"/>
                  <a:gd name="T17" fmla="*/ 1215 h 1250"/>
                  <a:gd name="T18" fmla="*/ 719 w 3287"/>
                  <a:gd name="T19" fmla="*/ 1201 h 1250"/>
                  <a:gd name="T20" fmla="*/ 801 w 3287"/>
                  <a:gd name="T21" fmla="*/ 1187 h 1250"/>
                  <a:gd name="T22" fmla="*/ 877 w 3287"/>
                  <a:gd name="T23" fmla="*/ 1167 h 1250"/>
                  <a:gd name="T24" fmla="*/ 960 w 3287"/>
                  <a:gd name="T25" fmla="*/ 1139 h 1250"/>
                  <a:gd name="T26" fmla="*/ 1036 w 3287"/>
                  <a:gd name="T27" fmla="*/ 1105 h 1250"/>
                  <a:gd name="T28" fmla="*/ 1119 w 3287"/>
                  <a:gd name="T29" fmla="*/ 1063 h 1250"/>
                  <a:gd name="T30" fmla="*/ 1133 w 3287"/>
                  <a:gd name="T31" fmla="*/ 1056 h 1250"/>
                  <a:gd name="T32" fmla="*/ 1202 w 3287"/>
                  <a:gd name="T33" fmla="*/ 1001 h 1250"/>
                  <a:gd name="T34" fmla="*/ 1264 w 3287"/>
                  <a:gd name="T35" fmla="*/ 939 h 1250"/>
                  <a:gd name="T36" fmla="*/ 1319 w 3287"/>
                  <a:gd name="T37" fmla="*/ 870 h 1250"/>
                  <a:gd name="T38" fmla="*/ 1368 w 3287"/>
                  <a:gd name="T39" fmla="*/ 801 h 1250"/>
                  <a:gd name="T40" fmla="*/ 1409 w 3287"/>
                  <a:gd name="T41" fmla="*/ 718 h 1250"/>
                  <a:gd name="T42" fmla="*/ 1444 w 3287"/>
                  <a:gd name="T43" fmla="*/ 628 h 1250"/>
                  <a:gd name="T44" fmla="*/ 1478 w 3287"/>
                  <a:gd name="T45" fmla="*/ 538 h 1250"/>
                  <a:gd name="T46" fmla="*/ 1513 w 3287"/>
                  <a:gd name="T47" fmla="*/ 442 h 1250"/>
                  <a:gd name="T48" fmla="*/ 1533 w 3287"/>
                  <a:gd name="T49" fmla="*/ 338 h 1250"/>
                  <a:gd name="T50" fmla="*/ 1561 w 3287"/>
                  <a:gd name="T51" fmla="*/ 241 h 1250"/>
                  <a:gd name="T52" fmla="*/ 1582 w 3287"/>
                  <a:gd name="T53" fmla="*/ 152 h 1250"/>
                  <a:gd name="T54" fmla="*/ 1596 w 3287"/>
                  <a:gd name="T55" fmla="*/ 82 h 1250"/>
                  <a:gd name="T56" fmla="*/ 1609 w 3287"/>
                  <a:gd name="T57" fmla="*/ 27 h 1250"/>
                  <a:gd name="T58" fmla="*/ 1623 w 3287"/>
                  <a:gd name="T59" fmla="*/ 6 h 1250"/>
                  <a:gd name="T60" fmla="*/ 1637 w 3287"/>
                  <a:gd name="T61" fmla="*/ 6 h 1250"/>
                  <a:gd name="T62" fmla="*/ 1651 w 3287"/>
                  <a:gd name="T63" fmla="*/ 0 h 1250"/>
                  <a:gd name="T64" fmla="*/ 1665 w 3287"/>
                  <a:gd name="T65" fmla="*/ 20 h 1250"/>
                  <a:gd name="T66" fmla="*/ 1678 w 3287"/>
                  <a:gd name="T67" fmla="*/ 69 h 1250"/>
                  <a:gd name="T68" fmla="*/ 1699 w 3287"/>
                  <a:gd name="T69" fmla="*/ 138 h 1250"/>
                  <a:gd name="T70" fmla="*/ 1720 w 3287"/>
                  <a:gd name="T71" fmla="*/ 227 h 1250"/>
                  <a:gd name="T72" fmla="*/ 1741 w 3287"/>
                  <a:gd name="T73" fmla="*/ 324 h 1250"/>
                  <a:gd name="T74" fmla="*/ 1768 w 3287"/>
                  <a:gd name="T75" fmla="*/ 428 h 1250"/>
                  <a:gd name="T76" fmla="*/ 1796 w 3287"/>
                  <a:gd name="T77" fmla="*/ 524 h 1250"/>
                  <a:gd name="T78" fmla="*/ 1830 w 3287"/>
                  <a:gd name="T79" fmla="*/ 621 h 1250"/>
                  <a:gd name="T80" fmla="*/ 1865 w 3287"/>
                  <a:gd name="T81" fmla="*/ 711 h 1250"/>
                  <a:gd name="T82" fmla="*/ 1913 w 3287"/>
                  <a:gd name="T83" fmla="*/ 794 h 1250"/>
                  <a:gd name="T84" fmla="*/ 1962 w 3287"/>
                  <a:gd name="T85" fmla="*/ 870 h 1250"/>
                  <a:gd name="T86" fmla="*/ 2017 w 3287"/>
                  <a:gd name="T87" fmla="*/ 939 h 1250"/>
                  <a:gd name="T88" fmla="*/ 2079 w 3287"/>
                  <a:gd name="T89" fmla="*/ 994 h 1250"/>
                  <a:gd name="T90" fmla="*/ 2148 w 3287"/>
                  <a:gd name="T91" fmla="*/ 1049 h 1250"/>
                  <a:gd name="T92" fmla="*/ 2162 w 3287"/>
                  <a:gd name="T93" fmla="*/ 1063 h 1250"/>
                  <a:gd name="T94" fmla="*/ 2245 w 3287"/>
                  <a:gd name="T95" fmla="*/ 1105 h 1250"/>
                  <a:gd name="T96" fmla="*/ 2321 w 3287"/>
                  <a:gd name="T97" fmla="*/ 1139 h 1250"/>
                  <a:gd name="T98" fmla="*/ 2404 w 3287"/>
                  <a:gd name="T99" fmla="*/ 1167 h 1250"/>
                  <a:gd name="T100" fmla="*/ 2480 w 3287"/>
                  <a:gd name="T101" fmla="*/ 1187 h 1250"/>
                  <a:gd name="T102" fmla="*/ 2562 w 3287"/>
                  <a:gd name="T103" fmla="*/ 1201 h 1250"/>
                  <a:gd name="T104" fmla="*/ 2645 w 3287"/>
                  <a:gd name="T105" fmla="*/ 1215 h 1250"/>
                  <a:gd name="T106" fmla="*/ 2721 w 3287"/>
                  <a:gd name="T107" fmla="*/ 1222 h 1250"/>
                  <a:gd name="T108" fmla="*/ 2804 w 3287"/>
                  <a:gd name="T109" fmla="*/ 1229 h 1250"/>
                  <a:gd name="T110" fmla="*/ 2880 w 3287"/>
                  <a:gd name="T111" fmla="*/ 1236 h 1250"/>
                  <a:gd name="T112" fmla="*/ 2963 w 3287"/>
                  <a:gd name="T113" fmla="*/ 1243 h 1250"/>
                  <a:gd name="T114" fmla="*/ 3046 w 3287"/>
                  <a:gd name="T115" fmla="*/ 1243 h 1250"/>
                  <a:gd name="T116" fmla="*/ 3122 w 3287"/>
                  <a:gd name="T117" fmla="*/ 1250 h 1250"/>
                  <a:gd name="T118" fmla="*/ 3205 w 3287"/>
                  <a:gd name="T119" fmla="*/ 1250 h 1250"/>
                  <a:gd name="T120" fmla="*/ 3287 w 3287"/>
                  <a:gd name="T121" fmla="*/ 1250 h 125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250">
                    <a:moveTo>
                      <a:pt x="0" y="1250"/>
                    </a:moveTo>
                    <a:lnTo>
                      <a:pt x="76" y="1250"/>
                    </a:lnTo>
                    <a:lnTo>
                      <a:pt x="159" y="1250"/>
                    </a:lnTo>
                    <a:lnTo>
                      <a:pt x="235" y="1243"/>
                    </a:lnTo>
                    <a:lnTo>
                      <a:pt x="318" y="1243"/>
                    </a:lnTo>
                    <a:lnTo>
                      <a:pt x="401" y="1236"/>
                    </a:lnTo>
                    <a:lnTo>
                      <a:pt x="477" y="1229"/>
                    </a:lnTo>
                    <a:lnTo>
                      <a:pt x="560" y="1222"/>
                    </a:lnTo>
                    <a:lnTo>
                      <a:pt x="636" y="1215"/>
                    </a:lnTo>
                    <a:lnTo>
                      <a:pt x="719" y="1201"/>
                    </a:lnTo>
                    <a:lnTo>
                      <a:pt x="801" y="1187"/>
                    </a:lnTo>
                    <a:lnTo>
                      <a:pt x="877" y="1167"/>
                    </a:lnTo>
                    <a:lnTo>
                      <a:pt x="960" y="1139"/>
                    </a:lnTo>
                    <a:lnTo>
                      <a:pt x="1036" y="1105"/>
                    </a:lnTo>
                    <a:lnTo>
                      <a:pt x="1119" y="1063"/>
                    </a:lnTo>
                    <a:lnTo>
                      <a:pt x="1133" y="1056"/>
                    </a:lnTo>
                    <a:lnTo>
                      <a:pt x="1202" y="1001"/>
                    </a:lnTo>
                    <a:lnTo>
                      <a:pt x="1264" y="939"/>
                    </a:lnTo>
                    <a:lnTo>
                      <a:pt x="1319" y="870"/>
                    </a:lnTo>
                    <a:lnTo>
                      <a:pt x="1368" y="801"/>
                    </a:lnTo>
                    <a:lnTo>
                      <a:pt x="1409" y="718"/>
                    </a:lnTo>
                    <a:lnTo>
                      <a:pt x="1444" y="628"/>
                    </a:lnTo>
                    <a:lnTo>
                      <a:pt x="1478" y="538"/>
                    </a:lnTo>
                    <a:lnTo>
                      <a:pt x="1513" y="442"/>
                    </a:lnTo>
                    <a:lnTo>
                      <a:pt x="1533" y="338"/>
                    </a:lnTo>
                    <a:lnTo>
                      <a:pt x="1561" y="241"/>
                    </a:lnTo>
                    <a:lnTo>
                      <a:pt x="1582" y="152"/>
                    </a:lnTo>
                    <a:lnTo>
                      <a:pt x="1596" y="82"/>
                    </a:lnTo>
                    <a:lnTo>
                      <a:pt x="1609" y="27"/>
                    </a:lnTo>
                    <a:lnTo>
                      <a:pt x="1623" y="6"/>
                    </a:lnTo>
                    <a:lnTo>
                      <a:pt x="1637" y="6"/>
                    </a:lnTo>
                    <a:lnTo>
                      <a:pt x="1651" y="0"/>
                    </a:lnTo>
                    <a:lnTo>
                      <a:pt x="1665" y="20"/>
                    </a:lnTo>
                    <a:lnTo>
                      <a:pt x="1678" y="69"/>
                    </a:lnTo>
                    <a:lnTo>
                      <a:pt x="1699" y="138"/>
                    </a:lnTo>
                    <a:lnTo>
                      <a:pt x="1720" y="227"/>
                    </a:lnTo>
                    <a:lnTo>
                      <a:pt x="1741" y="324"/>
                    </a:lnTo>
                    <a:lnTo>
                      <a:pt x="1768" y="428"/>
                    </a:lnTo>
                    <a:lnTo>
                      <a:pt x="1796" y="524"/>
                    </a:lnTo>
                    <a:lnTo>
                      <a:pt x="1830" y="621"/>
                    </a:lnTo>
                    <a:lnTo>
                      <a:pt x="1865" y="711"/>
                    </a:lnTo>
                    <a:lnTo>
                      <a:pt x="1913" y="794"/>
                    </a:lnTo>
                    <a:lnTo>
                      <a:pt x="1962" y="870"/>
                    </a:lnTo>
                    <a:lnTo>
                      <a:pt x="2017" y="939"/>
                    </a:lnTo>
                    <a:lnTo>
                      <a:pt x="2079" y="994"/>
                    </a:lnTo>
                    <a:lnTo>
                      <a:pt x="2148" y="1049"/>
                    </a:lnTo>
                    <a:lnTo>
                      <a:pt x="2162" y="1063"/>
                    </a:lnTo>
                    <a:lnTo>
                      <a:pt x="2245" y="1105"/>
                    </a:lnTo>
                    <a:lnTo>
                      <a:pt x="2321" y="1139"/>
                    </a:lnTo>
                    <a:lnTo>
                      <a:pt x="2404" y="1167"/>
                    </a:lnTo>
                    <a:lnTo>
                      <a:pt x="2480" y="1187"/>
                    </a:lnTo>
                    <a:lnTo>
                      <a:pt x="2562" y="1201"/>
                    </a:lnTo>
                    <a:lnTo>
                      <a:pt x="2645" y="1215"/>
                    </a:lnTo>
                    <a:lnTo>
                      <a:pt x="2721" y="1222"/>
                    </a:lnTo>
                    <a:lnTo>
                      <a:pt x="2804" y="1229"/>
                    </a:lnTo>
                    <a:lnTo>
                      <a:pt x="2880" y="1236"/>
                    </a:lnTo>
                    <a:lnTo>
                      <a:pt x="2963" y="1243"/>
                    </a:lnTo>
                    <a:lnTo>
                      <a:pt x="3046" y="1243"/>
                    </a:lnTo>
                    <a:lnTo>
                      <a:pt x="3122" y="1250"/>
                    </a:lnTo>
                    <a:lnTo>
                      <a:pt x="3205" y="1250"/>
                    </a:lnTo>
                    <a:lnTo>
                      <a:pt x="3287" y="1250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0" name="Freeform 108">
                <a:extLst>
                  <a:ext uri="{FF2B5EF4-FFF2-40B4-BE49-F238E27FC236}">
                    <a16:creationId xmlns:a16="http://schemas.microsoft.com/office/drawing/2014/main" id="{FD90C6DB-76BD-5414-506A-D3E9EA14C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085"/>
                <a:ext cx="3287" cy="940"/>
              </a:xfrm>
              <a:custGeom>
                <a:avLst/>
                <a:gdLst>
                  <a:gd name="T0" fmla="*/ 0 w 3287"/>
                  <a:gd name="T1" fmla="*/ 940 h 940"/>
                  <a:gd name="T2" fmla="*/ 76 w 3287"/>
                  <a:gd name="T3" fmla="*/ 940 h 940"/>
                  <a:gd name="T4" fmla="*/ 159 w 3287"/>
                  <a:gd name="T5" fmla="*/ 940 h 940"/>
                  <a:gd name="T6" fmla="*/ 235 w 3287"/>
                  <a:gd name="T7" fmla="*/ 933 h 940"/>
                  <a:gd name="T8" fmla="*/ 318 w 3287"/>
                  <a:gd name="T9" fmla="*/ 933 h 940"/>
                  <a:gd name="T10" fmla="*/ 401 w 3287"/>
                  <a:gd name="T11" fmla="*/ 926 h 940"/>
                  <a:gd name="T12" fmla="*/ 477 w 3287"/>
                  <a:gd name="T13" fmla="*/ 919 h 940"/>
                  <a:gd name="T14" fmla="*/ 560 w 3287"/>
                  <a:gd name="T15" fmla="*/ 912 h 940"/>
                  <a:gd name="T16" fmla="*/ 636 w 3287"/>
                  <a:gd name="T17" fmla="*/ 905 h 940"/>
                  <a:gd name="T18" fmla="*/ 719 w 3287"/>
                  <a:gd name="T19" fmla="*/ 891 h 940"/>
                  <a:gd name="T20" fmla="*/ 801 w 3287"/>
                  <a:gd name="T21" fmla="*/ 877 h 940"/>
                  <a:gd name="T22" fmla="*/ 877 w 3287"/>
                  <a:gd name="T23" fmla="*/ 857 h 940"/>
                  <a:gd name="T24" fmla="*/ 960 w 3287"/>
                  <a:gd name="T25" fmla="*/ 829 h 940"/>
                  <a:gd name="T26" fmla="*/ 1036 w 3287"/>
                  <a:gd name="T27" fmla="*/ 801 h 940"/>
                  <a:gd name="T28" fmla="*/ 1119 w 3287"/>
                  <a:gd name="T29" fmla="*/ 760 h 940"/>
                  <a:gd name="T30" fmla="*/ 1133 w 3287"/>
                  <a:gd name="T31" fmla="*/ 753 h 940"/>
                  <a:gd name="T32" fmla="*/ 1202 w 3287"/>
                  <a:gd name="T33" fmla="*/ 698 h 940"/>
                  <a:gd name="T34" fmla="*/ 1264 w 3287"/>
                  <a:gd name="T35" fmla="*/ 643 h 940"/>
                  <a:gd name="T36" fmla="*/ 1319 w 3287"/>
                  <a:gd name="T37" fmla="*/ 580 h 940"/>
                  <a:gd name="T38" fmla="*/ 1368 w 3287"/>
                  <a:gd name="T39" fmla="*/ 518 h 940"/>
                  <a:gd name="T40" fmla="*/ 1409 w 3287"/>
                  <a:gd name="T41" fmla="*/ 449 h 940"/>
                  <a:gd name="T42" fmla="*/ 1444 w 3287"/>
                  <a:gd name="T43" fmla="*/ 373 h 940"/>
                  <a:gd name="T44" fmla="*/ 1478 w 3287"/>
                  <a:gd name="T45" fmla="*/ 297 h 940"/>
                  <a:gd name="T46" fmla="*/ 1513 w 3287"/>
                  <a:gd name="T47" fmla="*/ 228 h 940"/>
                  <a:gd name="T48" fmla="*/ 1533 w 3287"/>
                  <a:gd name="T49" fmla="*/ 159 h 940"/>
                  <a:gd name="T50" fmla="*/ 1561 w 3287"/>
                  <a:gd name="T51" fmla="*/ 104 h 940"/>
                  <a:gd name="T52" fmla="*/ 1582 w 3287"/>
                  <a:gd name="T53" fmla="*/ 56 h 940"/>
                  <a:gd name="T54" fmla="*/ 1596 w 3287"/>
                  <a:gd name="T55" fmla="*/ 21 h 940"/>
                  <a:gd name="T56" fmla="*/ 1609 w 3287"/>
                  <a:gd name="T57" fmla="*/ 7 h 940"/>
                  <a:gd name="T58" fmla="*/ 1623 w 3287"/>
                  <a:gd name="T59" fmla="*/ 0 h 940"/>
                  <a:gd name="T60" fmla="*/ 1637 w 3287"/>
                  <a:gd name="T61" fmla="*/ 7 h 940"/>
                  <a:gd name="T62" fmla="*/ 1651 w 3287"/>
                  <a:gd name="T63" fmla="*/ 0 h 940"/>
                  <a:gd name="T64" fmla="*/ 1665 w 3287"/>
                  <a:gd name="T65" fmla="*/ 7 h 940"/>
                  <a:gd name="T66" fmla="*/ 1678 w 3287"/>
                  <a:gd name="T67" fmla="*/ 21 h 940"/>
                  <a:gd name="T68" fmla="*/ 1699 w 3287"/>
                  <a:gd name="T69" fmla="*/ 49 h 940"/>
                  <a:gd name="T70" fmla="*/ 1720 w 3287"/>
                  <a:gd name="T71" fmla="*/ 90 h 940"/>
                  <a:gd name="T72" fmla="*/ 1741 w 3287"/>
                  <a:gd name="T73" fmla="*/ 152 h 940"/>
                  <a:gd name="T74" fmla="*/ 1768 w 3287"/>
                  <a:gd name="T75" fmla="*/ 214 h 940"/>
                  <a:gd name="T76" fmla="*/ 1796 w 3287"/>
                  <a:gd name="T77" fmla="*/ 290 h 940"/>
                  <a:gd name="T78" fmla="*/ 1830 w 3287"/>
                  <a:gd name="T79" fmla="*/ 366 h 940"/>
                  <a:gd name="T80" fmla="*/ 1865 w 3287"/>
                  <a:gd name="T81" fmla="*/ 442 h 940"/>
                  <a:gd name="T82" fmla="*/ 1913 w 3287"/>
                  <a:gd name="T83" fmla="*/ 511 h 940"/>
                  <a:gd name="T84" fmla="*/ 1962 w 3287"/>
                  <a:gd name="T85" fmla="*/ 580 h 940"/>
                  <a:gd name="T86" fmla="*/ 2017 w 3287"/>
                  <a:gd name="T87" fmla="*/ 643 h 940"/>
                  <a:gd name="T88" fmla="*/ 2079 w 3287"/>
                  <a:gd name="T89" fmla="*/ 698 h 940"/>
                  <a:gd name="T90" fmla="*/ 2148 w 3287"/>
                  <a:gd name="T91" fmla="*/ 746 h 940"/>
                  <a:gd name="T92" fmla="*/ 2162 w 3287"/>
                  <a:gd name="T93" fmla="*/ 760 h 940"/>
                  <a:gd name="T94" fmla="*/ 2245 w 3287"/>
                  <a:gd name="T95" fmla="*/ 801 h 940"/>
                  <a:gd name="T96" fmla="*/ 2321 w 3287"/>
                  <a:gd name="T97" fmla="*/ 829 h 940"/>
                  <a:gd name="T98" fmla="*/ 2404 w 3287"/>
                  <a:gd name="T99" fmla="*/ 857 h 940"/>
                  <a:gd name="T100" fmla="*/ 2480 w 3287"/>
                  <a:gd name="T101" fmla="*/ 877 h 940"/>
                  <a:gd name="T102" fmla="*/ 2562 w 3287"/>
                  <a:gd name="T103" fmla="*/ 891 h 940"/>
                  <a:gd name="T104" fmla="*/ 2645 w 3287"/>
                  <a:gd name="T105" fmla="*/ 905 h 940"/>
                  <a:gd name="T106" fmla="*/ 2721 w 3287"/>
                  <a:gd name="T107" fmla="*/ 912 h 940"/>
                  <a:gd name="T108" fmla="*/ 2804 w 3287"/>
                  <a:gd name="T109" fmla="*/ 919 h 940"/>
                  <a:gd name="T110" fmla="*/ 2880 w 3287"/>
                  <a:gd name="T111" fmla="*/ 926 h 940"/>
                  <a:gd name="T112" fmla="*/ 2963 w 3287"/>
                  <a:gd name="T113" fmla="*/ 933 h 940"/>
                  <a:gd name="T114" fmla="*/ 3046 w 3287"/>
                  <a:gd name="T115" fmla="*/ 933 h 940"/>
                  <a:gd name="T116" fmla="*/ 3122 w 3287"/>
                  <a:gd name="T117" fmla="*/ 940 h 940"/>
                  <a:gd name="T118" fmla="*/ 3205 w 3287"/>
                  <a:gd name="T119" fmla="*/ 940 h 940"/>
                  <a:gd name="T120" fmla="*/ 3287 w 3287"/>
                  <a:gd name="T121" fmla="*/ 940 h 94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940">
                    <a:moveTo>
                      <a:pt x="0" y="940"/>
                    </a:moveTo>
                    <a:lnTo>
                      <a:pt x="76" y="940"/>
                    </a:lnTo>
                    <a:lnTo>
                      <a:pt x="159" y="940"/>
                    </a:lnTo>
                    <a:lnTo>
                      <a:pt x="235" y="933"/>
                    </a:lnTo>
                    <a:lnTo>
                      <a:pt x="318" y="933"/>
                    </a:lnTo>
                    <a:lnTo>
                      <a:pt x="401" y="926"/>
                    </a:lnTo>
                    <a:lnTo>
                      <a:pt x="477" y="919"/>
                    </a:lnTo>
                    <a:lnTo>
                      <a:pt x="560" y="912"/>
                    </a:lnTo>
                    <a:lnTo>
                      <a:pt x="636" y="905"/>
                    </a:lnTo>
                    <a:lnTo>
                      <a:pt x="719" y="891"/>
                    </a:lnTo>
                    <a:lnTo>
                      <a:pt x="801" y="877"/>
                    </a:lnTo>
                    <a:lnTo>
                      <a:pt x="877" y="857"/>
                    </a:lnTo>
                    <a:lnTo>
                      <a:pt x="960" y="829"/>
                    </a:lnTo>
                    <a:lnTo>
                      <a:pt x="1036" y="801"/>
                    </a:lnTo>
                    <a:lnTo>
                      <a:pt x="1119" y="760"/>
                    </a:lnTo>
                    <a:lnTo>
                      <a:pt x="1133" y="753"/>
                    </a:lnTo>
                    <a:lnTo>
                      <a:pt x="1202" y="698"/>
                    </a:lnTo>
                    <a:lnTo>
                      <a:pt x="1264" y="643"/>
                    </a:lnTo>
                    <a:lnTo>
                      <a:pt x="1319" y="580"/>
                    </a:lnTo>
                    <a:lnTo>
                      <a:pt x="1368" y="518"/>
                    </a:lnTo>
                    <a:lnTo>
                      <a:pt x="1409" y="449"/>
                    </a:lnTo>
                    <a:lnTo>
                      <a:pt x="1444" y="373"/>
                    </a:lnTo>
                    <a:lnTo>
                      <a:pt x="1478" y="297"/>
                    </a:lnTo>
                    <a:lnTo>
                      <a:pt x="1513" y="228"/>
                    </a:lnTo>
                    <a:lnTo>
                      <a:pt x="1533" y="159"/>
                    </a:lnTo>
                    <a:lnTo>
                      <a:pt x="1561" y="104"/>
                    </a:lnTo>
                    <a:lnTo>
                      <a:pt x="1582" y="56"/>
                    </a:lnTo>
                    <a:lnTo>
                      <a:pt x="1596" y="21"/>
                    </a:lnTo>
                    <a:lnTo>
                      <a:pt x="1609" y="7"/>
                    </a:lnTo>
                    <a:lnTo>
                      <a:pt x="1623" y="0"/>
                    </a:lnTo>
                    <a:lnTo>
                      <a:pt x="1637" y="7"/>
                    </a:lnTo>
                    <a:lnTo>
                      <a:pt x="1651" y="0"/>
                    </a:lnTo>
                    <a:lnTo>
                      <a:pt x="1665" y="7"/>
                    </a:lnTo>
                    <a:lnTo>
                      <a:pt x="1678" y="21"/>
                    </a:lnTo>
                    <a:lnTo>
                      <a:pt x="1699" y="49"/>
                    </a:lnTo>
                    <a:lnTo>
                      <a:pt x="1720" y="90"/>
                    </a:lnTo>
                    <a:lnTo>
                      <a:pt x="1741" y="152"/>
                    </a:lnTo>
                    <a:lnTo>
                      <a:pt x="1768" y="214"/>
                    </a:lnTo>
                    <a:lnTo>
                      <a:pt x="1796" y="290"/>
                    </a:lnTo>
                    <a:lnTo>
                      <a:pt x="1830" y="366"/>
                    </a:lnTo>
                    <a:lnTo>
                      <a:pt x="1865" y="442"/>
                    </a:lnTo>
                    <a:lnTo>
                      <a:pt x="1913" y="511"/>
                    </a:lnTo>
                    <a:lnTo>
                      <a:pt x="1962" y="580"/>
                    </a:lnTo>
                    <a:lnTo>
                      <a:pt x="2017" y="643"/>
                    </a:lnTo>
                    <a:lnTo>
                      <a:pt x="2079" y="698"/>
                    </a:lnTo>
                    <a:lnTo>
                      <a:pt x="2148" y="746"/>
                    </a:lnTo>
                    <a:lnTo>
                      <a:pt x="2162" y="760"/>
                    </a:lnTo>
                    <a:lnTo>
                      <a:pt x="2245" y="801"/>
                    </a:lnTo>
                    <a:lnTo>
                      <a:pt x="2321" y="829"/>
                    </a:lnTo>
                    <a:lnTo>
                      <a:pt x="2404" y="857"/>
                    </a:lnTo>
                    <a:lnTo>
                      <a:pt x="2480" y="877"/>
                    </a:lnTo>
                    <a:lnTo>
                      <a:pt x="2562" y="891"/>
                    </a:lnTo>
                    <a:lnTo>
                      <a:pt x="2645" y="905"/>
                    </a:lnTo>
                    <a:lnTo>
                      <a:pt x="2721" y="912"/>
                    </a:lnTo>
                    <a:lnTo>
                      <a:pt x="2804" y="919"/>
                    </a:lnTo>
                    <a:lnTo>
                      <a:pt x="2880" y="926"/>
                    </a:lnTo>
                    <a:lnTo>
                      <a:pt x="2963" y="933"/>
                    </a:lnTo>
                    <a:lnTo>
                      <a:pt x="3046" y="933"/>
                    </a:lnTo>
                    <a:lnTo>
                      <a:pt x="3122" y="940"/>
                    </a:lnTo>
                    <a:lnTo>
                      <a:pt x="3205" y="940"/>
                    </a:lnTo>
                    <a:lnTo>
                      <a:pt x="3287" y="940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1" name="Freeform 109">
                <a:extLst>
                  <a:ext uri="{FF2B5EF4-FFF2-40B4-BE49-F238E27FC236}">
                    <a16:creationId xmlns:a16="http://schemas.microsoft.com/office/drawing/2014/main" id="{5642EF04-0643-79BB-15AB-46AE43C74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306"/>
                <a:ext cx="3287" cy="719"/>
              </a:xfrm>
              <a:custGeom>
                <a:avLst/>
                <a:gdLst>
                  <a:gd name="T0" fmla="*/ 0 w 3287"/>
                  <a:gd name="T1" fmla="*/ 719 h 719"/>
                  <a:gd name="T2" fmla="*/ 76 w 3287"/>
                  <a:gd name="T3" fmla="*/ 719 h 719"/>
                  <a:gd name="T4" fmla="*/ 159 w 3287"/>
                  <a:gd name="T5" fmla="*/ 719 h 719"/>
                  <a:gd name="T6" fmla="*/ 235 w 3287"/>
                  <a:gd name="T7" fmla="*/ 712 h 719"/>
                  <a:gd name="T8" fmla="*/ 318 w 3287"/>
                  <a:gd name="T9" fmla="*/ 712 h 719"/>
                  <a:gd name="T10" fmla="*/ 401 w 3287"/>
                  <a:gd name="T11" fmla="*/ 705 h 719"/>
                  <a:gd name="T12" fmla="*/ 477 w 3287"/>
                  <a:gd name="T13" fmla="*/ 698 h 719"/>
                  <a:gd name="T14" fmla="*/ 560 w 3287"/>
                  <a:gd name="T15" fmla="*/ 691 h 719"/>
                  <a:gd name="T16" fmla="*/ 636 w 3287"/>
                  <a:gd name="T17" fmla="*/ 684 h 719"/>
                  <a:gd name="T18" fmla="*/ 719 w 3287"/>
                  <a:gd name="T19" fmla="*/ 670 h 719"/>
                  <a:gd name="T20" fmla="*/ 801 w 3287"/>
                  <a:gd name="T21" fmla="*/ 656 h 719"/>
                  <a:gd name="T22" fmla="*/ 877 w 3287"/>
                  <a:gd name="T23" fmla="*/ 643 h 719"/>
                  <a:gd name="T24" fmla="*/ 960 w 3287"/>
                  <a:gd name="T25" fmla="*/ 615 h 719"/>
                  <a:gd name="T26" fmla="*/ 1036 w 3287"/>
                  <a:gd name="T27" fmla="*/ 587 h 719"/>
                  <a:gd name="T28" fmla="*/ 1119 w 3287"/>
                  <a:gd name="T29" fmla="*/ 546 h 719"/>
                  <a:gd name="T30" fmla="*/ 1133 w 3287"/>
                  <a:gd name="T31" fmla="*/ 539 h 719"/>
                  <a:gd name="T32" fmla="*/ 1202 w 3287"/>
                  <a:gd name="T33" fmla="*/ 498 h 719"/>
                  <a:gd name="T34" fmla="*/ 1264 w 3287"/>
                  <a:gd name="T35" fmla="*/ 442 h 719"/>
                  <a:gd name="T36" fmla="*/ 1319 w 3287"/>
                  <a:gd name="T37" fmla="*/ 387 h 719"/>
                  <a:gd name="T38" fmla="*/ 1368 w 3287"/>
                  <a:gd name="T39" fmla="*/ 332 h 719"/>
                  <a:gd name="T40" fmla="*/ 1409 w 3287"/>
                  <a:gd name="T41" fmla="*/ 277 h 719"/>
                  <a:gd name="T42" fmla="*/ 1444 w 3287"/>
                  <a:gd name="T43" fmla="*/ 214 h 719"/>
                  <a:gd name="T44" fmla="*/ 1478 w 3287"/>
                  <a:gd name="T45" fmla="*/ 159 h 719"/>
                  <a:gd name="T46" fmla="*/ 1513 w 3287"/>
                  <a:gd name="T47" fmla="*/ 111 h 719"/>
                  <a:gd name="T48" fmla="*/ 1533 w 3287"/>
                  <a:gd name="T49" fmla="*/ 69 h 719"/>
                  <a:gd name="T50" fmla="*/ 1561 w 3287"/>
                  <a:gd name="T51" fmla="*/ 35 h 719"/>
                  <a:gd name="T52" fmla="*/ 1582 w 3287"/>
                  <a:gd name="T53" fmla="*/ 14 h 719"/>
                  <a:gd name="T54" fmla="*/ 1596 w 3287"/>
                  <a:gd name="T55" fmla="*/ 0 h 719"/>
                  <a:gd name="T56" fmla="*/ 1609 w 3287"/>
                  <a:gd name="T57" fmla="*/ 0 h 719"/>
                  <a:gd name="T58" fmla="*/ 1623 w 3287"/>
                  <a:gd name="T59" fmla="*/ 0 h 719"/>
                  <a:gd name="T60" fmla="*/ 1637 w 3287"/>
                  <a:gd name="T61" fmla="*/ 14 h 719"/>
                  <a:gd name="T62" fmla="*/ 1651 w 3287"/>
                  <a:gd name="T63" fmla="*/ 7 h 719"/>
                  <a:gd name="T64" fmla="*/ 1665 w 3287"/>
                  <a:gd name="T65" fmla="*/ 0 h 719"/>
                  <a:gd name="T66" fmla="*/ 1678 w 3287"/>
                  <a:gd name="T67" fmla="*/ 0 h 719"/>
                  <a:gd name="T68" fmla="*/ 1699 w 3287"/>
                  <a:gd name="T69" fmla="*/ 7 h 719"/>
                  <a:gd name="T70" fmla="*/ 1720 w 3287"/>
                  <a:gd name="T71" fmla="*/ 35 h 719"/>
                  <a:gd name="T72" fmla="*/ 1741 w 3287"/>
                  <a:gd name="T73" fmla="*/ 62 h 719"/>
                  <a:gd name="T74" fmla="*/ 1768 w 3287"/>
                  <a:gd name="T75" fmla="*/ 104 h 719"/>
                  <a:gd name="T76" fmla="*/ 1796 w 3287"/>
                  <a:gd name="T77" fmla="*/ 152 h 719"/>
                  <a:gd name="T78" fmla="*/ 1830 w 3287"/>
                  <a:gd name="T79" fmla="*/ 208 h 719"/>
                  <a:gd name="T80" fmla="*/ 1865 w 3287"/>
                  <a:gd name="T81" fmla="*/ 270 h 719"/>
                  <a:gd name="T82" fmla="*/ 1913 w 3287"/>
                  <a:gd name="T83" fmla="*/ 325 h 719"/>
                  <a:gd name="T84" fmla="*/ 1962 w 3287"/>
                  <a:gd name="T85" fmla="*/ 387 h 719"/>
                  <a:gd name="T86" fmla="*/ 2017 w 3287"/>
                  <a:gd name="T87" fmla="*/ 442 h 719"/>
                  <a:gd name="T88" fmla="*/ 2079 w 3287"/>
                  <a:gd name="T89" fmla="*/ 491 h 719"/>
                  <a:gd name="T90" fmla="*/ 2148 w 3287"/>
                  <a:gd name="T91" fmla="*/ 539 h 719"/>
                  <a:gd name="T92" fmla="*/ 2162 w 3287"/>
                  <a:gd name="T93" fmla="*/ 546 h 719"/>
                  <a:gd name="T94" fmla="*/ 2245 w 3287"/>
                  <a:gd name="T95" fmla="*/ 587 h 719"/>
                  <a:gd name="T96" fmla="*/ 2321 w 3287"/>
                  <a:gd name="T97" fmla="*/ 615 h 719"/>
                  <a:gd name="T98" fmla="*/ 2404 w 3287"/>
                  <a:gd name="T99" fmla="*/ 643 h 719"/>
                  <a:gd name="T100" fmla="*/ 2480 w 3287"/>
                  <a:gd name="T101" fmla="*/ 656 h 719"/>
                  <a:gd name="T102" fmla="*/ 2562 w 3287"/>
                  <a:gd name="T103" fmla="*/ 670 h 719"/>
                  <a:gd name="T104" fmla="*/ 2645 w 3287"/>
                  <a:gd name="T105" fmla="*/ 684 h 719"/>
                  <a:gd name="T106" fmla="*/ 2721 w 3287"/>
                  <a:gd name="T107" fmla="*/ 691 h 719"/>
                  <a:gd name="T108" fmla="*/ 2804 w 3287"/>
                  <a:gd name="T109" fmla="*/ 698 h 719"/>
                  <a:gd name="T110" fmla="*/ 2880 w 3287"/>
                  <a:gd name="T111" fmla="*/ 705 h 719"/>
                  <a:gd name="T112" fmla="*/ 2963 w 3287"/>
                  <a:gd name="T113" fmla="*/ 712 h 719"/>
                  <a:gd name="T114" fmla="*/ 3046 w 3287"/>
                  <a:gd name="T115" fmla="*/ 712 h 719"/>
                  <a:gd name="T116" fmla="*/ 3122 w 3287"/>
                  <a:gd name="T117" fmla="*/ 719 h 719"/>
                  <a:gd name="T118" fmla="*/ 3205 w 3287"/>
                  <a:gd name="T119" fmla="*/ 719 h 719"/>
                  <a:gd name="T120" fmla="*/ 3287 w 3287"/>
                  <a:gd name="T121" fmla="*/ 719 h 71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719">
                    <a:moveTo>
                      <a:pt x="0" y="719"/>
                    </a:moveTo>
                    <a:lnTo>
                      <a:pt x="76" y="719"/>
                    </a:lnTo>
                    <a:lnTo>
                      <a:pt x="159" y="719"/>
                    </a:lnTo>
                    <a:lnTo>
                      <a:pt x="235" y="712"/>
                    </a:lnTo>
                    <a:lnTo>
                      <a:pt x="318" y="712"/>
                    </a:lnTo>
                    <a:lnTo>
                      <a:pt x="401" y="705"/>
                    </a:lnTo>
                    <a:lnTo>
                      <a:pt x="477" y="698"/>
                    </a:lnTo>
                    <a:lnTo>
                      <a:pt x="560" y="691"/>
                    </a:lnTo>
                    <a:lnTo>
                      <a:pt x="636" y="684"/>
                    </a:lnTo>
                    <a:lnTo>
                      <a:pt x="719" y="670"/>
                    </a:lnTo>
                    <a:lnTo>
                      <a:pt x="801" y="656"/>
                    </a:lnTo>
                    <a:lnTo>
                      <a:pt x="877" y="643"/>
                    </a:lnTo>
                    <a:lnTo>
                      <a:pt x="960" y="615"/>
                    </a:lnTo>
                    <a:lnTo>
                      <a:pt x="1036" y="587"/>
                    </a:lnTo>
                    <a:lnTo>
                      <a:pt x="1119" y="546"/>
                    </a:lnTo>
                    <a:lnTo>
                      <a:pt x="1133" y="539"/>
                    </a:lnTo>
                    <a:lnTo>
                      <a:pt x="1202" y="498"/>
                    </a:lnTo>
                    <a:lnTo>
                      <a:pt x="1264" y="442"/>
                    </a:lnTo>
                    <a:lnTo>
                      <a:pt x="1319" y="387"/>
                    </a:lnTo>
                    <a:lnTo>
                      <a:pt x="1368" y="332"/>
                    </a:lnTo>
                    <a:lnTo>
                      <a:pt x="1409" y="277"/>
                    </a:lnTo>
                    <a:lnTo>
                      <a:pt x="1444" y="214"/>
                    </a:lnTo>
                    <a:lnTo>
                      <a:pt x="1478" y="159"/>
                    </a:lnTo>
                    <a:lnTo>
                      <a:pt x="1513" y="111"/>
                    </a:lnTo>
                    <a:lnTo>
                      <a:pt x="1533" y="69"/>
                    </a:lnTo>
                    <a:lnTo>
                      <a:pt x="1561" y="35"/>
                    </a:lnTo>
                    <a:lnTo>
                      <a:pt x="1582" y="14"/>
                    </a:lnTo>
                    <a:lnTo>
                      <a:pt x="1596" y="0"/>
                    </a:lnTo>
                    <a:lnTo>
                      <a:pt x="1609" y="0"/>
                    </a:lnTo>
                    <a:lnTo>
                      <a:pt x="1623" y="0"/>
                    </a:lnTo>
                    <a:lnTo>
                      <a:pt x="1637" y="14"/>
                    </a:lnTo>
                    <a:lnTo>
                      <a:pt x="1651" y="7"/>
                    </a:lnTo>
                    <a:lnTo>
                      <a:pt x="1665" y="0"/>
                    </a:lnTo>
                    <a:lnTo>
                      <a:pt x="1678" y="0"/>
                    </a:lnTo>
                    <a:lnTo>
                      <a:pt x="1699" y="7"/>
                    </a:lnTo>
                    <a:lnTo>
                      <a:pt x="1720" y="35"/>
                    </a:lnTo>
                    <a:lnTo>
                      <a:pt x="1741" y="62"/>
                    </a:lnTo>
                    <a:lnTo>
                      <a:pt x="1768" y="104"/>
                    </a:lnTo>
                    <a:lnTo>
                      <a:pt x="1796" y="152"/>
                    </a:lnTo>
                    <a:lnTo>
                      <a:pt x="1830" y="208"/>
                    </a:lnTo>
                    <a:lnTo>
                      <a:pt x="1865" y="270"/>
                    </a:lnTo>
                    <a:lnTo>
                      <a:pt x="1913" y="325"/>
                    </a:lnTo>
                    <a:lnTo>
                      <a:pt x="1962" y="387"/>
                    </a:lnTo>
                    <a:lnTo>
                      <a:pt x="2017" y="442"/>
                    </a:lnTo>
                    <a:lnTo>
                      <a:pt x="2079" y="491"/>
                    </a:lnTo>
                    <a:lnTo>
                      <a:pt x="2148" y="539"/>
                    </a:lnTo>
                    <a:lnTo>
                      <a:pt x="2162" y="546"/>
                    </a:lnTo>
                    <a:lnTo>
                      <a:pt x="2245" y="587"/>
                    </a:lnTo>
                    <a:lnTo>
                      <a:pt x="2321" y="615"/>
                    </a:lnTo>
                    <a:lnTo>
                      <a:pt x="2404" y="643"/>
                    </a:lnTo>
                    <a:lnTo>
                      <a:pt x="2480" y="656"/>
                    </a:lnTo>
                    <a:lnTo>
                      <a:pt x="2562" y="670"/>
                    </a:lnTo>
                    <a:lnTo>
                      <a:pt x="2645" y="684"/>
                    </a:lnTo>
                    <a:lnTo>
                      <a:pt x="2721" y="691"/>
                    </a:lnTo>
                    <a:lnTo>
                      <a:pt x="2804" y="698"/>
                    </a:lnTo>
                    <a:lnTo>
                      <a:pt x="2880" y="705"/>
                    </a:lnTo>
                    <a:lnTo>
                      <a:pt x="2963" y="712"/>
                    </a:lnTo>
                    <a:lnTo>
                      <a:pt x="3046" y="712"/>
                    </a:lnTo>
                    <a:lnTo>
                      <a:pt x="3122" y="719"/>
                    </a:lnTo>
                    <a:lnTo>
                      <a:pt x="3205" y="719"/>
                    </a:lnTo>
                    <a:lnTo>
                      <a:pt x="3287" y="719"/>
                    </a:lnTo>
                  </a:path>
                </a:pathLst>
              </a:custGeom>
              <a:noFill/>
              <a:ln w="2222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2" name="Freeform 110">
                <a:extLst>
                  <a:ext uri="{FF2B5EF4-FFF2-40B4-BE49-F238E27FC236}">
                    <a16:creationId xmlns:a16="http://schemas.microsoft.com/office/drawing/2014/main" id="{A8F34295-53D7-D195-61CF-77511935D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472"/>
                <a:ext cx="3287" cy="559"/>
              </a:xfrm>
              <a:custGeom>
                <a:avLst/>
                <a:gdLst>
                  <a:gd name="T0" fmla="*/ 0 w 3287"/>
                  <a:gd name="T1" fmla="*/ 559 h 559"/>
                  <a:gd name="T2" fmla="*/ 76 w 3287"/>
                  <a:gd name="T3" fmla="*/ 553 h 559"/>
                  <a:gd name="T4" fmla="*/ 159 w 3287"/>
                  <a:gd name="T5" fmla="*/ 553 h 559"/>
                  <a:gd name="T6" fmla="*/ 235 w 3287"/>
                  <a:gd name="T7" fmla="*/ 553 h 559"/>
                  <a:gd name="T8" fmla="*/ 318 w 3287"/>
                  <a:gd name="T9" fmla="*/ 546 h 559"/>
                  <a:gd name="T10" fmla="*/ 401 w 3287"/>
                  <a:gd name="T11" fmla="*/ 539 h 559"/>
                  <a:gd name="T12" fmla="*/ 477 w 3287"/>
                  <a:gd name="T13" fmla="*/ 539 h 559"/>
                  <a:gd name="T14" fmla="*/ 560 w 3287"/>
                  <a:gd name="T15" fmla="*/ 532 h 559"/>
                  <a:gd name="T16" fmla="*/ 636 w 3287"/>
                  <a:gd name="T17" fmla="*/ 518 h 559"/>
                  <a:gd name="T18" fmla="*/ 719 w 3287"/>
                  <a:gd name="T19" fmla="*/ 511 h 559"/>
                  <a:gd name="T20" fmla="*/ 801 w 3287"/>
                  <a:gd name="T21" fmla="*/ 497 h 559"/>
                  <a:gd name="T22" fmla="*/ 877 w 3287"/>
                  <a:gd name="T23" fmla="*/ 477 h 559"/>
                  <a:gd name="T24" fmla="*/ 960 w 3287"/>
                  <a:gd name="T25" fmla="*/ 456 h 559"/>
                  <a:gd name="T26" fmla="*/ 1036 w 3287"/>
                  <a:gd name="T27" fmla="*/ 428 h 559"/>
                  <a:gd name="T28" fmla="*/ 1119 w 3287"/>
                  <a:gd name="T29" fmla="*/ 394 h 559"/>
                  <a:gd name="T30" fmla="*/ 1133 w 3287"/>
                  <a:gd name="T31" fmla="*/ 387 h 559"/>
                  <a:gd name="T32" fmla="*/ 1202 w 3287"/>
                  <a:gd name="T33" fmla="*/ 345 h 559"/>
                  <a:gd name="T34" fmla="*/ 1264 w 3287"/>
                  <a:gd name="T35" fmla="*/ 304 h 559"/>
                  <a:gd name="T36" fmla="*/ 1319 w 3287"/>
                  <a:gd name="T37" fmla="*/ 256 h 559"/>
                  <a:gd name="T38" fmla="*/ 1368 w 3287"/>
                  <a:gd name="T39" fmla="*/ 207 h 559"/>
                  <a:gd name="T40" fmla="*/ 1409 w 3287"/>
                  <a:gd name="T41" fmla="*/ 166 h 559"/>
                  <a:gd name="T42" fmla="*/ 1444 w 3287"/>
                  <a:gd name="T43" fmla="*/ 117 h 559"/>
                  <a:gd name="T44" fmla="*/ 1478 w 3287"/>
                  <a:gd name="T45" fmla="*/ 83 h 559"/>
                  <a:gd name="T46" fmla="*/ 1513 w 3287"/>
                  <a:gd name="T47" fmla="*/ 48 h 559"/>
                  <a:gd name="T48" fmla="*/ 1533 w 3287"/>
                  <a:gd name="T49" fmla="*/ 21 h 559"/>
                  <a:gd name="T50" fmla="*/ 1561 w 3287"/>
                  <a:gd name="T51" fmla="*/ 7 h 559"/>
                  <a:gd name="T52" fmla="*/ 1582 w 3287"/>
                  <a:gd name="T53" fmla="*/ 0 h 559"/>
                  <a:gd name="T54" fmla="*/ 1596 w 3287"/>
                  <a:gd name="T55" fmla="*/ 0 h 559"/>
                  <a:gd name="T56" fmla="*/ 1609 w 3287"/>
                  <a:gd name="T57" fmla="*/ 0 h 559"/>
                  <a:gd name="T58" fmla="*/ 1623 w 3287"/>
                  <a:gd name="T59" fmla="*/ 7 h 559"/>
                  <a:gd name="T60" fmla="*/ 1637 w 3287"/>
                  <a:gd name="T61" fmla="*/ 21 h 559"/>
                  <a:gd name="T62" fmla="*/ 1651 w 3287"/>
                  <a:gd name="T63" fmla="*/ 14 h 559"/>
                  <a:gd name="T64" fmla="*/ 1665 w 3287"/>
                  <a:gd name="T65" fmla="*/ 0 h 559"/>
                  <a:gd name="T66" fmla="*/ 1678 w 3287"/>
                  <a:gd name="T67" fmla="*/ 0 h 559"/>
                  <a:gd name="T68" fmla="*/ 1699 w 3287"/>
                  <a:gd name="T69" fmla="*/ 0 h 559"/>
                  <a:gd name="T70" fmla="*/ 1720 w 3287"/>
                  <a:gd name="T71" fmla="*/ 7 h 559"/>
                  <a:gd name="T72" fmla="*/ 1741 w 3287"/>
                  <a:gd name="T73" fmla="*/ 21 h 559"/>
                  <a:gd name="T74" fmla="*/ 1768 w 3287"/>
                  <a:gd name="T75" fmla="*/ 42 h 559"/>
                  <a:gd name="T76" fmla="*/ 1796 w 3287"/>
                  <a:gd name="T77" fmla="*/ 76 h 559"/>
                  <a:gd name="T78" fmla="*/ 1830 w 3287"/>
                  <a:gd name="T79" fmla="*/ 117 h 559"/>
                  <a:gd name="T80" fmla="*/ 1865 w 3287"/>
                  <a:gd name="T81" fmla="*/ 159 h 559"/>
                  <a:gd name="T82" fmla="*/ 1913 w 3287"/>
                  <a:gd name="T83" fmla="*/ 207 h 559"/>
                  <a:gd name="T84" fmla="*/ 1962 w 3287"/>
                  <a:gd name="T85" fmla="*/ 256 h 559"/>
                  <a:gd name="T86" fmla="*/ 2017 w 3287"/>
                  <a:gd name="T87" fmla="*/ 297 h 559"/>
                  <a:gd name="T88" fmla="*/ 2079 w 3287"/>
                  <a:gd name="T89" fmla="*/ 345 h 559"/>
                  <a:gd name="T90" fmla="*/ 2148 w 3287"/>
                  <a:gd name="T91" fmla="*/ 387 h 559"/>
                  <a:gd name="T92" fmla="*/ 2162 w 3287"/>
                  <a:gd name="T93" fmla="*/ 394 h 559"/>
                  <a:gd name="T94" fmla="*/ 2245 w 3287"/>
                  <a:gd name="T95" fmla="*/ 428 h 559"/>
                  <a:gd name="T96" fmla="*/ 2321 w 3287"/>
                  <a:gd name="T97" fmla="*/ 456 h 559"/>
                  <a:gd name="T98" fmla="*/ 2404 w 3287"/>
                  <a:gd name="T99" fmla="*/ 477 h 559"/>
                  <a:gd name="T100" fmla="*/ 2480 w 3287"/>
                  <a:gd name="T101" fmla="*/ 497 h 559"/>
                  <a:gd name="T102" fmla="*/ 2562 w 3287"/>
                  <a:gd name="T103" fmla="*/ 511 h 559"/>
                  <a:gd name="T104" fmla="*/ 2645 w 3287"/>
                  <a:gd name="T105" fmla="*/ 518 h 559"/>
                  <a:gd name="T106" fmla="*/ 2721 w 3287"/>
                  <a:gd name="T107" fmla="*/ 532 h 559"/>
                  <a:gd name="T108" fmla="*/ 2804 w 3287"/>
                  <a:gd name="T109" fmla="*/ 539 h 559"/>
                  <a:gd name="T110" fmla="*/ 2880 w 3287"/>
                  <a:gd name="T111" fmla="*/ 539 h 559"/>
                  <a:gd name="T112" fmla="*/ 2963 w 3287"/>
                  <a:gd name="T113" fmla="*/ 546 h 559"/>
                  <a:gd name="T114" fmla="*/ 3046 w 3287"/>
                  <a:gd name="T115" fmla="*/ 553 h 559"/>
                  <a:gd name="T116" fmla="*/ 3122 w 3287"/>
                  <a:gd name="T117" fmla="*/ 553 h 559"/>
                  <a:gd name="T118" fmla="*/ 3205 w 3287"/>
                  <a:gd name="T119" fmla="*/ 553 h 559"/>
                  <a:gd name="T120" fmla="*/ 3287 w 3287"/>
                  <a:gd name="T121" fmla="*/ 559 h 5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559">
                    <a:moveTo>
                      <a:pt x="0" y="559"/>
                    </a:moveTo>
                    <a:lnTo>
                      <a:pt x="76" y="553"/>
                    </a:lnTo>
                    <a:lnTo>
                      <a:pt x="159" y="553"/>
                    </a:lnTo>
                    <a:lnTo>
                      <a:pt x="235" y="553"/>
                    </a:lnTo>
                    <a:lnTo>
                      <a:pt x="318" y="546"/>
                    </a:lnTo>
                    <a:lnTo>
                      <a:pt x="401" y="539"/>
                    </a:lnTo>
                    <a:lnTo>
                      <a:pt x="477" y="539"/>
                    </a:lnTo>
                    <a:lnTo>
                      <a:pt x="560" y="532"/>
                    </a:lnTo>
                    <a:lnTo>
                      <a:pt x="636" y="518"/>
                    </a:lnTo>
                    <a:lnTo>
                      <a:pt x="719" y="511"/>
                    </a:lnTo>
                    <a:lnTo>
                      <a:pt x="801" y="497"/>
                    </a:lnTo>
                    <a:lnTo>
                      <a:pt x="877" y="477"/>
                    </a:lnTo>
                    <a:lnTo>
                      <a:pt x="960" y="456"/>
                    </a:lnTo>
                    <a:lnTo>
                      <a:pt x="1036" y="428"/>
                    </a:lnTo>
                    <a:lnTo>
                      <a:pt x="1119" y="394"/>
                    </a:lnTo>
                    <a:lnTo>
                      <a:pt x="1133" y="387"/>
                    </a:lnTo>
                    <a:lnTo>
                      <a:pt x="1202" y="345"/>
                    </a:lnTo>
                    <a:lnTo>
                      <a:pt x="1264" y="304"/>
                    </a:lnTo>
                    <a:lnTo>
                      <a:pt x="1319" y="256"/>
                    </a:lnTo>
                    <a:lnTo>
                      <a:pt x="1368" y="207"/>
                    </a:lnTo>
                    <a:lnTo>
                      <a:pt x="1409" y="166"/>
                    </a:lnTo>
                    <a:lnTo>
                      <a:pt x="1444" y="117"/>
                    </a:lnTo>
                    <a:lnTo>
                      <a:pt x="1478" y="83"/>
                    </a:lnTo>
                    <a:lnTo>
                      <a:pt x="1513" y="48"/>
                    </a:lnTo>
                    <a:lnTo>
                      <a:pt x="1533" y="21"/>
                    </a:lnTo>
                    <a:lnTo>
                      <a:pt x="1561" y="7"/>
                    </a:lnTo>
                    <a:lnTo>
                      <a:pt x="1582" y="0"/>
                    </a:lnTo>
                    <a:lnTo>
                      <a:pt x="1596" y="0"/>
                    </a:lnTo>
                    <a:lnTo>
                      <a:pt x="1609" y="0"/>
                    </a:lnTo>
                    <a:lnTo>
                      <a:pt x="1623" y="7"/>
                    </a:lnTo>
                    <a:lnTo>
                      <a:pt x="1637" y="21"/>
                    </a:lnTo>
                    <a:lnTo>
                      <a:pt x="1651" y="14"/>
                    </a:lnTo>
                    <a:lnTo>
                      <a:pt x="1665" y="0"/>
                    </a:lnTo>
                    <a:lnTo>
                      <a:pt x="1678" y="0"/>
                    </a:lnTo>
                    <a:lnTo>
                      <a:pt x="1699" y="0"/>
                    </a:lnTo>
                    <a:lnTo>
                      <a:pt x="1720" y="7"/>
                    </a:lnTo>
                    <a:lnTo>
                      <a:pt x="1741" y="21"/>
                    </a:lnTo>
                    <a:lnTo>
                      <a:pt x="1768" y="42"/>
                    </a:lnTo>
                    <a:lnTo>
                      <a:pt x="1796" y="76"/>
                    </a:lnTo>
                    <a:lnTo>
                      <a:pt x="1830" y="117"/>
                    </a:lnTo>
                    <a:lnTo>
                      <a:pt x="1865" y="159"/>
                    </a:lnTo>
                    <a:lnTo>
                      <a:pt x="1913" y="207"/>
                    </a:lnTo>
                    <a:lnTo>
                      <a:pt x="1962" y="256"/>
                    </a:lnTo>
                    <a:lnTo>
                      <a:pt x="2017" y="297"/>
                    </a:lnTo>
                    <a:lnTo>
                      <a:pt x="2079" y="345"/>
                    </a:lnTo>
                    <a:lnTo>
                      <a:pt x="2148" y="387"/>
                    </a:lnTo>
                    <a:lnTo>
                      <a:pt x="2162" y="394"/>
                    </a:lnTo>
                    <a:lnTo>
                      <a:pt x="2245" y="428"/>
                    </a:lnTo>
                    <a:lnTo>
                      <a:pt x="2321" y="456"/>
                    </a:lnTo>
                    <a:lnTo>
                      <a:pt x="2404" y="477"/>
                    </a:lnTo>
                    <a:lnTo>
                      <a:pt x="2480" y="497"/>
                    </a:lnTo>
                    <a:lnTo>
                      <a:pt x="2562" y="511"/>
                    </a:lnTo>
                    <a:lnTo>
                      <a:pt x="2645" y="518"/>
                    </a:lnTo>
                    <a:lnTo>
                      <a:pt x="2721" y="532"/>
                    </a:lnTo>
                    <a:lnTo>
                      <a:pt x="2804" y="539"/>
                    </a:lnTo>
                    <a:lnTo>
                      <a:pt x="2880" y="539"/>
                    </a:lnTo>
                    <a:lnTo>
                      <a:pt x="2963" y="546"/>
                    </a:lnTo>
                    <a:lnTo>
                      <a:pt x="3046" y="553"/>
                    </a:lnTo>
                    <a:lnTo>
                      <a:pt x="3122" y="553"/>
                    </a:lnTo>
                    <a:lnTo>
                      <a:pt x="3205" y="553"/>
                    </a:lnTo>
                    <a:lnTo>
                      <a:pt x="3287" y="559"/>
                    </a:lnTo>
                  </a:path>
                </a:pathLst>
              </a:custGeom>
              <a:noFill/>
              <a:ln w="2222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3" name="Freeform 111">
                <a:extLst>
                  <a:ext uri="{FF2B5EF4-FFF2-40B4-BE49-F238E27FC236}">
                    <a16:creationId xmlns:a16="http://schemas.microsoft.com/office/drawing/2014/main" id="{D5E77999-0D99-0AAC-4F56-466164C3D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603"/>
                <a:ext cx="3287" cy="428"/>
              </a:xfrm>
              <a:custGeom>
                <a:avLst/>
                <a:gdLst>
                  <a:gd name="T0" fmla="*/ 0 w 3287"/>
                  <a:gd name="T1" fmla="*/ 428 h 428"/>
                  <a:gd name="T2" fmla="*/ 76 w 3287"/>
                  <a:gd name="T3" fmla="*/ 422 h 428"/>
                  <a:gd name="T4" fmla="*/ 159 w 3287"/>
                  <a:gd name="T5" fmla="*/ 422 h 428"/>
                  <a:gd name="T6" fmla="*/ 235 w 3287"/>
                  <a:gd name="T7" fmla="*/ 422 h 428"/>
                  <a:gd name="T8" fmla="*/ 318 w 3287"/>
                  <a:gd name="T9" fmla="*/ 415 h 428"/>
                  <a:gd name="T10" fmla="*/ 401 w 3287"/>
                  <a:gd name="T11" fmla="*/ 415 h 428"/>
                  <a:gd name="T12" fmla="*/ 477 w 3287"/>
                  <a:gd name="T13" fmla="*/ 408 h 428"/>
                  <a:gd name="T14" fmla="*/ 560 w 3287"/>
                  <a:gd name="T15" fmla="*/ 401 h 428"/>
                  <a:gd name="T16" fmla="*/ 636 w 3287"/>
                  <a:gd name="T17" fmla="*/ 394 h 428"/>
                  <a:gd name="T18" fmla="*/ 719 w 3287"/>
                  <a:gd name="T19" fmla="*/ 380 h 428"/>
                  <a:gd name="T20" fmla="*/ 801 w 3287"/>
                  <a:gd name="T21" fmla="*/ 373 h 428"/>
                  <a:gd name="T22" fmla="*/ 877 w 3287"/>
                  <a:gd name="T23" fmla="*/ 353 h 428"/>
                  <a:gd name="T24" fmla="*/ 960 w 3287"/>
                  <a:gd name="T25" fmla="*/ 332 h 428"/>
                  <a:gd name="T26" fmla="*/ 1036 w 3287"/>
                  <a:gd name="T27" fmla="*/ 311 h 428"/>
                  <a:gd name="T28" fmla="*/ 1119 w 3287"/>
                  <a:gd name="T29" fmla="*/ 277 h 428"/>
                  <a:gd name="T30" fmla="*/ 1133 w 3287"/>
                  <a:gd name="T31" fmla="*/ 270 h 428"/>
                  <a:gd name="T32" fmla="*/ 1202 w 3287"/>
                  <a:gd name="T33" fmla="*/ 235 h 428"/>
                  <a:gd name="T34" fmla="*/ 1264 w 3287"/>
                  <a:gd name="T35" fmla="*/ 201 h 428"/>
                  <a:gd name="T36" fmla="*/ 1319 w 3287"/>
                  <a:gd name="T37" fmla="*/ 159 h 428"/>
                  <a:gd name="T38" fmla="*/ 1368 w 3287"/>
                  <a:gd name="T39" fmla="*/ 125 h 428"/>
                  <a:gd name="T40" fmla="*/ 1409 w 3287"/>
                  <a:gd name="T41" fmla="*/ 90 h 428"/>
                  <a:gd name="T42" fmla="*/ 1444 w 3287"/>
                  <a:gd name="T43" fmla="*/ 62 h 428"/>
                  <a:gd name="T44" fmla="*/ 1478 w 3287"/>
                  <a:gd name="T45" fmla="*/ 35 h 428"/>
                  <a:gd name="T46" fmla="*/ 1513 w 3287"/>
                  <a:gd name="T47" fmla="*/ 14 h 428"/>
                  <a:gd name="T48" fmla="*/ 1533 w 3287"/>
                  <a:gd name="T49" fmla="*/ 0 h 428"/>
                  <a:gd name="T50" fmla="*/ 1561 w 3287"/>
                  <a:gd name="T51" fmla="*/ 0 h 428"/>
                  <a:gd name="T52" fmla="*/ 1582 w 3287"/>
                  <a:gd name="T53" fmla="*/ 0 h 428"/>
                  <a:gd name="T54" fmla="*/ 1596 w 3287"/>
                  <a:gd name="T55" fmla="*/ 0 h 428"/>
                  <a:gd name="T56" fmla="*/ 1609 w 3287"/>
                  <a:gd name="T57" fmla="*/ 7 h 428"/>
                  <a:gd name="T58" fmla="*/ 1623 w 3287"/>
                  <a:gd name="T59" fmla="*/ 21 h 428"/>
                  <a:gd name="T60" fmla="*/ 1637 w 3287"/>
                  <a:gd name="T61" fmla="*/ 35 h 428"/>
                  <a:gd name="T62" fmla="*/ 1651 w 3287"/>
                  <a:gd name="T63" fmla="*/ 21 h 428"/>
                  <a:gd name="T64" fmla="*/ 1665 w 3287"/>
                  <a:gd name="T65" fmla="*/ 14 h 428"/>
                  <a:gd name="T66" fmla="*/ 1678 w 3287"/>
                  <a:gd name="T67" fmla="*/ 0 h 428"/>
                  <a:gd name="T68" fmla="*/ 1699 w 3287"/>
                  <a:gd name="T69" fmla="*/ 0 h 428"/>
                  <a:gd name="T70" fmla="*/ 1720 w 3287"/>
                  <a:gd name="T71" fmla="*/ 0 h 428"/>
                  <a:gd name="T72" fmla="*/ 1741 w 3287"/>
                  <a:gd name="T73" fmla="*/ 0 h 428"/>
                  <a:gd name="T74" fmla="*/ 1768 w 3287"/>
                  <a:gd name="T75" fmla="*/ 14 h 428"/>
                  <a:gd name="T76" fmla="*/ 1796 w 3287"/>
                  <a:gd name="T77" fmla="*/ 35 h 428"/>
                  <a:gd name="T78" fmla="*/ 1830 w 3287"/>
                  <a:gd name="T79" fmla="*/ 56 h 428"/>
                  <a:gd name="T80" fmla="*/ 1865 w 3287"/>
                  <a:gd name="T81" fmla="*/ 90 h 428"/>
                  <a:gd name="T82" fmla="*/ 1913 w 3287"/>
                  <a:gd name="T83" fmla="*/ 125 h 428"/>
                  <a:gd name="T84" fmla="*/ 1962 w 3287"/>
                  <a:gd name="T85" fmla="*/ 159 h 428"/>
                  <a:gd name="T86" fmla="*/ 2017 w 3287"/>
                  <a:gd name="T87" fmla="*/ 201 h 428"/>
                  <a:gd name="T88" fmla="*/ 2079 w 3287"/>
                  <a:gd name="T89" fmla="*/ 235 h 428"/>
                  <a:gd name="T90" fmla="*/ 2148 w 3287"/>
                  <a:gd name="T91" fmla="*/ 270 h 428"/>
                  <a:gd name="T92" fmla="*/ 2162 w 3287"/>
                  <a:gd name="T93" fmla="*/ 277 h 428"/>
                  <a:gd name="T94" fmla="*/ 2245 w 3287"/>
                  <a:gd name="T95" fmla="*/ 311 h 428"/>
                  <a:gd name="T96" fmla="*/ 2321 w 3287"/>
                  <a:gd name="T97" fmla="*/ 332 h 428"/>
                  <a:gd name="T98" fmla="*/ 2404 w 3287"/>
                  <a:gd name="T99" fmla="*/ 353 h 428"/>
                  <a:gd name="T100" fmla="*/ 2480 w 3287"/>
                  <a:gd name="T101" fmla="*/ 373 h 428"/>
                  <a:gd name="T102" fmla="*/ 2562 w 3287"/>
                  <a:gd name="T103" fmla="*/ 380 h 428"/>
                  <a:gd name="T104" fmla="*/ 2645 w 3287"/>
                  <a:gd name="T105" fmla="*/ 394 h 428"/>
                  <a:gd name="T106" fmla="*/ 2721 w 3287"/>
                  <a:gd name="T107" fmla="*/ 401 h 428"/>
                  <a:gd name="T108" fmla="*/ 2804 w 3287"/>
                  <a:gd name="T109" fmla="*/ 408 h 428"/>
                  <a:gd name="T110" fmla="*/ 2880 w 3287"/>
                  <a:gd name="T111" fmla="*/ 415 h 428"/>
                  <a:gd name="T112" fmla="*/ 2963 w 3287"/>
                  <a:gd name="T113" fmla="*/ 415 h 428"/>
                  <a:gd name="T114" fmla="*/ 3046 w 3287"/>
                  <a:gd name="T115" fmla="*/ 422 h 428"/>
                  <a:gd name="T116" fmla="*/ 3122 w 3287"/>
                  <a:gd name="T117" fmla="*/ 422 h 428"/>
                  <a:gd name="T118" fmla="*/ 3205 w 3287"/>
                  <a:gd name="T119" fmla="*/ 422 h 428"/>
                  <a:gd name="T120" fmla="*/ 3287 w 3287"/>
                  <a:gd name="T121" fmla="*/ 428 h 4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428">
                    <a:moveTo>
                      <a:pt x="0" y="428"/>
                    </a:moveTo>
                    <a:lnTo>
                      <a:pt x="76" y="422"/>
                    </a:lnTo>
                    <a:lnTo>
                      <a:pt x="159" y="422"/>
                    </a:lnTo>
                    <a:lnTo>
                      <a:pt x="235" y="422"/>
                    </a:lnTo>
                    <a:lnTo>
                      <a:pt x="318" y="415"/>
                    </a:lnTo>
                    <a:lnTo>
                      <a:pt x="401" y="415"/>
                    </a:lnTo>
                    <a:lnTo>
                      <a:pt x="477" y="408"/>
                    </a:lnTo>
                    <a:lnTo>
                      <a:pt x="560" y="401"/>
                    </a:lnTo>
                    <a:lnTo>
                      <a:pt x="636" y="394"/>
                    </a:lnTo>
                    <a:lnTo>
                      <a:pt x="719" y="380"/>
                    </a:lnTo>
                    <a:lnTo>
                      <a:pt x="801" y="373"/>
                    </a:lnTo>
                    <a:lnTo>
                      <a:pt x="877" y="353"/>
                    </a:lnTo>
                    <a:lnTo>
                      <a:pt x="960" y="332"/>
                    </a:lnTo>
                    <a:lnTo>
                      <a:pt x="1036" y="311"/>
                    </a:lnTo>
                    <a:lnTo>
                      <a:pt x="1119" y="277"/>
                    </a:lnTo>
                    <a:lnTo>
                      <a:pt x="1133" y="270"/>
                    </a:lnTo>
                    <a:lnTo>
                      <a:pt x="1202" y="235"/>
                    </a:lnTo>
                    <a:lnTo>
                      <a:pt x="1264" y="201"/>
                    </a:lnTo>
                    <a:lnTo>
                      <a:pt x="1319" y="159"/>
                    </a:lnTo>
                    <a:lnTo>
                      <a:pt x="1368" y="125"/>
                    </a:lnTo>
                    <a:lnTo>
                      <a:pt x="1409" y="90"/>
                    </a:lnTo>
                    <a:lnTo>
                      <a:pt x="1444" y="62"/>
                    </a:lnTo>
                    <a:lnTo>
                      <a:pt x="1478" y="35"/>
                    </a:lnTo>
                    <a:lnTo>
                      <a:pt x="1513" y="14"/>
                    </a:lnTo>
                    <a:lnTo>
                      <a:pt x="1533" y="0"/>
                    </a:lnTo>
                    <a:lnTo>
                      <a:pt x="1561" y="0"/>
                    </a:lnTo>
                    <a:lnTo>
                      <a:pt x="1582" y="0"/>
                    </a:lnTo>
                    <a:lnTo>
                      <a:pt x="1596" y="0"/>
                    </a:lnTo>
                    <a:lnTo>
                      <a:pt x="1609" y="7"/>
                    </a:lnTo>
                    <a:lnTo>
                      <a:pt x="1623" y="21"/>
                    </a:lnTo>
                    <a:lnTo>
                      <a:pt x="1637" y="35"/>
                    </a:lnTo>
                    <a:lnTo>
                      <a:pt x="1651" y="21"/>
                    </a:lnTo>
                    <a:lnTo>
                      <a:pt x="1665" y="14"/>
                    </a:lnTo>
                    <a:lnTo>
                      <a:pt x="1678" y="0"/>
                    </a:lnTo>
                    <a:lnTo>
                      <a:pt x="1699" y="0"/>
                    </a:lnTo>
                    <a:lnTo>
                      <a:pt x="1720" y="0"/>
                    </a:lnTo>
                    <a:lnTo>
                      <a:pt x="1741" y="0"/>
                    </a:lnTo>
                    <a:lnTo>
                      <a:pt x="1768" y="14"/>
                    </a:lnTo>
                    <a:lnTo>
                      <a:pt x="1796" y="35"/>
                    </a:lnTo>
                    <a:lnTo>
                      <a:pt x="1830" y="56"/>
                    </a:lnTo>
                    <a:lnTo>
                      <a:pt x="1865" y="90"/>
                    </a:lnTo>
                    <a:lnTo>
                      <a:pt x="1913" y="125"/>
                    </a:lnTo>
                    <a:lnTo>
                      <a:pt x="1962" y="159"/>
                    </a:lnTo>
                    <a:lnTo>
                      <a:pt x="2017" y="201"/>
                    </a:lnTo>
                    <a:lnTo>
                      <a:pt x="2079" y="235"/>
                    </a:lnTo>
                    <a:lnTo>
                      <a:pt x="2148" y="270"/>
                    </a:lnTo>
                    <a:lnTo>
                      <a:pt x="2162" y="277"/>
                    </a:lnTo>
                    <a:lnTo>
                      <a:pt x="2245" y="311"/>
                    </a:lnTo>
                    <a:lnTo>
                      <a:pt x="2321" y="332"/>
                    </a:lnTo>
                    <a:lnTo>
                      <a:pt x="2404" y="353"/>
                    </a:lnTo>
                    <a:lnTo>
                      <a:pt x="2480" y="373"/>
                    </a:lnTo>
                    <a:lnTo>
                      <a:pt x="2562" y="380"/>
                    </a:lnTo>
                    <a:lnTo>
                      <a:pt x="2645" y="394"/>
                    </a:lnTo>
                    <a:lnTo>
                      <a:pt x="2721" y="401"/>
                    </a:lnTo>
                    <a:lnTo>
                      <a:pt x="2804" y="408"/>
                    </a:lnTo>
                    <a:lnTo>
                      <a:pt x="2880" y="415"/>
                    </a:lnTo>
                    <a:lnTo>
                      <a:pt x="2963" y="415"/>
                    </a:lnTo>
                    <a:lnTo>
                      <a:pt x="3046" y="422"/>
                    </a:lnTo>
                    <a:lnTo>
                      <a:pt x="3122" y="422"/>
                    </a:lnTo>
                    <a:lnTo>
                      <a:pt x="3205" y="422"/>
                    </a:lnTo>
                    <a:lnTo>
                      <a:pt x="3287" y="428"/>
                    </a:lnTo>
                  </a:path>
                </a:pathLst>
              </a:custGeom>
              <a:noFill/>
              <a:ln w="2222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4" name="Freeform 112">
                <a:extLst>
                  <a:ext uri="{FF2B5EF4-FFF2-40B4-BE49-F238E27FC236}">
                    <a16:creationId xmlns:a16="http://schemas.microsoft.com/office/drawing/2014/main" id="{985326A3-2F4B-A00C-C22C-CEC73F61D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707"/>
                <a:ext cx="3287" cy="324"/>
              </a:xfrm>
              <a:custGeom>
                <a:avLst/>
                <a:gdLst>
                  <a:gd name="T0" fmla="*/ 0 w 3287"/>
                  <a:gd name="T1" fmla="*/ 324 h 324"/>
                  <a:gd name="T2" fmla="*/ 76 w 3287"/>
                  <a:gd name="T3" fmla="*/ 318 h 324"/>
                  <a:gd name="T4" fmla="*/ 159 w 3287"/>
                  <a:gd name="T5" fmla="*/ 318 h 324"/>
                  <a:gd name="T6" fmla="*/ 235 w 3287"/>
                  <a:gd name="T7" fmla="*/ 318 h 324"/>
                  <a:gd name="T8" fmla="*/ 318 w 3287"/>
                  <a:gd name="T9" fmla="*/ 311 h 324"/>
                  <a:gd name="T10" fmla="*/ 401 w 3287"/>
                  <a:gd name="T11" fmla="*/ 311 h 324"/>
                  <a:gd name="T12" fmla="*/ 477 w 3287"/>
                  <a:gd name="T13" fmla="*/ 304 h 324"/>
                  <a:gd name="T14" fmla="*/ 560 w 3287"/>
                  <a:gd name="T15" fmla="*/ 297 h 324"/>
                  <a:gd name="T16" fmla="*/ 636 w 3287"/>
                  <a:gd name="T17" fmla="*/ 290 h 324"/>
                  <a:gd name="T18" fmla="*/ 719 w 3287"/>
                  <a:gd name="T19" fmla="*/ 283 h 324"/>
                  <a:gd name="T20" fmla="*/ 801 w 3287"/>
                  <a:gd name="T21" fmla="*/ 269 h 324"/>
                  <a:gd name="T22" fmla="*/ 877 w 3287"/>
                  <a:gd name="T23" fmla="*/ 255 h 324"/>
                  <a:gd name="T24" fmla="*/ 960 w 3287"/>
                  <a:gd name="T25" fmla="*/ 242 h 324"/>
                  <a:gd name="T26" fmla="*/ 1036 w 3287"/>
                  <a:gd name="T27" fmla="*/ 221 h 324"/>
                  <a:gd name="T28" fmla="*/ 1119 w 3287"/>
                  <a:gd name="T29" fmla="*/ 193 h 324"/>
                  <a:gd name="T30" fmla="*/ 1133 w 3287"/>
                  <a:gd name="T31" fmla="*/ 186 h 324"/>
                  <a:gd name="T32" fmla="*/ 1202 w 3287"/>
                  <a:gd name="T33" fmla="*/ 159 h 324"/>
                  <a:gd name="T34" fmla="*/ 1264 w 3287"/>
                  <a:gd name="T35" fmla="*/ 124 h 324"/>
                  <a:gd name="T36" fmla="*/ 1319 w 3287"/>
                  <a:gd name="T37" fmla="*/ 97 h 324"/>
                  <a:gd name="T38" fmla="*/ 1368 w 3287"/>
                  <a:gd name="T39" fmla="*/ 69 h 324"/>
                  <a:gd name="T40" fmla="*/ 1409 w 3287"/>
                  <a:gd name="T41" fmla="*/ 41 h 324"/>
                  <a:gd name="T42" fmla="*/ 1444 w 3287"/>
                  <a:gd name="T43" fmla="*/ 28 h 324"/>
                  <a:gd name="T44" fmla="*/ 1478 w 3287"/>
                  <a:gd name="T45" fmla="*/ 14 h 324"/>
                  <a:gd name="T46" fmla="*/ 1513 w 3287"/>
                  <a:gd name="T47" fmla="*/ 0 h 324"/>
                  <a:gd name="T48" fmla="*/ 1533 w 3287"/>
                  <a:gd name="T49" fmla="*/ 0 h 324"/>
                  <a:gd name="T50" fmla="*/ 1561 w 3287"/>
                  <a:gd name="T51" fmla="*/ 0 h 324"/>
                  <a:gd name="T52" fmla="*/ 1582 w 3287"/>
                  <a:gd name="T53" fmla="*/ 7 h 324"/>
                  <a:gd name="T54" fmla="*/ 1596 w 3287"/>
                  <a:gd name="T55" fmla="*/ 14 h 324"/>
                  <a:gd name="T56" fmla="*/ 1609 w 3287"/>
                  <a:gd name="T57" fmla="*/ 28 h 324"/>
                  <a:gd name="T58" fmla="*/ 1623 w 3287"/>
                  <a:gd name="T59" fmla="*/ 34 h 324"/>
                  <a:gd name="T60" fmla="*/ 1637 w 3287"/>
                  <a:gd name="T61" fmla="*/ 48 h 324"/>
                  <a:gd name="T62" fmla="*/ 1651 w 3287"/>
                  <a:gd name="T63" fmla="*/ 41 h 324"/>
                  <a:gd name="T64" fmla="*/ 1665 w 3287"/>
                  <a:gd name="T65" fmla="*/ 28 h 324"/>
                  <a:gd name="T66" fmla="*/ 1678 w 3287"/>
                  <a:gd name="T67" fmla="*/ 14 h 324"/>
                  <a:gd name="T68" fmla="*/ 1699 w 3287"/>
                  <a:gd name="T69" fmla="*/ 7 h 324"/>
                  <a:gd name="T70" fmla="*/ 1720 w 3287"/>
                  <a:gd name="T71" fmla="*/ 0 h 324"/>
                  <a:gd name="T72" fmla="*/ 1741 w 3287"/>
                  <a:gd name="T73" fmla="*/ 0 h 324"/>
                  <a:gd name="T74" fmla="*/ 1768 w 3287"/>
                  <a:gd name="T75" fmla="*/ 0 h 324"/>
                  <a:gd name="T76" fmla="*/ 1796 w 3287"/>
                  <a:gd name="T77" fmla="*/ 7 h 324"/>
                  <a:gd name="T78" fmla="*/ 1830 w 3287"/>
                  <a:gd name="T79" fmla="*/ 21 h 324"/>
                  <a:gd name="T80" fmla="*/ 1865 w 3287"/>
                  <a:gd name="T81" fmla="*/ 41 h 324"/>
                  <a:gd name="T82" fmla="*/ 1913 w 3287"/>
                  <a:gd name="T83" fmla="*/ 69 h 324"/>
                  <a:gd name="T84" fmla="*/ 1962 w 3287"/>
                  <a:gd name="T85" fmla="*/ 97 h 324"/>
                  <a:gd name="T86" fmla="*/ 2017 w 3287"/>
                  <a:gd name="T87" fmla="*/ 124 h 324"/>
                  <a:gd name="T88" fmla="*/ 2079 w 3287"/>
                  <a:gd name="T89" fmla="*/ 159 h 324"/>
                  <a:gd name="T90" fmla="*/ 2148 w 3287"/>
                  <a:gd name="T91" fmla="*/ 186 h 324"/>
                  <a:gd name="T92" fmla="*/ 2162 w 3287"/>
                  <a:gd name="T93" fmla="*/ 193 h 324"/>
                  <a:gd name="T94" fmla="*/ 2245 w 3287"/>
                  <a:gd name="T95" fmla="*/ 221 h 324"/>
                  <a:gd name="T96" fmla="*/ 2321 w 3287"/>
                  <a:gd name="T97" fmla="*/ 242 h 324"/>
                  <a:gd name="T98" fmla="*/ 2404 w 3287"/>
                  <a:gd name="T99" fmla="*/ 255 h 324"/>
                  <a:gd name="T100" fmla="*/ 2480 w 3287"/>
                  <a:gd name="T101" fmla="*/ 269 h 324"/>
                  <a:gd name="T102" fmla="*/ 2562 w 3287"/>
                  <a:gd name="T103" fmla="*/ 283 h 324"/>
                  <a:gd name="T104" fmla="*/ 2645 w 3287"/>
                  <a:gd name="T105" fmla="*/ 290 h 324"/>
                  <a:gd name="T106" fmla="*/ 2721 w 3287"/>
                  <a:gd name="T107" fmla="*/ 297 h 324"/>
                  <a:gd name="T108" fmla="*/ 2804 w 3287"/>
                  <a:gd name="T109" fmla="*/ 304 h 324"/>
                  <a:gd name="T110" fmla="*/ 2880 w 3287"/>
                  <a:gd name="T111" fmla="*/ 311 h 324"/>
                  <a:gd name="T112" fmla="*/ 2963 w 3287"/>
                  <a:gd name="T113" fmla="*/ 311 h 324"/>
                  <a:gd name="T114" fmla="*/ 3046 w 3287"/>
                  <a:gd name="T115" fmla="*/ 318 h 324"/>
                  <a:gd name="T116" fmla="*/ 3122 w 3287"/>
                  <a:gd name="T117" fmla="*/ 318 h 324"/>
                  <a:gd name="T118" fmla="*/ 3205 w 3287"/>
                  <a:gd name="T119" fmla="*/ 318 h 324"/>
                  <a:gd name="T120" fmla="*/ 3287 w 3287"/>
                  <a:gd name="T121" fmla="*/ 324 h 3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324">
                    <a:moveTo>
                      <a:pt x="0" y="324"/>
                    </a:moveTo>
                    <a:lnTo>
                      <a:pt x="76" y="318"/>
                    </a:lnTo>
                    <a:lnTo>
                      <a:pt x="159" y="318"/>
                    </a:lnTo>
                    <a:lnTo>
                      <a:pt x="235" y="318"/>
                    </a:lnTo>
                    <a:lnTo>
                      <a:pt x="318" y="311"/>
                    </a:lnTo>
                    <a:lnTo>
                      <a:pt x="401" y="311"/>
                    </a:lnTo>
                    <a:lnTo>
                      <a:pt x="477" y="304"/>
                    </a:lnTo>
                    <a:lnTo>
                      <a:pt x="560" y="297"/>
                    </a:lnTo>
                    <a:lnTo>
                      <a:pt x="636" y="290"/>
                    </a:lnTo>
                    <a:lnTo>
                      <a:pt x="719" y="283"/>
                    </a:lnTo>
                    <a:lnTo>
                      <a:pt x="801" y="269"/>
                    </a:lnTo>
                    <a:lnTo>
                      <a:pt x="877" y="255"/>
                    </a:lnTo>
                    <a:lnTo>
                      <a:pt x="960" y="242"/>
                    </a:lnTo>
                    <a:lnTo>
                      <a:pt x="1036" y="221"/>
                    </a:lnTo>
                    <a:lnTo>
                      <a:pt x="1119" y="193"/>
                    </a:lnTo>
                    <a:lnTo>
                      <a:pt x="1133" y="186"/>
                    </a:lnTo>
                    <a:lnTo>
                      <a:pt x="1202" y="159"/>
                    </a:lnTo>
                    <a:lnTo>
                      <a:pt x="1264" y="124"/>
                    </a:lnTo>
                    <a:lnTo>
                      <a:pt x="1319" y="97"/>
                    </a:lnTo>
                    <a:lnTo>
                      <a:pt x="1368" y="69"/>
                    </a:lnTo>
                    <a:lnTo>
                      <a:pt x="1409" y="41"/>
                    </a:lnTo>
                    <a:lnTo>
                      <a:pt x="1444" y="28"/>
                    </a:lnTo>
                    <a:lnTo>
                      <a:pt x="1478" y="14"/>
                    </a:lnTo>
                    <a:lnTo>
                      <a:pt x="1513" y="0"/>
                    </a:lnTo>
                    <a:lnTo>
                      <a:pt x="1533" y="0"/>
                    </a:lnTo>
                    <a:lnTo>
                      <a:pt x="1561" y="0"/>
                    </a:lnTo>
                    <a:lnTo>
                      <a:pt x="1582" y="7"/>
                    </a:lnTo>
                    <a:lnTo>
                      <a:pt x="1596" y="14"/>
                    </a:lnTo>
                    <a:lnTo>
                      <a:pt x="1609" y="28"/>
                    </a:lnTo>
                    <a:lnTo>
                      <a:pt x="1623" y="34"/>
                    </a:lnTo>
                    <a:lnTo>
                      <a:pt x="1637" y="48"/>
                    </a:lnTo>
                    <a:lnTo>
                      <a:pt x="1651" y="41"/>
                    </a:lnTo>
                    <a:lnTo>
                      <a:pt x="1665" y="28"/>
                    </a:lnTo>
                    <a:lnTo>
                      <a:pt x="1678" y="14"/>
                    </a:lnTo>
                    <a:lnTo>
                      <a:pt x="1699" y="7"/>
                    </a:lnTo>
                    <a:lnTo>
                      <a:pt x="1720" y="0"/>
                    </a:lnTo>
                    <a:lnTo>
                      <a:pt x="1741" y="0"/>
                    </a:lnTo>
                    <a:lnTo>
                      <a:pt x="1768" y="0"/>
                    </a:lnTo>
                    <a:lnTo>
                      <a:pt x="1796" y="7"/>
                    </a:lnTo>
                    <a:lnTo>
                      <a:pt x="1830" y="21"/>
                    </a:lnTo>
                    <a:lnTo>
                      <a:pt x="1865" y="41"/>
                    </a:lnTo>
                    <a:lnTo>
                      <a:pt x="1913" y="69"/>
                    </a:lnTo>
                    <a:lnTo>
                      <a:pt x="1962" y="97"/>
                    </a:lnTo>
                    <a:lnTo>
                      <a:pt x="2017" y="124"/>
                    </a:lnTo>
                    <a:lnTo>
                      <a:pt x="2079" y="159"/>
                    </a:lnTo>
                    <a:lnTo>
                      <a:pt x="2148" y="186"/>
                    </a:lnTo>
                    <a:lnTo>
                      <a:pt x="2162" y="193"/>
                    </a:lnTo>
                    <a:lnTo>
                      <a:pt x="2245" y="221"/>
                    </a:lnTo>
                    <a:lnTo>
                      <a:pt x="2321" y="242"/>
                    </a:lnTo>
                    <a:lnTo>
                      <a:pt x="2404" y="255"/>
                    </a:lnTo>
                    <a:lnTo>
                      <a:pt x="2480" y="269"/>
                    </a:lnTo>
                    <a:lnTo>
                      <a:pt x="2562" y="283"/>
                    </a:lnTo>
                    <a:lnTo>
                      <a:pt x="2645" y="290"/>
                    </a:lnTo>
                    <a:lnTo>
                      <a:pt x="2721" y="297"/>
                    </a:lnTo>
                    <a:lnTo>
                      <a:pt x="2804" y="304"/>
                    </a:lnTo>
                    <a:lnTo>
                      <a:pt x="2880" y="311"/>
                    </a:lnTo>
                    <a:lnTo>
                      <a:pt x="2963" y="311"/>
                    </a:lnTo>
                    <a:lnTo>
                      <a:pt x="3046" y="318"/>
                    </a:lnTo>
                    <a:lnTo>
                      <a:pt x="3122" y="318"/>
                    </a:lnTo>
                    <a:lnTo>
                      <a:pt x="3205" y="318"/>
                    </a:lnTo>
                    <a:lnTo>
                      <a:pt x="3287" y="324"/>
                    </a:lnTo>
                  </a:path>
                </a:pathLst>
              </a:custGeom>
              <a:noFill/>
              <a:ln w="22225">
                <a:solidFill>
                  <a:srgbClr val="3F3F3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5" name="Freeform 113">
                <a:extLst>
                  <a:ext uri="{FF2B5EF4-FFF2-40B4-BE49-F238E27FC236}">
                    <a16:creationId xmlns:a16="http://schemas.microsoft.com/office/drawing/2014/main" id="{D7F296CF-10CC-7C89-CF94-618F54247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790"/>
                <a:ext cx="3287" cy="241"/>
              </a:xfrm>
              <a:custGeom>
                <a:avLst/>
                <a:gdLst>
                  <a:gd name="T0" fmla="*/ 0 w 3287"/>
                  <a:gd name="T1" fmla="*/ 241 h 241"/>
                  <a:gd name="T2" fmla="*/ 76 w 3287"/>
                  <a:gd name="T3" fmla="*/ 241 h 241"/>
                  <a:gd name="T4" fmla="*/ 159 w 3287"/>
                  <a:gd name="T5" fmla="*/ 235 h 241"/>
                  <a:gd name="T6" fmla="*/ 235 w 3287"/>
                  <a:gd name="T7" fmla="*/ 235 h 241"/>
                  <a:gd name="T8" fmla="*/ 318 w 3287"/>
                  <a:gd name="T9" fmla="*/ 235 h 241"/>
                  <a:gd name="T10" fmla="*/ 401 w 3287"/>
                  <a:gd name="T11" fmla="*/ 228 h 241"/>
                  <a:gd name="T12" fmla="*/ 477 w 3287"/>
                  <a:gd name="T13" fmla="*/ 228 h 241"/>
                  <a:gd name="T14" fmla="*/ 560 w 3287"/>
                  <a:gd name="T15" fmla="*/ 221 h 241"/>
                  <a:gd name="T16" fmla="*/ 636 w 3287"/>
                  <a:gd name="T17" fmla="*/ 214 h 241"/>
                  <a:gd name="T18" fmla="*/ 719 w 3287"/>
                  <a:gd name="T19" fmla="*/ 207 h 241"/>
                  <a:gd name="T20" fmla="*/ 801 w 3287"/>
                  <a:gd name="T21" fmla="*/ 193 h 241"/>
                  <a:gd name="T22" fmla="*/ 877 w 3287"/>
                  <a:gd name="T23" fmla="*/ 186 h 241"/>
                  <a:gd name="T24" fmla="*/ 960 w 3287"/>
                  <a:gd name="T25" fmla="*/ 166 h 241"/>
                  <a:gd name="T26" fmla="*/ 1036 w 3287"/>
                  <a:gd name="T27" fmla="*/ 152 h 241"/>
                  <a:gd name="T28" fmla="*/ 1119 w 3287"/>
                  <a:gd name="T29" fmla="*/ 124 h 241"/>
                  <a:gd name="T30" fmla="*/ 1133 w 3287"/>
                  <a:gd name="T31" fmla="*/ 124 h 241"/>
                  <a:gd name="T32" fmla="*/ 1202 w 3287"/>
                  <a:gd name="T33" fmla="*/ 96 h 241"/>
                  <a:gd name="T34" fmla="*/ 1264 w 3287"/>
                  <a:gd name="T35" fmla="*/ 76 h 241"/>
                  <a:gd name="T36" fmla="*/ 1319 w 3287"/>
                  <a:gd name="T37" fmla="*/ 55 h 241"/>
                  <a:gd name="T38" fmla="*/ 1368 w 3287"/>
                  <a:gd name="T39" fmla="*/ 34 h 241"/>
                  <a:gd name="T40" fmla="*/ 1409 w 3287"/>
                  <a:gd name="T41" fmla="*/ 20 h 241"/>
                  <a:gd name="T42" fmla="*/ 1444 w 3287"/>
                  <a:gd name="T43" fmla="*/ 7 h 241"/>
                  <a:gd name="T44" fmla="*/ 1478 w 3287"/>
                  <a:gd name="T45" fmla="*/ 7 h 241"/>
                  <a:gd name="T46" fmla="*/ 1513 w 3287"/>
                  <a:gd name="T47" fmla="*/ 0 h 241"/>
                  <a:gd name="T48" fmla="*/ 1533 w 3287"/>
                  <a:gd name="T49" fmla="*/ 7 h 241"/>
                  <a:gd name="T50" fmla="*/ 1561 w 3287"/>
                  <a:gd name="T51" fmla="*/ 14 h 241"/>
                  <a:gd name="T52" fmla="*/ 1582 w 3287"/>
                  <a:gd name="T53" fmla="*/ 20 h 241"/>
                  <a:gd name="T54" fmla="*/ 1596 w 3287"/>
                  <a:gd name="T55" fmla="*/ 34 h 241"/>
                  <a:gd name="T56" fmla="*/ 1609 w 3287"/>
                  <a:gd name="T57" fmla="*/ 41 h 241"/>
                  <a:gd name="T58" fmla="*/ 1623 w 3287"/>
                  <a:gd name="T59" fmla="*/ 55 h 241"/>
                  <a:gd name="T60" fmla="*/ 1637 w 3287"/>
                  <a:gd name="T61" fmla="*/ 69 h 241"/>
                  <a:gd name="T62" fmla="*/ 1651 w 3287"/>
                  <a:gd name="T63" fmla="*/ 62 h 241"/>
                  <a:gd name="T64" fmla="*/ 1665 w 3287"/>
                  <a:gd name="T65" fmla="*/ 48 h 241"/>
                  <a:gd name="T66" fmla="*/ 1678 w 3287"/>
                  <a:gd name="T67" fmla="*/ 34 h 241"/>
                  <a:gd name="T68" fmla="*/ 1699 w 3287"/>
                  <a:gd name="T69" fmla="*/ 20 h 241"/>
                  <a:gd name="T70" fmla="*/ 1720 w 3287"/>
                  <a:gd name="T71" fmla="*/ 14 h 241"/>
                  <a:gd name="T72" fmla="*/ 1741 w 3287"/>
                  <a:gd name="T73" fmla="*/ 7 h 241"/>
                  <a:gd name="T74" fmla="*/ 1768 w 3287"/>
                  <a:gd name="T75" fmla="*/ 7 h 241"/>
                  <a:gd name="T76" fmla="*/ 1796 w 3287"/>
                  <a:gd name="T77" fmla="*/ 7 h 241"/>
                  <a:gd name="T78" fmla="*/ 1830 w 3287"/>
                  <a:gd name="T79" fmla="*/ 7 h 241"/>
                  <a:gd name="T80" fmla="*/ 1865 w 3287"/>
                  <a:gd name="T81" fmla="*/ 20 h 241"/>
                  <a:gd name="T82" fmla="*/ 1913 w 3287"/>
                  <a:gd name="T83" fmla="*/ 34 h 241"/>
                  <a:gd name="T84" fmla="*/ 1962 w 3287"/>
                  <a:gd name="T85" fmla="*/ 55 h 241"/>
                  <a:gd name="T86" fmla="*/ 2017 w 3287"/>
                  <a:gd name="T87" fmla="*/ 76 h 241"/>
                  <a:gd name="T88" fmla="*/ 2079 w 3287"/>
                  <a:gd name="T89" fmla="*/ 96 h 241"/>
                  <a:gd name="T90" fmla="*/ 2148 w 3287"/>
                  <a:gd name="T91" fmla="*/ 124 h 241"/>
                  <a:gd name="T92" fmla="*/ 2162 w 3287"/>
                  <a:gd name="T93" fmla="*/ 124 h 241"/>
                  <a:gd name="T94" fmla="*/ 2245 w 3287"/>
                  <a:gd name="T95" fmla="*/ 152 h 241"/>
                  <a:gd name="T96" fmla="*/ 2321 w 3287"/>
                  <a:gd name="T97" fmla="*/ 166 h 241"/>
                  <a:gd name="T98" fmla="*/ 2404 w 3287"/>
                  <a:gd name="T99" fmla="*/ 186 h 241"/>
                  <a:gd name="T100" fmla="*/ 2480 w 3287"/>
                  <a:gd name="T101" fmla="*/ 193 h 241"/>
                  <a:gd name="T102" fmla="*/ 2562 w 3287"/>
                  <a:gd name="T103" fmla="*/ 207 h 241"/>
                  <a:gd name="T104" fmla="*/ 2645 w 3287"/>
                  <a:gd name="T105" fmla="*/ 214 h 241"/>
                  <a:gd name="T106" fmla="*/ 2721 w 3287"/>
                  <a:gd name="T107" fmla="*/ 221 h 241"/>
                  <a:gd name="T108" fmla="*/ 2804 w 3287"/>
                  <a:gd name="T109" fmla="*/ 228 h 241"/>
                  <a:gd name="T110" fmla="*/ 2880 w 3287"/>
                  <a:gd name="T111" fmla="*/ 228 h 241"/>
                  <a:gd name="T112" fmla="*/ 2963 w 3287"/>
                  <a:gd name="T113" fmla="*/ 235 h 241"/>
                  <a:gd name="T114" fmla="*/ 3046 w 3287"/>
                  <a:gd name="T115" fmla="*/ 235 h 241"/>
                  <a:gd name="T116" fmla="*/ 3122 w 3287"/>
                  <a:gd name="T117" fmla="*/ 235 h 241"/>
                  <a:gd name="T118" fmla="*/ 3205 w 3287"/>
                  <a:gd name="T119" fmla="*/ 241 h 241"/>
                  <a:gd name="T120" fmla="*/ 3287 w 3287"/>
                  <a:gd name="T121" fmla="*/ 241 h 2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241">
                    <a:moveTo>
                      <a:pt x="0" y="241"/>
                    </a:moveTo>
                    <a:lnTo>
                      <a:pt x="76" y="241"/>
                    </a:lnTo>
                    <a:lnTo>
                      <a:pt x="159" y="235"/>
                    </a:lnTo>
                    <a:lnTo>
                      <a:pt x="235" y="235"/>
                    </a:lnTo>
                    <a:lnTo>
                      <a:pt x="318" y="235"/>
                    </a:lnTo>
                    <a:lnTo>
                      <a:pt x="401" y="228"/>
                    </a:lnTo>
                    <a:lnTo>
                      <a:pt x="477" y="228"/>
                    </a:lnTo>
                    <a:lnTo>
                      <a:pt x="560" y="221"/>
                    </a:lnTo>
                    <a:lnTo>
                      <a:pt x="636" y="214"/>
                    </a:lnTo>
                    <a:lnTo>
                      <a:pt x="719" y="207"/>
                    </a:lnTo>
                    <a:lnTo>
                      <a:pt x="801" y="193"/>
                    </a:lnTo>
                    <a:lnTo>
                      <a:pt x="877" y="186"/>
                    </a:lnTo>
                    <a:lnTo>
                      <a:pt x="960" y="166"/>
                    </a:lnTo>
                    <a:lnTo>
                      <a:pt x="1036" y="152"/>
                    </a:lnTo>
                    <a:lnTo>
                      <a:pt x="1119" y="124"/>
                    </a:lnTo>
                    <a:lnTo>
                      <a:pt x="1133" y="124"/>
                    </a:lnTo>
                    <a:lnTo>
                      <a:pt x="1202" y="96"/>
                    </a:lnTo>
                    <a:lnTo>
                      <a:pt x="1264" y="76"/>
                    </a:lnTo>
                    <a:lnTo>
                      <a:pt x="1319" y="55"/>
                    </a:lnTo>
                    <a:lnTo>
                      <a:pt x="1368" y="34"/>
                    </a:lnTo>
                    <a:lnTo>
                      <a:pt x="1409" y="20"/>
                    </a:lnTo>
                    <a:lnTo>
                      <a:pt x="1444" y="7"/>
                    </a:lnTo>
                    <a:lnTo>
                      <a:pt x="1478" y="7"/>
                    </a:lnTo>
                    <a:lnTo>
                      <a:pt x="1513" y="0"/>
                    </a:lnTo>
                    <a:lnTo>
                      <a:pt x="1533" y="7"/>
                    </a:lnTo>
                    <a:lnTo>
                      <a:pt x="1561" y="14"/>
                    </a:lnTo>
                    <a:lnTo>
                      <a:pt x="1582" y="20"/>
                    </a:lnTo>
                    <a:lnTo>
                      <a:pt x="1596" y="34"/>
                    </a:lnTo>
                    <a:lnTo>
                      <a:pt x="1609" y="41"/>
                    </a:lnTo>
                    <a:lnTo>
                      <a:pt x="1623" y="55"/>
                    </a:lnTo>
                    <a:lnTo>
                      <a:pt x="1637" y="69"/>
                    </a:lnTo>
                    <a:lnTo>
                      <a:pt x="1651" y="62"/>
                    </a:lnTo>
                    <a:lnTo>
                      <a:pt x="1665" y="48"/>
                    </a:lnTo>
                    <a:lnTo>
                      <a:pt x="1678" y="34"/>
                    </a:lnTo>
                    <a:lnTo>
                      <a:pt x="1699" y="20"/>
                    </a:lnTo>
                    <a:lnTo>
                      <a:pt x="1720" y="14"/>
                    </a:lnTo>
                    <a:lnTo>
                      <a:pt x="1741" y="7"/>
                    </a:lnTo>
                    <a:lnTo>
                      <a:pt x="1768" y="7"/>
                    </a:lnTo>
                    <a:lnTo>
                      <a:pt x="1796" y="7"/>
                    </a:lnTo>
                    <a:lnTo>
                      <a:pt x="1830" y="7"/>
                    </a:lnTo>
                    <a:lnTo>
                      <a:pt x="1865" y="20"/>
                    </a:lnTo>
                    <a:lnTo>
                      <a:pt x="1913" y="34"/>
                    </a:lnTo>
                    <a:lnTo>
                      <a:pt x="1962" y="55"/>
                    </a:lnTo>
                    <a:lnTo>
                      <a:pt x="2017" y="76"/>
                    </a:lnTo>
                    <a:lnTo>
                      <a:pt x="2079" y="96"/>
                    </a:lnTo>
                    <a:lnTo>
                      <a:pt x="2148" y="124"/>
                    </a:lnTo>
                    <a:lnTo>
                      <a:pt x="2162" y="124"/>
                    </a:lnTo>
                    <a:lnTo>
                      <a:pt x="2245" y="152"/>
                    </a:lnTo>
                    <a:lnTo>
                      <a:pt x="2321" y="166"/>
                    </a:lnTo>
                    <a:lnTo>
                      <a:pt x="2404" y="186"/>
                    </a:lnTo>
                    <a:lnTo>
                      <a:pt x="2480" y="193"/>
                    </a:lnTo>
                    <a:lnTo>
                      <a:pt x="2562" y="207"/>
                    </a:lnTo>
                    <a:lnTo>
                      <a:pt x="2645" y="214"/>
                    </a:lnTo>
                    <a:lnTo>
                      <a:pt x="2721" y="221"/>
                    </a:lnTo>
                    <a:lnTo>
                      <a:pt x="2804" y="228"/>
                    </a:lnTo>
                    <a:lnTo>
                      <a:pt x="2880" y="228"/>
                    </a:lnTo>
                    <a:lnTo>
                      <a:pt x="2963" y="235"/>
                    </a:lnTo>
                    <a:lnTo>
                      <a:pt x="3046" y="235"/>
                    </a:lnTo>
                    <a:lnTo>
                      <a:pt x="3122" y="235"/>
                    </a:lnTo>
                    <a:lnTo>
                      <a:pt x="3205" y="241"/>
                    </a:lnTo>
                    <a:lnTo>
                      <a:pt x="3287" y="241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6" name="Freeform 114">
                <a:extLst>
                  <a:ext uri="{FF2B5EF4-FFF2-40B4-BE49-F238E27FC236}">
                    <a16:creationId xmlns:a16="http://schemas.microsoft.com/office/drawing/2014/main" id="{71D582EE-C0F9-FB8A-68B6-A08C80B4C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921"/>
                <a:ext cx="3287" cy="110"/>
              </a:xfrm>
              <a:custGeom>
                <a:avLst/>
                <a:gdLst>
                  <a:gd name="T0" fmla="*/ 0 w 3287"/>
                  <a:gd name="T1" fmla="*/ 110 h 110"/>
                  <a:gd name="T2" fmla="*/ 76 w 3287"/>
                  <a:gd name="T3" fmla="*/ 110 h 110"/>
                  <a:gd name="T4" fmla="*/ 159 w 3287"/>
                  <a:gd name="T5" fmla="*/ 110 h 110"/>
                  <a:gd name="T6" fmla="*/ 235 w 3287"/>
                  <a:gd name="T7" fmla="*/ 104 h 110"/>
                  <a:gd name="T8" fmla="*/ 318 w 3287"/>
                  <a:gd name="T9" fmla="*/ 104 h 110"/>
                  <a:gd name="T10" fmla="*/ 401 w 3287"/>
                  <a:gd name="T11" fmla="*/ 104 h 110"/>
                  <a:gd name="T12" fmla="*/ 477 w 3287"/>
                  <a:gd name="T13" fmla="*/ 97 h 110"/>
                  <a:gd name="T14" fmla="*/ 560 w 3287"/>
                  <a:gd name="T15" fmla="*/ 97 h 110"/>
                  <a:gd name="T16" fmla="*/ 636 w 3287"/>
                  <a:gd name="T17" fmla="*/ 90 h 110"/>
                  <a:gd name="T18" fmla="*/ 719 w 3287"/>
                  <a:gd name="T19" fmla="*/ 83 h 110"/>
                  <a:gd name="T20" fmla="*/ 801 w 3287"/>
                  <a:gd name="T21" fmla="*/ 76 h 110"/>
                  <a:gd name="T22" fmla="*/ 877 w 3287"/>
                  <a:gd name="T23" fmla="*/ 69 h 110"/>
                  <a:gd name="T24" fmla="*/ 960 w 3287"/>
                  <a:gd name="T25" fmla="*/ 62 h 110"/>
                  <a:gd name="T26" fmla="*/ 1036 w 3287"/>
                  <a:gd name="T27" fmla="*/ 48 h 110"/>
                  <a:gd name="T28" fmla="*/ 1119 w 3287"/>
                  <a:gd name="T29" fmla="*/ 35 h 110"/>
                  <a:gd name="T30" fmla="*/ 1133 w 3287"/>
                  <a:gd name="T31" fmla="*/ 35 h 110"/>
                  <a:gd name="T32" fmla="*/ 1202 w 3287"/>
                  <a:gd name="T33" fmla="*/ 21 h 110"/>
                  <a:gd name="T34" fmla="*/ 1264 w 3287"/>
                  <a:gd name="T35" fmla="*/ 14 h 110"/>
                  <a:gd name="T36" fmla="*/ 1319 w 3287"/>
                  <a:gd name="T37" fmla="*/ 7 h 110"/>
                  <a:gd name="T38" fmla="*/ 1368 w 3287"/>
                  <a:gd name="T39" fmla="*/ 0 h 110"/>
                  <a:gd name="T40" fmla="*/ 1409 w 3287"/>
                  <a:gd name="T41" fmla="*/ 0 h 110"/>
                  <a:gd name="T42" fmla="*/ 1444 w 3287"/>
                  <a:gd name="T43" fmla="*/ 7 h 110"/>
                  <a:gd name="T44" fmla="*/ 1478 w 3287"/>
                  <a:gd name="T45" fmla="*/ 14 h 110"/>
                  <a:gd name="T46" fmla="*/ 1513 w 3287"/>
                  <a:gd name="T47" fmla="*/ 21 h 110"/>
                  <a:gd name="T48" fmla="*/ 1533 w 3287"/>
                  <a:gd name="T49" fmla="*/ 35 h 110"/>
                  <a:gd name="T50" fmla="*/ 1561 w 3287"/>
                  <a:gd name="T51" fmla="*/ 41 h 110"/>
                  <a:gd name="T52" fmla="*/ 1582 w 3287"/>
                  <a:gd name="T53" fmla="*/ 55 h 110"/>
                  <a:gd name="T54" fmla="*/ 1596 w 3287"/>
                  <a:gd name="T55" fmla="*/ 69 h 110"/>
                  <a:gd name="T56" fmla="*/ 1609 w 3287"/>
                  <a:gd name="T57" fmla="*/ 83 h 110"/>
                  <a:gd name="T58" fmla="*/ 1623 w 3287"/>
                  <a:gd name="T59" fmla="*/ 97 h 110"/>
                  <a:gd name="T60" fmla="*/ 1637 w 3287"/>
                  <a:gd name="T61" fmla="*/ 110 h 110"/>
                  <a:gd name="T62" fmla="*/ 1651 w 3287"/>
                  <a:gd name="T63" fmla="*/ 104 h 110"/>
                  <a:gd name="T64" fmla="*/ 1665 w 3287"/>
                  <a:gd name="T65" fmla="*/ 90 h 110"/>
                  <a:gd name="T66" fmla="*/ 1678 w 3287"/>
                  <a:gd name="T67" fmla="*/ 76 h 110"/>
                  <a:gd name="T68" fmla="*/ 1699 w 3287"/>
                  <a:gd name="T69" fmla="*/ 62 h 110"/>
                  <a:gd name="T70" fmla="*/ 1720 w 3287"/>
                  <a:gd name="T71" fmla="*/ 48 h 110"/>
                  <a:gd name="T72" fmla="*/ 1741 w 3287"/>
                  <a:gd name="T73" fmla="*/ 35 h 110"/>
                  <a:gd name="T74" fmla="*/ 1768 w 3287"/>
                  <a:gd name="T75" fmla="*/ 21 h 110"/>
                  <a:gd name="T76" fmla="*/ 1796 w 3287"/>
                  <a:gd name="T77" fmla="*/ 14 h 110"/>
                  <a:gd name="T78" fmla="*/ 1830 w 3287"/>
                  <a:gd name="T79" fmla="*/ 7 h 110"/>
                  <a:gd name="T80" fmla="*/ 1865 w 3287"/>
                  <a:gd name="T81" fmla="*/ 0 h 110"/>
                  <a:gd name="T82" fmla="*/ 1913 w 3287"/>
                  <a:gd name="T83" fmla="*/ 0 h 110"/>
                  <a:gd name="T84" fmla="*/ 1962 w 3287"/>
                  <a:gd name="T85" fmla="*/ 7 h 110"/>
                  <a:gd name="T86" fmla="*/ 2017 w 3287"/>
                  <a:gd name="T87" fmla="*/ 14 h 110"/>
                  <a:gd name="T88" fmla="*/ 2079 w 3287"/>
                  <a:gd name="T89" fmla="*/ 21 h 110"/>
                  <a:gd name="T90" fmla="*/ 2148 w 3287"/>
                  <a:gd name="T91" fmla="*/ 35 h 110"/>
                  <a:gd name="T92" fmla="*/ 2162 w 3287"/>
                  <a:gd name="T93" fmla="*/ 35 h 110"/>
                  <a:gd name="T94" fmla="*/ 2245 w 3287"/>
                  <a:gd name="T95" fmla="*/ 48 h 110"/>
                  <a:gd name="T96" fmla="*/ 2321 w 3287"/>
                  <a:gd name="T97" fmla="*/ 62 h 110"/>
                  <a:gd name="T98" fmla="*/ 2404 w 3287"/>
                  <a:gd name="T99" fmla="*/ 69 h 110"/>
                  <a:gd name="T100" fmla="*/ 2480 w 3287"/>
                  <a:gd name="T101" fmla="*/ 76 h 110"/>
                  <a:gd name="T102" fmla="*/ 2562 w 3287"/>
                  <a:gd name="T103" fmla="*/ 83 h 110"/>
                  <a:gd name="T104" fmla="*/ 2645 w 3287"/>
                  <a:gd name="T105" fmla="*/ 90 h 110"/>
                  <a:gd name="T106" fmla="*/ 2721 w 3287"/>
                  <a:gd name="T107" fmla="*/ 97 h 110"/>
                  <a:gd name="T108" fmla="*/ 2804 w 3287"/>
                  <a:gd name="T109" fmla="*/ 97 h 110"/>
                  <a:gd name="T110" fmla="*/ 2880 w 3287"/>
                  <a:gd name="T111" fmla="*/ 104 h 110"/>
                  <a:gd name="T112" fmla="*/ 2963 w 3287"/>
                  <a:gd name="T113" fmla="*/ 104 h 110"/>
                  <a:gd name="T114" fmla="*/ 3046 w 3287"/>
                  <a:gd name="T115" fmla="*/ 104 h 110"/>
                  <a:gd name="T116" fmla="*/ 3122 w 3287"/>
                  <a:gd name="T117" fmla="*/ 110 h 110"/>
                  <a:gd name="T118" fmla="*/ 3205 w 3287"/>
                  <a:gd name="T119" fmla="*/ 110 h 110"/>
                  <a:gd name="T120" fmla="*/ 3287 w 3287"/>
                  <a:gd name="T121" fmla="*/ 110 h 1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10">
                    <a:moveTo>
                      <a:pt x="0" y="110"/>
                    </a:moveTo>
                    <a:lnTo>
                      <a:pt x="76" y="110"/>
                    </a:lnTo>
                    <a:lnTo>
                      <a:pt x="159" y="110"/>
                    </a:lnTo>
                    <a:lnTo>
                      <a:pt x="235" y="104"/>
                    </a:lnTo>
                    <a:lnTo>
                      <a:pt x="318" y="104"/>
                    </a:lnTo>
                    <a:lnTo>
                      <a:pt x="401" y="104"/>
                    </a:lnTo>
                    <a:lnTo>
                      <a:pt x="477" y="97"/>
                    </a:lnTo>
                    <a:lnTo>
                      <a:pt x="560" y="97"/>
                    </a:lnTo>
                    <a:lnTo>
                      <a:pt x="636" y="90"/>
                    </a:lnTo>
                    <a:lnTo>
                      <a:pt x="719" y="83"/>
                    </a:lnTo>
                    <a:lnTo>
                      <a:pt x="801" y="76"/>
                    </a:lnTo>
                    <a:lnTo>
                      <a:pt x="877" y="69"/>
                    </a:lnTo>
                    <a:lnTo>
                      <a:pt x="960" y="62"/>
                    </a:lnTo>
                    <a:lnTo>
                      <a:pt x="1036" y="48"/>
                    </a:lnTo>
                    <a:lnTo>
                      <a:pt x="1119" y="35"/>
                    </a:lnTo>
                    <a:lnTo>
                      <a:pt x="1133" y="35"/>
                    </a:lnTo>
                    <a:lnTo>
                      <a:pt x="1202" y="21"/>
                    </a:lnTo>
                    <a:lnTo>
                      <a:pt x="1264" y="14"/>
                    </a:lnTo>
                    <a:lnTo>
                      <a:pt x="1319" y="7"/>
                    </a:lnTo>
                    <a:lnTo>
                      <a:pt x="1368" y="0"/>
                    </a:lnTo>
                    <a:lnTo>
                      <a:pt x="1409" y="0"/>
                    </a:lnTo>
                    <a:lnTo>
                      <a:pt x="1444" y="7"/>
                    </a:lnTo>
                    <a:lnTo>
                      <a:pt x="1478" y="14"/>
                    </a:lnTo>
                    <a:lnTo>
                      <a:pt x="1513" y="21"/>
                    </a:lnTo>
                    <a:lnTo>
                      <a:pt x="1533" y="35"/>
                    </a:lnTo>
                    <a:lnTo>
                      <a:pt x="1561" y="41"/>
                    </a:lnTo>
                    <a:lnTo>
                      <a:pt x="1582" y="55"/>
                    </a:lnTo>
                    <a:lnTo>
                      <a:pt x="1596" y="69"/>
                    </a:lnTo>
                    <a:lnTo>
                      <a:pt x="1609" y="83"/>
                    </a:lnTo>
                    <a:lnTo>
                      <a:pt x="1623" y="97"/>
                    </a:lnTo>
                    <a:lnTo>
                      <a:pt x="1637" y="110"/>
                    </a:lnTo>
                    <a:lnTo>
                      <a:pt x="1651" y="104"/>
                    </a:lnTo>
                    <a:lnTo>
                      <a:pt x="1665" y="90"/>
                    </a:lnTo>
                    <a:lnTo>
                      <a:pt x="1678" y="76"/>
                    </a:lnTo>
                    <a:lnTo>
                      <a:pt x="1699" y="62"/>
                    </a:lnTo>
                    <a:lnTo>
                      <a:pt x="1720" y="48"/>
                    </a:lnTo>
                    <a:lnTo>
                      <a:pt x="1741" y="35"/>
                    </a:lnTo>
                    <a:lnTo>
                      <a:pt x="1768" y="21"/>
                    </a:lnTo>
                    <a:lnTo>
                      <a:pt x="1796" y="14"/>
                    </a:lnTo>
                    <a:lnTo>
                      <a:pt x="1830" y="7"/>
                    </a:lnTo>
                    <a:lnTo>
                      <a:pt x="1865" y="0"/>
                    </a:lnTo>
                    <a:lnTo>
                      <a:pt x="1913" y="0"/>
                    </a:lnTo>
                    <a:lnTo>
                      <a:pt x="1962" y="7"/>
                    </a:lnTo>
                    <a:lnTo>
                      <a:pt x="2017" y="14"/>
                    </a:lnTo>
                    <a:lnTo>
                      <a:pt x="2079" y="21"/>
                    </a:lnTo>
                    <a:lnTo>
                      <a:pt x="2148" y="35"/>
                    </a:lnTo>
                    <a:lnTo>
                      <a:pt x="2162" y="35"/>
                    </a:lnTo>
                    <a:lnTo>
                      <a:pt x="2245" y="48"/>
                    </a:lnTo>
                    <a:lnTo>
                      <a:pt x="2321" y="62"/>
                    </a:lnTo>
                    <a:lnTo>
                      <a:pt x="2404" y="69"/>
                    </a:lnTo>
                    <a:lnTo>
                      <a:pt x="2480" y="76"/>
                    </a:lnTo>
                    <a:lnTo>
                      <a:pt x="2562" y="83"/>
                    </a:lnTo>
                    <a:lnTo>
                      <a:pt x="2645" y="90"/>
                    </a:lnTo>
                    <a:lnTo>
                      <a:pt x="2721" y="97"/>
                    </a:lnTo>
                    <a:lnTo>
                      <a:pt x="2804" y="97"/>
                    </a:lnTo>
                    <a:lnTo>
                      <a:pt x="2880" y="104"/>
                    </a:lnTo>
                    <a:lnTo>
                      <a:pt x="2963" y="104"/>
                    </a:lnTo>
                    <a:lnTo>
                      <a:pt x="3046" y="104"/>
                    </a:lnTo>
                    <a:lnTo>
                      <a:pt x="3122" y="110"/>
                    </a:lnTo>
                    <a:lnTo>
                      <a:pt x="3205" y="110"/>
                    </a:lnTo>
                    <a:lnTo>
                      <a:pt x="3287" y="110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7" name="Freeform 115">
                <a:extLst>
                  <a:ext uri="{FF2B5EF4-FFF2-40B4-BE49-F238E27FC236}">
                    <a16:creationId xmlns:a16="http://schemas.microsoft.com/office/drawing/2014/main" id="{57C0B5F9-42F1-3836-B13E-F50956AE6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04"/>
                <a:ext cx="3287" cy="172"/>
              </a:xfrm>
              <a:custGeom>
                <a:avLst/>
                <a:gdLst>
                  <a:gd name="T0" fmla="*/ 0 w 3287"/>
                  <a:gd name="T1" fmla="*/ 27 h 172"/>
                  <a:gd name="T2" fmla="*/ 76 w 3287"/>
                  <a:gd name="T3" fmla="*/ 27 h 172"/>
                  <a:gd name="T4" fmla="*/ 159 w 3287"/>
                  <a:gd name="T5" fmla="*/ 27 h 172"/>
                  <a:gd name="T6" fmla="*/ 235 w 3287"/>
                  <a:gd name="T7" fmla="*/ 27 h 172"/>
                  <a:gd name="T8" fmla="*/ 318 w 3287"/>
                  <a:gd name="T9" fmla="*/ 27 h 172"/>
                  <a:gd name="T10" fmla="*/ 401 w 3287"/>
                  <a:gd name="T11" fmla="*/ 27 h 172"/>
                  <a:gd name="T12" fmla="*/ 477 w 3287"/>
                  <a:gd name="T13" fmla="*/ 21 h 172"/>
                  <a:gd name="T14" fmla="*/ 560 w 3287"/>
                  <a:gd name="T15" fmla="*/ 21 h 172"/>
                  <a:gd name="T16" fmla="*/ 636 w 3287"/>
                  <a:gd name="T17" fmla="*/ 21 h 172"/>
                  <a:gd name="T18" fmla="*/ 719 w 3287"/>
                  <a:gd name="T19" fmla="*/ 14 h 172"/>
                  <a:gd name="T20" fmla="*/ 801 w 3287"/>
                  <a:gd name="T21" fmla="*/ 14 h 172"/>
                  <a:gd name="T22" fmla="*/ 877 w 3287"/>
                  <a:gd name="T23" fmla="*/ 7 h 172"/>
                  <a:gd name="T24" fmla="*/ 960 w 3287"/>
                  <a:gd name="T25" fmla="*/ 7 h 172"/>
                  <a:gd name="T26" fmla="*/ 1036 w 3287"/>
                  <a:gd name="T27" fmla="*/ 0 h 172"/>
                  <a:gd name="T28" fmla="*/ 1119 w 3287"/>
                  <a:gd name="T29" fmla="*/ 0 h 172"/>
                  <a:gd name="T30" fmla="*/ 1133 w 3287"/>
                  <a:gd name="T31" fmla="*/ 0 h 172"/>
                  <a:gd name="T32" fmla="*/ 1202 w 3287"/>
                  <a:gd name="T33" fmla="*/ 0 h 172"/>
                  <a:gd name="T34" fmla="*/ 1264 w 3287"/>
                  <a:gd name="T35" fmla="*/ 0 h 172"/>
                  <a:gd name="T36" fmla="*/ 1319 w 3287"/>
                  <a:gd name="T37" fmla="*/ 7 h 172"/>
                  <a:gd name="T38" fmla="*/ 1368 w 3287"/>
                  <a:gd name="T39" fmla="*/ 14 h 172"/>
                  <a:gd name="T40" fmla="*/ 1409 w 3287"/>
                  <a:gd name="T41" fmla="*/ 21 h 172"/>
                  <a:gd name="T42" fmla="*/ 1444 w 3287"/>
                  <a:gd name="T43" fmla="*/ 34 h 172"/>
                  <a:gd name="T44" fmla="*/ 1478 w 3287"/>
                  <a:gd name="T45" fmla="*/ 48 h 172"/>
                  <a:gd name="T46" fmla="*/ 1513 w 3287"/>
                  <a:gd name="T47" fmla="*/ 69 h 172"/>
                  <a:gd name="T48" fmla="*/ 1533 w 3287"/>
                  <a:gd name="T49" fmla="*/ 83 h 172"/>
                  <a:gd name="T50" fmla="*/ 1561 w 3287"/>
                  <a:gd name="T51" fmla="*/ 97 h 172"/>
                  <a:gd name="T52" fmla="*/ 1582 w 3287"/>
                  <a:gd name="T53" fmla="*/ 117 h 172"/>
                  <a:gd name="T54" fmla="*/ 1596 w 3287"/>
                  <a:gd name="T55" fmla="*/ 131 h 172"/>
                  <a:gd name="T56" fmla="*/ 1609 w 3287"/>
                  <a:gd name="T57" fmla="*/ 145 h 172"/>
                  <a:gd name="T58" fmla="*/ 1623 w 3287"/>
                  <a:gd name="T59" fmla="*/ 159 h 172"/>
                  <a:gd name="T60" fmla="*/ 1637 w 3287"/>
                  <a:gd name="T61" fmla="*/ 172 h 172"/>
                  <a:gd name="T62" fmla="*/ 1651 w 3287"/>
                  <a:gd name="T63" fmla="*/ 159 h 172"/>
                  <a:gd name="T64" fmla="*/ 1665 w 3287"/>
                  <a:gd name="T65" fmla="*/ 145 h 172"/>
                  <a:gd name="T66" fmla="*/ 1678 w 3287"/>
                  <a:gd name="T67" fmla="*/ 131 h 172"/>
                  <a:gd name="T68" fmla="*/ 1699 w 3287"/>
                  <a:gd name="T69" fmla="*/ 117 h 172"/>
                  <a:gd name="T70" fmla="*/ 1720 w 3287"/>
                  <a:gd name="T71" fmla="*/ 103 h 172"/>
                  <a:gd name="T72" fmla="*/ 1741 w 3287"/>
                  <a:gd name="T73" fmla="*/ 83 h 172"/>
                  <a:gd name="T74" fmla="*/ 1768 w 3287"/>
                  <a:gd name="T75" fmla="*/ 69 h 172"/>
                  <a:gd name="T76" fmla="*/ 1796 w 3287"/>
                  <a:gd name="T77" fmla="*/ 55 h 172"/>
                  <a:gd name="T78" fmla="*/ 1830 w 3287"/>
                  <a:gd name="T79" fmla="*/ 34 h 172"/>
                  <a:gd name="T80" fmla="*/ 1865 w 3287"/>
                  <a:gd name="T81" fmla="*/ 27 h 172"/>
                  <a:gd name="T82" fmla="*/ 1913 w 3287"/>
                  <a:gd name="T83" fmla="*/ 14 h 172"/>
                  <a:gd name="T84" fmla="*/ 1962 w 3287"/>
                  <a:gd name="T85" fmla="*/ 7 h 172"/>
                  <a:gd name="T86" fmla="*/ 2017 w 3287"/>
                  <a:gd name="T87" fmla="*/ 0 h 172"/>
                  <a:gd name="T88" fmla="*/ 2079 w 3287"/>
                  <a:gd name="T89" fmla="*/ 0 h 172"/>
                  <a:gd name="T90" fmla="*/ 2148 w 3287"/>
                  <a:gd name="T91" fmla="*/ 0 h 172"/>
                  <a:gd name="T92" fmla="*/ 2162 w 3287"/>
                  <a:gd name="T93" fmla="*/ 0 h 172"/>
                  <a:gd name="T94" fmla="*/ 2245 w 3287"/>
                  <a:gd name="T95" fmla="*/ 0 h 172"/>
                  <a:gd name="T96" fmla="*/ 2321 w 3287"/>
                  <a:gd name="T97" fmla="*/ 7 h 172"/>
                  <a:gd name="T98" fmla="*/ 2404 w 3287"/>
                  <a:gd name="T99" fmla="*/ 7 h 172"/>
                  <a:gd name="T100" fmla="*/ 2480 w 3287"/>
                  <a:gd name="T101" fmla="*/ 14 h 172"/>
                  <a:gd name="T102" fmla="*/ 2562 w 3287"/>
                  <a:gd name="T103" fmla="*/ 14 h 172"/>
                  <a:gd name="T104" fmla="*/ 2645 w 3287"/>
                  <a:gd name="T105" fmla="*/ 21 h 172"/>
                  <a:gd name="T106" fmla="*/ 2721 w 3287"/>
                  <a:gd name="T107" fmla="*/ 21 h 172"/>
                  <a:gd name="T108" fmla="*/ 2804 w 3287"/>
                  <a:gd name="T109" fmla="*/ 21 h 172"/>
                  <a:gd name="T110" fmla="*/ 2880 w 3287"/>
                  <a:gd name="T111" fmla="*/ 27 h 172"/>
                  <a:gd name="T112" fmla="*/ 2963 w 3287"/>
                  <a:gd name="T113" fmla="*/ 27 h 172"/>
                  <a:gd name="T114" fmla="*/ 3046 w 3287"/>
                  <a:gd name="T115" fmla="*/ 27 h 172"/>
                  <a:gd name="T116" fmla="*/ 3122 w 3287"/>
                  <a:gd name="T117" fmla="*/ 27 h 172"/>
                  <a:gd name="T118" fmla="*/ 3205 w 3287"/>
                  <a:gd name="T119" fmla="*/ 27 h 172"/>
                  <a:gd name="T120" fmla="*/ 3287 w 3287"/>
                  <a:gd name="T121" fmla="*/ 27 h 17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72">
                    <a:moveTo>
                      <a:pt x="0" y="27"/>
                    </a:moveTo>
                    <a:lnTo>
                      <a:pt x="76" y="27"/>
                    </a:lnTo>
                    <a:lnTo>
                      <a:pt x="159" y="27"/>
                    </a:lnTo>
                    <a:lnTo>
                      <a:pt x="235" y="27"/>
                    </a:lnTo>
                    <a:lnTo>
                      <a:pt x="318" y="27"/>
                    </a:lnTo>
                    <a:lnTo>
                      <a:pt x="401" y="27"/>
                    </a:lnTo>
                    <a:lnTo>
                      <a:pt x="477" y="21"/>
                    </a:lnTo>
                    <a:lnTo>
                      <a:pt x="560" y="21"/>
                    </a:lnTo>
                    <a:lnTo>
                      <a:pt x="636" y="21"/>
                    </a:lnTo>
                    <a:lnTo>
                      <a:pt x="719" y="14"/>
                    </a:lnTo>
                    <a:lnTo>
                      <a:pt x="801" y="14"/>
                    </a:lnTo>
                    <a:lnTo>
                      <a:pt x="877" y="7"/>
                    </a:lnTo>
                    <a:lnTo>
                      <a:pt x="960" y="7"/>
                    </a:lnTo>
                    <a:lnTo>
                      <a:pt x="1036" y="0"/>
                    </a:lnTo>
                    <a:lnTo>
                      <a:pt x="1119" y="0"/>
                    </a:lnTo>
                    <a:lnTo>
                      <a:pt x="1133" y="0"/>
                    </a:lnTo>
                    <a:lnTo>
                      <a:pt x="1202" y="0"/>
                    </a:lnTo>
                    <a:lnTo>
                      <a:pt x="1264" y="0"/>
                    </a:lnTo>
                    <a:lnTo>
                      <a:pt x="1319" y="7"/>
                    </a:lnTo>
                    <a:lnTo>
                      <a:pt x="1368" y="14"/>
                    </a:lnTo>
                    <a:lnTo>
                      <a:pt x="1409" y="21"/>
                    </a:lnTo>
                    <a:lnTo>
                      <a:pt x="1444" y="34"/>
                    </a:lnTo>
                    <a:lnTo>
                      <a:pt x="1478" y="48"/>
                    </a:lnTo>
                    <a:lnTo>
                      <a:pt x="1513" y="69"/>
                    </a:lnTo>
                    <a:lnTo>
                      <a:pt x="1533" y="83"/>
                    </a:lnTo>
                    <a:lnTo>
                      <a:pt x="1561" y="97"/>
                    </a:lnTo>
                    <a:lnTo>
                      <a:pt x="1582" y="117"/>
                    </a:lnTo>
                    <a:lnTo>
                      <a:pt x="1596" y="131"/>
                    </a:lnTo>
                    <a:lnTo>
                      <a:pt x="1609" y="145"/>
                    </a:lnTo>
                    <a:lnTo>
                      <a:pt x="1623" y="159"/>
                    </a:lnTo>
                    <a:lnTo>
                      <a:pt x="1637" y="172"/>
                    </a:lnTo>
                    <a:lnTo>
                      <a:pt x="1651" y="159"/>
                    </a:lnTo>
                    <a:lnTo>
                      <a:pt x="1665" y="145"/>
                    </a:lnTo>
                    <a:lnTo>
                      <a:pt x="1678" y="131"/>
                    </a:lnTo>
                    <a:lnTo>
                      <a:pt x="1699" y="117"/>
                    </a:lnTo>
                    <a:lnTo>
                      <a:pt x="1720" y="103"/>
                    </a:lnTo>
                    <a:lnTo>
                      <a:pt x="1741" y="83"/>
                    </a:lnTo>
                    <a:lnTo>
                      <a:pt x="1768" y="69"/>
                    </a:lnTo>
                    <a:lnTo>
                      <a:pt x="1796" y="55"/>
                    </a:lnTo>
                    <a:lnTo>
                      <a:pt x="1830" y="34"/>
                    </a:lnTo>
                    <a:lnTo>
                      <a:pt x="1865" y="27"/>
                    </a:lnTo>
                    <a:lnTo>
                      <a:pt x="1913" y="14"/>
                    </a:lnTo>
                    <a:lnTo>
                      <a:pt x="1962" y="7"/>
                    </a:lnTo>
                    <a:lnTo>
                      <a:pt x="2017" y="0"/>
                    </a:lnTo>
                    <a:lnTo>
                      <a:pt x="2079" y="0"/>
                    </a:lnTo>
                    <a:lnTo>
                      <a:pt x="2148" y="0"/>
                    </a:lnTo>
                    <a:lnTo>
                      <a:pt x="2162" y="0"/>
                    </a:lnTo>
                    <a:lnTo>
                      <a:pt x="2245" y="0"/>
                    </a:lnTo>
                    <a:lnTo>
                      <a:pt x="2321" y="7"/>
                    </a:lnTo>
                    <a:lnTo>
                      <a:pt x="2404" y="7"/>
                    </a:lnTo>
                    <a:lnTo>
                      <a:pt x="2480" y="14"/>
                    </a:lnTo>
                    <a:lnTo>
                      <a:pt x="2562" y="14"/>
                    </a:lnTo>
                    <a:lnTo>
                      <a:pt x="2645" y="21"/>
                    </a:lnTo>
                    <a:lnTo>
                      <a:pt x="2721" y="21"/>
                    </a:lnTo>
                    <a:lnTo>
                      <a:pt x="2804" y="21"/>
                    </a:lnTo>
                    <a:lnTo>
                      <a:pt x="2880" y="27"/>
                    </a:lnTo>
                    <a:lnTo>
                      <a:pt x="2963" y="27"/>
                    </a:lnTo>
                    <a:lnTo>
                      <a:pt x="3046" y="27"/>
                    </a:lnTo>
                    <a:lnTo>
                      <a:pt x="3122" y="27"/>
                    </a:lnTo>
                    <a:lnTo>
                      <a:pt x="3205" y="27"/>
                    </a:lnTo>
                    <a:lnTo>
                      <a:pt x="3287" y="27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8" name="Freeform 116">
                <a:extLst>
                  <a:ext uri="{FF2B5EF4-FFF2-40B4-BE49-F238E27FC236}">
                    <a16:creationId xmlns:a16="http://schemas.microsoft.com/office/drawing/2014/main" id="{0E7E70BA-0518-F61E-695D-D884D6094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263"/>
              </a:xfrm>
              <a:custGeom>
                <a:avLst/>
                <a:gdLst>
                  <a:gd name="T0" fmla="*/ 0 w 3287"/>
                  <a:gd name="T1" fmla="*/ 0 h 263"/>
                  <a:gd name="T2" fmla="*/ 76 w 3287"/>
                  <a:gd name="T3" fmla="*/ 0 h 263"/>
                  <a:gd name="T4" fmla="*/ 159 w 3287"/>
                  <a:gd name="T5" fmla="*/ 0 h 263"/>
                  <a:gd name="T6" fmla="*/ 235 w 3287"/>
                  <a:gd name="T7" fmla="*/ 0 h 263"/>
                  <a:gd name="T8" fmla="*/ 318 w 3287"/>
                  <a:gd name="T9" fmla="*/ 0 h 263"/>
                  <a:gd name="T10" fmla="*/ 401 w 3287"/>
                  <a:gd name="T11" fmla="*/ 0 h 263"/>
                  <a:gd name="T12" fmla="*/ 477 w 3287"/>
                  <a:gd name="T13" fmla="*/ 0 h 263"/>
                  <a:gd name="T14" fmla="*/ 560 w 3287"/>
                  <a:gd name="T15" fmla="*/ 0 h 263"/>
                  <a:gd name="T16" fmla="*/ 636 w 3287"/>
                  <a:gd name="T17" fmla="*/ 0 h 263"/>
                  <a:gd name="T18" fmla="*/ 719 w 3287"/>
                  <a:gd name="T19" fmla="*/ 0 h 263"/>
                  <a:gd name="T20" fmla="*/ 801 w 3287"/>
                  <a:gd name="T21" fmla="*/ 0 h 263"/>
                  <a:gd name="T22" fmla="*/ 877 w 3287"/>
                  <a:gd name="T23" fmla="*/ 0 h 263"/>
                  <a:gd name="T24" fmla="*/ 960 w 3287"/>
                  <a:gd name="T25" fmla="*/ 7 h 263"/>
                  <a:gd name="T26" fmla="*/ 1036 w 3287"/>
                  <a:gd name="T27" fmla="*/ 7 h 263"/>
                  <a:gd name="T28" fmla="*/ 1119 w 3287"/>
                  <a:gd name="T29" fmla="*/ 14 h 263"/>
                  <a:gd name="T30" fmla="*/ 1133 w 3287"/>
                  <a:gd name="T31" fmla="*/ 21 h 263"/>
                  <a:gd name="T32" fmla="*/ 1202 w 3287"/>
                  <a:gd name="T33" fmla="*/ 28 h 263"/>
                  <a:gd name="T34" fmla="*/ 1264 w 3287"/>
                  <a:gd name="T35" fmla="*/ 42 h 263"/>
                  <a:gd name="T36" fmla="*/ 1319 w 3287"/>
                  <a:gd name="T37" fmla="*/ 56 h 263"/>
                  <a:gd name="T38" fmla="*/ 1368 w 3287"/>
                  <a:gd name="T39" fmla="*/ 69 h 263"/>
                  <a:gd name="T40" fmla="*/ 1409 w 3287"/>
                  <a:gd name="T41" fmla="*/ 90 h 263"/>
                  <a:gd name="T42" fmla="*/ 1444 w 3287"/>
                  <a:gd name="T43" fmla="*/ 111 h 263"/>
                  <a:gd name="T44" fmla="*/ 1478 w 3287"/>
                  <a:gd name="T45" fmla="*/ 132 h 263"/>
                  <a:gd name="T46" fmla="*/ 1513 w 3287"/>
                  <a:gd name="T47" fmla="*/ 152 h 263"/>
                  <a:gd name="T48" fmla="*/ 1533 w 3287"/>
                  <a:gd name="T49" fmla="*/ 166 h 263"/>
                  <a:gd name="T50" fmla="*/ 1561 w 3287"/>
                  <a:gd name="T51" fmla="*/ 187 h 263"/>
                  <a:gd name="T52" fmla="*/ 1582 w 3287"/>
                  <a:gd name="T53" fmla="*/ 208 h 263"/>
                  <a:gd name="T54" fmla="*/ 1596 w 3287"/>
                  <a:gd name="T55" fmla="*/ 221 h 263"/>
                  <a:gd name="T56" fmla="*/ 1609 w 3287"/>
                  <a:gd name="T57" fmla="*/ 235 h 263"/>
                  <a:gd name="T58" fmla="*/ 1623 w 3287"/>
                  <a:gd name="T59" fmla="*/ 249 h 263"/>
                  <a:gd name="T60" fmla="*/ 1637 w 3287"/>
                  <a:gd name="T61" fmla="*/ 263 h 263"/>
                  <a:gd name="T62" fmla="*/ 1651 w 3287"/>
                  <a:gd name="T63" fmla="*/ 256 h 263"/>
                  <a:gd name="T64" fmla="*/ 1665 w 3287"/>
                  <a:gd name="T65" fmla="*/ 242 h 263"/>
                  <a:gd name="T66" fmla="*/ 1678 w 3287"/>
                  <a:gd name="T67" fmla="*/ 228 h 263"/>
                  <a:gd name="T68" fmla="*/ 1699 w 3287"/>
                  <a:gd name="T69" fmla="*/ 208 h 263"/>
                  <a:gd name="T70" fmla="*/ 1720 w 3287"/>
                  <a:gd name="T71" fmla="*/ 194 h 263"/>
                  <a:gd name="T72" fmla="*/ 1741 w 3287"/>
                  <a:gd name="T73" fmla="*/ 173 h 263"/>
                  <a:gd name="T74" fmla="*/ 1768 w 3287"/>
                  <a:gd name="T75" fmla="*/ 152 h 263"/>
                  <a:gd name="T76" fmla="*/ 1796 w 3287"/>
                  <a:gd name="T77" fmla="*/ 132 h 263"/>
                  <a:gd name="T78" fmla="*/ 1830 w 3287"/>
                  <a:gd name="T79" fmla="*/ 111 h 263"/>
                  <a:gd name="T80" fmla="*/ 1865 w 3287"/>
                  <a:gd name="T81" fmla="*/ 90 h 263"/>
                  <a:gd name="T82" fmla="*/ 1913 w 3287"/>
                  <a:gd name="T83" fmla="*/ 76 h 263"/>
                  <a:gd name="T84" fmla="*/ 1962 w 3287"/>
                  <a:gd name="T85" fmla="*/ 56 h 263"/>
                  <a:gd name="T86" fmla="*/ 2017 w 3287"/>
                  <a:gd name="T87" fmla="*/ 42 h 263"/>
                  <a:gd name="T88" fmla="*/ 2079 w 3287"/>
                  <a:gd name="T89" fmla="*/ 28 h 263"/>
                  <a:gd name="T90" fmla="*/ 2148 w 3287"/>
                  <a:gd name="T91" fmla="*/ 21 h 263"/>
                  <a:gd name="T92" fmla="*/ 2162 w 3287"/>
                  <a:gd name="T93" fmla="*/ 14 h 263"/>
                  <a:gd name="T94" fmla="*/ 2245 w 3287"/>
                  <a:gd name="T95" fmla="*/ 7 h 263"/>
                  <a:gd name="T96" fmla="*/ 2321 w 3287"/>
                  <a:gd name="T97" fmla="*/ 7 h 263"/>
                  <a:gd name="T98" fmla="*/ 2404 w 3287"/>
                  <a:gd name="T99" fmla="*/ 0 h 263"/>
                  <a:gd name="T100" fmla="*/ 2480 w 3287"/>
                  <a:gd name="T101" fmla="*/ 0 h 263"/>
                  <a:gd name="T102" fmla="*/ 2562 w 3287"/>
                  <a:gd name="T103" fmla="*/ 0 h 263"/>
                  <a:gd name="T104" fmla="*/ 2645 w 3287"/>
                  <a:gd name="T105" fmla="*/ 0 h 263"/>
                  <a:gd name="T106" fmla="*/ 2721 w 3287"/>
                  <a:gd name="T107" fmla="*/ 0 h 263"/>
                  <a:gd name="T108" fmla="*/ 2804 w 3287"/>
                  <a:gd name="T109" fmla="*/ 0 h 263"/>
                  <a:gd name="T110" fmla="*/ 2880 w 3287"/>
                  <a:gd name="T111" fmla="*/ 0 h 263"/>
                  <a:gd name="T112" fmla="*/ 2963 w 3287"/>
                  <a:gd name="T113" fmla="*/ 0 h 263"/>
                  <a:gd name="T114" fmla="*/ 3046 w 3287"/>
                  <a:gd name="T115" fmla="*/ 0 h 263"/>
                  <a:gd name="T116" fmla="*/ 3122 w 3287"/>
                  <a:gd name="T117" fmla="*/ 0 h 263"/>
                  <a:gd name="T118" fmla="*/ 3205 w 3287"/>
                  <a:gd name="T119" fmla="*/ 0 h 263"/>
                  <a:gd name="T120" fmla="*/ 3287 w 3287"/>
                  <a:gd name="T121" fmla="*/ 0 h 26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263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0"/>
                    </a:lnTo>
                    <a:lnTo>
                      <a:pt x="318" y="0"/>
                    </a:lnTo>
                    <a:lnTo>
                      <a:pt x="401" y="0"/>
                    </a:lnTo>
                    <a:lnTo>
                      <a:pt x="477" y="0"/>
                    </a:lnTo>
                    <a:lnTo>
                      <a:pt x="560" y="0"/>
                    </a:lnTo>
                    <a:lnTo>
                      <a:pt x="636" y="0"/>
                    </a:lnTo>
                    <a:lnTo>
                      <a:pt x="719" y="0"/>
                    </a:lnTo>
                    <a:lnTo>
                      <a:pt x="801" y="0"/>
                    </a:lnTo>
                    <a:lnTo>
                      <a:pt x="877" y="0"/>
                    </a:lnTo>
                    <a:lnTo>
                      <a:pt x="960" y="7"/>
                    </a:lnTo>
                    <a:lnTo>
                      <a:pt x="1036" y="7"/>
                    </a:lnTo>
                    <a:lnTo>
                      <a:pt x="1119" y="14"/>
                    </a:lnTo>
                    <a:lnTo>
                      <a:pt x="1133" y="21"/>
                    </a:lnTo>
                    <a:lnTo>
                      <a:pt x="1202" y="28"/>
                    </a:lnTo>
                    <a:lnTo>
                      <a:pt x="1264" y="42"/>
                    </a:lnTo>
                    <a:lnTo>
                      <a:pt x="1319" y="56"/>
                    </a:lnTo>
                    <a:lnTo>
                      <a:pt x="1368" y="69"/>
                    </a:lnTo>
                    <a:lnTo>
                      <a:pt x="1409" y="90"/>
                    </a:lnTo>
                    <a:lnTo>
                      <a:pt x="1444" y="111"/>
                    </a:lnTo>
                    <a:lnTo>
                      <a:pt x="1478" y="132"/>
                    </a:lnTo>
                    <a:lnTo>
                      <a:pt x="1513" y="152"/>
                    </a:lnTo>
                    <a:lnTo>
                      <a:pt x="1533" y="166"/>
                    </a:lnTo>
                    <a:lnTo>
                      <a:pt x="1561" y="187"/>
                    </a:lnTo>
                    <a:lnTo>
                      <a:pt x="1582" y="208"/>
                    </a:lnTo>
                    <a:lnTo>
                      <a:pt x="1596" y="221"/>
                    </a:lnTo>
                    <a:lnTo>
                      <a:pt x="1609" y="235"/>
                    </a:lnTo>
                    <a:lnTo>
                      <a:pt x="1623" y="249"/>
                    </a:lnTo>
                    <a:lnTo>
                      <a:pt x="1637" y="263"/>
                    </a:lnTo>
                    <a:lnTo>
                      <a:pt x="1651" y="256"/>
                    </a:lnTo>
                    <a:lnTo>
                      <a:pt x="1665" y="242"/>
                    </a:lnTo>
                    <a:lnTo>
                      <a:pt x="1678" y="228"/>
                    </a:lnTo>
                    <a:lnTo>
                      <a:pt x="1699" y="208"/>
                    </a:lnTo>
                    <a:lnTo>
                      <a:pt x="1720" y="194"/>
                    </a:lnTo>
                    <a:lnTo>
                      <a:pt x="1741" y="173"/>
                    </a:lnTo>
                    <a:lnTo>
                      <a:pt x="1768" y="152"/>
                    </a:lnTo>
                    <a:lnTo>
                      <a:pt x="1796" y="132"/>
                    </a:lnTo>
                    <a:lnTo>
                      <a:pt x="1830" y="111"/>
                    </a:lnTo>
                    <a:lnTo>
                      <a:pt x="1865" y="90"/>
                    </a:lnTo>
                    <a:lnTo>
                      <a:pt x="1913" y="76"/>
                    </a:lnTo>
                    <a:lnTo>
                      <a:pt x="1962" y="56"/>
                    </a:lnTo>
                    <a:lnTo>
                      <a:pt x="2017" y="42"/>
                    </a:lnTo>
                    <a:lnTo>
                      <a:pt x="2079" y="28"/>
                    </a:lnTo>
                    <a:lnTo>
                      <a:pt x="2148" y="21"/>
                    </a:lnTo>
                    <a:lnTo>
                      <a:pt x="2162" y="14"/>
                    </a:lnTo>
                    <a:lnTo>
                      <a:pt x="2245" y="7"/>
                    </a:lnTo>
                    <a:lnTo>
                      <a:pt x="2321" y="7"/>
                    </a:lnTo>
                    <a:lnTo>
                      <a:pt x="2404" y="0"/>
                    </a:lnTo>
                    <a:lnTo>
                      <a:pt x="2480" y="0"/>
                    </a:lnTo>
                    <a:lnTo>
                      <a:pt x="2562" y="0"/>
                    </a:lnTo>
                    <a:lnTo>
                      <a:pt x="2645" y="0"/>
                    </a:lnTo>
                    <a:lnTo>
                      <a:pt x="2721" y="0"/>
                    </a:lnTo>
                    <a:lnTo>
                      <a:pt x="2804" y="0"/>
                    </a:lnTo>
                    <a:lnTo>
                      <a:pt x="2880" y="0"/>
                    </a:lnTo>
                    <a:lnTo>
                      <a:pt x="2963" y="0"/>
                    </a:lnTo>
                    <a:lnTo>
                      <a:pt x="3046" y="0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9" name="Freeform 117">
                <a:extLst>
                  <a:ext uri="{FF2B5EF4-FFF2-40B4-BE49-F238E27FC236}">
                    <a16:creationId xmlns:a16="http://schemas.microsoft.com/office/drawing/2014/main" id="{575030A1-D90F-6814-4510-AF4E4B8C1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359"/>
              </a:xfrm>
              <a:custGeom>
                <a:avLst/>
                <a:gdLst>
                  <a:gd name="T0" fmla="*/ 0 w 3287"/>
                  <a:gd name="T1" fmla="*/ 0 h 359"/>
                  <a:gd name="T2" fmla="*/ 76 w 3287"/>
                  <a:gd name="T3" fmla="*/ 0 h 359"/>
                  <a:gd name="T4" fmla="*/ 159 w 3287"/>
                  <a:gd name="T5" fmla="*/ 0 h 359"/>
                  <a:gd name="T6" fmla="*/ 235 w 3287"/>
                  <a:gd name="T7" fmla="*/ 0 h 359"/>
                  <a:gd name="T8" fmla="*/ 318 w 3287"/>
                  <a:gd name="T9" fmla="*/ 0 h 359"/>
                  <a:gd name="T10" fmla="*/ 401 w 3287"/>
                  <a:gd name="T11" fmla="*/ 7 h 359"/>
                  <a:gd name="T12" fmla="*/ 477 w 3287"/>
                  <a:gd name="T13" fmla="*/ 7 h 359"/>
                  <a:gd name="T14" fmla="*/ 560 w 3287"/>
                  <a:gd name="T15" fmla="*/ 7 h 359"/>
                  <a:gd name="T16" fmla="*/ 636 w 3287"/>
                  <a:gd name="T17" fmla="*/ 14 h 359"/>
                  <a:gd name="T18" fmla="*/ 719 w 3287"/>
                  <a:gd name="T19" fmla="*/ 14 h 359"/>
                  <a:gd name="T20" fmla="*/ 801 w 3287"/>
                  <a:gd name="T21" fmla="*/ 21 h 359"/>
                  <a:gd name="T22" fmla="*/ 877 w 3287"/>
                  <a:gd name="T23" fmla="*/ 28 h 359"/>
                  <a:gd name="T24" fmla="*/ 960 w 3287"/>
                  <a:gd name="T25" fmla="*/ 35 h 359"/>
                  <a:gd name="T26" fmla="*/ 1036 w 3287"/>
                  <a:gd name="T27" fmla="*/ 49 h 359"/>
                  <a:gd name="T28" fmla="*/ 1119 w 3287"/>
                  <a:gd name="T29" fmla="*/ 63 h 359"/>
                  <a:gd name="T30" fmla="*/ 1133 w 3287"/>
                  <a:gd name="T31" fmla="*/ 63 h 359"/>
                  <a:gd name="T32" fmla="*/ 1202 w 3287"/>
                  <a:gd name="T33" fmla="*/ 83 h 359"/>
                  <a:gd name="T34" fmla="*/ 1264 w 3287"/>
                  <a:gd name="T35" fmla="*/ 104 h 359"/>
                  <a:gd name="T36" fmla="*/ 1319 w 3287"/>
                  <a:gd name="T37" fmla="*/ 125 h 359"/>
                  <a:gd name="T38" fmla="*/ 1368 w 3287"/>
                  <a:gd name="T39" fmla="*/ 145 h 359"/>
                  <a:gd name="T40" fmla="*/ 1409 w 3287"/>
                  <a:gd name="T41" fmla="*/ 173 h 359"/>
                  <a:gd name="T42" fmla="*/ 1444 w 3287"/>
                  <a:gd name="T43" fmla="*/ 194 h 359"/>
                  <a:gd name="T44" fmla="*/ 1478 w 3287"/>
                  <a:gd name="T45" fmla="*/ 221 h 359"/>
                  <a:gd name="T46" fmla="*/ 1513 w 3287"/>
                  <a:gd name="T47" fmla="*/ 242 h 359"/>
                  <a:gd name="T48" fmla="*/ 1533 w 3287"/>
                  <a:gd name="T49" fmla="*/ 263 h 359"/>
                  <a:gd name="T50" fmla="*/ 1561 w 3287"/>
                  <a:gd name="T51" fmla="*/ 284 h 359"/>
                  <a:gd name="T52" fmla="*/ 1582 w 3287"/>
                  <a:gd name="T53" fmla="*/ 297 h 359"/>
                  <a:gd name="T54" fmla="*/ 1596 w 3287"/>
                  <a:gd name="T55" fmla="*/ 318 h 359"/>
                  <a:gd name="T56" fmla="*/ 1609 w 3287"/>
                  <a:gd name="T57" fmla="*/ 332 h 359"/>
                  <a:gd name="T58" fmla="*/ 1623 w 3287"/>
                  <a:gd name="T59" fmla="*/ 346 h 359"/>
                  <a:gd name="T60" fmla="*/ 1637 w 3287"/>
                  <a:gd name="T61" fmla="*/ 359 h 359"/>
                  <a:gd name="T62" fmla="*/ 1651 w 3287"/>
                  <a:gd name="T63" fmla="*/ 353 h 359"/>
                  <a:gd name="T64" fmla="*/ 1665 w 3287"/>
                  <a:gd name="T65" fmla="*/ 339 h 359"/>
                  <a:gd name="T66" fmla="*/ 1678 w 3287"/>
                  <a:gd name="T67" fmla="*/ 325 h 359"/>
                  <a:gd name="T68" fmla="*/ 1699 w 3287"/>
                  <a:gd name="T69" fmla="*/ 304 h 359"/>
                  <a:gd name="T70" fmla="*/ 1720 w 3287"/>
                  <a:gd name="T71" fmla="*/ 284 h 359"/>
                  <a:gd name="T72" fmla="*/ 1741 w 3287"/>
                  <a:gd name="T73" fmla="*/ 263 h 359"/>
                  <a:gd name="T74" fmla="*/ 1768 w 3287"/>
                  <a:gd name="T75" fmla="*/ 242 h 359"/>
                  <a:gd name="T76" fmla="*/ 1796 w 3287"/>
                  <a:gd name="T77" fmla="*/ 221 h 359"/>
                  <a:gd name="T78" fmla="*/ 1830 w 3287"/>
                  <a:gd name="T79" fmla="*/ 201 h 359"/>
                  <a:gd name="T80" fmla="*/ 1865 w 3287"/>
                  <a:gd name="T81" fmla="*/ 173 h 359"/>
                  <a:gd name="T82" fmla="*/ 1913 w 3287"/>
                  <a:gd name="T83" fmla="*/ 152 h 359"/>
                  <a:gd name="T84" fmla="*/ 1962 w 3287"/>
                  <a:gd name="T85" fmla="*/ 125 h 359"/>
                  <a:gd name="T86" fmla="*/ 2017 w 3287"/>
                  <a:gd name="T87" fmla="*/ 104 h 359"/>
                  <a:gd name="T88" fmla="*/ 2079 w 3287"/>
                  <a:gd name="T89" fmla="*/ 83 h 359"/>
                  <a:gd name="T90" fmla="*/ 2148 w 3287"/>
                  <a:gd name="T91" fmla="*/ 63 h 359"/>
                  <a:gd name="T92" fmla="*/ 2162 w 3287"/>
                  <a:gd name="T93" fmla="*/ 63 h 359"/>
                  <a:gd name="T94" fmla="*/ 2245 w 3287"/>
                  <a:gd name="T95" fmla="*/ 49 h 359"/>
                  <a:gd name="T96" fmla="*/ 2321 w 3287"/>
                  <a:gd name="T97" fmla="*/ 35 h 359"/>
                  <a:gd name="T98" fmla="*/ 2404 w 3287"/>
                  <a:gd name="T99" fmla="*/ 28 h 359"/>
                  <a:gd name="T100" fmla="*/ 2480 w 3287"/>
                  <a:gd name="T101" fmla="*/ 21 h 359"/>
                  <a:gd name="T102" fmla="*/ 2562 w 3287"/>
                  <a:gd name="T103" fmla="*/ 14 h 359"/>
                  <a:gd name="T104" fmla="*/ 2645 w 3287"/>
                  <a:gd name="T105" fmla="*/ 14 h 359"/>
                  <a:gd name="T106" fmla="*/ 2721 w 3287"/>
                  <a:gd name="T107" fmla="*/ 7 h 359"/>
                  <a:gd name="T108" fmla="*/ 2804 w 3287"/>
                  <a:gd name="T109" fmla="*/ 7 h 359"/>
                  <a:gd name="T110" fmla="*/ 2880 w 3287"/>
                  <a:gd name="T111" fmla="*/ 7 h 359"/>
                  <a:gd name="T112" fmla="*/ 2963 w 3287"/>
                  <a:gd name="T113" fmla="*/ 0 h 359"/>
                  <a:gd name="T114" fmla="*/ 3046 w 3287"/>
                  <a:gd name="T115" fmla="*/ 0 h 359"/>
                  <a:gd name="T116" fmla="*/ 3122 w 3287"/>
                  <a:gd name="T117" fmla="*/ 0 h 359"/>
                  <a:gd name="T118" fmla="*/ 3205 w 3287"/>
                  <a:gd name="T119" fmla="*/ 0 h 359"/>
                  <a:gd name="T120" fmla="*/ 3287 w 3287"/>
                  <a:gd name="T121" fmla="*/ 0 h 3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359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0"/>
                    </a:lnTo>
                    <a:lnTo>
                      <a:pt x="318" y="0"/>
                    </a:lnTo>
                    <a:lnTo>
                      <a:pt x="401" y="7"/>
                    </a:lnTo>
                    <a:lnTo>
                      <a:pt x="477" y="7"/>
                    </a:lnTo>
                    <a:lnTo>
                      <a:pt x="560" y="7"/>
                    </a:lnTo>
                    <a:lnTo>
                      <a:pt x="636" y="14"/>
                    </a:lnTo>
                    <a:lnTo>
                      <a:pt x="719" y="14"/>
                    </a:lnTo>
                    <a:lnTo>
                      <a:pt x="801" y="21"/>
                    </a:lnTo>
                    <a:lnTo>
                      <a:pt x="877" y="28"/>
                    </a:lnTo>
                    <a:lnTo>
                      <a:pt x="960" y="35"/>
                    </a:lnTo>
                    <a:lnTo>
                      <a:pt x="1036" y="49"/>
                    </a:lnTo>
                    <a:lnTo>
                      <a:pt x="1119" y="63"/>
                    </a:lnTo>
                    <a:lnTo>
                      <a:pt x="1133" y="63"/>
                    </a:lnTo>
                    <a:lnTo>
                      <a:pt x="1202" y="83"/>
                    </a:lnTo>
                    <a:lnTo>
                      <a:pt x="1264" y="104"/>
                    </a:lnTo>
                    <a:lnTo>
                      <a:pt x="1319" y="125"/>
                    </a:lnTo>
                    <a:lnTo>
                      <a:pt x="1368" y="145"/>
                    </a:lnTo>
                    <a:lnTo>
                      <a:pt x="1409" y="173"/>
                    </a:lnTo>
                    <a:lnTo>
                      <a:pt x="1444" y="194"/>
                    </a:lnTo>
                    <a:lnTo>
                      <a:pt x="1478" y="221"/>
                    </a:lnTo>
                    <a:lnTo>
                      <a:pt x="1513" y="242"/>
                    </a:lnTo>
                    <a:lnTo>
                      <a:pt x="1533" y="263"/>
                    </a:lnTo>
                    <a:lnTo>
                      <a:pt x="1561" y="284"/>
                    </a:lnTo>
                    <a:lnTo>
                      <a:pt x="1582" y="297"/>
                    </a:lnTo>
                    <a:lnTo>
                      <a:pt x="1596" y="318"/>
                    </a:lnTo>
                    <a:lnTo>
                      <a:pt x="1609" y="332"/>
                    </a:lnTo>
                    <a:lnTo>
                      <a:pt x="1623" y="346"/>
                    </a:lnTo>
                    <a:lnTo>
                      <a:pt x="1637" y="359"/>
                    </a:lnTo>
                    <a:lnTo>
                      <a:pt x="1651" y="353"/>
                    </a:lnTo>
                    <a:lnTo>
                      <a:pt x="1665" y="339"/>
                    </a:lnTo>
                    <a:lnTo>
                      <a:pt x="1678" y="325"/>
                    </a:lnTo>
                    <a:lnTo>
                      <a:pt x="1699" y="304"/>
                    </a:lnTo>
                    <a:lnTo>
                      <a:pt x="1720" y="284"/>
                    </a:lnTo>
                    <a:lnTo>
                      <a:pt x="1741" y="263"/>
                    </a:lnTo>
                    <a:lnTo>
                      <a:pt x="1768" y="242"/>
                    </a:lnTo>
                    <a:lnTo>
                      <a:pt x="1796" y="221"/>
                    </a:lnTo>
                    <a:lnTo>
                      <a:pt x="1830" y="201"/>
                    </a:lnTo>
                    <a:lnTo>
                      <a:pt x="1865" y="173"/>
                    </a:lnTo>
                    <a:lnTo>
                      <a:pt x="1913" y="152"/>
                    </a:lnTo>
                    <a:lnTo>
                      <a:pt x="1962" y="125"/>
                    </a:lnTo>
                    <a:lnTo>
                      <a:pt x="2017" y="104"/>
                    </a:lnTo>
                    <a:lnTo>
                      <a:pt x="2079" y="83"/>
                    </a:lnTo>
                    <a:lnTo>
                      <a:pt x="2148" y="63"/>
                    </a:lnTo>
                    <a:lnTo>
                      <a:pt x="2162" y="63"/>
                    </a:lnTo>
                    <a:lnTo>
                      <a:pt x="2245" y="49"/>
                    </a:lnTo>
                    <a:lnTo>
                      <a:pt x="2321" y="35"/>
                    </a:lnTo>
                    <a:lnTo>
                      <a:pt x="2404" y="28"/>
                    </a:lnTo>
                    <a:lnTo>
                      <a:pt x="2480" y="21"/>
                    </a:lnTo>
                    <a:lnTo>
                      <a:pt x="2562" y="14"/>
                    </a:lnTo>
                    <a:lnTo>
                      <a:pt x="2645" y="14"/>
                    </a:lnTo>
                    <a:lnTo>
                      <a:pt x="2721" y="7"/>
                    </a:lnTo>
                    <a:lnTo>
                      <a:pt x="2804" y="7"/>
                    </a:lnTo>
                    <a:lnTo>
                      <a:pt x="2880" y="7"/>
                    </a:lnTo>
                    <a:lnTo>
                      <a:pt x="2963" y="0"/>
                    </a:lnTo>
                    <a:lnTo>
                      <a:pt x="3046" y="0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60" name="Freeform 118">
                <a:extLst>
                  <a:ext uri="{FF2B5EF4-FFF2-40B4-BE49-F238E27FC236}">
                    <a16:creationId xmlns:a16="http://schemas.microsoft.com/office/drawing/2014/main" id="{5DA6D1EB-E7CB-FE38-BE84-342F66D59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456"/>
              </a:xfrm>
              <a:custGeom>
                <a:avLst/>
                <a:gdLst>
                  <a:gd name="T0" fmla="*/ 0 w 3287"/>
                  <a:gd name="T1" fmla="*/ 0 h 456"/>
                  <a:gd name="T2" fmla="*/ 76 w 3287"/>
                  <a:gd name="T3" fmla="*/ 0 h 456"/>
                  <a:gd name="T4" fmla="*/ 159 w 3287"/>
                  <a:gd name="T5" fmla="*/ 7 h 456"/>
                  <a:gd name="T6" fmla="*/ 235 w 3287"/>
                  <a:gd name="T7" fmla="*/ 7 h 456"/>
                  <a:gd name="T8" fmla="*/ 318 w 3287"/>
                  <a:gd name="T9" fmla="*/ 7 h 456"/>
                  <a:gd name="T10" fmla="*/ 401 w 3287"/>
                  <a:gd name="T11" fmla="*/ 14 h 456"/>
                  <a:gd name="T12" fmla="*/ 477 w 3287"/>
                  <a:gd name="T13" fmla="*/ 14 h 456"/>
                  <a:gd name="T14" fmla="*/ 560 w 3287"/>
                  <a:gd name="T15" fmla="*/ 21 h 456"/>
                  <a:gd name="T16" fmla="*/ 636 w 3287"/>
                  <a:gd name="T17" fmla="*/ 28 h 456"/>
                  <a:gd name="T18" fmla="*/ 719 w 3287"/>
                  <a:gd name="T19" fmla="*/ 35 h 456"/>
                  <a:gd name="T20" fmla="*/ 801 w 3287"/>
                  <a:gd name="T21" fmla="*/ 42 h 456"/>
                  <a:gd name="T22" fmla="*/ 877 w 3287"/>
                  <a:gd name="T23" fmla="*/ 56 h 456"/>
                  <a:gd name="T24" fmla="*/ 960 w 3287"/>
                  <a:gd name="T25" fmla="*/ 69 h 456"/>
                  <a:gd name="T26" fmla="*/ 1036 w 3287"/>
                  <a:gd name="T27" fmla="*/ 90 h 456"/>
                  <a:gd name="T28" fmla="*/ 1119 w 3287"/>
                  <a:gd name="T29" fmla="*/ 111 h 456"/>
                  <a:gd name="T30" fmla="*/ 1133 w 3287"/>
                  <a:gd name="T31" fmla="*/ 118 h 456"/>
                  <a:gd name="T32" fmla="*/ 1202 w 3287"/>
                  <a:gd name="T33" fmla="*/ 138 h 456"/>
                  <a:gd name="T34" fmla="*/ 1264 w 3287"/>
                  <a:gd name="T35" fmla="*/ 166 h 456"/>
                  <a:gd name="T36" fmla="*/ 1319 w 3287"/>
                  <a:gd name="T37" fmla="*/ 194 h 456"/>
                  <a:gd name="T38" fmla="*/ 1368 w 3287"/>
                  <a:gd name="T39" fmla="*/ 221 h 456"/>
                  <a:gd name="T40" fmla="*/ 1409 w 3287"/>
                  <a:gd name="T41" fmla="*/ 249 h 456"/>
                  <a:gd name="T42" fmla="*/ 1444 w 3287"/>
                  <a:gd name="T43" fmla="*/ 277 h 456"/>
                  <a:gd name="T44" fmla="*/ 1478 w 3287"/>
                  <a:gd name="T45" fmla="*/ 304 h 456"/>
                  <a:gd name="T46" fmla="*/ 1513 w 3287"/>
                  <a:gd name="T47" fmla="*/ 332 h 456"/>
                  <a:gd name="T48" fmla="*/ 1533 w 3287"/>
                  <a:gd name="T49" fmla="*/ 353 h 456"/>
                  <a:gd name="T50" fmla="*/ 1561 w 3287"/>
                  <a:gd name="T51" fmla="*/ 373 h 456"/>
                  <a:gd name="T52" fmla="*/ 1582 w 3287"/>
                  <a:gd name="T53" fmla="*/ 394 h 456"/>
                  <a:gd name="T54" fmla="*/ 1596 w 3287"/>
                  <a:gd name="T55" fmla="*/ 408 h 456"/>
                  <a:gd name="T56" fmla="*/ 1609 w 3287"/>
                  <a:gd name="T57" fmla="*/ 429 h 456"/>
                  <a:gd name="T58" fmla="*/ 1623 w 3287"/>
                  <a:gd name="T59" fmla="*/ 442 h 456"/>
                  <a:gd name="T60" fmla="*/ 1637 w 3287"/>
                  <a:gd name="T61" fmla="*/ 456 h 456"/>
                  <a:gd name="T62" fmla="*/ 1651 w 3287"/>
                  <a:gd name="T63" fmla="*/ 442 h 456"/>
                  <a:gd name="T64" fmla="*/ 1665 w 3287"/>
                  <a:gd name="T65" fmla="*/ 429 h 456"/>
                  <a:gd name="T66" fmla="*/ 1678 w 3287"/>
                  <a:gd name="T67" fmla="*/ 415 h 456"/>
                  <a:gd name="T68" fmla="*/ 1699 w 3287"/>
                  <a:gd name="T69" fmla="*/ 394 h 456"/>
                  <a:gd name="T70" fmla="*/ 1720 w 3287"/>
                  <a:gd name="T71" fmla="*/ 373 h 456"/>
                  <a:gd name="T72" fmla="*/ 1741 w 3287"/>
                  <a:gd name="T73" fmla="*/ 353 h 456"/>
                  <a:gd name="T74" fmla="*/ 1768 w 3287"/>
                  <a:gd name="T75" fmla="*/ 332 h 456"/>
                  <a:gd name="T76" fmla="*/ 1796 w 3287"/>
                  <a:gd name="T77" fmla="*/ 304 h 456"/>
                  <a:gd name="T78" fmla="*/ 1830 w 3287"/>
                  <a:gd name="T79" fmla="*/ 284 h 456"/>
                  <a:gd name="T80" fmla="*/ 1865 w 3287"/>
                  <a:gd name="T81" fmla="*/ 256 h 456"/>
                  <a:gd name="T82" fmla="*/ 1913 w 3287"/>
                  <a:gd name="T83" fmla="*/ 228 h 456"/>
                  <a:gd name="T84" fmla="*/ 1962 w 3287"/>
                  <a:gd name="T85" fmla="*/ 201 h 456"/>
                  <a:gd name="T86" fmla="*/ 2017 w 3287"/>
                  <a:gd name="T87" fmla="*/ 173 h 456"/>
                  <a:gd name="T88" fmla="*/ 2079 w 3287"/>
                  <a:gd name="T89" fmla="*/ 145 h 456"/>
                  <a:gd name="T90" fmla="*/ 2148 w 3287"/>
                  <a:gd name="T91" fmla="*/ 118 h 456"/>
                  <a:gd name="T92" fmla="*/ 2162 w 3287"/>
                  <a:gd name="T93" fmla="*/ 111 h 456"/>
                  <a:gd name="T94" fmla="*/ 2245 w 3287"/>
                  <a:gd name="T95" fmla="*/ 90 h 456"/>
                  <a:gd name="T96" fmla="*/ 2321 w 3287"/>
                  <a:gd name="T97" fmla="*/ 69 h 456"/>
                  <a:gd name="T98" fmla="*/ 2404 w 3287"/>
                  <a:gd name="T99" fmla="*/ 56 h 456"/>
                  <a:gd name="T100" fmla="*/ 2480 w 3287"/>
                  <a:gd name="T101" fmla="*/ 42 h 456"/>
                  <a:gd name="T102" fmla="*/ 2562 w 3287"/>
                  <a:gd name="T103" fmla="*/ 35 h 456"/>
                  <a:gd name="T104" fmla="*/ 2645 w 3287"/>
                  <a:gd name="T105" fmla="*/ 28 h 456"/>
                  <a:gd name="T106" fmla="*/ 2721 w 3287"/>
                  <a:gd name="T107" fmla="*/ 21 h 456"/>
                  <a:gd name="T108" fmla="*/ 2804 w 3287"/>
                  <a:gd name="T109" fmla="*/ 14 h 456"/>
                  <a:gd name="T110" fmla="*/ 2880 w 3287"/>
                  <a:gd name="T111" fmla="*/ 14 h 456"/>
                  <a:gd name="T112" fmla="*/ 2963 w 3287"/>
                  <a:gd name="T113" fmla="*/ 7 h 456"/>
                  <a:gd name="T114" fmla="*/ 3046 w 3287"/>
                  <a:gd name="T115" fmla="*/ 7 h 456"/>
                  <a:gd name="T116" fmla="*/ 3122 w 3287"/>
                  <a:gd name="T117" fmla="*/ 7 h 456"/>
                  <a:gd name="T118" fmla="*/ 3205 w 3287"/>
                  <a:gd name="T119" fmla="*/ 0 h 456"/>
                  <a:gd name="T120" fmla="*/ 3287 w 3287"/>
                  <a:gd name="T121" fmla="*/ 0 h 45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456">
                    <a:moveTo>
                      <a:pt x="0" y="0"/>
                    </a:moveTo>
                    <a:lnTo>
                      <a:pt x="76" y="0"/>
                    </a:lnTo>
                    <a:lnTo>
                      <a:pt x="159" y="7"/>
                    </a:lnTo>
                    <a:lnTo>
                      <a:pt x="235" y="7"/>
                    </a:lnTo>
                    <a:lnTo>
                      <a:pt x="318" y="7"/>
                    </a:lnTo>
                    <a:lnTo>
                      <a:pt x="401" y="14"/>
                    </a:lnTo>
                    <a:lnTo>
                      <a:pt x="477" y="14"/>
                    </a:lnTo>
                    <a:lnTo>
                      <a:pt x="560" y="21"/>
                    </a:lnTo>
                    <a:lnTo>
                      <a:pt x="636" y="28"/>
                    </a:lnTo>
                    <a:lnTo>
                      <a:pt x="719" y="35"/>
                    </a:lnTo>
                    <a:lnTo>
                      <a:pt x="801" y="42"/>
                    </a:lnTo>
                    <a:lnTo>
                      <a:pt x="877" y="56"/>
                    </a:lnTo>
                    <a:lnTo>
                      <a:pt x="960" y="69"/>
                    </a:lnTo>
                    <a:lnTo>
                      <a:pt x="1036" y="90"/>
                    </a:lnTo>
                    <a:lnTo>
                      <a:pt x="1119" y="111"/>
                    </a:lnTo>
                    <a:lnTo>
                      <a:pt x="1133" y="118"/>
                    </a:lnTo>
                    <a:lnTo>
                      <a:pt x="1202" y="138"/>
                    </a:lnTo>
                    <a:lnTo>
                      <a:pt x="1264" y="166"/>
                    </a:lnTo>
                    <a:lnTo>
                      <a:pt x="1319" y="194"/>
                    </a:lnTo>
                    <a:lnTo>
                      <a:pt x="1368" y="221"/>
                    </a:lnTo>
                    <a:lnTo>
                      <a:pt x="1409" y="249"/>
                    </a:lnTo>
                    <a:lnTo>
                      <a:pt x="1444" y="277"/>
                    </a:lnTo>
                    <a:lnTo>
                      <a:pt x="1478" y="304"/>
                    </a:lnTo>
                    <a:lnTo>
                      <a:pt x="1513" y="332"/>
                    </a:lnTo>
                    <a:lnTo>
                      <a:pt x="1533" y="353"/>
                    </a:lnTo>
                    <a:lnTo>
                      <a:pt x="1561" y="373"/>
                    </a:lnTo>
                    <a:lnTo>
                      <a:pt x="1582" y="394"/>
                    </a:lnTo>
                    <a:lnTo>
                      <a:pt x="1596" y="408"/>
                    </a:lnTo>
                    <a:lnTo>
                      <a:pt x="1609" y="429"/>
                    </a:lnTo>
                    <a:lnTo>
                      <a:pt x="1623" y="442"/>
                    </a:lnTo>
                    <a:lnTo>
                      <a:pt x="1637" y="456"/>
                    </a:lnTo>
                    <a:lnTo>
                      <a:pt x="1651" y="442"/>
                    </a:lnTo>
                    <a:lnTo>
                      <a:pt x="1665" y="429"/>
                    </a:lnTo>
                    <a:lnTo>
                      <a:pt x="1678" y="415"/>
                    </a:lnTo>
                    <a:lnTo>
                      <a:pt x="1699" y="394"/>
                    </a:lnTo>
                    <a:lnTo>
                      <a:pt x="1720" y="373"/>
                    </a:lnTo>
                    <a:lnTo>
                      <a:pt x="1741" y="353"/>
                    </a:lnTo>
                    <a:lnTo>
                      <a:pt x="1768" y="332"/>
                    </a:lnTo>
                    <a:lnTo>
                      <a:pt x="1796" y="304"/>
                    </a:lnTo>
                    <a:lnTo>
                      <a:pt x="1830" y="284"/>
                    </a:lnTo>
                    <a:lnTo>
                      <a:pt x="1865" y="256"/>
                    </a:lnTo>
                    <a:lnTo>
                      <a:pt x="1913" y="228"/>
                    </a:lnTo>
                    <a:lnTo>
                      <a:pt x="1962" y="201"/>
                    </a:lnTo>
                    <a:lnTo>
                      <a:pt x="2017" y="173"/>
                    </a:lnTo>
                    <a:lnTo>
                      <a:pt x="2079" y="145"/>
                    </a:lnTo>
                    <a:lnTo>
                      <a:pt x="2148" y="118"/>
                    </a:lnTo>
                    <a:lnTo>
                      <a:pt x="2162" y="111"/>
                    </a:lnTo>
                    <a:lnTo>
                      <a:pt x="2245" y="90"/>
                    </a:lnTo>
                    <a:lnTo>
                      <a:pt x="2321" y="69"/>
                    </a:lnTo>
                    <a:lnTo>
                      <a:pt x="2404" y="56"/>
                    </a:lnTo>
                    <a:lnTo>
                      <a:pt x="2480" y="42"/>
                    </a:lnTo>
                    <a:lnTo>
                      <a:pt x="2562" y="35"/>
                    </a:lnTo>
                    <a:lnTo>
                      <a:pt x="2645" y="28"/>
                    </a:lnTo>
                    <a:lnTo>
                      <a:pt x="2721" y="21"/>
                    </a:lnTo>
                    <a:lnTo>
                      <a:pt x="2804" y="14"/>
                    </a:lnTo>
                    <a:lnTo>
                      <a:pt x="2880" y="14"/>
                    </a:lnTo>
                    <a:lnTo>
                      <a:pt x="2963" y="7"/>
                    </a:lnTo>
                    <a:lnTo>
                      <a:pt x="3046" y="7"/>
                    </a:lnTo>
                    <a:lnTo>
                      <a:pt x="3122" y="7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61" name="Freeform 119">
                <a:extLst>
                  <a:ext uri="{FF2B5EF4-FFF2-40B4-BE49-F238E27FC236}">
                    <a16:creationId xmlns:a16="http://schemas.microsoft.com/office/drawing/2014/main" id="{9E558A85-4CF8-5B60-EFC5-30E9A4B0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45"/>
                <a:ext cx="3287" cy="525"/>
              </a:xfrm>
              <a:custGeom>
                <a:avLst/>
                <a:gdLst>
                  <a:gd name="T0" fmla="*/ 0 w 3287"/>
                  <a:gd name="T1" fmla="*/ 0 h 525"/>
                  <a:gd name="T2" fmla="*/ 76 w 3287"/>
                  <a:gd name="T3" fmla="*/ 0 h 525"/>
                  <a:gd name="T4" fmla="*/ 159 w 3287"/>
                  <a:gd name="T5" fmla="*/ 0 h 525"/>
                  <a:gd name="T6" fmla="*/ 235 w 3287"/>
                  <a:gd name="T7" fmla="*/ 7 h 525"/>
                  <a:gd name="T8" fmla="*/ 318 w 3287"/>
                  <a:gd name="T9" fmla="*/ 7 h 525"/>
                  <a:gd name="T10" fmla="*/ 401 w 3287"/>
                  <a:gd name="T11" fmla="*/ 14 h 525"/>
                  <a:gd name="T12" fmla="*/ 477 w 3287"/>
                  <a:gd name="T13" fmla="*/ 21 h 525"/>
                  <a:gd name="T14" fmla="*/ 560 w 3287"/>
                  <a:gd name="T15" fmla="*/ 28 h 525"/>
                  <a:gd name="T16" fmla="*/ 636 w 3287"/>
                  <a:gd name="T17" fmla="*/ 35 h 525"/>
                  <a:gd name="T18" fmla="*/ 719 w 3287"/>
                  <a:gd name="T19" fmla="*/ 49 h 525"/>
                  <a:gd name="T20" fmla="*/ 801 w 3287"/>
                  <a:gd name="T21" fmla="*/ 62 h 525"/>
                  <a:gd name="T22" fmla="*/ 877 w 3287"/>
                  <a:gd name="T23" fmla="*/ 76 h 525"/>
                  <a:gd name="T24" fmla="*/ 960 w 3287"/>
                  <a:gd name="T25" fmla="*/ 97 h 525"/>
                  <a:gd name="T26" fmla="*/ 1036 w 3287"/>
                  <a:gd name="T27" fmla="*/ 125 h 525"/>
                  <a:gd name="T28" fmla="*/ 1119 w 3287"/>
                  <a:gd name="T29" fmla="*/ 152 h 525"/>
                  <a:gd name="T30" fmla="*/ 1133 w 3287"/>
                  <a:gd name="T31" fmla="*/ 159 h 525"/>
                  <a:gd name="T32" fmla="*/ 1202 w 3287"/>
                  <a:gd name="T33" fmla="*/ 187 h 525"/>
                  <a:gd name="T34" fmla="*/ 1264 w 3287"/>
                  <a:gd name="T35" fmla="*/ 221 h 525"/>
                  <a:gd name="T36" fmla="*/ 1319 w 3287"/>
                  <a:gd name="T37" fmla="*/ 256 h 525"/>
                  <a:gd name="T38" fmla="*/ 1368 w 3287"/>
                  <a:gd name="T39" fmla="*/ 290 h 525"/>
                  <a:gd name="T40" fmla="*/ 1409 w 3287"/>
                  <a:gd name="T41" fmla="*/ 318 h 525"/>
                  <a:gd name="T42" fmla="*/ 1444 w 3287"/>
                  <a:gd name="T43" fmla="*/ 346 h 525"/>
                  <a:gd name="T44" fmla="*/ 1478 w 3287"/>
                  <a:gd name="T45" fmla="*/ 373 h 525"/>
                  <a:gd name="T46" fmla="*/ 1513 w 3287"/>
                  <a:gd name="T47" fmla="*/ 401 h 525"/>
                  <a:gd name="T48" fmla="*/ 1533 w 3287"/>
                  <a:gd name="T49" fmla="*/ 422 h 525"/>
                  <a:gd name="T50" fmla="*/ 1561 w 3287"/>
                  <a:gd name="T51" fmla="*/ 449 h 525"/>
                  <a:gd name="T52" fmla="*/ 1582 w 3287"/>
                  <a:gd name="T53" fmla="*/ 463 h 525"/>
                  <a:gd name="T54" fmla="*/ 1596 w 3287"/>
                  <a:gd name="T55" fmla="*/ 484 h 525"/>
                  <a:gd name="T56" fmla="*/ 1609 w 3287"/>
                  <a:gd name="T57" fmla="*/ 498 h 525"/>
                  <a:gd name="T58" fmla="*/ 1623 w 3287"/>
                  <a:gd name="T59" fmla="*/ 518 h 525"/>
                  <a:gd name="T60" fmla="*/ 1637 w 3287"/>
                  <a:gd name="T61" fmla="*/ 525 h 525"/>
                  <a:gd name="T62" fmla="*/ 1651 w 3287"/>
                  <a:gd name="T63" fmla="*/ 518 h 525"/>
                  <a:gd name="T64" fmla="*/ 1665 w 3287"/>
                  <a:gd name="T65" fmla="*/ 504 h 525"/>
                  <a:gd name="T66" fmla="*/ 1678 w 3287"/>
                  <a:gd name="T67" fmla="*/ 491 h 525"/>
                  <a:gd name="T68" fmla="*/ 1699 w 3287"/>
                  <a:gd name="T69" fmla="*/ 470 h 525"/>
                  <a:gd name="T70" fmla="*/ 1720 w 3287"/>
                  <a:gd name="T71" fmla="*/ 449 h 525"/>
                  <a:gd name="T72" fmla="*/ 1741 w 3287"/>
                  <a:gd name="T73" fmla="*/ 428 h 525"/>
                  <a:gd name="T74" fmla="*/ 1768 w 3287"/>
                  <a:gd name="T75" fmla="*/ 401 h 525"/>
                  <a:gd name="T76" fmla="*/ 1796 w 3287"/>
                  <a:gd name="T77" fmla="*/ 380 h 525"/>
                  <a:gd name="T78" fmla="*/ 1830 w 3287"/>
                  <a:gd name="T79" fmla="*/ 352 h 525"/>
                  <a:gd name="T80" fmla="*/ 1865 w 3287"/>
                  <a:gd name="T81" fmla="*/ 318 h 525"/>
                  <a:gd name="T82" fmla="*/ 1913 w 3287"/>
                  <a:gd name="T83" fmla="*/ 290 h 525"/>
                  <a:gd name="T84" fmla="*/ 1962 w 3287"/>
                  <a:gd name="T85" fmla="*/ 256 h 525"/>
                  <a:gd name="T86" fmla="*/ 2017 w 3287"/>
                  <a:gd name="T87" fmla="*/ 221 h 525"/>
                  <a:gd name="T88" fmla="*/ 2079 w 3287"/>
                  <a:gd name="T89" fmla="*/ 194 h 525"/>
                  <a:gd name="T90" fmla="*/ 2148 w 3287"/>
                  <a:gd name="T91" fmla="*/ 159 h 525"/>
                  <a:gd name="T92" fmla="*/ 2162 w 3287"/>
                  <a:gd name="T93" fmla="*/ 152 h 525"/>
                  <a:gd name="T94" fmla="*/ 2245 w 3287"/>
                  <a:gd name="T95" fmla="*/ 125 h 525"/>
                  <a:gd name="T96" fmla="*/ 2321 w 3287"/>
                  <a:gd name="T97" fmla="*/ 97 h 525"/>
                  <a:gd name="T98" fmla="*/ 2404 w 3287"/>
                  <a:gd name="T99" fmla="*/ 76 h 525"/>
                  <a:gd name="T100" fmla="*/ 2480 w 3287"/>
                  <a:gd name="T101" fmla="*/ 62 h 525"/>
                  <a:gd name="T102" fmla="*/ 2562 w 3287"/>
                  <a:gd name="T103" fmla="*/ 49 h 525"/>
                  <a:gd name="T104" fmla="*/ 2645 w 3287"/>
                  <a:gd name="T105" fmla="*/ 35 h 525"/>
                  <a:gd name="T106" fmla="*/ 2721 w 3287"/>
                  <a:gd name="T107" fmla="*/ 28 h 525"/>
                  <a:gd name="T108" fmla="*/ 2804 w 3287"/>
                  <a:gd name="T109" fmla="*/ 21 h 525"/>
                  <a:gd name="T110" fmla="*/ 2880 w 3287"/>
                  <a:gd name="T111" fmla="*/ 14 h 525"/>
                  <a:gd name="T112" fmla="*/ 2963 w 3287"/>
                  <a:gd name="T113" fmla="*/ 7 h 525"/>
                  <a:gd name="T114" fmla="*/ 3046 w 3287"/>
                  <a:gd name="T115" fmla="*/ 7 h 525"/>
                  <a:gd name="T116" fmla="*/ 3122 w 3287"/>
                  <a:gd name="T117" fmla="*/ 0 h 525"/>
                  <a:gd name="T118" fmla="*/ 3205 w 3287"/>
                  <a:gd name="T119" fmla="*/ 0 h 525"/>
                  <a:gd name="T120" fmla="*/ 3287 w 3287"/>
                  <a:gd name="T121" fmla="*/ 0 h 52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525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7"/>
                    </a:lnTo>
                    <a:lnTo>
                      <a:pt x="318" y="7"/>
                    </a:lnTo>
                    <a:lnTo>
                      <a:pt x="401" y="14"/>
                    </a:lnTo>
                    <a:lnTo>
                      <a:pt x="477" y="21"/>
                    </a:lnTo>
                    <a:lnTo>
                      <a:pt x="560" y="28"/>
                    </a:lnTo>
                    <a:lnTo>
                      <a:pt x="636" y="35"/>
                    </a:lnTo>
                    <a:lnTo>
                      <a:pt x="719" y="49"/>
                    </a:lnTo>
                    <a:lnTo>
                      <a:pt x="801" y="62"/>
                    </a:lnTo>
                    <a:lnTo>
                      <a:pt x="877" y="76"/>
                    </a:lnTo>
                    <a:lnTo>
                      <a:pt x="960" y="97"/>
                    </a:lnTo>
                    <a:lnTo>
                      <a:pt x="1036" y="125"/>
                    </a:lnTo>
                    <a:lnTo>
                      <a:pt x="1119" y="152"/>
                    </a:lnTo>
                    <a:lnTo>
                      <a:pt x="1133" y="159"/>
                    </a:lnTo>
                    <a:lnTo>
                      <a:pt x="1202" y="187"/>
                    </a:lnTo>
                    <a:lnTo>
                      <a:pt x="1264" y="221"/>
                    </a:lnTo>
                    <a:lnTo>
                      <a:pt x="1319" y="256"/>
                    </a:lnTo>
                    <a:lnTo>
                      <a:pt x="1368" y="290"/>
                    </a:lnTo>
                    <a:lnTo>
                      <a:pt x="1409" y="318"/>
                    </a:lnTo>
                    <a:lnTo>
                      <a:pt x="1444" y="346"/>
                    </a:lnTo>
                    <a:lnTo>
                      <a:pt x="1478" y="373"/>
                    </a:lnTo>
                    <a:lnTo>
                      <a:pt x="1513" y="401"/>
                    </a:lnTo>
                    <a:lnTo>
                      <a:pt x="1533" y="422"/>
                    </a:lnTo>
                    <a:lnTo>
                      <a:pt x="1561" y="449"/>
                    </a:lnTo>
                    <a:lnTo>
                      <a:pt x="1582" y="463"/>
                    </a:lnTo>
                    <a:lnTo>
                      <a:pt x="1596" y="484"/>
                    </a:lnTo>
                    <a:lnTo>
                      <a:pt x="1609" y="498"/>
                    </a:lnTo>
                    <a:lnTo>
                      <a:pt x="1623" y="518"/>
                    </a:lnTo>
                    <a:lnTo>
                      <a:pt x="1637" y="525"/>
                    </a:lnTo>
                    <a:lnTo>
                      <a:pt x="1651" y="518"/>
                    </a:lnTo>
                    <a:lnTo>
                      <a:pt x="1665" y="504"/>
                    </a:lnTo>
                    <a:lnTo>
                      <a:pt x="1678" y="491"/>
                    </a:lnTo>
                    <a:lnTo>
                      <a:pt x="1699" y="470"/>
                    </a:lnTo>
                    <a:lnTo>
                      <a:pt x="1720" y="449"/>
                    </a:lnTo>
                    <a:lnTo>
                      <a:pt x="1741" y="428"/>
                    </a:lnTo>
                    <a:lnTo>
                      <a:pt x="1768" y="401"/>
                    </a:lnTo>
                    <a:lnTo>
                      <a:pt x="1796" y="380"/>
                    </a:lnTo>
                    <a:lnTo>
                      <a:pt x="1830" y="352"/>
                    </a:lnTo>
                    <a:lnTo>
                      <a:pt x="1865" y="318"/>
                    </a:lnTo>
                    <a:lnTo>
                      <a:pt x="1913" y="290"/>
                    </a:lnTo>
                    <a:lnTo>
                      <a:pt x="1962" y="256"/>
                    </a:lnTo>
                    <a:lnTo>
                      <a:pt x="2017" y="221"/>
                    </a:lnTo>
                    <a:lnTo>
                      <a:pt x="2079" y="194"/>
                    </a:lnTo>
                    <a:lnTo>
                      <a:pt x="2148" y="159"/>
                    </a:lnTo>
                    <a:lnTo>
                      <a:pt x="2162" y="152"/>
                    </a:lnTo>
                    <a:lnTo>
                      <a:pt x="2245" y="125"/>
                    </a:lnTo>
                    <a:lnTo>
                      <a:pt x="2321" y="97"/>
                    </a:lnTo>
                    <a:lnTo>
                      <a:pt x="2404" y="76"/>
                    </a:lnTo>
                    <a:lnTo>
                      <a:pt x="2480" y="62"/>
                    </a:lnTo>
                    <a:lnTo>
                      <a:pt x="2562" y="49"/>
                    </a:lnTo>
                    <a:lnTo>
                      <a:pt x="2645" y="35"/>
                    </a:lnTo>
                    <a:lnTo>
                      <a:pt x="2721" y="28"/>
                    </a:lnTo>
                    <a:lnTo>
                      <a:pt x="2804" y="21"/>
                    </a:lnTo>
                    <a:lnTo>
                      <a:pt x="2880" y="14"/>
                    </a:lnTo>
                    <a:lnTo>
                      <a:pt x="2963" y="7"/>
                    </a:lnTo>
                    <a:lnTo>
                      <a:pt x="3046" y="7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3F3F3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6840" name="Line 120">
              <a:extLst>
                <a:ext uri="{FF2B5EF4-FFF2-40B4-BE49-F238E27FC236}">
                  <a16:creationId xmlns:a16="http://schemas.microsoft.com/office/drawing/2014/main" id="{439496C1-BC9C-8444-E473-609CCF9373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928"/>
              <a:ext cx="432" cy="3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1" name="Line 121">
              <a:extLst>
                <a:ext uri="{FF2B5EF4-FFF2-40B4-BE49-F238E27FC236}">
                  <a16:creationId xmlns:a16="http://schemas.microsoft.com/office/drawing/2014/main" id="{8255378B-5B5A-51EC-244B-81F129BBF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3054"/>
              <a:ext cx="48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2" name="Line 122">
              <a:extLst>
                <a:ext uri="{FF2B5EF4-FFF2-40B4-BE49-F238E27FC236}">
                  <a16:creationId xmlns:a16="http://schemas.microsoft.com/office/drawing/2014/main" id="{2289FEEF-790E-15D8-3DE5-BF56E4F82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204"/>
              <a:ext cx="480" cy="384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3" name="Line 123">
              <a:extLst>
                <a:ext uri="{FF2B5EF4-FFF2-40B4-BE49-F238E27FC236}">
                  <a16:creationId xmlns:a16="http://schemas.microsoft.com/office/drawing/2014/main" id="{25C6E259-84F1-4E32-6A77-2BE10715E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6" y="3180"/>
              <a:ext cx="258" cy="96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4" name="Line 124">
              <a:extLst>
                <a:ext uri="{FF2B5EF4-FFF2-40B4-BE49-F238E27FC236}">
                  <a16:creationId xmlns:a16="http://schemas.microsoft.com/office/drawing/2014/main" id="{B1E81E77-A474-3B5D-AF45-6A4C28AF1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8" y="3300"/>
              <a:ext cx="336" cy="144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5" name="Line 125">
              <a:extLst>
                <a:ext uri="{FF2B5EF4-FFF2-40B4-BE49-F238E27FC236}">
                  <a16:creationId xmlns:a16="http://schemas.microsoft.com/office/drawing/2014/main" id="{CD1517D4-1ADC-7077-5535-FBC1690A8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8" y="3432"/>
              <a:ext cx="414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6" name="Rectangle 126">
              <a:extLst>
                <a:ext uri="{FF2B5EF4-FFF2-40B4-BE49-F238E27FC236}">
                  <a16:creationId xmlns:a16="http://schemas.microsoft.com/office/drawing/2014/main" id="{88110F1D-27FF-131C-6794-B092CE439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3888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>
                  <a:solidFill>
                    <a:srgbClr val="000000"/>
                  </a:solidFill>
                  <a:latin typeface="Helvetica" panose="020B0604020202020204" pitchFamily="34" charset="0"/>
                </a:rPr>
                <a:t>n</a:t>
              </a:r>
            </a:p>
          </p:txBody>
        </p:sp>
        <p:sp>
          <p:nvSpPr>
            <p:cNvPr id="116847" name="Rectangle 127">
              <a:extLst>
                <a:ext uri="{FF2B5EF4-FFF2-40B4-BE49-F238E27FC236}">
                  <a16:creationId xmlns:a16="http://schemas.microsoft.com/office/drawing/2014/main" id="{CA5A7BCF-0336-3751-7ABD-DB4B4CEB93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04" y="232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Error 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dB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400" baseline="-18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3">
            <a:extLst>
              <a:ext uri="{FF2B5EF4-FFF2-40B4-BE49-F238E27FC236}">
                <a16:creationId xmlns:a16="http://schemas.microsoft.com/office/drawing/2014/main" id="{621192FE-C9EC-E92D-AB6D-2942E74E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1625600"/>
            <a:ext cx="6629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由图可见，当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较小时，由于在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 </a:t>
            </a:r>
            <a:r>
              <a:rPr lang="zh-CN" altLang="en-US" sz="2800">
                <a:latin typeface="宋体" panose="02010600030101010101" pitchFamily="2" charset="-122"/>
              </a:rPr>
              <a:t>附近存在谐振，幅频特性渐近线与实际特性存在较大的误差，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越小，误差越大。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66D79A0B-B2A4-4888-3B75-3A270F57F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209925"/>
            <a:ext cx="6629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当</a:t>
            </a:r>
            <a:r>
              <a:rPr lang="en-US" altLang="zh-CN" sz="2800">
                <a:latin typeface="Times New Roman" panose="02020603050405020304" pitchFamily="18" charset="0"/>
              </a:rPr>
              <a:t>0.38&lt;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&lt;0.7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zh-CN" altLang="en-US" sz="2800">
                <a:latin typeface="宋体" panose="02010600030101010101" pitchFamily="2" charset="-122"/>
              </a:rPr>
              <a:t>误差不超过</a:t>
            </a:r>
            <a:r>
              <a:rPr lang="en-US" altLang="zh-CN" sz="2800">
                <a:latin typeface="Times New Roman" panose="02020603050405020304" pitchFamily="18" charset="0"/>
              </a:rPr>
              <a:t>3dB</a:t>
            </a:r>
            <a:r>
              <a:rPr lang="zh-CN" altLang="en-US" sz="2800">
                <a:latin typeface="宋体" panose="02010600030101010101" pitchFamily="2" charset="-122"/>
              </a:rPr>
              <a:t>。因此，在此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范围内，可直接使用渐近对数幅频特性，而在此范围之外，应使用准确的对数幅频曲线。</a:t>
            </a: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7C61D522-B418-AB6B-ECE0-E07A3C46D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226050"/>
            <a:ext cx="66294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准确的对数幅频曲线可在渐近线的基础上，通过误差曲线修正而获得或直接计算。</a:t>
            </a:r>
            <a:endParaRPr lang="en-US" altLang="zh-CN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  <p:bldP spid="1003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3">
            <a:extLst>
              <a:ext uri="{FF2B5EF4-FFF2-40B4-BE49-F238E27FC236}">
                <a16:creationId xmlns:a16="http://schemas.microsoft.com/office/drawing/2014/main" id="{CDBB219F-FDDB-C851-3F25-2904CC80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二阶微分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DCD4949-FDF0-EEEF-10AF-107633B0708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6129338" cy="542925"/>
            <a:chOff x="1056" y="1296"/>
            <a:chExt cx="3861" cy="342"/>
          </a:xfrm>
        </p:grpSpPr>
        <p:sp>
          <p:nvSpPr>
            <p:cNvPr id="120845" name="Rectangle 5">
              <a:extLst>
                <a:ext uri="{FF2B5EF4-FFF2-40B4-BE49-F238E27FC236}">
                  <a16:creationId xmlns:a16="http://schemas.microsoft.com/office/drawing/2014/main" id="{F4832572-4C0D-14B9-E09C-D90C0073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20846" name="Object 6">
              <a:extLst>
                <a:ext uri="{FF2B5EF4-FFF2-40B4-BE49-F238E27FC236}">
                  <a16:creationId xmlns:a16="http://schemas.microsoft.com/office/drawing/2014/main" id="{90B19448-42D6-DDF3-A777-09070D258D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8" y="1296"/>
            <a:ext cx="262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044700" imgH="241300" progId="Equation.3">
                    <p:embed/>
                  </p:oleObj>
                </mc:Choice>
                <mc:Fallback>
                  <p:oleObj r:id="rId3" imgW="2044700" imgH="241300" progId="Equation.3">
                    <p:embed/>
                    <p:pic>
                      <p:nvPicPr>
                        <p:cNvPr id="120846" name="Object 6">
                          <a:extLst>
                            <a:ext uri="{FF2B5EF4-FFF2-40B4-BE49-F238E27FC236}">
                              <a16:creationId xmlns:a16="http://schemas.microsoft.com/office/drawing/2014/main" id="{90B19448-42D6-DDF3-A777-09070D258D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8" y="1296"/>
                          <a:ext cx="262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03FCDFA-C4C3-10EE-F721-E50E9FA2702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43200"/>
            <a:ext cx="5638800" cy="519113"/>
            <a:chOff x="1056" y="1728"/>
            <a:chExt cx="3552" cy="327"/>
          </a:xfrm>
        </p:grpSpPr>
        <p:sp>
          <p:nvSpPr>
            <p:cNvPr id="120843" name="Rectangle 8">
              <a:extLst>
                <a:ext uri="{FF2B5EF4-FFF2-40B4-BE49-F238E27FC236}">
                  <a16:creationId xmlns:a16="http://schemas.microsoft.com/office/drawing/2014/main" id="{A9FD5A69-15BF-B399-3696-62D8C60B8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2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4" name="Object 9">
              <a:extLst>
                <a:ext uri="{FF2B5EF4-FFF2-40B4-BE49-F238E27FC236}">
                  <a16:creationId xmlns:a16="http://schemas.microsoft.com/office/drawing/2014/main" id="{4CC638F0-3EFB-8586-993D-0C1B2663CB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728"/>
            <a:ext cx="212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51000" imgH="241300" progId="Equation.3">
                    <p:embed/>
                  </p:oleObj>
                </mc:Choice>
                <mc:Fallback>
                  <p:oleObj r:id="rId5" imgW="1651000" imgH="241300" progId="Equation.3">
                    <p:embed/>
                    <p:pic>
                      <p:nvPicPr>
                        <p:cNvPr id="120844" name="Object 9">
                          <a:extLst>
                            <a:ext uri="{FF2B5EF4-FFF2-40B4-BE49-F238E27FC236}">
                              <a16:creationId xmlns:a16="http://schemas.microsoft.com/office/drawing/2014/main" id="{4CC638F0-3EFB-8586-993D-0C1B2663CB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728"/>
                          <a:ext cx="212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6B9B8A7-B662-6595-6EBD-A71868EA42A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967413" cy="561975"/>
            <a:chOff x="1056" y="2160"/>
            <a:chExt cx="3759" cy="354"/>
          </a:xfrm>
        </p:grpSpPr>
        <p:sp>
          <p:nvSpPr>
            <p:cNvPr id="120841" name="Rectangle 11">
              <a:extLst>
                <a:ext uri="{FF2B5EF4-FFF2-40B4-BE49-F238E27FC236}">
                  <a16:creationId xmlns:a16="http://schemas.microsoft.com/office/drawing/2014/main" id="{CF284228-1480-DD31-76CD-CEF16F6BD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8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2" name="Object 12">
              <a:extLst>
                <a:ext uri="{FF2B5EF4-FFF2-40B4-BE49-F238E27FC236}">
                  <a16:creationId xmlns:a16="http://schemas.microsoft.com/office/drawing/2014/main" id="{407F177C-5514-F806-720F-94206CD8B0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1" y="2160"/>
            <a:ext cx="2514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55800" imgH="279400" progId="Equation.3">
                    <p:embed/>
                  </p:oleObj>
                </mc:Choice>
                <mc:Fallback>
                  <p:oleObj r:id="rId7" imgW="1955800" imgH="279400" progId="Equation.3">
                    <p:embed/>
                    <p:pic>
                      <p:nvPicPr>
                        <p:cNvPr id="120842" name="Object 12">
                          <a:extLst>
                            <a:ext uri="{FF2B5EF4-FFF2-40B4-BE49-F238E27FC236}">
                              <a16:creationId xmlns:a16="http://schemas.microsoft.com/office/drawing/2014/main" id="{407F177C-5514-F806-720F-94206CD8B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" y="2160"/>
                          <a:ext cx="2514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BAFD98FD-D1FD-B221-5A4F-B8BD83AC502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114800"/>
            <a:ext cx="5638800" cy="790575"/>
            <a:chOff x="1056" y="2592"/>
            <a:chExt cx="3552" cy="498"/>
          </a:xfrm>
        </p:grpSpPr>
        <p:sp>
          <p:nvSpPr>
            <p:cNvPr id="120839" name="Rectangle 14">
              <a:extLst>
                <a:ext uri="{FF2B5EF4-FFF2-40B4-BE49-F238E27FC236}">
                  <a16:creationId xmlns:a16="http://schemas.microsoft.com/office/drawing/2014/main" id="{A7FAA343-64E6-EA74-EE0B-9B774F6F3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9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0" name="Object 15">
              <a:extLst>
                <a:ext uri="{FF2B5EF4-FFF2-40B4-BE49-F238E27FC236}">
                  <a16:creationId xmlns:a16="http://schemas.microsoft.com/office/drawing/2014/main" id="{8B02C949-8F5C-D614-146F-BF69A74D80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3" y="2592"/>
            <a:ext cx="1780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84300" imgH="393700" progId="Equation.3">
                    <p:embed/>
                  </p:oleObj>
                </mc:Choice>
                <mc:Fallback>
                  <p:oleObj r:id="rId9" imgW="1384300" imgH="393700" progId="Equation.3">
                    <p:embed/>
                    <p:pic>
                      <p:nvPicPr>
                        <p:cNvPr id="120840" name="Object 15">
                          <a:extLst>
                            <a:ext uri="{FF2B5EF4-FFF2-40B4-BE49-F238E27FC236}">
                              <a16:creationId xmlns:a16="http://schemas.microsoft.com/office/drawing/2014/main" id="{8B02C949-8F5C-D614-146F-BF69A74D80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" y="2592"/>
                          <a:ext cx="1780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15C041A2-B7B1-7B87-4134-5124E5FE2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二阶微分环节的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graphicFrame>
        <p:nvGraphicFramePr>
          <p:cNvPr id="98307" name="Object 3">
            <a:extLst>
              <a:ext uri="{FF2B5EF4-FFF2-40B4-BE49-F238E27FC236}">
                <a16:creationId xmlns:a16="http://schemas.microsoft.com/office/drawing/2014/main" id="{299A9E7F-6440-7DDA-1C85-728ACF913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1638" y="1947863"/>
          <a:ext cx="46132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60600" imgH="279400" progId="Equation.3">
                  <p:embed/>
                </p:oleObj>
              </mc:Choice>
              <mc:Fallback>
                <p:oleObj r:id="rId3" imgW="2260600" imgH="279400" progId="Equation.3">
                  <p:embed/>
                  <p:pic>
                    <p:nvPicPr>
                      <p:cNvPr id="98307" name="Object 3">
                        <a:extLst>
                          <a:ext uri="{FF2B5EF4-FFF2-40B4-BE49-F238E27FC236}">
                            <a16:creationId xmlns:a16="http://schemas.microsoft.com/office/drawing/2014/main" id="{299A9E7F-6440-7DDA-1C85-728ACF913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1947863"/>
                        <a:ext cx="46132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8" name="Object 4">
            <a:extLst>
              <a:ext uri="{FF2B5EF4-FFF2-40B4-BE49-F238E27FC236}">
                <a16:creationId xmlns:a16="http://schemas.microsoft.com/office/drawing/2014/main" id="{BE12C53B-460C-E843-EE2E-4D7A27E7D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9413" y="2633663"/>
          <a:ext cx="2825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84300" imgH="393700" progId="Equation.3">
                  <p:embed/>
                </p:oleObj>
              </mc:Choice>
              <mc:Fallback>
                <p:oleObj r:id="rId5" imgW="1384300" imgH="393700" progId="Equation.3">
                  <p:embed/>
                  <p:pic>
                    <p:nvPicPr>
                      <p:cNvPr id="98308" name="Object 4">
                        <a:extLst>
                          <a:ext uri="{FF2B5EF4-FFF2-40B4-BE49-F238E27FC236}">
                            <a16:creationId xmlns:a16="http://schemas.microsoft.com/office/drawing/2014/main" id="{BE12C53B-460C-E843-EE2E-4D7A27E7D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2633663"/>
                        <a:ext cx="2825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Rectangle 5">
            <a:extLst>
              <a:ext uri="{FF2B5EF4-FFF2-40B4-BE49-F238E27FC236}">
                <a16:creationId xmlns:a16="http://schemas.microsoft.com/office/drawing/2014/main" id="{08481804-CB31-1263-CFE5-A832CFF4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500438"/>
            <a:ext cx="70866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注意到二阶微分环节与振荡环节的频率特性互为倒数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，根据对数频率特性图的特点，二阶微分环节与振荡环节的对数幅频特性曲线关于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 </a:t>
            </a:r>
            <a:r>
              <a:rPr lang="zh-CN" altLang="en-US" sz="2800">
                <a:latin typeface="宋体" panose="02010600030101010101" pitchFamily="2" charset="-122"/>
              </a:rPr>
              <a:t>线对称，相频特性曲线关于零度线对称。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4624F00-BE0C-ED71-B517-C5964A2C0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1752600"/>
            <a:ext cx="352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延迟环节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979F7036-56AE-F08A-2B85-871488CC442C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481263"/>
            <a:ext cx="5867400" cy="542925"/>
            <a:chOff x="1056" y="1563"/>
            <a:chExt cx="3696" cy="342"/>
          </a:xfrm>
        </p:grpSpPr>
        <p:sp>
          <p:nvSpPr>
            <p:cNvPr id="124944" name="Rectangle 4">
              <a:extLst>
                <a:ext uri="{FF2B5EF4-FFF2-40B4-BE49-F238E27FC236}">
                  <a16:creationId xmlns:a16="http://schemas.microsoft.com/office/drawing/2014/main" id="{8AA018D7-0DBA-0C85-EEB7-0DCC5AEFB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78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24945" name="Object 5">
              <a:extLst>
                <a:ext uri="{FF2B5EF4-FFF2-40B4-BE49-F238E27FC236}">
                  <a16:creationId xmlns:a16="http://schemas.microsoft.com/office/drawing/2014/main" id="{8D30E430-7D09-0F1D-F2DF-897BBA0C96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563"/>
            <a:ext cx="91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10891" imgH="241195" progId="Equation.3">
                    <p:embed/>
                  </p:oleObj>
                </mc:Choice>
                <mc:Fallback>
                  <p:oleObj r:id="rId3" imgW="710891" imgH="241195" progId="Equation.3">
                    <p:embed/>
                    <p:pic>
                      <p:nvPicPr>
                        <p:cNvPr id="124945" name="Object 5">
                          <a:extLst>
                            <a:ext uri="{FF2B5EF4-FFF2-40B4-BE49-F238E27FC236}">
                              <a16:creationId xmlns:a16="http://schemas.microsoft.com/office/drawing/2014/main" id="{8D30E430-7D09-0F1D-F2DF-897BBA0C96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563"/>
                          <a:ext cx="91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8D4713B7-C448-DAD5-0D96-9F06E484045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67063"/>
            <a:ext cx="5638800" cy="519112"/>
            <a:chOff x="1056" y="1995"/>
            <a:chExt cx="3552" cy="327"/>
          </a:xfrm>
        </p:grpSpPr>
        <p:sp>
          <p:nvSpPr>
            <p:cNvPr id="124942" name="Rectangle 7">
              <a:extLst>
                <a:ext uri="{FF2B5EF4-FFF2-40B4-BE49-F238E27FC236}">
                  <a16:creationId xmlns:a16="http://schemas.microsoft.com/office/drawing/2014/main" id="{D394D48C-0F22-8C43-C8F0-0414F762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5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43" name="Object 8">
              <a:extLst>
                <a:ext uri="{FF2B5EF4-FFF2-40B4-BE49-F238E27FC236}">
                  <a16:creationId xmlns:a16="http://schemas.microsoft.com/office/drawing/2014/main" id="{44F88525-FA2E-BEC5-7B1E-6F4BD2B2C7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9" y="1995"/>
            <a:ext cx="122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52087" imgH="241195" progId="Equation.3">
                    <p:embed/>
                  </p:oleObj>
                </mc:Choice>
                <mc:Fallback>
                  <p:oleObj r:id="rId5" imgW="952087" imgH="241195" progId="Equation.3">
                    <p:embed/>
                    <p:pic>
                      <p:nvPicPr>
                        <p:cNvPr id="124943" name="Object 8">
                          <a:extLst>
                            <a:ext uri="{FF2B5EF4-FFF2-40B4-BE49-F238E27FC236}">
                              <a16:creationId xmlns:a16="http://schemas.microsoft.com/office/drawing/2014/main" id="{44F88525-FA2E-BEC5-7B1E-6F4BD2B2C7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9" y="1995"/>
                          <a:ext cx="122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4DE1B888-03A0-F96A-5A86-44ACD982D0E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52863"/>
            <a:ext cx="5638800" cy="519112"/>
            <a:chOff x="1056" y="2427"/>
            <a:chExt cx="3552" cy="327"/>
          </a:xfrm>
        </p:grpSpPr>
        <p:sp>
          <p:nvSpPr>
            <p:cNvPr id="124940" name="Rectangle 10">
              <a:extLst>
                <a:ext uri="{FF2B5EF4-FFF2-40B4-BE49-F238E27FC236}">
                  <a16:creationId xmlns:a16="http://schemas.microsoft.com/office/drawing/2014/main" id="{AC30A81E-48C7-F80E-14EE-43E8AAA21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2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41" name="Object 11">
              <a:extLst>
                <a:ext uri="{FF2B5EF4-FFF2-40B4-BE49-F238E27FC236}">
                  <a16:creationId xmlns:a16="http://schemas.microsoft.com/office/drawing/2014/main" id="{B1588A47-D98E-A63E-B09F-0490FA3AF3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2448"/>
            <a:ext cx="71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58558" imgH="203112" progId="Equation.3">
                    <p:embed/>
                  </p:oleObj>
                </mc:Choice>
                <mc:Fallback>
                  <p:oleObj r:id="rId7" imgW="558558" imgH="203112" progId="Equation.3">
                    <p:embed/>
                    <p:pic>
                      <p:nvPicPr>
                        <p:cNvPr id="124941" name="Object 11">
                          <a:extLst>
                            <a:ext uri="{FF2B5EF4-FFF2-40B4-BE49-F238E27FC236}">
                              <a16:creationId xmlns:a16="http://schemas.microsoft.com/office/drawing/2014/main" id="{B1588A47-D98E-A63E-B09F-0490FA3AF3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48"/>
                          <a:ext cx="71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2D1EB740-CC6E-8834-52D7-9DF6466161E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510088"/>
            <a:ext cx="5995988" cy="519112"/>
            <a:chOff x="1056" y="2841"/>
            <a:chExt cx="3777" cy="327"/>
          </a:xfrm>
        </p:grpSpPr>
        <p:sp>
          <p:nvSpPr>
            <p:cNvPr id="124938" name="Rectangle 13">
              <a:extLst>
                <a:ext uri="{FF2B5EF4-FFF2-40B4-BE49-F238E27FC236}">
                  <a16:creationId xmlns:a16="http://schemas.microsoft.com/office/drawing/2014/main" id="{8BC9D60F-690A-8D7B-B919-28A89B143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41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39" name="Object 14">
              <a:extLst>
                <a:ext uri="{FF2B5EF4-FFF2-40B4-BE49-F238E27FC236}">
                  <a16:creationId xmlns:a16="http://schemas.microsoft.com/office/drawing/2014/main" id="{0A6EA7F1-E935-869A-3799-31A5424A7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" y="2863"/>
            <a:ext cx="256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993900" imgH="203200" progId="Equation.DSMT4">
                    <p:embed/>
                  </p:oleObj>
                </mc:Choice>
                <mc:Fallback>
                  <p:oleObj r:id="rId9" imgW="1993900" imgH="203200" progId="Equation.DSMT4">
                    <p:embed/>
                    <p:pic>
                      <p:nvPicPr>
                        <p:cNvPr id="124939" name="Object 14">
                          <a:extLst>
                            <a:ext uri="{FF2B5EF4-FFF2-40B4-BE49-F238E27FC236}">
                              <a16:creationId xmlns:a16="http://schemas.microsoft.com/office/drawing/2014/main" id="{0A6EA7F1-E935-869A-3799-31A5424A75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" y="2863"/>
                          <a:ext cx="256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>
            <a:extLst>
              <a:ext uri="{FF2B5EF4-FFF2-40B4-BE49-F238E27FC236}">
                <a16:creationId xmlns:a16="http://schemas.microsoft.com/office/drawing/2014/main" id="{41DBCB5B-A2F7-3792-6F8E-D01CE46A6EA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195888"/>
            <a:ext cx="5638800" cy="519112"/>
            <a:chOff x="1056" y="3273"/>
            <a:chExt cx="3552" cy="327"/>
          </a:xfrm>
        </p:grpSpPr>
        <p:sp>
          <p:nvSpPr>
            <p:cNvPr id="124936" name="Rectangle 16">
              <a:extLst>
                <a:ext uri="{FF2B5EF4-FFF2-40B4-BE49-F238E27FC236}">
                  <a16:creationId xmlns:a16="http://schemas.microsoft.com/office/drawing/2014/main" id="{2244BD6F-E9B9-4746-340B-D3EAC9024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27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37" name="Object 17">
              <a:extLst>
                <a:ext uri="{FF2B5EF4-FFF2-40B4-BE49-F238E27FC236}">
                  <a16:creationId xmlns:a16="http://schemas.microsoft.com/office/drawing/2014/main" id="{550BE8E5-3B61-2D6E-6878-2115D88189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343"/>
            <a:ext cx="75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583947" imgH="203112" progId="Equation.3">
                    <p:embed/>
                  </p:oleObj>
                </mc:Choice>
                <mc:Fallback>
                  <p:oleObj r:id="rId11" imgW="583947" imgH="203112" progId="Equation.3">
                    <p:embed/>
                    <p:pic>
                      <p:nvPicPr>
                        <p:cNvPr id="124937" name="Object 17">
                          <a:extLst>
                            <a:ext uri="{FF2B5EF4-FFF2-40B4-BE49-F238E27FC236}">
                              <a16:creationId xmlns:a16="http://schemas.microsoft.com/office/drawing/2014/main" id="{550BE8E5-3B61-2D6E-6878-2115D88189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43"/>
                          <a:ext cx="75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FD58B391-9181-EE79-1989-1B56105A0C0F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1628775"/>
            <a:ext cx="5057775" cy="4648200"/>
            <a:chOff x="2400" y="1152"/>
            <a:chExt cx="3186" cy="2928"/>
          </a:xfrm>
        </p:grpSpPr>
        <p:grpSp>
          <p:nvGrpSpPr>
            <p:cNvPr id="126979" name="Group 4">
              <a:extLst>
                <a:ext uri="{FF2B5EF4-FFF2-40B4-BE49-F238E27FC236}">
                  <a16:creationId xmlns:a16="http://schemas.microsoft.com/office/drawing/2014/main" id="{95BAED0F-B8AD-DAE3-99E5-DCAD79BDF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2153"/>
              <a:ext cx="2901" cy="1751"/>
              <a:chOff x="2592" y="1536"/>
              <a:chExt cx="2949" cy="2155"/>
            </a:xfrm>
          </p:grpSpPr>
          <p:sp>
            <p:nvSpPr>
              <p:cNvPr id="127044" name="Rectangle 5">
                <a:extLst>
                  <a:ext uri="{FF2B5EF4-FFF2-40B4-BE49-F238E27FC236}">
                    <a16:creationId xmlns:a16="http://schemas.microsoft.com/office/drawing/2014/main" id="{14BD1FBE-2D69-4741-1038-165C77E62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7045" name="Rectangle 6">
                <a:extLst>
                  <a:ext uri="{FF2B5EF4-FFF2-40B4-BE49-F238E27FC236}">
                    <a16:creationId xmlns:a16="http://schemas.microsoft.com/office/drawing/2014/main" id="{D117D43F-E970-5191-1519-DA8EE2FF5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7046" name="Freeform 7">
                <a:extLst>
                  <a:ext uri="{FF2B5EF4-FFF2-40B4-BE49-F238E27FC236}">
                    <a16:creationId xmlns:a16="http://schemas.microsoft.com/office/drawing/2014/main" id="{7253DC50-EAC1-D034-09F9-206849BB6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7" name="Freeform 8">
                <a:extLst>
                  <a:ext uri="{FF2B5EF4-FFF2-40B4-BE49-F238E27FC236}">
                    <a16:creationId xmlns:a16="http://schemas.microsoft.com/office/drawing/2014/main" id="{08AFCCD7-20CF-A495-2F6A-71F20F794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8" name="Freeform 9">
                <a:extLst>
                  <a:ext uri="{FF2B5EF4-FFF2-40B4-BE49-F238E27FC236}">
                    <a16:creationId xmlns:a16="http://schemas.microsoft.com/office/drawing/2014/main" id="{44AF846C-8C9C-CD54-7DC2-BBFD28129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9" name="Freeform 10">
                <a:extLst>
                  <a:ext uri="{FF2B5EF4-FFF2-40B4-BE49-F238E27FC236}">
                    <a16:creationId xmlns:a16="http://schemas.microsoft.com/office/drawing/2014/main" id="{5AE3C0A0-95B3-FB0F-ECE5-3462ADA1D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3410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0" name="Freeform 11">
                <a:extLst>
                  <a:ext uri="{FF2B5EF4-FFF2-40B4-BE49-F238E27FC236}">
                    <a16:creationId xmlns:a16="http://schemas.microsoft.com/office/drawing/2014/main" id="{B861A25F-C2EC-413C-C9E2-B042E0F0B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3113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1" name="Freeform 12">
                <a:extLst>
                  <a:ext uri="{FF2B5EF4-FFF2-40B4-BE49-F238E27FC236}">
                    <a16:creationId xmlns:a16="http://schemas.microsoft.com/office/drawing/2014/main" id="{9B5473CC-BCFA-EB3D-9484-944BE30FC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816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2" name="Freeform 13">
                <a:extLst>
                  <a:ext uri="{FF2B5EF4-FFF2-40B4-BE49-F238E27FC236}">
                    <a16:creationId xmlns:a16="http://schemas.microsoft.com/office/drawing/2014/main" id="{04FBEA65-6320-22EF-B817-568077CC0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519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3" name="Freeform 14">
                <a:extLst>
                  <a:ext uri="{FF2B5EF4-FFF2-40B4-BE49-F238E27FC236}">
                    <a16:creationId xmlns:a16="http://schemas.microsoft.com/office/drawing/2014/main" id="{AEB37270-AF7F-BBE7-48C6-54D36EE29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222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4" name="Freeform 15">
                <a:extLst>
                  <a:ext uri="{FF2B5EF4-FFF2-40B4-BE49-F238E27FC236}">
                    <a16:creationId xmlns:a16="http://schemas.microsoft.com/office/drawing/2014/main" id="{3FC3C2ED-4035-D1F8-0E69-B8FA233AF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925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5" name="Freeform 16">
                <a:extLst>
                  <a:ext uri="{FF2B5EF4-FFF2-40B4-BE49-F238E27FC236}">
                    <a16:creationId xmlns:a16="http://schemas.microsoft.com/office/drawing/2014/main" id="{18741233-6334-DF93-7D36-97B7C1F13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6" name="Line 17">
                <a:extLst>
                  <a:ext uri="{FF2B5EF4-FFF2-40B4-BE49-F238E27FC236}">
                    <a16:creationId xmlns:a16="http://schemas.microsoft.com/office/drawing/2014/main" id="{B17F4ECB-46F5-6A00-FADA-EDB22E51D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49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7" name="Freeform 18">
                <a:extLst>
                  <a:ext uri="{FF2B5EF4-FFF2-40B4-BE49-F238E27FC236}">
                    <a16:creationId xmlns:a16="http://schemas.microsoft.com/office/drawing/2014/main" id="{2F1D7D99-6F86-15ED-9909-6D2778DE1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custGeom>
                <a:avLst/>
                <a:gdLst>
                  <a:gd name="T0" fmla="*/ 0 w 420"/>
                  <a:gd name="T1" fmla="*/ 62659 h 299"/>
                  <a:gd name="T2" fmla="*/ 87837 w 420"/>
                  <a:gd name="T3" fmla="*/ 62659 h 299"/>
                  <a:gd name="T4" fmla="*/ 87837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8" name="Line 19">
                <a:extLst>
                  <a:ext uri="{FF2B5EF4-FFF2-40B4-BE49-F238E27FC236}">
                    <a16:creationId xmlns:a16="http://schemas.microsoft.com/office/drawing/2014/main" id="{D5C2CBB0-24BF-725D-667A-15359B7A8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9" name="Line 20">
                <a:extLst>
                  <a:ext uri="{FF2B5EF4-FFF2-40B4-BE49-F238E27FC236}">
                    <a16:creationId xmlns:a16="http://schemas.microsoft.com/office/drawing/2014/main" id="{495C1BE5-431E-C9DF-B590-4593867EB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410"/>
                <a:ext cx="249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0" name="Line 21">
                <a:extLst>
                  <a:ext uri="{FF2B5EF4-FFF2-40B4-BE49-F238E27FC236}">
                    <a16:creationId xmlns:a16="http://schemas.microsoft.com/office/drawing/2014/main" id="{B7C190F8-EE17-23EC-1046-0322E3B09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1" name="Line 22">
                <a:extLst>
                  <a:ext uri="{FF2B5EF4-FFF2-40B4-BE49-F238E27FC236}">
                    <a16:creationId xmlns:a16="http://schemas.microsoft.com/office/drawing/2014/main" id="{14F8DD1F-37E3-7323-FE42-C2A2AD11F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2" name="Line 23">
                <a:extLst>
                  <a:ext uri="{FF2B5EF4-FFF2-40B4-BE49-F238E27FC236}">
                    <a16:creationId xmlns:a16="http://schemas.microsoft.com/office/drawing/2014/main" id="{940CE7D2-7708-0349-EB99-3AD2CEE477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3" name="Freeform 24">
                <a:extLst>
                  <a:ext uri="{FF2B5EF4-FFF2-40B4-BE49-F238E27FC236}">
                    <a16:creationId xmlns:a16="http://schemas.microsoft.com/office/drawing/2014/main" id="{40F2B16F-596A-C86E-0291-347DA3741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4" name="Line 25">
                <a:extLst>
                  <a:ext uri="{FF2B5EF4-FFF2-40B4-BE49-F238E27FC236}">
                    <a16:creationId xmlns:a16="http://schemas.microsoft.com/office/drawing/2014/main" id="{1765954B-0B5E-D89D-A196-41C32622E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5" name="Line 26">
                <a:extLst>
                  <a:ext uri="{FF2B5EF4-FFF2-40B4-BE49-F238E27FC236}">
                    <a16:creationId xmlns:a16="http://schemas.microsoft.com/office/drawing/2014/main" id="{62E49166-BE01-5623-9544-70147FD88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6" name="Line 27">
                <a:extLst>
                  <a:ext uri="{FF2B5EF4-FFF2-40B4-BE49-F238E27FC236}">
                    <a16:creationId xmlns:a16="http://schemas.microsoft.com/office/drawing/2014/main" id="{A2BDC6C8-BF41-87EF-65E1-1441595FE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7" name="Line 28">
                <a:extLst>
                  <a:ext uri="{FF2B5EF4-FFF2-40B4-BE49-F238E27FC236}">
                    <a16:creationId xmlns:a16="http://schemas.microsoft.com/office/drawing/2014/main" id="{C981F9B4-CD60-91F3-DFC0-FE303F1F8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8" name="Freeform 29">
                <a:extLst>
                  <a:ext uri="{FF2B5EF4-FFF2-40B4-BE49-F238E27FC236}">
                    <a16:creationId xmlns:a16="http://schemas.microsoft.com/office/drawing/2014/main" id="{DF8CCCE4-4DCF-F871-3FC3-65A585A35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9" name="Line 30">
                <a:extLst>
                  <a:ext uri="{FF2B5EF4-FFF2-40B4-BE49-F238E27FC236}">
                    <a16:creationId xmlns:a16="http://schemas.microsoft.com/office/drawing/2014/main" id="{248B6932-91DE-970C-983F-EEB37FCCE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0" name="Line 31">
                <a:extLst>
                  <a:ext uri="{FF2B5EF4-FFF2-40B4-BE49-F238E27FC236}">
                    <a16:creationId xmlns:a16="http://schemas.microsoft.com/office/drawing/2014/main" id="{9766FF77-C4EF-3DEE-EF1F-C8FD14E63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1" name="Freeform 32">
                <a:extLst>
                  <a:ext uri="{FF2B5EF4-FFF2-40B4-BE49-F238E27FC236}">
                    <a16:creationId xmlns:a16="http://schemas.microsoft.com/office/drawing/2014/main" id="{8B8A4831-2258-84DD-3A93-72087290E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2" name="Line 33">
                <a:extLst>
                  <a:ext uri="{FF2B5EF4-FFF2-40B4-BE49-F238E27FC236}">
                    <a16:creationId xmlns:a16="http://schemas.microsoft.com/office/drawing/2014/main" id="{7E4B243B-580F-DE88-562B-1DB21893F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6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3" name="Line 34">
                <a:extLst>
                  <a:ext uri="{FF2B5EF4-FFF2-40B4-BE49-F238E27FC236}">
                    <a16:creationId xmlns:a16="http://schemas.microsoft.com/office/drawing/2014/main" id="{B9279978-2C8D-AC8F-32B6-6129AF083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6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4" name="Freeform 35">
                <a:extLst>
                  <a:ext uri="{FF2B5EF4-FFF2-40B4-BE49-F238E27FC236}">
                    <a16:creationId xmlns:a16="http://schemas.microsoft.com/office/drawing/2014/main" id="{E73BB7EC-9A9A-ED14-BBC4-76C6B5A70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5" name="Line 36">
                <a:extLst>
                  <a:ext uri="{FF2B5EF4-FFF2-40B4-BE49-F238E27FC236}">
                    <a16:creationId xmlns:a16="http://schemas.microsoft.com/office/drawing/2014/main" id="{202D0E50-D6D0-4FAF-13FA-A59EE5ABF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4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6" name="Line 37">
                <a:extLst>
                  <a:ext uri="{FF2B5EF4-FFF2-40B4-BE49-F238E27FC236}">
                    <a16:creationId xmlns:a16="http://schemas.microsoft.com/office/drawing/2014/main" id="{F9E580EF-A2BC-84A8-9C19-BAC7DDF28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4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7" name="Freeform 38">
                <a:extLst>
                  <a:ext uri="{FF2B5EF4-FFF2-40B4-BE49-F238E27FC236}">
                    <a16:creationId xmlns:a16="http://schemas.microsoft.com/office/drawing/2014/main" id="{EB76E5B7-76CC-1DB7-36E0-FC1920A2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8" name="Line 39">
                <a:extLst>
                  <a:ext uri="{FF2B5EF4-FFF2-40B4-BE49-F238E27FC236}">
                    <a16:creationId xmlns:a16="http://schemas.microsoft.com/office/drawing/2014/main" id="{02704B5C-CD1D-4C58-D5FD-E2C613151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9" name="Line 40">
                <a:extLst>
                  <a:ext uri="{FF2B5EF4-FFF2-40B4-BE49-F238E27FC236}">
                    <a16:creationId xmlns:a16="http://schemas.microsoft.com/office/drawing/2014/main" id="{EEF82176-9619-9DFC-F7BF-CBC10478C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0" name="Freeform 41">
                <a:extLst>
                  <a:ext uri="{FF2B5EF4-FFF2-40B4-BE49-F238E27FC236}">
                    <a16:creationId xmlns:a16="http://schemas.microsoft.com/office/drawing/2014/main" id="{9168216D-6090-F250-923D-1CB578BC7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1" name="Line 42">
                <a:extLst>
                  <a:ext uri="{FF2B5EF4-FFF2-40B4-BE49-F238E27FC236}">
                    <a16:creationId xmlns:a16="http://schemas.microsoft.com/office/drawing/2014/main" id="{7E032C7C-BCA5-B917-6FF4-597E17B66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2" name="Line 43">
                <a:extLst>
                  <a:ext uri="{FF2B5EF4-FFF2-40B4-BE49-F238E27FC236}">
                    <a16:creationId xmlns:a16="http://schemas.microsoft.com/office/drawing/2014/main" id="{A662BD5C-6EF8-491F-2107-F2C5A4500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3" name="Freeform 44">
                <a:extLst>
                  <a:ext uri="{FF2B5EF4-FFF2-40B4-BE49-F238E27FC236}">
                    <a16:creationId xmlns:a16="http://schemas.microsoft.com/office/drawing/2014/main" id="{EAB5D015-953C-6352-8E38-E12967FCA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4" name="Line 45">
                <a:extLst>
                  <a:ext uri="{FF2B5EF4-FFF2-40B4-BE49-F238E27FC236}">
                    <a16:creationId xmlns:a16="http://schemas.microsoft.com/office/drawing/2014/main" id="{585A28D8-D63D-62DF-AE07-3AA256663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5" name="Line 46">
                <a:extLst>
                  <a:ext uri="{FF2B5EF4-FFF2-40B4-BE49-F238E27FC236}">
                    <a16:creationId xmlns:a16="http://schemas.microsoft.com/office/drawing/2014/main" id="{28B31FDB-E058-4D71-A8F5-0B7B454A0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6" name="Freeform 47">
                <a:extLst>
                  <a:ext uri="{FF2B5EF4-FFF2-40B4-BE49-F238E27FC236}">
                    <a16:creationId xmlns:a16="http://schemas.microsoft.com/office/drawing/2014/main" id="{C4176A03-3564-B389-B80E-9C1663CD7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7" name="Line 48">
                <a:extLst>
                  <a:ext uri="{FF2B5EF4-FFF2-40B4-BE49-F238E27FC236}">
                    <a16:creationId xmlns:a16="http://schemas.microsoft.com/office/drawing/2014/main" id="{94206AC7-F843-D098-A20D-FF9C07F681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8" name="Line 49">
                <a:extLst>
                  <a:ext uri="{FF2B5EF4-FFF2-40B4-BE49-F238E27FC236}">
                    <a16:creationId xmlns:a16="http://schemas.microsoft.com/office/drawing/2014/main" id="{B9A8C9C4-20EC-7EE7-F604-CC301BE31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9" name="Freeform 50">
                <a:extLst>
                  <a:ext uri="{FF2B5EF4-FFF2-40B4-BE49-F238E27FC236}">
                    <a16:creationId xmlns:a16="http://schemas.microsoft.com/office/drawing/2014/main" id="{635ADE93-E7E4-81FA-22F1-7340D6D81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0" name="Line 51">
                <a:extLst>
                  <a:ext uri="{FF2B5EF4-FFF2-40B4-BE49-F238E27FC236}">
                    <a16:creationId xmlns:a16="http://schemas.microsoft.com/office/drawing/2014/main" id="{D282AD69-3FC2-8B84-8351-AE8BDF2D4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4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1" name="Line 52">
                <a:extLst>
                  <a:ext uri="{FF2B5EF4-FFF2-40B4-BE49-F238E27FC236}">
                    <a16:creationId xmlns:a16="http://schemas.microsoft.com/office/drawing/2014/main" id="{AE306B96-8F88-72AA-A6E7-43B0B9E6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4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2" name="Freeform 53">
                <a:extLst>
                  <a:ext uri="{FF2B5EF4-FFF2-40B4-BE49-F238E27FC236}">
                    <a16:creationId xmlns:a16="http://schemas.microsoft.com/office/drawing/2014/main" id="{5C147E80-2C46-E392-1D7A-1E657FB7B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3" name="Line 54">
                <a:extLst>
                  <a:ext uri="{FF2B5EF4-FFF2-40B4-BE49-F238E27FC236}">
                    <a16:creationId xmlns:a16="http://schemas.microsoft.com/office/drawing/2014/main" id="{5A12B330-529D-EF93-32FF-BE300C7B5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4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4" name="Line 55">
                <a:extLst>
                  <a:ext uri="{FF2B5EF4-FFF2-40B4-BE49-F238E27FC236}">
                    <a16:creationId xmlns:a16="http://schemas.microsoft.com/office/drawing/2014/main" id="{C77DE662-FE61-C855-58A0-2706C2526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4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5" name="Line 56">
                <a:extLst>
                  <a:ext uri="{FF2B5EF4-FFF2-40B4-BE49-F238E27FC236}">
                    <a16:creationId xmlns:a16="http://schemas.microsoft.com/office/drawing/2014/main" id="{D7CAED41-F02A-141B-78FA-EBB1AFFEE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6" name="Line 57">
                <a:extLst>
                  <a:ext uri="{FF2B5EF4-FFF2-40B4-BE49-F238E27FC236}">
                    <a16:creationId xmlns:a16="http://schemas.microsoft.com/office/drawing/2014/main" id="{06982F23-B30C-944E-9C21-6BDB332B8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7" name="Freeform 58">
                <a:extLst>
                  <a:ext uri="{FF2B5EF4-FFF2-40B4-BE49-F238E27FC236}">
                    <a16:creationId xmlns:a16="http://schemas.microsoft.com/office/drawing/2014/main" id="{8DA05CD3-6B37-E725-218A-0E495D9BD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8" name="Line 59">
                <a:extLst>
                  <a:ext uri="{FF2B5EF4-FFF2-40B4-BE49-F238E27FC236}">
                    <a16:creationId xmlns:a16="http://schemas.microsoft.com/office/drawing/2014/main" id="{8F158C1C-49C6-B162-6867-873A394E5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9" name="Line 60">
                <a:extLst>
                  <a:ext uri="{FF2B5EF4-FFF2-40B4-BE49-F238E27FC236}">
                    <a16:creationId xmlns:a16="http://schemas.microsoft.com/office/drawing/2014/main" id="{1BAD16EE-4F3E-C9C1-55E3-7A1A228C2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0" name="Freeform 61">
                <a:extLst>
                  <a:ext uri="{FF2B5EF4-FFF2-40B4-BE49-F238E27FC236}">
                    <a16:creationId xmlns:a16="http://schemas.microsoft.com/office/drawing/2014/main" id="{90ABA4CA-68EA-4C39-46B5-8E79EEE50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1" name="Line 62">
                <a:extLst>
                  <a:ext uri="{FF2B5EF4-FFF2-40B4-BE49-F238E27FC236}">
                    <a16:creationId xmlns:a16="http://schemas.microsoft.com/office/drawing/2014/main" id="{0203A4FD-AC34-8A08-2963-C91467A31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53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2" name="Line 63">
                <a:extLst>
                  <a:ext uri="{FF2B5EF4-FFF2-40B4-BE49-F238E27FC236}">
                    <a16:creationId xmlns:a16="http://schemas.microsoft.com/office/drawing/2014/main" id="{7E44CE11-8EC1-4EDD-7310-D14B7D0EF5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3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3" name="Freeform 64">
                <a:extLst>
                  <a:ext uri="{FF2B5EF4-FFF2-40B4-BE49-F238E27FC236}">
                    <a16:creationId xmlns:a16="http://schemas.microsoft.com/office/drawing/2014/main" id="{CAD8E44E-E22A-A768-0AE7-641BB3651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4" name="Line 65">
                <a:extLst>
                  <a:ext uri="{FF2B5EF4-FFF2-40B4-BE49-F238E27FC236}">
                    <a16:creationId xmlns:a16="http://schemas.microsoft.com/office/drawing/2014/main" id="{1C8FEC69-4932-48FF-80C1-8DD0C0B08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5" name="Line 66">
                <a:extLst>
                  <a:ext uri="{FF2B5EF4-FFF2-40B4-BE49-F238E27FC236}">
                    <a16:creationId xmlns:a16="http://schemas.microsoft.com/office/drawing/2014/main" id="{4D7F0BAB-E487-E0DF-AF68-58D14115B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6" name="Freeform 67">
                <a:extLst>
                  <a:ext uri="{FF2B5EF4-FFF2-40B4-BE49-F238E27FC236}">
                    <a16:creationId xmlns:a16="http://schemas.microsoft.com/office/drawing/2014/main" id="{4DAD23F5-5730-CB30-D54C-40D457F2A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7" name="Line 68">
                <a:extLst>
                  <a:ext uri="{FF2B5EF4-FFF2-40B4-BE49-F238E27FC236}">
                    <a16:creationId xmlns:a16="http://schemas.microsoft.com/office/drawing/2014/main" id="{507A2DE5-88F6-C8B6-2E8E-02C09742F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8" name="Line 69">
                <a:extLst>
                  <a:ext uri="{FF2B5EF4-FFF2-40B4-BE49-F238E27FC236}">
                    <a16:creationId xmlns:a16="http://schemas.microsoft.com/office/drawing/2014/main" id="{711C4547-483A-45DA-74C5-1B4C3B0C8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9" name="Freeform 70">
                <a:extLst>
                  <a:ext uri="{FF2B5EF4-FFF2-40B4-BE49-F238E27FC236}">
                    <a16:creationId xmlns:a16="http://schemas.microsoft.com/office/drawing/2014/main" id="{375EC462-9838-7786-A03A-779A990A3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0" name="Line 71">
                <a:extLst>
                  <a:ext uri="{FF2B5EF4-FFF2-40B4-BE49-F238E27FC236}">
                    <a16:creationId xmlns:a16="http://schemas.microsoft.com/office/drawing/2014/main" id="{30D92534-4F3B-449B-62B8-58C3EF9BA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1" name="Line 72">
                <a:extLst>
                  <a:ext uri="{FF2B5EF4-FFF2-40B4-BE49-F238E27FC236}">
                    <a16:creationId xmlns:a16="http://schemas.microsoft.com/office/drawing/2014/main" id="{C0DB57E1-ECA0-340E-A04F-8DE4130D6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2" name="Freeform 73">
                <a:extLst>
                  <a:ext uri="{FF2B5EF4-FFF2-40B4-BE49-F238E27FC236}">
                    <a16:creationId xmlns:a16="http://schemas.microsoft.com/office/drawing/2014/main" id="{A4EDB201-658E-C64E-6A11-D20F75744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3" name="Line 74">
                <a:extLst>
                  <a:ext uri="{FF2B5EF4-FFF2-40B4-BE49-F238E27FC236}">
                    <a16:creationId xmlns:a16="http://schemas.microsoft.com/office/drawing/2014/main" id="{F08FF32B-9936-1857-77DA-CB04D6751D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7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4" name="Line 75">
                <a:extLst>
                  <a:ext uri="{FF2B5EF4-FFF2-40B4-BE49-F238E27FC236}">
                    <a16:creationId xmlns:a16="http://schemas.microsoft.com/office/drawing/2014/main" id="{2AE5BF34-933A-3FFC-C33B-2FF0957A2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7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5" name="Freeform 76">
                <a:extLst>
                  <a:ext uri="{FF2B5EF4-FFF2-40B4-BE49-F238E27FC236}">
                    <a16:creationId xmlns:a16="http://schemas.microsoft.com/office/drawing/2014/main" id="{DD46922F-3BB5-D7C1-4A5D-5C17A86E5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7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6" name="Line 77">
                <a:extLst>
                  <a:ext uri="{FF2B5EF4-FFF2-40B4-BE49-F238E27FC236}">
                    <a16:creationId xmlns:a16="http://schemas.microsoft.com/office/drawing/2014/main" id="{3E670EB7-680A-C48D-5E29-BA2A0D673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9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7" name="Line 78">
                <a:extLst>
                  <a:ext uri="{FF2B5EF4-FFF2-40B4-BE49-F238E27FC236}">
                    <a16:creationId xmlns:a16="http://schemas.microsoft.com/office/drawing/2014/main" id="{49A083BC-8D2B-7555-E2A1-DEF0263AB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8" name="Freeform 79">
                <a:extLst>
                  <a:ext uri="{FF2B5EF4-FFF2-40B4-BE49-F238E27FC236}">
                    <a16:creationId xmlns:a16="http://schemas.microsoft.com/office/drawing/2014/main" id="{453A0463-449E-F923-451C-55498B957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9" name="Line 80">
                <a:extLst>
                  <a:ext uri="{FF2B5EF4-FFF2-40B4-BE49-F238E27FC236}">
                    <a16:creationId xmlns:a16="http://schemas.microsoft.com/office/drawing/2014/main" id="{6D207613-EAFB-ADCA-A2BB-C36ED7AB2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0" name="Line 81">
                <a:extLst>
                  <a:ext uri="{FF2B5EF4-FFF2-40B4-BE49-F238E27FC236}">
                    <a16:creationId xmlns:a16="http://schemas.microsoft.com/office/drawing/2014/main" id="{F2B0548D-B828-13B0-E93B-123C56A0D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5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1" name="Freeform 82">
                <a:extLst>
                  <a:ext uri="{FF2B5EF4-FFF2-40B4-BE49-F238E27FC236}">
                    <a16:creationId xmlns:a16="http://schemas.microsoft.com/office/drawing/2014/main" id="{1C7DA6E6-9913-4923-12D8-33066F7D5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2" name="Line 83">
                <a:extLst>
                  <a:ext uri="{FF2B5EF4-FFF2-40B4-BE49-F238E27FC236}">
                    <a16:creationId xmlns:a16="http://schemas.microsoft.com/office/drawing/2014/main" id="{0BDD4656-70F6-3DFF-E0A5-BB0CDD097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1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3" name="Line 84">
                <a:extLst>
                  <a:ext uri="{FF2B5EF4-FFF2-40B4-BE49-F238E27FC236}">
                    <a16:creationId xmlns:a16="http://schemas.microsoft.com/office/drawing/2014/main" id="{BD5D9365-317E-CFA5-D18B-7EAF6BD82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51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4" name="Line 85">
                <a:extLst>
                  <a:ext uri="{FF2B5EF4-FFF2-40B4-BE49-F238E27FC236}">
                    <a16:creationId xmlns:a16="http://schemas.microsoft.com/office/drawing/2014/main" id="{BC1DD96D-AE5F-CA00-AED2-8C6ADE7F2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410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5" name="Line 86">
                <a:extLst>
                  <a:ext uri="{FF2B5EF4-FFF2-40B4-BE49-F238E27FC236}">
                    <a16:creationId xmlns:a16="http://schemas.microsoft.com/office/drawing/2014/main" id="{B972684A-AEE7-5B29-AF87-30D5601D7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3410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6" name="Rectangle 87">
                <a:extLst>
                  <a:ext uri="{FF2B5EF4-FFF2-40B4-BE49-F238E27FC236}">
                    <a16:creationId xmlns:a16="http://schemas.microsoft.com/office/drawing/2014/main" id="{0551E219-AA52-8635-9CFA-FCC026394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0" y="3303"/>
                <a:ext cx="326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-600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27" name="Line 88">
                <a:extLst>
                  <a:ext uri="{FF2B5EF4-FFF2-40B4-BE49-F238E27FC236}">
                    <a16:creationId xmlns:a16="http://schemas.microsoft.com/office/drawing/2014/main" id="{1489C768-1B3E-87C0-9985-880263F11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113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8" name="Line 89">
                <a:extLst>
                  <a:ext uri="{FF2B5EF4-FFF2-40B4-BE49-F238E27FC236}">
                    <a16:creationId xmlns:a16="http://schemas.microsoft.com/office/drawing/2014/main" id="{3DF74EE9-F0B4-A2FE-EC7C-9A7001FDF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3113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9" name="Rectangle 90">
                <a:extLst>
                  <a:ext uri="{FF2B5EF4-FFF2-40B4-BE49-F238E27FC236}">
                    <a16:creationId xmlns:a16="http://schemas.microsoft.com/office/drawing/2014/main" id="{01C35868-EB5D-C65E-9BF2-96993D2D0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015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-500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0" name="Line 91">
                <a:extLst>
                  <a:ext uri="{FF2B5EF4-FFF2-40B4-BE49-F238E27FC236}">
                    <a16:creationId xmlns:a16="http://schemas.microsoft.com/office/drawing/2014/main" id="{C57D1427-74C1-B76C-4229-1A8941249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816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1" name="Line 92">
                <a:extLst>
                  <a:ext uri="{FF2B5EF4-FFF2-40B4-BE49-F238E27FC236}">
                    <a16:creationId xmlns:a16="http://schemas.microsoft.com/office/drawing/2014/main" id="{C0288066-2E8E-675B-8565-A991BB0E4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816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2" name="Rectangle 93">
                <a:extLst>
                  <a:ext uri="{FF2B5EF4-FFF2-40B4-BE49-F238E27FC236}">
                    <a16:creationId xmlns:a16="http://schemas.microsoft.com/office/drawing/2014/main" id="{BDE0713A-0536-965E-38B5-C4DFA891C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717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3" name="Line 94">
                <a:extLst>
                  <a:ext uri="{FF2B5EF4-FFF2-40B4-BE49-F238E27FC236}">
                    <a16:creationId xmlns:a16="http://schemas.microsoft.com/office/drawing/2014/main" id="{9FF93552-D519-1CB5-87F2-B283EA80CE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519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4" name="Line 95">
                <a:extLst>
                  <a:ext uri="{FF2B5EF4-FFF2-40B4-BE49-F238E27FC236}">
                    <a16:creationId xmlns:a16="http://schemas.microsoft.com/office/drawing/2014/main" id="{00340A95-EAF3-7FF1-8AE5-41D37A716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519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5" name="Rectangle 96">
                <a:extLst>
                  <a:ext uri="{FF2B5EF4-FFF2-40B4-BE49-F238E27FC236}">
                    <a16:creationId xmlns:a16="http://schemas.microsoft.com/office/drawing/2014/main" id="{0500205F-51A8-1D20-7B2F-0A4EB163B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421"/>
                <a:ext cx="325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-300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6" name="Line 97">
                <a:extLst>
                  <a:ext uri="{FF2B5EF4-FFF2-40B4-BE49-F238E27FC236}">
                    <a16:creationId xmlns:a16="http://schemas.microsoft.com/office/drawing/2014/main" id="{8CAE8795-1BF3-1950-E4C6-6E7191147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222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7" name="Line 98">
                <a:extLst>
                  <a:ext uri="{FF2B5EF4-FFF2-40B4-BE49-F238E27FC236}">
                    <a16:creationId xmlns:a16="http://schemas.microsoft.com/office/drawing/2014/main" id="{305888A5-5C12-1ACE-DF2B-51D29BCC8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222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8" name="Rectangle 99">
                <a:extLst>
                  <a:ext uri="{FF2B5EF4-FFF2-40B4-BE49-F238E27FC236}">
                    <a16:creationId xmlns:a16="http://schemas.microsoft.com/office/drawing/2014/main" id="{7FCF53C9-CEE6-6F24-7421-E926EF285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124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9" name="Line 100">
                <a:extLst>
                  <a:ext uri="{FF2B5EF4-FFF2-40B4-BE49-F238E27FC236}">
                    <a16:creationId xmlns:a16="http://schemas.microsoft.com/office/drawing/2014/main" id="{C35120FC-DEDF-1917-4E64-ECA70B8CC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925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0" name="Line 101">
                <a:extLst>
                  <a:ext uri="{FF2B5EF4-FFF2-40B4-BE49-F238E27FC236}">
                    <a16:creationId xmlns:a16="http://schemas.microsoft.com/office/drawing/2014/main" id="{1E8D7352-74A4-7C92-F6F1-4E935A7F4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1925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1" name="Rectangle 102">
                <a:extLst>
                  <a:ext uri="{FF2B5EF4-FFF2-40B4-BE49-F238E27FC236}">
                    <a16:creationId xmlns:a16="http://schemas.microsoft.com/office/drawing/2014/main" id="{951485E4-2973-59D8-F724-8E534DCEB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826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42" name="Line 103">
                <a:extLst>
                  <a:ext uri="{FF2B5EF4-FFF2-40B4-BE49-F238E27FC236}">
                    <a16:creationId xmlns:a16="http://schemas.microsoft.com/office/drawing/2014/main" id="{6A275E93-1CCC-0A54-0CF4-173F250FE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3" name="Line 104">
                <a:extLst>
                  <a:ext uri="{FF2B5EF4-FFF2-40B4-BE49-F238E27FC236}">
                    <a16:creationId xmlns:a16="http://schemas.microsoft.com/office/drawing/2014/main" id="{54BE6B6A-2E04-2952-FED3-67F2AAC9C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1634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4" name="Rectangle 105">
                <a:extLst>
                  <a:ext uri="{FF2B5EF4-FFF2-40B4-BE49-F238E27FC236}">
                    <a16:creationId xmlns:a16="http://schemas.microsoft.com/office/drawing/2014/main" id="{A32DEE26-7ECA-37E6-A473-2E5E147DC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536"/>
                <a:ext cx="91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45" name="Line 106">
                <a:extLst>
                  <a:ext uri="{FF2B5EF4-FFF2-40B4-BE49-F238E27FC236}">
                    <a16:creationId xmlns:a16="http://schemas.microsoft.com/office/drawing/2014/main" id="{EFF071A3-1383-4133-FDAB-9EFA4B23B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493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6" name="Freeform 107">
                <a:extLst>
                  <a:ext uri="{FF2B5EF4-FFF2-40B4-BE49-F238E27FC236}">
                    <a16:creationId xmlns:a16="http://schemas.microsoft.com/office/drawing/2014/main" id="{3D1B2731-9064-15ED-4AC5-F9213B29F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custGeom>
                <a:avLst/>
                <a:gdLst>
                  <a:gd name="T0" fmla="*/ 0 w 420"/>
                  <a:gd name="T1" fmla="*/ 62659 h 299"/>
                  <a:gd name="T2" fmla="*/ 87837 w 420"/>
                  <a:gd name="T3" fmla="*/ 62659 h 299"/>
                  <a:gd name="T4" fmla="*/ 87837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7" name="Line 108">
                <a:extLst>
                  <a:ext uri="{FF2B5EF4-FFF2-40B4-BE49-F238E27FC236}">
                    <a16:creationId xmlns:a16="http://schemas.microsoft.com/office/drawing/2014/main" id="{AFA9DA10-4450-17E2-6E69-FDB866DD1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7148" name="Group 109">
                <a:extLst>
                  <a:ext uri="{FF2B5EF4-FFF2-40B4-BE49-F238E27FC236}">
                    <a16:creationId xmlns:a16="http://schemas.microsoft.com/office/drawing/2014/main" id="{EEF68880-EE5C-7547-24DC-E341AE929A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8" y="1646"/>
                <a:ext cx="2493" cy="1681"/>
                <a:chOff x="2958" y="1646"/>
                <a:chExt cx="2493" cy="1681"/>
              </a:xfrm>
            </p:grpSpPr>
            <p:sp>
              <p:nvSpPr>
                <p:cNvPr id="127152" name="Freeform 110">
                  <a:extLst>
                    <a:ext uri="{FF2B5EF4-FFF2-40B4-BE49-F238E27FC236}">
                      <a16:creationId xmlns:a16="http://schemas.microsoft.com/office/drawing/2014/main" id="{A5210B86-F1E2-DA01-2911-551586C542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8" y="1646"/>
                  <a:ext cx="1466" cy="244"/>
                </a:xfrm>
                <a:custGeom>
                  <a:avLst/>
                  <a:gdLst>
                    <a:gd name="T0" fmla="*/ 95 w 1466"/>
                    <a:gd name="T1" fmla="*/ 6 h 244"/>
                    <a:gd name="T2" fmla="*/ 213 w 1466"/>
                    <a:gd name="T3" fmla="*/ 12 h 244"/>
                    <a:gd name="T4" fmla="*/ 314 w 1466"/>
                    <a:gd name="T5" fmla="*/ 18 h 244"/>
                    <a:gd name="T6" fmla="*/ 397 w 1466"/>
                    <a:gd name="T7" fmla="*/ 18 h 244"/>
                    <a:gd name="T8" fmla="*/ 469 w 1466"/>
                    <a:gd name="T9" fmla="*/ 24 h 244"/>
                    <a:gd name="T10" fmla="*/ 534 w 1466"/>
                    <a:gd name="T11" fmla="*/ 30 h 244"/>
                    <a:gd name="T12" fmla="*/ 593 w 1466"/>
                    <a:gd name="T13" fmla="*/ 36 h 244"/>
                    <a:gd name="T14" fmla="*/ 641 w 1466"/>
                    <a:gd name="T15" fmla="*/ 42 h 244"/>
                    <a:gd name="T16" fmla="*/ 688 w 1466"/>
                    <a:gd name="T17" fmla="*/ 48 h 244"/>
                    <a:gd name="T18" fmla="*/ 736 w 1466"/>
                    <a:gd name="T19" fmla="*/ 54 h 244"/>
                    <a:gd name="T20" fmla="*/ 771 w 1466"/>
                    <a:gd name="T21" fmla="*/ 54 h 244"/>
                    <a:gd name="T22" fmla="*/ 813 w 1466"/>
                    <a:gd name="T23" fmla="*/ 60 h 244"/>
                    <a:gd name="T24" fmla="*/ 849 w 1466"/>
                    <a:gd name="T25" fmla="*/ 66 h 244"/>
                    <a:gd name="T26" fmla="*/ 878 w 1466"/>
                    <a:gd name="T27" fmla="*/ 71 h 244"/>
                    <a:gd name="T28" fmla="*/ 908 w 1466"/>
                    <a:gd name="T29" fmla="*/ 77 h 244"/>
                    <a:gd name="T30" fmla="*/ 938 w 1466"/>
                    <a:gd name="T31" fmla="*/ 83 h 244"/>
                    <a:gd name="T32" fmla="*/ 967 w 1466"/>
                    <a:gd name="T33" fmla="*/ 89 h 244"/>
                    <a:gd name="T34" fmla="*/ 991 w 1466"/>
                    <a:gd name="T35" fmla="*/ 89 h 244"/>
                    <a:gd name="T36" fmla="*/ 1021 w 1466"/>
                    <a:gd name="T37" fmla="*/ 95 h 244"/>
                    <a:gd name="T38" fmla="*/ 1045 w 1466"/>
                    <a:gd name="T39" fmla="*/ 101 h 244"/>
                    <a:gd name="T40" fmla="*/ 1068 w 1466"/>
                    <a:gd name="T41" fmla="*/ 107 h 244"/>
                    <a:gd name="T42" fmla="*/ 1086 w 1466"/>
                    <a:gd name="T43" fmla="*/ 113 h 244"/>
                    <a:gd name="T44" fmla="*/ 1110 w 1466"/>
                    <a:gd name="T45" fmla="*/ 119 h 244"/>
                    <a:gd name="T46" fmla="*/ 1128 w 1466"/>
                    <a:gd name="T47" fmla="*/ 125 h 244"/>
                    <a:gd name="T48" fmla="*/ 1151 w 1466"/>
                    <a:gd name="T49" fmla="*/ 125 h 244"/>
                    <a:gd name="T50" fmla="*/ 1169 w 1466"/>
                    <a:gd name="T51" fmla="*/ 131 h 244"/>
                    <a:gd name="T52" fmla="*/ 1187 w 1466"/>
                    <a:gd name="T53" fmla="*/ 137 h 244"/>
                    <a:gd name="T54" fmla="*/ 1205 w 1466"/>
                    <a:gd name="T55" fmla="*/ 143 h 244"/>
                    <a:gd name="T56" fmla="*/ 1223 w 1466"/>
                    <a:gd name="T57" fmla="*/ 149 h 244"/>
                    <a:gd name="T58" fmla="*/ 1240 w 1466"/>
                    <a:gd name="T59" fmla="*/ 155 h 244"/>
                    <a:gd name="T60" fmla="*/ 1258 w 1466"/>
                    <a:gd name="T61" fmla="*/ 161 h 244"/>
                    <a:gd name="T62" fmla="*/ 1276 w 1466"/>
                    <a:gd name="T63" fmla="*/ 167 h 244"/>
                    <a:gd name="T64" fmla="*/ 1294 w 1466"/>
                    <a:gd name="T65" fmla="*/ 172 h 244"/>
                    <a:gd name="T66" fmla="*/ 1312 w 1466"/>
                    <a:gd name="T67" fmla="*/ 178 h 244"/>
                    <a:gd name="T68" fmla="*/ 1330 w 1466"/>
                    <a:gd name="T69" fmla="*/ 184 h 244"/>
                    <a:gd name="T70" fmla="*/ 1347 w 1466"/>
                    <a:gd name="T71" fmla="*/ 190 h 244"/>
                    <a:gd name="T72" fmla="*/ 1365 w 1466"/>
                    <a:gd name="T73" fmla="*/ 196 h 244"/>
                    <a:gd name="T74" fmla="*/ 1383 w 1466"/>
                    <a:gd name="T75" fmla="*/ 208 h 244"/>
                    <a:gd name="T76" fmla="*/ 1401 w 1466"/>
                    <a:gd name="T77" fmla="*/ 214 h 244"/>
                    <a:gd name="T78" fmla="*/ 1419 w 1466"/>
                    <a:gd name="T79" fmla="*/ 220 h 244"/>
                    <a:gd name="T80" fmla="*/ 1436 w 1466"/>
                    <a:gd name="T81" fmla="*/ 226 h 244"/>
                    <a:gd name="T82" fmla="*/ 1454 w 1466"/>
                    <a:gd name="T83" fmla="*/ 238 h 24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466" h="244">
                      <a:moveTo>
                        <a:pt x="0" y="0"/>
                      </a:moveTo>
                      <a:lnTo>
                        <a:pt x="47" y="6"/>
                      </a:lnTo>
                      <a:lnTo>
                        <a:pt x="95" y="6"/>
                      </a:lnTo>
                      <a:lnTo>
                        <a:pt x="136" y="6"/>
                      </a:lnTo>
                      <a:lnTo>
                        <a:pt x="178" y="6"/>
                      </a:lnTo>
                      <a:lnTo>
                        <a:pt x="213" y="12"/>
                      </a:lnTo>
                      <a:lnTo>
                        <a:pt x="249" y="12"/>
                      </a:lnTo>
                      <a:lnTo>
                        <a:pt x="285" y="12"/>
                      </a:lnTo>
                      <a:lnTo>
                        <a:pt x="314" y="18"/>
                      </a:lnTo>
                      <a:lnTo>
                        <a:pt x="344" y="18"/>
                      </a:lnTo>
                      <a:lnTo>
                        <a:pt x="374" y="18"/>
                      </a:lnTo>
                      <a:lnTo>
                        <a:pt x="397" y="18"/>
                      </a:lnTo>
                      <a:lnTo>
                        <a:pt x="421" y="24"/>
                      </a:lnTo>
                      <a:lnTo>
                        <a:pt x="445" y="24"/>
                      </a:lnTo>
                      <a:lnTo>
                        <a:pt x="469" y="24"/>
                      </a:lnTo>
                      <a:lnTo>
                        <a:pt x="492" y="30"/>
                      </a:lnTo>
                      <a:lnTo>
                        <a:pt x="516" y="30"/>
                      </a:lnTo>
                      <a:lnTo>
                        <a:pt x="534" y="30"/>
                      </a:lnTo>
                      <a:lnTo>
                        <a:pt x="552" y="30"/>
                      </a:lnTo>
                      <a:lnTo>
                        <a:pt x="575" y="36"/>
                      </a:lnTo>
                      <a:lnTo>
                        <a:pt x="593" y="36"/>
                      </a:lnTo>
                      <a:lnTo>
                        <a:pt x="611" y="36"/>
                      </a:lnTo>
                      <a:lnTo>
                        <a:pt x="629" y="42"/>
                      </a:lnTo>
                      <a:lnTo>
                        <a:pt x="641" y="42"/>
                      </a:lnTo>
                      <a:lnTo>
                        <a:pt x="659" y="42"/>
                      </a:lnTo>
                      <a:lnTo>
                        <a:pt x="676" y="42"/>
                      </a:lnTo>
                      <a:lnTo>
                        <a:pt x="688" y="48"/>
                      </a:lnTo>
                      <a:lnTo>
                        <a:pt x="706" y="48"/>
                      </a:lnTo>
                      <a:lnTo>
                        <a:pt x="718" y="48"/>
                      </a:lnTo>
                      <a:lnTo>
                        <a:pt x="736" y="54"/>
                      </a:lnTo>
                      <a:lnTo>
                        <a:pt x="748" y="54"/>
                      </a:lnTo>
                      <a:lnTo>
                        <a:pt x="760" y="54"/>
                      </a:lnTo>
                      <a:lnTo>
                        <a:pt x="771" y="54"/>
                      </a:lnTo>
                      <a:lnTo>
                        <a:pt x="789" y="60"/>
                      </a:lnTo>
                      <a:lnTo>
                        <a:pt x="801" y="60"/>
                      </a:lnTo>
                      <a:lnTo>
                        <a:pt x="813" y="60"/>
                      </a:lnTo>
                      <a:lnTo>
                        <a:pt x="825" y="66"/>
                      </a:lnTo>
                      <a:lnTo>
                        <a:pt x="837" y="66"/>
                      </a:lnTo>
                      <a:lnTo>
                        <a:pt x="849" y="66"/>
                      </a:lnTo>
                      <a:lnTo>
                        <a:pt x="855" y="66"/>
                      </a:lnTo>
                      <a:lnTo>
                        <a:pt x="866" y="71"/>
                      </a:lnTo>
                      <a:lnTo>
                        <a:pt x="878" y="71"/>
                      </a:lnTo>
                      <a:lnTo>
                        <a:pt x="890" y="71"/>
                      </a:lnTo>
                      <a:lnTo>
                        <a:pt x="902" y="77"/>
                      </a:lnTo>
                      <a:lnTo>
                        <a:pt x="908" y="77"/>
                      </a:lnTo>
                      <a:lnTo>
                        <a:pt x="920" y="77"/>
                      </a:lnTo>
                      <a:lnTo>
                        <a:pt x="932" y="77"/>
                      </a:lnTo>
                      <a:lnTo>
                        <a:pt x="938" y="83"/>
                      </a:lnTo>
                      <a:lnTo>
                        <a:pt x="950" y="83"/>
                      </a:lnTo>
                      <a:lnTo>
                        <a:pt x="955" y="83"/>
                      </a:lnTo>
                      <a:lnTo>
                        <a:pt x="967" y="89"/>
                      </a:lnTo>
                      <a:lnTo>
                        <a:pt x="973" y="89"/>
                      </a:lnTo>
                      <a:lnTo>
                        <a:pt x="985" y="89"/>
                      </a:lnTo>
                      <a:lnTo>
                        <a:pt x="991" y="89"/>
                      </a:lnTo>
                      <a:lnTo>
                        <a:pt x="1003" y="95"/>
                      </a:lnTo>
                      <a:lnTo>
                        <a:pt x="1009" y="95"/>
                      </a:lnTo>
                      <a:lnTo>
                        <a:pt x="1021" y="95"/>
                      </a:lnTo>
                      <a:lnTo>
                        <a:pt x="1027" y="101"/>
                      </a:lnTo>
                      <a:lnTo>
                        <a:pt x="1033" y="101"/>
                      </a:lnTo>
                      <a:lnTo>
                        <a:pt x="1045" y="101"/>
                      </a:lnTo>
                      <a:lnTo>
                        <a:pt x="1050" y="101"/>
                      </a:lnTo>
                      <a:lnTo>
                        <a:pt x="1056" y="107"/>
                      </a:lnTo>
                      <a:lnTo>
                        <a:pt x="1068" y="107"/>
                      </a:lnTo>
                      <a:lnTo>
                        <a:pt x="1074" y="107"/>
                      </a:lnTo>
                      <a:lnTo>
                        <a:pt x="1080" y="113"/>
                      </a:lnTo>
                      <a:lnTo>
                        <a:pt x="1086" y="113"/>
                      </a:lnTo>
                      <a:lnTo>
                        <a:pt x="1092" y="113"/>
                      </a:lnTo>
                      <a:lnTo>
                        <a:pt x="1104" y="113"/>
                      </a:lnTo>
                      <a:lnTo>
                        <a:pt x="1110" y="119"/>
                      </a:lnTo>
                      <a:lnTo>
                        <a:pt x="1116" y="119"/>
                      </a:lnTo>
                      <a:lnTo>
                        <a:pt x="1122" y="119"/>
                      </a:lnTo>
                      <a:lnTo>
                        <a:pt x="1128" y="125"/>
                      </a:lnTo>
                      <a:lnTo>
                        <a:pt x="1134" y="125"/>
                      </a:lnTo>
                      <a:lnTo>
                        <a:pt x="1145" y="125"/>
                      </a:lnTo>
                      <a:lnTo>
                        <a:pt x="1151" y="125"/>
                      </a:lnTo>
                      <a:lnTo>
                        <a:pt x="1157" y="131"/>
                      </a:lnTo>
                      <a:lnTo>
                        <a:pt x="1163" y="131"/>
                      </a:lnTo>
                      <a:lnTo>
                        <a:pt x="1169" y="131"/>
                      </a:lnTo>
                      <a:lnTo>
                        <a:pt x="1175" y="137"/>
                      </a:lnTo>
                      <a:lnTo>
                        <a:pt x="1181" y="137"/>
                      </a:lnTo>
                      <a:lnTo>
                        <a:pt x="1187" y="137"/>
                      </a:lnTo>
                      <a:lnTo>
                        <a:pt x="1193" y="137"/>
                      </a:lnTo>
                      <a:lnTo>
                        <a:pt x="1199" y="143"/>
                      </a:lnTo>
                      <a:lnTo>
                        <a:pt x="1205" y="143"/>
                      </a:lnTo>
                      <a:lnTo>
                        <a:pt x="1211" y="143"/>
                      </a:lnTo>
                      <a:lnTo>
                        <a:pt x="1217" y="149"/>
                      </a:lnTo>
                      <a:lnTo>
                        <a:pt x="1223" y="149"/>
                      </a:lnTo>
                      <a:lnTo>
                        <a:pt x="1229" y="149"/>
                      </a:lnTo>
                      <a:lnTo>
                        <a:pt x="1235" y="149"/>
                      </a:lnTo>
                      <a:lnTo>
                        <a:pt x="1240" y="155"/>
                      </a:lnTo>
                      <a:lnTo>
                        <a:pt x="1246" y="155"/>
                      </a:lnTo>
                      <a:lnTo>
                        <a:pt x="1252" y="161"/>
                      </a:lnTo>
                      <a:lnTo>
                        <a:pt x="1258" y="161"/>
                      </a:lnTo>
                      <a:lnTo>
                        <a:pt x="1264" y="161"/>
                      </a:lnTo>
                      <a:lnTo>
                        <a:pt x="1270" y="161"/>
                      </a:lnTo>
                      <a:lnTo>
                        <a:pt x="1276" y="167"/>
                      </a:lnTo>
                      <a:lnTo>
                        <a:pt x="1282" y="167"/>
                      </a:lnTo>
                      <a:lnTo>
                        <a:pt x="1288" y="172"/>
                      </a:lnTo>
                      <a:lnTo>
                        <a:pt x="1294" y="172"/>
                      </a:lnTo>
                      <a:lnTo>
                        <a:pt x="1300" y="172"/>
                      </a:lnTo>
                      <a:lnTo>
                        <a:pt x="1306" y="172"/>
                      </a:lnTo>
                      <a:lnTo>
                        <a:pt x="1312" y="178"/>
                      </a:lnTo>
                      <a:lnTo>
                        <a:pt x="1318" y="178"/>
                      </a:lnTo>
                      <a:lnTo>
                        <a:pt x="1324" y="184"/>
                      </a:lnTo>
                      <a:lnTo>
                        <a:pt x="1330" y="184"/>
                      </a:lnTo>
                      <a:lnTo>
                        <a:pt x="1335" y="184"/>
                      </a:lnTo>
                      <a:lnTo>
                        <a:pt x="1341" y="190"/>
                      </a:lnTo>
                      <a:lnTo>
                        <a:pt x="1347" y="190"/>
                      </a:lnTo>
                      <a:lnTo>
                        <a:pt x="1353" y="196"/>
                      </a:lnTo>
                      <a:lnTo>
                        <a:pt x="1359" y="196"/>
                      </a:lnTo>
                      <a:lnTo>
                        <a:pt x="1365" y="196"/>
                      </a:lnTo>
                      <a:lnTo>
                        <a:pt x="1371" y="202"/>
                      </a:lnTo>
                      <a:lnTo>
                        <a:pt x="1377" y="202"/>
                      </a:lnTo>
                      <a:lnTo>
                        <a:pt x="1383" y="208"/>
                      </a:lnTo>
                      <a:lnTo>
                        <a:pt x="1389" y="208"/>
                      </a:lnTo>
                      <a:lnTo>
                        <a:pt x="1395" y="208"/>
                      </a:lnTo>
                      <a:lnTo>
                        <a:pt x="1401" y="214"/>
                      </a:lnTo>
                      <a:lnTo>
                        <a:pt x="1407" y="214"/>
                      </a:lnTo>
                      <a:lnTo>
                        <a:pt x="1413" y="220"/>
                      </a:lnTo>
                      <a:lnTo>
                        <a:pt x="1419" y="220"/>
                      </a:lnTo>
                      <a:lnTo>
                        <a:pt x="1425" y="220"/>
                      </a:lnTo>
                      <a:lnTo>
                        <a:pt x="1430" y="226"/>
                      </a:lnTo>
                      <a:lnTo>
                        <a:pt x="1436" y="226"/>
                      </a:lnTo>
                      <a:lnTo>
                        <a:pt x="1442" y="232"/>
                      </a:lnTo>
                      <a:lnTo>
                        <a:pt x="1448" y="232"/>
                      </a:lnTo>
                      <a:lnTo>
                        <a:pt x="1454" y="238"/>
                      </a:lnTo>
                      <a:lnTo>
                        <a:pt x="1460" y="238"/>
                      </a:lnTo>
                      <a:lnTo>
                        <a:pt x="1466" y="244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53" name="Freeform 111">
                  <a:extLst>
                    <a:ext uri="{FF2B5EF4-FFF2-40B4-BE49-F238E27FC236}">
                      <a16:creationId xmlns:a16="http://schemas.microsoft.com/office/drawing/2014/main" id="{9C84B3F9-D696-3B87-A28F-8F37EBDB5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4" y="1890"/>
                  <a:ext cx="754" cy="766"/>
                </a:xfrm>
                <a:custGeom>
                  <a:avLst/>
                  <a:gdLst>
                    <a:gd name="T0" fmla="*/ 12 w 754"/>
                    <a:gd name="T1" fmla="*/ 6 h 766"/>
                    <a:gd name="T2" fmla="*/ 30 w 754"/>
                    <a:gd name="T3" fmla="*/ 12 h 766"/>
                    <a:gd name="T4" fmla="*/ 48 w 754"/>
                    <a:gd name="T5" fmla="*/ 24 h 766"/>
                    <a:gd name="T6" fmla="*/ 65 w 754"/>
                    <a:gd name="T7" fmla="*/ 29 h 766"/>
                    <a:gd name="T8" fmla="*/ 83 w 754"/>
                    <a:gd name="T9" fmla="*/ 41 h 766"/>
                    <a:gd name="T10" fmla="*/ 101 w 754"/>
                    <a:gd name="T11" fmla="*/ 47 h 766"/>
                    <a:gd name="T12" fmla="*/ 119 w 754"/>
                    <a:gd name="T13" fmla="*/ 59 h 766"/>
                    <a:gd name="T14" fmla="*/ 137 w 754"/>
                    <a:gd name="T15" fmla="*/ 71 h 766"/>
                    <a:gd name="T16" fmla="*/ 154 w 754"/>
                    <a:gd name="T17" fmla="*/ 83 h 766"/>
                    <a:gd name="T18" fmla="*/ 172 w 754"/>
                    <a:gd name="T19" fmla="*/ 95 h 766"/>
                    <a:gd name="T20" fmla="*/ 190 w 754"/>
                    <a:gd name="T21" fmla="*/ 107 h 766"/>
                    <a:gd name="T22" fmla="*/ 208 w 754"/>
                    <a:gd name="T23" fmla="*/ 119 h 766"/>
                    <a:gd name="T24" fmla="*/ 226 w 754"/>
                    <a:gd name="T25" fmla="*/ 130 h 766"/>
                    <a:gd name="T26" fmla="*/ 244 w 754"/>
                    <a:gd name="T27" fmla="*/ 142 h 766"/>
                    <a:gd name="T28" fmla="*/ 261 w 754"/>
                    <a:gd name="T29" fmla="*/ 154 h 766"/>
                    <a:gd name="T30" fmla="*/ 279 w 754"/>
                    <a:gd name="T31" fmla="*/ 172 h 766"/>
                    <a:gd name="T32" fmla="*/ 297 w 754"/>
                    <a:gd name="T33" fmla="*/ 184 h 766"/>
                    <a:gd name="T34" fmla="*/ 315 w 754"/>
                    <a:gd name="T35" fmla="*/ 202 h 766"/>
                    <a:gd name="T36" fmla="*/ 333 w 754"/>
                    <a:gd name="T37" fmla="*/ 214 h 766"/>
                    <a:gd name="T38" fmla="*/ 350 w 754"/>
                    <a:gd name="T39" fmla="*/ 231 h 766"/>
                    <a:gd name="T40" fmla="*/ 368 w 754"/>
                    <a:gd name="T41" fmla="*/ 249 h 766"/>
                    <a:gd name="T42" fmla="*/ 386 w 754"/>
                    <a:gd name="T43" fmla="*/ 267 h 766"/>
                    <a:gd name="T44" fmla="*/ 404 w 754"/>
                    <a:gd name="T45" fmla="*/ 285 h 766"/>
                    <a:gd name="T46" fmla="*/ 422 w 754"/>
                    <a:gd name="T47" fmla="*/ 303 h 766"/>
                    <a:gd name="T48" fmla="*/ 439 w 754"/>
                    <a:gd name="T49" fmla="*/ 321 h 766"/>
                    <a:gd name="T50" fmla="*/ 457 w 754"/>
                    <a:gd name="T51" fmla="*/ 338 h 766"/>
                    <a:gd name="T52" fmla="*/ 475 w 754"/>
                    <a:gd name="T53" fmla="*/ 356 h 766"/>
                    <a:gd name="T54" fmla="*/ 493 w 754"/>
                    <a:gd name="T55" fmla="*/ 380 h 766"/>
                    <a:gd name="T56" fmla="*/ 517 w 754"/>
                    <a:gd name="T57" fmla="*/ 404 h 766"/>
                    <a:gd name="T58" fmla="*/ 529 w 754"/>
                    <a:gd name="T59" fmla="*/ 421 h 766"/>
                    <a:gd name="T60" fmla="*/ 546 w 754"/>
                    <a:gd name="T61" fmla="*/ 445 h 766"/>
                    <a:gd name="T62" fmla="*/ 564 w 754"/>
                    <a:gd name="T63" fmla="*/ 469 h 766"/>
                    <a:gd name="T64" fmla="*/ 582 w 754"/>
                    <a:gd name="T65" fmla="*/ 493 h 766"/>
                    <a:gd name="T66" fmla="*/ 606 w 754"/>
                    <a:gd name="T67" fmla="*/ 522 h 766"/>
                    <a:gd name="T68" fmla="*/ 624 w 754"/>
                    <a:gd name="T69" fmla="*/ 546 h 766"/>
                    <a:gd name="T70" fmla="*/ 635 w 754"/>
                    <a:gd name="T71" fmla="*/ 570 h 766"/>
                    <a:gd name="T72" fmla="*/ 653 w 754"/>
                    <a:gd name="T73" fmla="*/ 600 h 766"/>
                    <a:gd name="T74" fmla="*/ 677 w 754"/>
                    <a:gd name="T75" fmla="*/ 629 h 766"/>
                    <a:gd name="T76" fmla="*/ 695 w 754"/>
                    <a:gd name="T77" fmla="*/ 659 h 766"/>
                    <a:gd name="T78" fmla="*/ 713 w 754"/>
                    <a:gd name="T79" fmla="*/ 689 h 766"/>
                    <a:gd name="T80" fmla="*/ 724 w 754"/>
                    <a:gd name="T81" fmla="*/ 718 h 766"/>
                    <a:gd name="T82" fmla="*/ 742 w 754"/>
                    <a:gd name="T83" fmla="*/ 742 h 76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754" h="766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2" y="6"/>
                      </a:lnTo>
                      <a:lnTo>
                        <a:pt x="18" y="6"/>
                      </a:lnTo>
                      <a:lnTo>
                        <a:pt x="24" y="12"/>
                      </a:lnTo>
                      <a:lnTo>
                        <a:pt x="30" y="12"/>
                      </a:lnTo>
                      <a:lnTo>
                        <a:pt x="36" y="18"/>
                      </a:lnTo>
                      <a:lnTo>
                        <a:pt x="42" y="18"/>
                      </a:lnTo>
                      <a:lnTo>
                        <a:pt x="48" y="24"/>
                      </a:lnTo>
                      <a:lnTo>
                        <a:pt x="54" y="24"/>
                      </a:lnTo>
                      <a:lnTo>
                        <a:pt x="59" y="29"/>
                      </a:lnTo>
                      <a:lnTo>
                        <a:pt x="65" y="29"/>
                      </a:lnTo>
                      <a:lnTo>
                        <a:pt x="71" y="35"/>
                      </a:lnTo>
                      <a:lnTo>
                        <a:pt x="77" y="35"/>
                      </a:lnTo>
                      <a:lnTo>
                        <a:pt x="83" y="41"/>
                      </a:lnTo>
                      <a:lnTo>
                        <a:pt x="89" y="41"/>
                      </a:lnTo>
                      <a:lnTo>
                        <a:pt x="95" y="47"/>
                      </a:lnTo>
                      <a:lnTo>
                        <a:pt x="101" y="47"/>
                      </a:lnTo>
                      <a:lnTo>
                        <a:pt x="107" y="53"/>
                      </a:lnTo>
                      <a:lnTo>
                        <a:pt x="113" y="59"/>
                      </a:lnTo>
                      <a:lnTo>
                        <a:pt x="119" y="59"/>
                      </a:lnTo>
                      <a:lnTo>
                        <a:pt x="125" y="65"/>
                      </a:lnTo>
                      <a:lnTo>
                        <a:pt x="131" y="71"/>
                      </a:lnTo>
                      <a:lnTo>
                        <a:pt x="137" y="71"/>
                      </a:lnTo>
                      <a:lnTo>
                        <a:pt x="143" y="77"/>
                      </a:lnTo>
                      <a:lnTo>
                        <a:pt x="149" y="77"/>
                      </a:lnTo>
                      <a:lnTo>
                        <a:pt x="154" y="83"/>
                      </a:lnTo>
                      <a:lnTo>
                        <a:pt x="160" y="83"/>
                      </a:lnTo>
                      <a:lnTo>
                        <a:pt x="166" y="89"/>
                      </a:lnTo>
                      <a:lnTo>
                        <a:pt x="172" y="95"/>
                      </a:lnTo>
                      <a:lnTo>
                        <a:pt x="178" y="95"/>
                      </a:lnTo>
                      <a:lnTo>
                        <a:pt x="184" y="101"/>
                      </a:lnTo>
                      <a:lnTo>
                        <a:pt x="190" y="107"/>
                      </a:lnTo>
                      <a:lnTo>
                        <a:pt x="196" y="107"/>
                      </a:lnTo>
                      <a:lnTo>
                        <a:pt x="202" y="113"/>
                      </a:lnTo>
                      <a:lnTo>
                        <a:pt x="208" y="119"/>
                      </a:lnTo>
                      <a:lnTo>
                        <a:pt x="214" y="124"/>
                      </a:lnTo>
                      <a:lnTo>
                        <a:pt x="220" y="124"/>
                      </a:lnTo>
                      <a:lnTo>
                        <a:pt x="226" y="130"/>
                      </a:lnTo>
                      <a:lnTo>
                        <a:pt x="232" y="136"/>
                      </a:lnTo>
                      <a:lnTo>
                        <a:pt x="238" y="142"/>
                      </a:lnTo>
                      <a:lnTo>
                        <a:pt x="244" y="142"/>
                      </a:lnTo>
                      <a:lnTo>
                        <a:pt x="249" y="148"/>
                      </a:lnTo>
                      <a:lnTo>
                        <a:pt x="255" y="154"/>
                      </a:lnTo>
                      <a:lnTo>
                        <a:pt x="261" y="154"/>
                      </a:lnTo>
                      <a:lnTo>
                        <a:pt x="267" y="160"/>
                      </a:lnTo>
                      <a:lnTo>
                        <a:pt x="273" y="166"/>
                      </a:lnTo>
                      <a:lnTo>
                        <a:pt x="279" y="172"/>
                      </a:lnTo>
                      <a:lnTo>
                        <a:pt x="285" y="178"/>
                      </a:lnTo>
                      <a:lnTo>
                        <a:pt x="291" y="178"/>
                      </a:lnTo>
                      <a:lnTo>
                        <a:pt x="297" y="184"/>
                      </a:lnTo>
                      <a:lnTo>
                        <a:pt x="303" y="190"/>
                      </a:lnTo>
                      <a:lnTo>
                        <a:pt x="309" y="196"/>
                      </a:lnTo>
                      <a:lnTo>
                        <a:pt x="315" y="202"/>
                      </a:lnTo>
                      <a:lnTo>
                        <a:pt x="321" y="208"/>
                      </a:lnTo>
                      <a:lnTo>
                        <a:pt x="327" y="214"/>
                      </a:lnTo>
                      <a:lnTo>
                        <a:pt x="333" y="214"/>
                      </a:lnTo>
                      <a:lnTo>
                        <a:pt x="339" y="220"/>
                      </a:lnTo>
                      <a:lnTo>
                        <a:pt x="344" y="225"/>
                      </a:lnTo>
                      <a:lnTo>
                        <a:pt x="350" y="231"/>
                      </a:lnTo>
                      <a:lnTo>
                        <a:pt x="356" y="237"/>
                      </a:lnTo>
                      <a:lnTo>
                        <a:pt x="362" y="243"/>
                      </a:lnTo>
                      <a:lnTo>
                        <a:pt x="368" y="249"/>
                      </a:lnTo>
                      <a:lnTo>
                        <a:pt x="374" y="255"/>
                      </a:lnTo>
                      <a:lnTo>
                        <a:pt x="380" y="261"/>
                      </a:lnTo>
                      <a:lnTo>
                        <a:pt x="386" y="267"/>
                      </a:lnTo>
                      <a:lnTo>
                        <a:pt x="392" y="273"/>
                      </a:lnTo>
                      <a:lnTo>
                        <a:pt x="398" y="279"/>
                      </a:lnTo>
                      <a:lnTo>
                        <a:pt x="404" y="285"/>
                      </a:lnTo>
                      <a:lnTo>
                        <a:pt x="410" y="291"/>
                      </a:lnTo>
                      <a:lnTo>
                        <a:pt x="416" y="297"/>
                      </a:lnTo>
                      <a:lnTo>
                        <a:pt x="422" y="303"/>
                      </a:lnTo>
                      <a:lnTo>
                        <a:pt x="428" y="309"/>
                      </a:lnTo>
                      <a:lnTo>
                        <a:pt x="434" y="315"/>
                      </a:lnTo>
                      <a:lnTo>
                        <a:pt x="439" y="321"/>
                      </a:lnTo>
                      <a:lnTo>
                        <a:pt x="445" y="326"/>
                      </a:lnTo>
                      <a:lnTo>
                        <a:pt x="451" y="332"/>
                      </a:lnTo>
                      <a:lnTo>
                        <a:pt x="457" y="338"/>
                      </a:lnTo>
                      <a:lnTo>
                        <a:pt x="463" y="344"/>
                      </a:lnTo>
                      <a:lnTo>
                        <a:pt x="469" y="350"/>
                      </a:lnTo>
                      <a:lnTo>
                        <a:pt x="475" y="356"/>
                      </a:lnTo>
                      <a:lnTo>
                        <a:pt x="487" y="368"/>
                      </a:lnTo>
                      <a:lnTo>
                        <a:pt x="487" y="374"/>
                      </a:lnTo>
                      <a:lnTo>
                        <a:pt x="493" y="380"/>
                      </a:lnTo>
                      <a:lnTo>
                        <a:pt x="499" y="386"/>
                      </a:lnTo>
                      <a:lnTo>
                        <a:pt x="505" y="392"/>
                      </a:lnTo>
                      <a:lnTo>
                        <a:pt x="517" y="404"/>
                      </a:lnTo>
                      <a:lnTo>
                        <a:pt x="517" y="410"/>
                      </a:lnTo>
                      <a:lnTo>
                        <a:pt x="523" y="416"/>
                      </a:lnTo>
                      <a:lnTo>
                        <a:pt x="529" y="421"/>
                      </a:lnTo>
                      <a:lnTo>
                        <a:pt x="534" y="427"/>
                      </a:lnTo>
                      <a:lnTo>
                        <a:pt x="546" y="439"/>
                      </a:lnTo>
                      <a:lnTo>
                        <a:pt x="546" y="445"/>
                      </a:lnTo>
                      <a:lnTo>
                        <a:pt x="552" y="451"/>
                      </a:lnTo>
                      <a:lnTo>
                        <a:pt x="564" y="463"/>
                      </a:lnTo>
                      <a:lnTo>
                        <a:pt x="564" y="469"/>
                      </a:lnTo>
                      <a:lnTo>
                        <a:pt x="570" y="475"/>
                      </a:lnTo>
                      <a:lnTo>
                        <a:pt x="582" y="487"/>
                      </a:lnTo>
                      <a:lnTo>
                        <a:pt x="582" y="493"/>
                      </a:lnTo>
                      <a:lnTo>
                        <a:pt x="594" y="505"/>
                      </a:lnTo>
                      <a:lnTo>
                        <a:pt x="594" y="511"/>
                      </a:lnTo>
                      <a:lnTo>
                        <a:pt x="606" y="522"/>
                      </a:lnTo>
                      <a:lnTo>
                        <a:pt x="606" y="528"/>
                      </a:lnTo>
                      <a:lnTo>
                        <a:pt x="612" y="534"/>
                      </a:lnTo>
                      <a:lnTo>
                        <a:pt x="624" y="546"/>
                      </a:lnTo>
                      <a:lnTo>
                        <a:pt x="624" y="552"/>
                      </a:lnTo>
                      <a:lnTo>
                        <a:pt x="635" y="564"/>
                      </a:lnTo>
                      <a:lnTo>
                        <a:pt x="635" y="570"/>
                      </a:lnTo>
                      <a:lnTo>
                        <a:pt x="647" y="582"/>
                      </a:lnTo>
                      <a:lnTo>
                        <a:pt x="647" y="594"/>
                      </a:lnTo>
                      <a:lnTo>
                        <a:pt x="653" y="600"/>
                      </a:lnTo>
                      <a:lnTo>
                        <a:pt x="665" y="612"/>
                      </a:lnTo>
                      <a:lnTo>
                        <a:pt x="665" y="618"/>
                      </a:lnTo>
                      <a:lnTo>
                        <a:pt x="677" y="629"/>
                      </a:lnTo>
                      <a:lnTo>
                        <a:pt x="677" y="641"/>
                      </a:lnTo>
                      <a:lnTo>
                        <a:pt x="683" y="647"/>
                      </a:lnTo>
                      <a:lnTo>
                        <a:pt x="695" y="659"/>
                      </a:lnTo>
                      <a:lnTo>
                        <a:pt x="695" y="671"/>
                      </a:lnTo>
                      <a:lnTo>
                        <a:pt x="701" y="677"/>
                      </a:lnTo>
                      <a:lnTo>
                        <a:pt x="713" y="689"/>
                      </a:lnTo>
                      <a:lnTo>
                        <a:pt x="713" y="701"/>
                      </a:lnTo>
                      <a:lnTo>
                        <a:pt x="724" y="713"/>
                      </a:lnTo>
                      <a:lnTo>
                        <a:pt x="724" y="718"/>
                      </a:lnTo>
                      <a:lnTo>
                        <a:pt x="730" y="724"/>
                      </a:lnTo>
                      <a:lnTo>
                        <a:pt x="730" y="730"/>
                      </a:lnTo>
                      <a:lnTo>
                        <a:pt x="742" y="742"/>
                      </a:lnTo>
                      <a:lnTo>
                        <a:pt x="742" y="754"/>
                      </a:lnTo>
                      <a:lnTo>
                        <a:pt x="754" y="766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54" name="Freeform 112">
                  <a:extLst>
                    <a:ext uri="{FF2B5EF4-FFF2-40B4-BE49-F238E27FC236}">
                      <a16:creationId xmlns:a16="http://schemas.microsoft.com/office/drawing/2014/main" id="{13AD20B0-97EA-C45D-5D20-210DCD558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8" y="2656"/>
                  <a:ext cx="273" cy="671"/>
                </a:xfrm>
                <a:custGeom>
                  <a:avLst/>
                  <a:gdLst>
                    <a:gd name="T0" fmla="*/ 0 w 273"/>
                    <a:gd name="T1" fmla="*/ 12 h 671"/>
                    <a:gd name="T2" fmla="*/ 12 w 273"/>
                    <a:gd name="T3" fmla="*/ 36 h 671"/>
                    <a:gd name="T4" fmla="*/ 24 w 273"/>
                    <a:gd name="T5" fmla="*/ 48 h 671"/>
                    <a:gd name="T6" fmla="*/ 30 w 273"/>
                    <a:gd name="T7" fmla="*/ 59 h 671"/>
                    <a:gd name="T8" fmla="*/ 36 w 273"/>
                    <a:gd name="T9" fmla="*/ 71 h 671"/>
                    <a:gd name="T10" fmla="*/ 48 w 273"/>
                    <a:gd name="T11" fmla="*/ 95 h 671"/>
                    <a:gd name="T12" fmla="*/ 60 w 273"/>
                    <a:gd name="T13" fmla="*/ 119 h 671"/>
                    <a:gd name="T14" fmla="*/ 71 w 273"/>
                    <a:gd name="T15" fmla="*/ 143 h 671"/>
                    <a:gd name="T16" fmla="*/ 77 w 273"/>
                    <a:gd name="T17" fmla="*/ 160 h 671"/>
                    <a:gd name="T18" fmla="*/ 89 w 273"/>
                    <a:gd name="T19" fmla="*/ 184 h 671"/>
                    <a:gd name="T20" fmla="*/ 101 w 273"/>
                    <a:gd name="T21" fmla="*/ 208 h 671"/>
                    <a:gd name="T22" fmla="*/ 107 w 273"/>
                    <a:gd name="T23" fmla="*/ 226 h 671"/>
                    <a:gd name="T24" fmla="*/ 119 w 273"/>
                    <a:gd name="T25" fmla="*/ 249 h 671"/>
                    <a:gd name="T26" fmla="*/ 125 w 273"/>
                    <a:gd name="T27" fmla="*/ 267 h 671"/>
                    <a:gd name="T28" fmla="*/ 131 w 273"/>
                    <a:gd name="T29" fmla="*/ 285 h 671"/>
                    <a:gd name="T30" fmla="*/ 137 w 273"/>
                    <a:gd name="T31" fmla="*/ 297 h 671"/>
                    <a:gd name="T32" fmla="*/ 149 w 273"/>
                    <a:gd name="T33" fmla="*/ 321 h 671"/>
                    <a:gd name="T34" fmla="*/ 160 w 273"/>
                    <a:gd name="T35" fmla="*/ 350 h 671"/>
                    <a:gd name="T36" fmla="*/ 172 w 273"/>
                    <a:gd name="T37" fmla="*/ 380 h 671"/>
                    <a:gd name="T38" fmla="*/ 178 w 273"/>
                    <a:gd name="T39" fmla="*/ 404 h 671"/>
                    <a:gd name="T40" fmla="*/ 190 w 273"/>
                    <a:gd name="T41" fmla="*/ 428 h 671"/>
                    <a:gd name="T42" fmla="*/ 196 w 273"/>
                    <a:gd name="T43" fmla="*/ 451 h 671"/>
                    <a:gd name="T44" fmla="*/ 202 w 273"/>
                    <a:gd name="T45" fmla="*/ 469 h 671"/>
                    <a:gd name="T46" fmla="*/ 208 w 273"/>
                    <a:gd name="T47" fmla="*/ 481 h 671"/>
                    <a:gd name="T48" fmla="*/ 214 w 273"/>
                    <a:gd name="T49" fmla="*/ 499 h 671"/>
                    <a:gd name="T50" fmla="*/ 220 w 273"/>
                    <a:gd name="T51" fmla="*/ 517 h 671"/>
                    <a:gd name="T52" fmla="*/ 226 w 273"/>
                    <a:gd name="T53" fmla="*/ 535 h 671"/>
                    <a:gd name="T54" fmla="*/ 232 w 273"/>
                    <a:gd name="T55" fmla="*/ 552 h 671"/>
                    <a:gd name="T56" fmla="*/ 238 w 273"/>
                    <a:gd name="T57" fmla="*/ 570 h 671"/>
                    <a:gd name="T58" fmla="*/ 244 w 273"/>
                    <a:gd name="T59" fmla="*/ 588 h 671"/>
                    <a:gd name="T60" fmla="*/ 250 w 273"/>
                    <a:gd name="T61" fmla="*/ 606 h 671"/>
                    <a:gd name="T62" fmla="*/ 255 w 273"/>
                    <a:gd name="T63" fmla="*/ 624 h 671"/>
                    <a:gd name="T64" fmla="*/ 261 w 273"/>
                    <a:gd name="T65" fmla="*/ 642 h 671"/>
                    <a:gd name="T66" fmla="*/ 267 w 273"/>
                    <a:gd name="T67" fmla="*/ 659 h 671"/>
                    <a:gd name="T68" fmla="*/ 273 w 273"/>
                    <a:gd name="T69" fmla="*/ 671 h 67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273" h="671">
                      <a:moveTo>
                        <a:pt x="0" y="0"/>
                      </a:moveTo>
                      <a:lnTo>
                        <a:pt x="0" y="12"/>
                      </a:lnTo>
                      <a:lnTo>
                        <a:pt x="12" y="24"/>
                      </a:lnTo>
                      <a:lnTo>
                        <a:pt x="12" y="36"/>
                      </a:lnTo>
                      <a:lnTo>
                        <a:pt x="18" y="42"/>
                      </a:lnTo>
                      <a:lnTo>
                        <a:pt x="24" y="48"/>
                      </a:lnTo>
                      <a:lnTo>
                        <a:pt x="24" y="53"/>
                      </a:lnTo>
                      <a:lnTo>
                        <a:pt x="30" y="59"/>
                      </a:lnTo>
                      <a:lnTo>
                        <a:pt x="30" y="65"/>
                      </a:lnTo>
                      <a:lnTo>
                        <a:pt x="36" y="71"/>
                      </a:lnTo>
                      <a:lnTo>
                        <a:pt x="36" y="83"/>
                      </a:lnTo>
                      <a:lnTo>
                        <a:pt x="48" y="95"/>
                      </a:lnTo>
                      <a:lnTo>
                        <a:pt x="48" y="107"/>
                      </a:lnTo>
                      <a:lnTo>
                        <a:pt x="60" y="119"/>
                      </a:lnTo>
                      <a:lnTo>
                        <a:pt x="60" y="131"/>
                      </a:lnTo>
                      <a:lnTo>
                        <a:pt x="71" y="143"/>
                      </a:lnTo>
                      <a:lnTo>
                        <a:pt x="71" y="154"/>
                      </a:lnTo>
                      <a:lnTo>
                        <a:pt x="77" y="160"/>
                      </a:lnTo>
                      <a:lnTo>
                        <a:pt x="77" y="172"/>
                      </a:lnTo>
                      <a:lnTo>
                        <a:pt x="89" y="184"/>
                      </a:lnTo>
                      <a:lnTo>
                        <a:pt x="89" y="196"/>
                      </a:lnTo>
                      <a:lnTo>
                        <a:pt x="101" y="208"/>
                      </a:lnTo>
                      <a:lnTo>
                        <a:pt x="101" y="220"/>
                      </a:lnTo>
                      <a:lnTo>
                        <a:pt x="107" y="226"/>
                      </a:lnTo>
                      <a:lnTo>
                        <a:pt x="107" y="238"/>
                      </a:lnTo>
                      <a:lnTo>
                        <a:pt x="119" y="249"/>
                      </a:lnTo>
                      <a:lnTo>
                        <a:pt x="119" y="261"/>
                      </a:lnTo>
                      <a:lnTo>
                        <a:pt x="125" y="267"/>
                      </a:lnTo>
                      <a:lnTo>
                        <a:pt x="125" y="279"/>
                      </a:lnTo>
                      <a:lnTo>
                        <a:pt x="131" y="285"/>
                      </a:lnTo>
                      <a:lnTo>
                        <a:pt x="131" y="291"/>
                      </a:lnTo>
                      <a:lnTo>
                        <a:pt x="137" y="297"/>
                      </a:lnTo>
                      <a:lnTo>
                        <a:pt x="137" y="309"/>
                      </a:lnTo>
                      <a:lnTo>
                        <a:pt x="149" y="321"/>
                      </a:lnTo>
                      <a:lnTo>
                        <a:pt x="149" y="339"/>
                      </a:lnTo>
                      <a:lnTo>
                        <a:pt x="160" y="350"/>
                      </a:lnTo>
                      <a:lnTo>
                        <a:pt x="160" y="368"/>
                      </a:lnTo>
                      <a:lnTo>
                        <a:pt x="172" y="380"/>
                      </a:lnTo>
                      <a:lnTo>
                        <a:pt x="172" y="398"/>
                      </a:lnTo>
                      <a:lnTo>
                        <a:pt x="178" y="404"/>
                      </a:lnTo>
                      <a:lnTo>
                        <a:pt x="178" y="416"/>
                      </a:lnTo>
                      <a:lnTo>
                        <a:pt x="190" y="428"/>
                      </a:lnTo>
                      <a:lnTo>
                        <a:pt x="190" y="446"/>
                      </a:lnTo>
                      <a:lnTo>
                        <a:pt x="196" y="451"/>
                      </a:lnTo>
                      <a:lnTo>
                        <a:pt x="196" y="463"/>
                      </a:lnTo>
                      <a:lnTo>
                        <a:pt x="202" y="469"/>
                      </a:lnTo>
                      <a:lnTo>
                        <a:pt x="202" y="475"/>
                      </a:lnTo>
                      <a:lnTo>
                        <a:pt x="208" y="481"/>
                      </a:lnTo>
                      <a:lnTo>
                        <a:pt x="208" y="493"/>
                      </a:lnTo>
                      <a:lnTo>
                        <a:pt x="214" y="499"/>
                      </a:lnTo>
                      <a:lnTo>
                        <a:pt x="214" y="511"/>
                      </a:lnTo>
                      <a:lnTo>
                        <a:pt x="220" y="517"/>
                      </a:lnTo>
                      <a:lnTo>
                        <a:pt x="220" y="529"/>
                      </a:lnTo>
                      <a:lnTo>
                        <a:pt x="226" y="535"/>
                      </a:lnTo>
                      <a:lnTo>
                        <a:pt x="226" y="546"/>
                      </a:lnTo>
                      <a:lnTo>
                        <a:pt x="232" y="552"/>
                      </a:lnTo>
                      <a:lnTo>
                        <a:pt x="232" y="564"/>
                      </a:lnTo>
                      <a:lnTo>
                        <a:pt x="238" y="570"/>
                      </a:lnTo>
                      <a:lnTo>
                        <a:pt x="238" y="582"/>
                      </a:lnTo>
                      <a:lnTo>
                        <a:pt x="244" y="588"/>
                      </a:lnTo>
                      <a:lnTo>
                        <a:pt x="244" y="600"/>
                      </a:lnTo>
                      <a:lnTo>
                        <a:pt x="250" y="606"/>
                      </a:lnTo>
                      <a:lnTo>
                        <a:pt x="250" y="618"/>
                      </a:lnTo>
                      <a:lnTo>
                        <a:pt x="255" y="624"/>
                      </a:lnTo>
                      <a:lnTo>
                        <a:pt x="255" y="636"/>
                      </a:lnTo>
                      <a:lnTo>
                        <a:pt x="261" y="642"/>
                      </a:lnTo>
                      <a:lnTo>
                        <a:pt x="261" y="653"/>
                      </a:lnTo>
                      <a:lnTo>
                        <a:pt x="267" y="659"/>
                      </a:lnTo>
                      <a:lnTo>
                        <a:pt x="267" y="671"/>
                      </a:lnTo>
                      <a:lnTo>
                        <a:pt x="273" y="671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7149" name="Rectangle 113">
                <a:extLst>
                  <a:ext uri="{FF2B5EF4-FFF2-40B4-BE49-F238E27FC236}">
                    <a16:creationId xmlns:a16="http://schemas.microsoft.com/office/drawing/2014/main" id="{E88B7EF8-2DDB-9D2F-46BF-2B701AA43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3454"/>
                <a:ext cx="2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50" name="Rectangle 114">
                <a:extLst>
                  <a:ext uri="{FF2B5EF4-FFF2-40B4-BE49-F238E27FC236}">
                    <a16:creationId xmlns:a16="http://schemas.microsoft.com/office/drawing/2014/main" id="{216C0D81-1BC0-5C6A-071A-C36A915A9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454"/>
                <a:ext cx="90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51" name="Rectangle 115">
                <a:extLst>
                  <a:ext uri="{FF2B5EF4-FFF2-40B4-BE49-F238E27FC236}">
                    <a16:creationId xmlns:a16="http://schemas.microsoft.com/office/drawing/2014/main" id="{5A250B2E-00EB-0007-FFCF-CC85490EF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0" y="3454"/>
                <a:ext cx="181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6980" name="Rectangle 116">
              <a:extLst>
                <a:ext uri="{FF2B5EF4-FFF2-40B4-BE49-F238E27FC236}">
                  <a16:creationId xmlns:a16="http://schemas.microsoft.com/office/drawing/2014/main" id="{17661BC0-9C48-7818-4579-D4147AB88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" y="3791"/>
              <a:ext cx="86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rad/s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400" i="1" baseline="-18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6981" name="Rectangle 117">
              <a:extLst>
                <a:ext uri="{FF2B5EF4-FFF2-40B4-BE49-F238E27FC236}">
                  <a16:creationId xmlns:a16="http://schemas.microsoft.com/office/drawing/2014/main" id="{50EF0C9E-B148-309F-BD16-95BB89969D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94" y="2857"/>
              <a:ext cx="11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grpSp>
          <p:nvGrpSpPr>
            <p:cNvPr id="126982" name="Group 118">
              <a:extLst>
                <a:ext uri="{FF2B5EF4-FFF2-40B4-BE49-F238E27FC236}">
                  <a16:creationId xmlns:a16="http://schemas.microsoft.com/office/drawing/2014/main" id="{5399FE1E-AF21-2C13-A932-6AA0428852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152"/>
              <a:ext cx="3098" cy="1047"/>
              <a:chOff x="2400" y="1248"/>
              <a:chExt cx="3098" cy="1047"/>
            </a:xfrm>
          </p:grpSpPr>
          <p:sp>
            <p:nvSpPr>
              <p:cNvPr id="126983" name="Rectangle 119">
                <a:extLst>
                  <a:ext uri="{FF2B5EF4-FFF2-40B4-BE49-F238E27FC236}">
                    <a16:creationId xmlns:a16="http://schemas.microsoft.com/office/drawing/2014/main" id="{C3678579-310E-4D45-633B-8656CC885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8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6984" name="Freeform 120">
                <a:extLst>
                  <a:ext uri="{FF2B5EF4-FFF2-40B4-BE49-F238E27FC236}">
                    <a16:creationId xmlns:a16="http://schemas.microsoft.com/office/drawing/2014/main" id="{D05025E8-3FAB-57AD-C9B3-394DEA631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2231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5" name="Freeform 121">
                <a:extLst>
                  <a:ext uri="{FF2B5EF4-FFF2-40B4-BE49-F238E27FC236}">
                    <a16:creationId xmlns:a16="http://schemas.microsoft.com/office/drawing/2014/main" id="{336093CB-7E0E-2C53-F044-66CFBB293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934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6" name="Freeform 122">
                <a:extLst>
                  <a:ext uri="{FF2B5EF4-FFF2-40B4-BE49-F238E27FC236}">
                    <a16:creationId xmlns:a16="http://schemas.microsoft.com/office/drawing/2014/main" id="{EA91440A-0858-6B64-552D-736E831EF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637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7" name="Freeform 123">
                <a:extLst>
                  <a:ext uri="{FF2B5EF4-FFF2-40B4-BE49-F238E27FC236}">
                    <a16:creationId xmlns:a16="http://schemas.microsoft.com/office/drawing/2014/main" id="{1117B3F2-7A9E-F4A2-AB17-09A5A565A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8" name="Line 124">
                <a:extLst>
                  <a:ext uri="{FF2B5EF4-FFF2-40B4-BE49-F238E27FC236}">
                    <a16:creationId xmlns:a16="http://schemas.microsoft.com/office/drawing/2014/main" id="{CCFD69B7-3A65-9634-5989-AC8E9F6CC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45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9" name="Line 125">
                <a:extLst>
                  <a:ext uri="{FF2B5EF4-FFF2-40B4-BE49-F238E27FC236}">
                    <a16:creationId xmlns:a16="http://schemas.microsoft.com/office/drawing/2014/main" id="{6894A04D-3B06-7C1A-CC06-B8662E489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0" name="Line 126">
                <a:extLst>
                  <a:ext uri="{FF2B5EF4-FFF2-40B4-BE49-F238E27FC236}">
                    <a16:creationId xmlns:a16="http://schemas.microsoft.com/office/drawing/2014/main" id="{F8272635-DE50-C934-DF97-9437319C6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1" name="Line 127">
                <a:extLst>
                  <a:ext uri="{FF2B5EF4-FFF2-40B4-BE49-F238E27FC236}">
                    <a16:creationId xmlns:a16="http://schemas.microsoft.com/office/drawing/2014/main" id="{B58682E8-C2DD-8A82-3CC8-7C6BA1BA7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2" name="Freeform 128">
                <a:extLst>
                  <a:ext uri="{FF2B5EF4-FFF2-40B4-BE49-F238E27FC236}">
                    <a16:creationId xmlns:a16="http://schemas.microsoft.com/office/drawing/2014/main" id="{821429F9-7E01-8321-A584-F11F7FF2B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3" name="Line 129">
                <a:extLst>
                  <a:ext uri="{FF2B5EF4-FFF2-40B4-BE49-F238E27FC236}">
                    <a16:creationId xmlns:a16="http://schemas.microsoft.com/office/drawing/2014/main" id="{098D715C-B70B-A0F0-54B6-A69DAA271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4" name="Freeform 130">
                <a:extLst>
                  <a:ext uri="{FF2B5EF4-FFF2-40B4-BE49-F238E27FC236}">
                    <a16:creationId xmlns:a16="http://schemas.microsoft.com/office/drawing/2014/main" id="{2C5D700D-AF18-B3A3-C2CE-F08F61810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5" name="Line 131">
                <a:extLst>
                  <a:ext uri="{FF2B5EF4-FFF2-40B4-BE49-F238E27FC236}">
                    <a16:creationId xmlns:a16="http://schemas.microsoft.com/office/drawing/2014/main" id="{5B532D79-B249-242F-20E8-1F862B65A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1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6" name="Freeform 132">
                <a:extLst>
                  <a:ext uri="{FF2B5EF4-FFF2-40B4-BE49-F238E27FC236}">
                    <a16:creationId xmlns:a16="http://schemas.microsoft.com/office/drawing/2014/main" id="{A8487043-80F6-23A8-F5C7-90B08B51F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1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7" name="Line 133">
                <a:extLst>
                  <a:ext uri="{FF2B5EF4-FFF2-40B4-BE49-F238E27FC236}">
                    <a16:creationId xmlns:a16="http://schemas.microsoft.com/office/drawing/2014/main" id="{8B16FCDD-6280-F865-5787-FF304CEA2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8" name="Freeform 134">
                <a:extLst>
                  <a:ext uri="{FF2B5EF4-FFF2-40B4-BE49-F238E27FC236}">
                    <a16:creationId xmlns:a16="http://schemas.microsoft.com/office/drawing/2014/main" id="{DA469FA6-E3B3-C085-EB40-90569952E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9" name="Line 135">
                <a:extLst>
                  <a:ext uri="{FF2B5EF4-FFF2-40B4-BE49-F238E27FC236}">
                    <a16:creationId xmlns:a16="http://schemas.microsoft.com/office/drawing/2014/main" id="{115EDEF4-5353-E70C-16B6-4C1481AED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0" name="Freeform 136">
                <a:extLst>
                  <a:ext uri="{FF2B5EF4-FFF2-40B4-BE49-F238E27FC236}">
                    <a16:creationId xmlns:a16="http://schemas.microsoft.com/office/drawing/2014/main" id="{DC85C248-BAC1-647E-3540-70A495E09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1" name="Line 137">
                <a:extLst>
                  <a:ext uri="{FF2B5EF4-FFF2-40B4-BE49-F238E27FC236}">
                    <a16:creationId xmlns:a16="http://schemas.microsoft.com/office/drawing/2014/main" id="{E509A5F8-F5F4-FE1B-6A46-B2DE6472E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2" name="Freeform 138">
                <a:extLst>
                  <a:ext uri="{FF2B5EF4-FFF2-40B4-BE49-F238E27FC236}">
                    <a16:creationId xmlns:a16="http://schemas.microsoft.com/office/drawing/2014/main" id="{8D173771-F800-4149-291E-D15A5A3D3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3" name="Line 139">
                <a:extLst>
                  <a:ext uri="{FF2B5EF4-FFF2-40B4-BE49-F238E27FC236}">
                    <a16:creationId xmlns:a16="http://schemas.microsoft.com/office/drawing/2014/main" id="{FF3D09C7-7A2B-212E-8BC8-62BBF0E07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9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4" name="Freeform 140">
                <a:extLst>
                  <a:ext uri="{FF2B5EF4-FFF2-40B4-BE49-F238E27FC236}">
                    <a16:creationId xmlns:a16="http://schemas.microsoft.com/office/drawing/2014/main" id="{DB97DE61-E71A-E864-4762-EC5DD54A8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5" name="Line 141">
                <a:extLst>
                  <a:ext uri="{FF2B5EF4-FFF2-40B4-BE49-F238E27FC236}">
                    <a16:creationId xmlns:a16="http://schemas.microsoft.com/office/drawing/2014/main" id="{313E1150-3003-A04F-8398-7EF65FD85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6" name="Freeform 142">
                <a:extLst>
                  <a:ext uri="{FF2B5EF4-FFF2-40B4-BE49-F238E27FC236}">
                    <a16:creationId xmlns:a16="http://schemas.microsoft.com/office/drawing/2014/main" id="{DBD33BD9-4040-CC76-49EA-9A3A95989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7" name="Line 143">
                <a:extLst>
                  <a:ext uri="{FF2B5EF4-FFF2-40B4-BE49-F238E27FC236}">
                    <a16:creationId xmlns:a16="http://schemas.microsoft.com/office/drawing/2014/main" id="{E0742496-7A84-783D-5F60-D32D5640C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8" name="Freeform 144">
                <a:extLst>
                  <a:ext uri="{FF2B5EF4-FFF2-40B4-BE49-F238E27FC236}">
                    <a16:creationId xmlns:a16="http://schemas.microsoft.com/office/drawing/2014/main" id="{6DBBA397-51CE-B049-5A0F-E0C5453C1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1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9" name="Line 145">
                <a:extLst>
                  <a:ext uri="{FF2B5EF4-FFF2-40B4-BE49-F238E27FC236}">
                    <a16:creationId xmlns:a16="http://schemas.microsoft.com/office/drawing/2014/main" id="{F399C844-5B79-D4E8-190D-A9FACD0F5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0" name="Line 146">
                <a:extLst>
                  <a:ext uri="{FF2B5EF4-FFF2-40B4-BE49-F238E27FC236}">
                    <a16:creationId xmlns:a16="http://schemas.microsoft.com/office/drawing/2014/main" id="{FAE515DA-AA04-BF53-2410-22A27292E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1" name="Freeform 147">
                <a:extLst>
                  <a:ext uri="{FF2B5EF4-FFF2-40B4-BE49-F238E27FC236}">
                    <a16:creationId xmlns:a16="http://schemas.microsoft.com/office/drawing/2014/main" id="{EC90211D-8DF1-AC1D-AD18-0766D147A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2" name="Line 148">
                <a:extLst>
                  <a:ext uri="{FF2B5EF4-FFF2-40B4-BE49-F238E27FC236}">
                    <a16:creationId xmlns:a16="http://schemas.microsoft.com/office/drawing/2014/main" id="{F995FFE5-AC19-0E81-6A98-956BFAC51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3" name="Freeform 149">
                <a:extLst>
                  <a:ext uri="{FF2B5EF4-FFF2-40B4-BE49-F238E27FC236}">
                    <a16:creationId xmlns:a16="http://schemas.microsoft.com/office/drawing/2014/main" id="{C5A63A11-F183-E2B8-43A5-14B4E6452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4" name="Line 150">
                <a:extLst>
                  <a:ext uri="{FF2B5EF4-FFF2-40B4-BE49-F238E27FC236}">
                    <a16:creationId xmlns:a16="http://schemas.microsoft.com/office/drawing/2014/main" id="{0085CD32-228C-AFA2-D3B3-B2D674310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5" name="Freeform 151">
                <a:extLst>
                  <a:ext uri="{FF2B5EF4-FFF2-40B4-BE49-F238E27FC236}">
                    <a16:creationId xmlns:a16="http://schemas.microsoft.com/office/drawing/2014/main" id="{A3FA3D87-BA3A-F011-F312-2967C57A3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7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6" name="Line 152">
                <a:extLst>
                  <a:ext uri="{FF2B5EF4-FFF2-40B4-BE49-F238E27FC236}">
                    <a16:creationId xmlns:a16="http://schemas.microsoft.com/office/drawing/2014/main" id="{FCEF8561-C136-5696-CB42-139284608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7" name="Freeform 153">
                <a:extLst>
                  <a:ext uri="{FF2B5EF4-FFF2-40B4-BE49-F238E27FC236}">
                    <a16:creationId xmlns:a16="http://schemas.microsoft.com/office/drawing/2014/main" id="{FB4F229A-9CC3-E046-6F8A-85EFFA963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8" name="Line 154">
                <a:extLst>
                  <a:ext uri="{FF2B5EF4-FFF2-40B4-BE49-F238E27FC236}">
                    <a16:creationId xmlns:a16="http://schemas.microsoft.com/office/drawing/2014/main" id="{3E6FC332-321A-FF29-FC5D-C15B73DE6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9" name="Freeform 155">
                <a:extLst>
                  <a:ext uri="{FF2B5EF4-FFF2-40B4-BE49-F238E27FC236}">
                    <a16:creationId xmlns:a16="http://schemas.microsoft.com/office/drawing/2014/main" id="{26E92BBF-4273-C147-B447-890B0A3E7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0" name="Line 156">
                <a:extLst>
                  <a:ext uri="{FF2B5EF4-FFF2-40B4-BE49-F238E27FC236}">
                    <a16:creationId xmlns:a16="http://schemas.microsoft.com/office/drawing/2014/main" id="{16E29A1A-1030-078B-1535-8524E80A4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4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1" name="Freeform 157">
                <a:extLst>
                  <a:ext uri="{FF2B5EF4-FFF2-40B4-BE49-F238E27FC236}">
                    <a16:creationId xmlns:a16="http://schemas.microsoft.com/office/drawing/2014/main" id="{BC265B8D-8A1F-31A2-E863-C89EEAAFF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4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2" name="Line 158">
                <a:extLst>
                  <a:ext uri="{FF2B5EF4-FFF2-40B4-BE49-F238E27FC236}">
                    <a16:creationId xmlns:a16="http://schemas.microsoft.com/office/drawing/2014/main" id="{A8482E70-33E2-039E-4896-9D857697F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3" name="Freeform 159">
                <a:extLst>
                  <a:ext uri="{FF2B5EF4-FFF2-40B4-BE49-F238E27FC236}">
                    <a16:creationId xmlns:a16="http://schemas.microsoft.com/office/drawing/2014/main" id="{5715EED3-4FDD-C6D6-210E-BDA90BC6E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5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4" name="Line 160">
                <a:extLst>
                  <a:ext uri="{FF2B5EF4-FFF2-40B4-BE49-F238E27FC236}">
                    <a16:creationId xmlns:a16="http://schemas.microsoft.com/office/drawing/2014/main" id="{872D9CFE-65D7-5D2B-8195-2B1F1B821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9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5" name="Freeform 161">
                <a:extLst>
                  <a:ext uri="{FF2B5EF4-FFF2-40B4-BE49-F238E27FC236}">
                    <a16:creationId xmlns:a16="http://schemas.microsoft.com/office/drawing/2014/main" id="{B759EE39-42BC-722B-F88B-1A1D35D56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9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6" name="Line 162">
                <a:extLst>
                  <a:ext uri="{FF2B5EF4-FFF2-40B4-BE49-F238E27FC236}">
                    <a16:creationId xmlns:a16="http://schemas.microsoft.com/office/drawing/2014/main" id="{EC34EAAC-E8FA-049A-62AE-72EC60B4F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7" name="Line 163">
                <a:extLst>
                  <a:ext uri="{FF2B5EF4-FFF2-40B4-BE49-F238E27FC236}">
                    <a16:creationId xmlns:a16="http://schemas.microsoft.com/office/drawing/2014/main" id="{DBEC980D-681B-B5A7-9693-EF2D0F1F0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7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8" name="Line 164">
                <a:extLst>
                  <a:ext uri="{FF2B5EF4-FFF2-40B4-BE49-F238E27FC236}">
                    <a16:creationId xmlns:a16="http://schemas.microsoft.com/office/drawing/2014/main" id="{79CD3D38-90ED-EACB-DAC8-F57C9E708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223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9" name="Line 165">
                <a:extLst>
                  <a:ext uri="{FF2B5EF4-FFF2-40B4-BE49-F238E27FC236}">
                    <a16:creationId xmlns:a16="http://schemas.microsoft.com/office/drawing/2014/main" id="{B4C70A8B-020B-7245-9D9F-8FE88E170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2231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0" name="Line 166">
                <a:extLst>
                  <a:ext uri="{FF2B5EF4-FFF2-40B4-BE49-F238E27FC236}">
                    <a16:creationId xmlns:a16="http://schemas.microsoft.com/office/drawing/2014/main" id="{00FFE015-CF8C-C3AF-B00E-E8D400768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934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1" name="Line 167">
                <a:extLst>
                  <a:ext uri="{FF2B5EF4-FFF2-40B4-BE49-F238E27FC236}">
                    <a16:creationId xmlns:a16="http://schemas.microsoft.com/office/drawing/2014/main" id="{FDB6774D-D1DE-B918-EAA7-E7F1748F5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934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2" name="Line 168">
                <a:extLst>
                  <a:ext uri="{FF2B5EF4-FFF2-40B4-BE49-F238E27FC236}">
                    <a16:creationId xmlns:a16="http://schemas.microsoft.com/office/drawing/2014/main" id="{F92C2EEB-A2AA-86E6-5E93-BCFF4363D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637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3" name="Line 169">
                <a:extLst>
                  <a:ext uri="{FF2B5EF4-FFF2-40B4-BE49-F238E27FC236}">
                    <a16:creationId xmlns:a16="http://schemas.microsoft.com/office/drawing/2014/main" id="{00F6C96A-68D4-12DD-2B42-FB25C2DEE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637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4" name="Line 170">
                <a:extLst>
                  <a:ext uri="{FF2B5EF4-FFF2-40B4-BE49-F238E27FC236}">
                    <a16:creationId xmlns:a16="http://schemas.microsoft.com/office/drawing/2014/main" id="{4E489671-6E96-C401-D2C4-7ADA25CE6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5" name="Line 171">
                <a:extLst>
                  <a:ext uri="{FF2B5EF4-FFF2-40B4-BE49-F238E27FC236}">
                    <a16:creationId xmlns:a16="http://schemas.microsoft.com/office/drawing/2014/main" id="{ED945A31-5912-34FE-F31F-62FAE0AEB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346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6" name="Rectangle 172">
                <a:extLst>
                  <a:ext uri="{FF2B5EF4-FFF2-40B4-BE49-F238E27FC236}">
                    <a16:creationId xmlns:a16="http://schemas.microsoft.com/office/drawing/2014/main" id="{7967B5AB-713C-0241-DD95-187E9FDDC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1248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37" name="Line 173">
                <a:extLst>
                  <a:ext uri="{FF2B5EF4-FFF2-40B4-BE49-F238E27FC236}">
                    <a16:creationId xmlns:a16="http://schemas.microsoft.com/office/drawing/2014/main" id="{37E83BE0-98D7-AFCA-17B5-F71106D18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452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8" name="Freeform 174">
                <a:extLst>
                  <a:ext uri="{FF2B5EF4-FFF2-40B4-BE49-F238E27FC236}">
                    <a16:creationId xmlns:a16="http://schemas.microsoft.com/office/drawing/2014/main" id="{4823E0F2-2249-7C3A-FE1A-DBEFBA85A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889"/>
              </a:xfrm>
              <a:custGeom>
                <a:avLst/>
                <a:gdLst>
                  <a:gd name="T0" fmla="*/ 0 w 420"/>
                  <a:gd name="T1" fmla="*/ 7858 h 299"/>
                  <a:gd name="T2" fmla="*/ 83572 w 420"/>
                  <a:gd name="T3" fmla="*/ 7858 h 299"/>
                  <a:gd name="T4" fmla="*/ 83572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9" name="Line 175">
                <a:extLst>
                  <a:ext uri="{FF2B5EF4-FFF2-40B4-BE49-F238E27FC236}">
                    <a16:creationId xmlns:a16="http://schemas.microsoft.com/office/drawing/2014/main" id="{9EC0B5A3-C575-0265-052B-C7C8FBDD0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5" y="1346"/>
                <a:ext cx="1" cy="88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0" name="Rectangle 176">
                <a:extLst>
                  <a:ext uri="{FF2B5EF4-FFF2-40B4-BE49-F238E27FC236}">
                    <a16:creationId xmlns:a16="http://schemas.microsoft.com/office/drawing/2014/main" id="{B70267DC-E0EA-6F07-CAD7-4E05962CC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037" y="1629"/>
                <a:ext cx="100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L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 / (dB)</a:t>
                </a:r>
              </a:p>
            </p:txBody>
          </p:sp>
          <p:sp>
            <p:nvSpPr>
              <p:cNvPr id="127041" name="Rectangle 177">
                <a:extLst>
                  <a:ext uri="{FF2B5EF4-FFF2-40B4-BE49-F238E27FC236}">
                    <a16:creationId xmlns:a16="http://schemas.microsoft.com/office/drawing/2014/main" id="{736BF0A5-CE84-673B-A83B-71869B308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536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42" name="Rectangle 178">
                <a:extLst>
                  <a:ext uri="{FF2B5EF4-FFF2-40B4-BE49-F238E27FC236}">
                    <a16:creationId xmlns:a16="http://schemas.microsoft.com/office/drawing/2014/main" id="{458BB96B-9E04-D76F-819A-C804E0FD8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8" y="2103"/>
                <a:ext cx="23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43" name="Rectangle 179">
                <a:extLst>
                  <a:ext uri="{FF2B5EF4-FFF2-40B4-BE49-F238E27FC236}">
                    <a16:creationId xmlns:a16="http://schemas.microsoft.com/office/drawing/2014/main" id="{C3D1369F-AA7C-7310-91B7-F15E3E92A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4" y="1845"/>
                <a:ext cx="23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40966" name="Rectangle 9"/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40967" name="Rectangle 11"/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40968" name="Rectangle 9"/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1116013" y="981075"/>
            <a:ext cx="495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系统开环</a:t>
            </a:r>
            <a:r>
              <a:rPr lang="en-US" altLang="zh-CN" sz="2800" b="1">
                <a:latin typeface="Times New Roman" panose="02020603050405020304" pitchFamily="18" charset="0"/>
              </a:rPr>
              <a:t>Nyquist</a:t>
            </a:r>
            <a:r>
              <a:rPr lang="zh-CN" altLang="en-US" sz="2800" b="1">
                <a:latin typeface="Times New Roman" panose="02020603050405020304" pitchFamily="18" charset="0"/>
              </a:rPr>
              <a:t>图的绘制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1290638" y="1673225"/>
            <a:ext cx="588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基本步骤</a:t>
            </a:r>
          </a:p>
        </p:txBody>
      </p:sp>
      <p:sp>
        <p:nvSpPr>
          <p:cNvPr id="155653" name="Rectangle 5"/>
          <p:cNvSpPr>
            <a:spLocks noChangeArrowheads="1"/>
          </p:cNvSpPr>
          <p:nvPr/>
        </p:nvSpPr>
        <p:spPr bwMode="auto">
          <a:xfrm>
            <a:off x="1306513" y="2206625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将开环传递函数表示成若干典型环节的串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联形式：</a:t>
            </a:r>
          </a:p>
        </p:txBody>
      </p:sp>
      <p:graphicFrame>
        <p:nvGraphicFramePr>
          <p:cNvPr id="155654" name="Object 6"/>
          <p:cNvGraphicFramePr>
            <a:graphicFrameLocks noChangeAspect="1"/>
          </p:cNvGraphicFramePr>
          <p:nvPr/>
        </p:nvGraphicFramePr>
        <p:xfrm>
          <a:off x="1839913" y="3349625"/>
          <a:ext cx="3733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89100" imgH="228600" progId="Equation.3">
                  <p:embed/>
                </p:oleObj>
              </mc:Choice>
              <mc:Fallback>
                <p:oleObj r:id="rId3" imgW="1689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3349625"/>
                        <a:ext cx="3733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/>
        </p:nvGraphicFramePr>
        <p:xfrm>
          <a:off x="1763713" y="4508500"/>
          <a:ext cx="698976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162300" imgH="508000" progId="Equation.3">
                  <p:embed/>
                </p:oleObj>
              </mc:Choice>
              <mc:Fallback>
                <p:oleObj r:id="rId5" imgW="3162300" imgH="508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08500"/>
                        <a:ext cx="6989762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1306513" y="3910013"/>
            <a:ext cx="71183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求系统的频率特性：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/>
        </p:nvGraphicFramePr>
        <p:xfrm>
          <a:off x="2722563" y="5681663"/>
          <a:ext cx="6203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806700" imgH="254000" progId="Equation.3">
                  <p:embed/>
                </p:oleObj>
              </mc:Choice>
              <mc:Fallback>
                <p:oleObj r:id="rId7" imgW="28067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5681663"/>
                        <a:ext cx="62039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195513" y="1052513"/>
            <a:ext cx="769937" cy="36830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/>
      <p:bldP spid="155653" grpId="0"/>
      <p:bldP spid="155656" grpId="0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3"/>
          <p:cNvGrpSpPr>
            <a:grpSpLocks/>
          </p:cNvGrpSpPr>
          <p:nvPr/>
        </p:nvGrpSpPr>
        <p:grpSpPr bwMode="auto">
          <a:xfrm>
            <a:off x="1371600" y="1789113"/>
            <a:ext cx="5334000" cy="1471612"/>
            <a:chOff x="864" y="1127"/>
            <a:chExt cx="3360" cy="927"/>
          </a:xfrm>
        </p:grpSpPr>
        <p:graphicFrame>
          <p:nvGraphicFramePr>
            <p:cNvPr id="45061" name="Object 4"/>
            <p:cNvGraphicFramePr>
              <a:graphicFrameLocks noChangeAspect="1"/>
            </p:cNvGraphicFramePr>
            <p:nvPr/>
          </p:nvGraphicFramePr>
          <p:xfrm>
            <a:off x="1253" y="1415"/>
            <a:ext cx="2971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33600" imgH="457200" progId="Equation.3">
                    <p:embed/>
                  </p:oleObj>
                </mc:Choice>
                <mc:Fallback>
                  <p:oleObj r:id="rId3" imgW="21336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" y="1415"/>
                          <a:ext cx="2971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Rectangle 5"/>
            <p:cNvSpPr>
              <a:spLocks noChangeArrowheads="1"/>
            </p:cNvSpPr>
            <p:nvPr/>
          </p:nvSpPr>
          <p:spPr bwMode="auto">
            <a:xfrm>
              <a:off x="864" y="1127"/>
              <a:ext cx="56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1371600" y="3416300"/>
            <a:ext cx="711835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求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57703" name="Rectangle 7"/>
          <p:cNvSpPr>
            <a:spLocks noChangeArrowheads="1"/>
          </p:cNvSpPr>
          <p:nvPr/>
        </p:nvSpPr>
        <p:spPr bwMode="auto">
          <a:xfrm>
            <a:off x="1371600" y="4151313"/>
            <a:ext cx="73914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补充必要的特征点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如与坐标轴的交点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，根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据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的变化趋势，画出</a:t>
            </a:r>
            <a:r>
              <a:rPr lang="en-US" altLang="zh-CN" sz="2800">
                <a:latin typeface="Times New Roman" panose="02020603050405020304" pitchFamily="18" charset="0"/>
              </a:rPr>
              <a:t>Nyquist </a:t>
            </a:r>
            <a:r>
              <a:rPr lang="zh-CN" altLang="en-US" sz="2800">
                <a:latin typeface="Times New Roman" panose="02020603050405020304" pitchFamily="18" charset="0"/>
              </a:rPr>
              <a:t>图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 的大致形状。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/>
      <p:bldP spid="15770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1371600" y="4275138"/>
            <a:ext cx="71183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47107" name="Group 4"/>
          <p:cNvGrpSpPr>
            <a:grpSpLocks/>
          </p:cNvGrpSpPr>
          <p:nvPr/>
        </p:nvGrpSpPr>
        <p:grpSpPr bwMode="auto">
          <a:xfrm>
            <a:off x="1371600" y="1905000"/>
            <a:ext cx="7380288" cy="2209800"/>
            <a:chOff x="864" y="1200"/>
            <a:chExt cx="4649" cy="1392"/>
          </a:xfrm>
        </p:grpSpPr>
        <p:sp>
          <p:nvSpPr>
            <p:cNvPr id="47111" name="Rectangle 5"/>
            <p:cNvSpPr>
              <a:spLocks noChangeArrowheads="1"/>
            </p:cNvSpPr>
            <p:nvPr/>
          </p:nvSpPr>
          <p:spPr bwMode="auto">
            <a:xfrm>
              <a:off x="864" y="1200"/>
              <a:ext cx="44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例：已知系统的开环传递函数如下：</a:t>
              </a:r>
            </a:p>
          </p:txBody>
        </p:sp>
        <p:graphicFrame>
          <p:nvGraphicFramePr>
            <p:cNvPr id="47112" name="Object 6"/>
            <p:cNvGraphicFramePr>
              <a:graphicFrameLocks noChangeAspect="1"/>
            </p:cNvGraphicFramePr>
            <p:nvPr/>
          </p:nvGraphicFramePr>
          <p:xfrm>
            <a:off x="1533" y="1584"/>
            <a:ext cx="2681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981200" imgH="419100" progId="Equation.3">
                    <p:embed/>
                  </p:oleObj>
                </mc:Choice>
                <mc:Fallback>
                  <p:oleObj r:id="rId3" imgW="1981200" imgH="419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3" y="1584"/>
                          <a:ext cx="2681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3" name="Rectangle 7"/>
            <p:cNvSpPr>
              <a:spLocks noChangeArrowheads="1"/>
            </p:cNvSpPr>
            <p:nvPr/>
          </p:nvSpPr>
          <p:spPr bwMode="auto">
            <a:xfrm>
              <a:off x="1104" y="2225"/>
              <a:ext cx="440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绘制系统开环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图并求与实轴的交点。</a:t>
              </a:r>
            </a:p>
          </p:txBody>
        </p:sp>
      </p:grpSp>
      <p:graphicFrame>
        <p:nvGraphicFramePr>
          <p:cNvPr id="163848" name="Object 8"/>
          <p:cNvGraphicFramePr>
            <a:graphicFrameLocks noChangeAspect="1"/>
          </p:cNvGraphicFramePr>
          <p:nvPr/>
        </p:nvGraphicFramePr>
        <p:xfrm>
          <a:off x="2209800" y="4191000"/>
          <a:ext cx="5537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8100" imgH="419100" progId="Equation.3">
                  <p:embed/>
                </p:oleObj>
              </mc:Choice>
              <mc:Fallback>
                <p:oleObj r:id="rId5" imgW="25781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91000"/>
                        <a:ext cx="55372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/>
          <p:cNvGraphicFramePr>
            <a:graphicFrameLocks noChangeAspect="1"/>
          </p:cNvGraphicFramePr>
          <p:nvPr/>
        </p:nvGraphicFramePr>
        <p:xfrm>
          <a:off x="2133600" y="5257800"/>
          <a:ext cx="480218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35200" imgH="469900" progId="Equation.3">
                  <p:embed/>
                </p:oleObj>
              </mc:Choice>
              <mc:Fallback>
                <p:oleObj r:id="rId7" imgW="22352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257800"/>
                        <a:ext cx="4802188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3"/>
          <p:cNvSpPr>
            <a:spLocks noChangeArrowheads="1"/>
          </p:cNvSpPr>
          <p:nvPr/>
        </p:nvSpPr>
        <p:spPr bwMode="auto">
          <a:xfrm>
            <a:off x="827088" y="981075"/>
            <a:ext cx="588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3"/>
          <p:cNvGraphicFramePr>
            <a:graphicFrameLocks noChangeAspect="1"/>
          </p:cNvGraphicFramePr>
          <p:nvPr/>
        </p:nvGraphicFramePr>
        <p:xfrm>
          <a:off x="1601788" y="1981200"/>
          <a:ext cx="49942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24100" imgH="203200" progId="Equation.3">
                  <p:embed/>
                </p:oleObj>
              </mc:Choice>
              <mc:Fallback>
                <p:oleObj r:id="rId3" imgW="23241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1981200"/>
                        <a:ext cx="49942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1524000" y="2438400"/>
            <a:ext cx="2989263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：  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1535113" y="2971800"/>
            <a:ext cx="297656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4681538" y="2438400"/>
            <a:ext cx="2236787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＝－</a:t>
            </a:r>
            <a:r>
              <a:rPr lang="en-US" altLang="zh-CN" sz="2800">
                <a:latin typeface="Times New Roman" panose="02020603050405020304" pitchFamily="18" charset="0"/>
              </a:rPr>
              <a:t>90°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895" name="Rectangle 7"/>
          <p:cNvSpPr>
            <a:spLocks noChangeArrowheads="1"/>
          </p:cNvSpPr>
          <p:nvPr/>
        </p:nvSpPr>
        <p:spPr bwMode="auto">
          <a:xfrm>
            <a:off x="4648200" y="3021013"/>
            <a:ext cx="2490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＝－</a:t>
            </a:r>
            <a:r>
              <a:rPr lang="en-US" altLang="zh-CN" sz="2800">
                <a:latin typeface="Times New Roman" panose="02020603050405020304" pitchFamily="18" charset="0"/>
              </a:rPr>
              <a:t>270°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1833563" y="4346575"/>
          <a:ext cx="47466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09800" imgH="457200" progId="Equation.3">
                  <p:embed/>
                </p:oleObj>
              </mc:Choice>
              <mc:Fallback>
                <p:oleObj r:id="rId5" imgW="22098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4346575"/>
                        <a:ext cx="47466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1524000" y="3657600"/>
            <a:ext cx="4154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图与实轴相交时：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524000" y="5464175"/>
            <a:ext cx="6330950" cy="631825"/>
            <a:chOff x="960" y="3312"/>
            <a:chExt cx="3988" cy="398"/>
          </a:xfrm>
        </p:grpSpPr>
        <p:sp>
          <p:nvSpPr>
            <p:cNvPr id="49163" name="Rectangle 11"/>
            <p:cNvSpPr>
              <a:spLocks noChangeArrowheads="1"/>
            </p:cNvSpPr>
            <p:nvPr/>
          </p:nvSpPr>
          <p:spPr bwMode="auto">
            <a:xfrm>
              <a:off x="960" y="3312"/>
              <a:ext cx="78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解得：</a:t>
              </a:r>
            </a:p>
          </p:txBody>
        </p:sp>
        <p:graphicFrame>
          <p:nvGraphicFramePr>
            <p:cNvPr id="49164" name="Object 12"/>
            <p:cNvGraphicFramePr>
              <a:graphicFrameLocks noChangeAspect="1"/>
            </p:cNvGraphicFramePr>
            <p:nvPr/>
          </p:nvGraphicFramePr>
          <p:xfrm>
            <a:off x="1776" y="3347"/>
            <a:ext cx="141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040948" imgH="266584" progId="Equation.3">
                    <p:embed/>
                  </p:oleObj>
                </mc:Choice>
                <mc:Fallback>
                  <p:oleObj r:id="rId7" imgW="1040948" imgH="26658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347"/>
                          <a:ext cx="141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5" name="Object 13"/>
            <p:cNvGraphicFramePr>
              <a:graphicFrameLocks noChangeAspect="1"/>
            </p:cNvGraphicFramePr>
            <p:nvPr/>
          </p:nvGraphicFramePr>
          <p:xfrm>
            <a:off x="3578" y="3386"/>
            <a:ext cx="55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06224" imgH="228501" progId="Equation.3">
                    <p:embed/>
                  </p:oleObj>
                </mc:Choice>
                <mc:Fallback>
                  <p:oleObj r:id="rId9" imgW="406224" imgH="22850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" y="3386"/>
                          <a:ext cx="55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6" name="Rectangle 14"/>
            <p:cNvSpPr>
              <a:spLocks noChangeArrowheads="1"/>
            </p:cNvSpPr>
            <p:nvPr/>
          </p:nvSpPr>
          <p:spPr bwMode="auto">
            <a:xfrm>
              <a:off x="3264" y="3328"/>
              <a:ext cx="168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（            舍去）</a:t>
              </a:r>
            </a:p>
          </p:txBody>
        </p:sp>
      </p:grpSp>
      <p:graphicFrame>
        <p:nvGraphicFramePr>
          <p:cNvPr id="49162" name="Object 15"/>
          <p:cNvGraphicFramePr>
            <a:graphicFrameLocks noChangeAspect="1"/>
          </p:cNvGraphicFramePr>
          <p:nvPr/>
        </p:nvGraphicFramePr>
        <p:xfrm>
          <a:off x="1547813" y="692150"/>
          <a:ext cx="4802187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35200" imgH="469900" progId="Equation.3">
                  <p:embed/>
                </p:oleObj>
              </mc:Choice>
              <mc:Fallback>
                <p:oleObj r:id="rId11" imgW="2235200" imgH="469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92150"/>
                        <a:ext cx="4802187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2" grpId="0"/>
      <p:bldP spid="165893" grpId="0"/>
      <p:bldP spid="165894" grpId="0"/>
      <p:bldP spid="165895" grpId="0"/>
      <p:bldP spid="16589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3"/>
          <p:cNvGraphicFramePr>
            <a:graphicFrameLocks noChangeAspect="1"/>
          </p:cNvGraphicFramePr>
          <p:nvPr/>
        </p:nvGraphicFramePr>
        <p:xfrm>
          <a:off x="2298700" y="1628775"/>
          <a:ext cx="40655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92300" imgH="431800" progId="Equation.3">
                  <p:embed/>
                </p:oleObj>
              </mc:Choice>
              <mc:Fallback>
                <p:oleObj r:id="rId3" imgW="18923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1628775"/>
                        <a:ext cx="406558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1524000" y="1498600"/>
            <a:ext cx="89535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又：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47813" y="2636838"/>
            <a:ext cx="4067175" cy="849312"/>
            <a:chOff x="960" y="1529"/>
            <a:chExt cx="2562" cy="535"/>
          </a:xfrm>
        </p:grpSpPr>
        <p:sp>
          <p:nvSpPr>
            <p:cNvPr id="51219" name="Rectangle 6"/>
            <p:cNvSpPr>
              <a:spLocks noChangeArrowheads="1"/>
            </p:cNvSpPr>
            <p:nvPr/>
          </p:nvSpPr>
          <p:spPr bwMode="auto">
            <a:xfrm>
              <a:off x="960" y="1553"/>
              <a:ext cx="78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解得：</a:t>
              </a:r>
            </a:p>
          </p:txBody>
        </p:sp>
        <p:graphicFrame>
          <p:nvGraphicFramePr>
            <p:cNvPr id="51220" name="Object 7"/>
            <p:cNvGraphicFramePr>
              <a:graphicFrameLocks noChangeAspect="1"/>
            </p:cNvGraphicFramePr>
            <p:nvPr/>
          </p:nvGraphicFramePr>
          <p:xfrm>
            <a:off x="1666" y="1529"/>
            <a:ext cx="1856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71600" imgH="393700" progId="Equation.3">
                    <p:embed/>
                  </p:oleObj>
                </mc:Choice>
                <mc:Fallback>
                  <p:oleObj r:id="rId5" imgW="1371600" imgH="393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1529"/>
                          <a:ext cx="1856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209800" y="3276600"/>
            <a:ext cx="4572000" cy="2971800"/>
            <a:chOff x="1392" y="2064"/>
            <a:chExt cx="2880" cy="1872"/>
          </a:xfrm>
        </p:grpSpPr>
        <p:sp>
          <p:nvSpPr>
            <p:cNvPr id="51206" name="Line 9"/>
            <p:cNvSpPr>
              <a:spLocks noChangeShapeType="1"/>
            </p:cNvSpPr>
            <p:nvPr/>
          </p:nvSpPr>
          <p:spPr bwMode="auto">
            <a:xfrm>
              <a:off x="1392" y="2616"/>
              <a:ext cx="27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7" name="Line 10"/>
            <p:cNvSpPr>
              <a:spLocks noChangeShapeType="1"/>
            </p:cNvSpPr>
            <p:nvPr/>
          </p:nvSpPr>
          <p:spPr bwMode="auto">
            <a:xfrm flipV="1">
              <a:off x="3312" y="2160"/>
              <a:ext cx="0" cy="177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8" name="Line 11"/>
            <p:cNvSpPr>
              <a:spLocks noChangeShapeType="1"/>
            </p:cNvSpPr>
            <p:nvPr/>
          </p:nvSpPr>
          <p:spPr bwMode="auto">
            <a:xfrm>
              <a:off x="1488" y="2592"/>
              <a:ext cx="0" cy="12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9" name="Text Box 12"/>
            <p:cNvSpPr txBox="1">
              <a:spLocks noChangeArrowheads="1"/>
            </p:cNvSpPr>
            <p:nvPr/>
          </p:nvSpPr>
          <p:spPr bwMode="auto">
            <a:xfrm>
              <a:off x="1392" y="2330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-7</a:t>
              </a:r>
            </a:p>
          </p:txBody>
        </p:sp>
        <p:sp>
          <p:nvSpPr>
            <p:cNvPr id="51210" name="Text Box 13"/>
            <p:cNvSpPr txBox="1">
              <a:spLocks noChangeArrowheads="1"/>
            </p:cNvSpPr>
            <p:nvPr/>
          </p:nvSpPr>
          <p:spPr bwMode="auto">
            <a:xfrm>
              <a:off x="2400" y="2352"/>
              <a:ext cx="5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-1.43</a:t>
              </a:r>
            </a:p>
          </p:txBody>
        </p:sp>
        <p:sp>
          <p:nvSpPr>
            <p:cNvPr id="51211" name="Rectangle 14"/>
            <p:cNvSpPr>
              <a:spLocks noChangeArrowheads="1"/>
            </p:cNvSpPr>
            <p:nvPr/>
          </p:nvSpPr>
          <p:spPr bwMode="auto">
            <a:xfrm>
              <a:off x="3264" y="2352"/>
              <a:ext cx="5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sz="2400">
                  <a:latin typeface="Times New Roman" panose="02020603050405020304" pitchFamily="18" charset="0"/>
                </a:rPr>
                <a:t>＝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212" name="Rectangle 15"/>
            <p:cNvSpPr>
              <a:spLocks noChangeArrowheads="1"/>
            </p:cNvSpPr>
            <p:nvPr/>
          </p:nvSpPr>
          <p:spPr bwMode="auto">
            <a:xfrm>
              <a:off x="1584" y="3648"/>
              <a:ext cx="5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sz="2400">
                  <a:latin typeface="Times New Roman" panose="02020603050405020304" pitchFamily="18" charset="0"/>
                </a:rPr>
                <a:t>＝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213" name="Line 16"/>
            <p:cNvSpPr>
              <a:spLocks noChangeShapeType="1"/>
            </p:cNvSpPr>
            <p:nvPr/>
          </p:nvSpPr>
          <p:spPr bwMode="auto">
            <a:xfrm flipV="1">
              <a:off x="1968" y="2880"/>
              <a:ext cx="48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4" name="Rectangle 17"/>
            <p:cNvSpPr>
              <a:spLocks noChangeArrowheads="1"/>
            </p:cNvSpPr>
            <p:nvPr/>
          </p:nvSpPr>
          <p:spPr bwMode="auto">
            <a:xfrm>
              <a:off x="2016" y="2880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1215" name="Rectangle 18"/>
            <p:cNvSpPr>
              <a:spLocks noChangeArrowheads="1"/>
            </p:cNvSpPr>
            <p:nvPr/>
          </p:nvSpPr>
          <p:spPr bwMode="auto">
            <a:xfrm>
              <a:off x="3954" y="259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1216" name="Rectangle 19"/>
            <p:cNvSpPr>
              <a:spLocks noChangeArrowheads="1"/>
            </p:cNvSpPr>
            <p:nvPr/>
          </p:nvSpPr>
          <p:spPr bwMode="auto">
            <a:xfrm>
              <a:off x="3312" y="206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1217" name="Text Box 20"/>
            <p:cNvSpPr txBox="1">
              <a:spLocks noChangeArrowheads="1"/>
            </p:cNvSpPr>
            <p:nvPr/>
          </p:nvSpPr>
          <p:spPr bwMode="auto">
            <a:xfrm>
              <a:off x="3110" y="257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218" name="Freeform 21"/>
            <p:cNvSpPr>
              <a:spLocks noChangeArrowheads="1"/>
            </p:cNvSpPr>
            <p:nvPr/>
          </p:nvSpPr>
          <p:spPr bwMode="auto">
            <a:xfrm>
              <a:off x="1824" y="2352"/>
              <a:ext cx="1488" cy="1384"/>
            </a:xfrm>
            <a:custGeom>
              <a:avLst/>
              <a:gdLst>
                <a:gd name="T0" fmla="*/ 0 w 1488"/>
                <a:gd name="T1" fmla="*/ 1384 h 1384"/>
                <a:gd name="T2" fmla="*/ 1104 w 1488"/>
                <a:gd name="T3" fmla="*/ 184 h 1384"/>
                <a:gd name="T4" fmla="*/ 1488 w 1488"/>
                <a:gd name="T5" fmla="*/ 280 h 1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8" h="1384">
                  <a:moveTo>
                    <a:pt x="0" y="1384"/>
                  </a:moveTo>
                  <a:cubicBezTo>
                    <a:pt x="428" y="876"/>
                    <a:pt x="856" y="368"/>
                    <a:pt x="1104" y="184"/>
                  </a:cubicBezTo>
                  <a:cubicBezTo>
                    <a:pt x="1352" y="0"/>
                    <a:pt x="1420" y="140"/>
                    <a:pt x="1488" y="28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1371600" y="4921250"/>
            <a:ext cx="711835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2133600" y="4876800"/>
          <a:ext cx="619283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82900" imgH="431800" progId="Equation.3">
                  <p:embed/>
                </p:oleObj>
              </mc:Choice>
              <mc:Fallback>
                <p:oleObj r:id="rId3" imgW="28829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76800"/>
                        <a:ext cx="619283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2" name="Group 6"/>
          <p:cNvGrpSpPr>
            <a:grpSpLocks/>
          </p:cNvGrpSpPr>
          <p:nvPr/>
        </p:nvGrpSpPr>
        <p:grpSpPr bwMode="auto">
          <a:xfrm>
            <a:off x="1371600" y="2389188"/>
            <a:ext cx="7118350" cy="2335212"/>
            <a:chOff x="864" y="1505"/>
            <a:chExt cx="4484" cy="1471"/>
          </a:xfrm>
        </p:grpSpPr>
        <p:sp>
          <p:nvSpPr>
            <p:cNvPr id="53253" name="Rectangle 7"/>
            <p:cNvSpPr>
              <a:spLocks noChangeArrowheads="1"/>
            </p:cNvSpPr>
            <p:nvPr/>
          </p:nvSpPr>
          <p:spPr bwMode="auto">
            <a:xfrm>
              <a:off x="864" y="1505"/>
              <a:ext cx="44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例：已知系统的开环传递函数如下：</a:t>
              </a:r>
            </a:p>
          </p:txBody>
        </p:sp>
        <p:graphicFrame>
          <p:nvGraphicFramePr>
            <p:cNvPr id="53254" name="Object 8"/>
            <p:cNvGraphicFramePr>
              <a:graphicFrameLocks noChangeAspect="1"/>
            </p:cNvGraphicFramePr>
            <p:nvPr/>
          </p:nvGraphicFramePr>
          <p:xfrm>
            <a:off x="1344" y="1957"/>
            <a:ext cx="3059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260600" imgH="431800" progId="Equation.3">
                    <p:embed/>
                  </p:oleObj>
                </mc:Choice>
                <mc:Fallback>
                  <p:oleObj r:id="rId5" imgW="22606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957"/>
                          <a:ext cx="3059" cy="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5" name="Rectangle 9"/>
            <p:cNvSpPr>
              <a:spLocks noChangeArrowheads="1"/>
            </p:cNvSpPr>
            <p:nvPr/>
          </p:nvSpPr>
          <p:spPr bwMode="auto">
            <a:xfrm>
              <a:off x="1104" y="2609"/>
              <a:ext cx="306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试绘制系统的开环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图。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1763713" y="1600200"/>
          <a:ext cx="53482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89200" imgH="482600" progId="Equation.3">
                  <p:embed/>
                </p:oleObj>
              </mc:Choice>
              <mc:Fallback>
                <p:oleObj r:id="rId3" imgW="2489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600200"/>
                        <a:ext cx="534828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6" name="Object 4"/>
          <p:cNvGraphicFramePr>
            <a:graphicFrameLocks noChangeAspect="1"/>
          </p:cNvGraphicFramePr>
          <p:nvPr/>
        </p:nvGraphicFramePr>
        <p:xfrm>
          <a:off x="1765300" y="2798763"/>
          <a:ext cx="55133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65400" imgH="228600" progId="Equation.3">
                  <p:embed/>
                </p:oleObj>
              </mc:Choice>
              <mc:Fallback>
                <p:oleObj r:id="rId5" imgW="2565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2798763"/>
                        <a:ext cx="551338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1447800" y="3532188"/>
            <a:ext cx="2971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：  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1458913" y="4675188"/>
            <a:ext cx="2976562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3005138" y="4065588"/>
            <a:ext cx="1703387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0°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800" name="Rectangle 8"/>
          <p:cNvSpPr>
            <a:spLocks noChangeArrowheads="1"/>
          </p:cNvSpPr>
          <p:nvPr/>
        </p:nvSpPr>
        <p:spPr bwMode="auto">
          <a:xfrm>
            <a:off x="2979738" y="5272088"/>
            <a:ext cx="2490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＝－</a:t>
            </a:r>
            <a:r>
              <a:rPr lang="en-US" altLang="zh-CN" sz="2800">
                <a:latin typeface="Times New Roman" panose="02020603050405020304" pitchFamily="18" charset="0"/>
              </a:rPr>
              <a:t>270°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029200" y="3429000"/>
            <a:ext cx="3810000" cy="2819400"/>
            <a:chOff x="3168" y="2160"/>
            <a:chExt cx="2400" cy="1776"/>
          </a:xfrm>
        </p:grpSpPr>
        <p:sp>
          <p:nvSpPr>
            <p:cNvPr id="55307" name="Line 10"/>
            <p:cNvSpPr>
              <a:spLocks noChangeShapeType="1"/>
            </p:cNvSpPr>
            <p:nvPr/>
          </p:nvSpPr>
          <p:spPr bwMode="auto">
            <a:xfrm>
              <a:off x="3168" y="2960"/>
              <a:ext cx="229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11"/>
            <p:cNvSpPr>
              <a:spLocks noChangeShapeType="1"/>
            </p:cNvSpPr>
            <p:nvPr/>
          </p:nvSpPr>
          <p:spPr bwMode="auto">
            <a:xfrm flipV="1">
              <a:off x="4256" y="2264"/>
              <a:ext cx="0" cy="16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Text Box 12"/>
            <p:cNvSpPr txBox="1">
              <a:spLocks noChangeArrowheads="1"/>
            </p:cNvSpPr>
            <p:nvPr/>
          </p:nvSpPr>
          <p:spPr bwMode="auto">
            <a:xfrm>
              <a:off x="4060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5310" name="Rectangle 13"/>
            <p:cNvSpPr>
              <a:spLocks noChangeArrowheads="1"/>
            </p:cNvSpPr>
            <p:nvPr/>
          </p:nvSpPr>
          <p:spPr bwMode="auto">
            <a:xfrm>
              <a:off x="5251" y="2949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5311" name="Rectangle 14"/>
            <p:cNvSpPr>
              <a:spLocks noChangeArrowheads="1"/>
            </p:cNvSpPr>
            <p:nvPr/>
          </p:nvSpPr>
          <p:spPr bwMode="auto">
            <a:xfrm>
              <a:off x="3953" y="216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5312" name="Text Box 15"/>
            <p:cNvSpPr txBox="1">
              <a:spLocks noChangeArrowheads="1"/>
            </p:cNvSpPr>
            <p:nvPr/>
          </p:nvSpPr>
          <p:spPr bwMode="auto">
            <a:xfrm>
              <a:off x="5035" y="2928"/>
              <a:ext cx="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5313" name="Rectangle 16"/>
            <p:cNvSpPr>
              <a:spLocks noChangeArrowheads="1"/>
            </p:cNvSpPr>
            <p:nvPr/>
          </p:nvSpPr>
          <p:spPr bwMode="auto">
            <a:xfrm>
              <a:off x="4828" y="268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55314" name="Rectangle 17"/>
            <p:cNvSpPr>
              <a:spLocks noChangeArrowheads="1"/>
            </p:cNvSpPr>
            <p:nvPr/>
          </p:nvSpPr>
          <p:spPr bwMode="auto">
            <a:xfrm>
              <a:off x="4222" y="2692"/>
              <a:ext cx="5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sz="2400">
                  <a:latin typeface="Times New Roman" panose="02020603050405020304" pitchFamily="18" charset="0"/>
                </a:rPr>
                <a:t>＝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5315" name="Freeform 18"/>
            <p:cNvSpPr>
              <a:spLocks noChangeArrowheads="1"/>
            </p:cNvSpPr>
            <p:nvPr/>
          </p:nvSpPr>
          <p:spPr bwMode="auto">
            <a:xfrm>
              <a:off x="4543" y="3504"/>
              <a:ext cx="401" cy="261"/>
            </a:xfrm>
            <a:custGeom>
              <a:avLst/>
              <a:gdLst>
                <a:gd name="T0" fmla="*/ 1386 w 336"/>
                <a:gd name="T1" fmla="*/ 0 h 240"/>
                <a:gd name="T2" fmla="*/ 789 w 336"/>
                <a:gd name="T3" fmla="*/ 283 h 240"/>
                <a:gd name="T4" fmla="*/ 0 w 336"/>
                <a:gd name="T5" fmla="*/ 47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240">
                  <a:moveTo>
                    <a:pt x="336" y="0"/>
                  </a:moveTo>
                  <a:cubicBezTo>
                    <a:pt x="292" y="52"/>
                    <a:pt x="248" y="104"/>
                    <a:pt x="192" y="144"/>
                  </a:cubicBezTo>
                  <a:cubicBezTo>
                    <a:pt x="136" y="184"/>
                    <a:pt x="68" y="212"/>
                    <a:pt x="0" y="24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Rectangle 19"/>
            <p:cNvSpPr>
              <a:spLocks noChangeArrowheads="1"/>
            </p:cNvSpPr>
            <p:nvPr/>
          </p:nvSpPr>
          <p:spPr bwMode="auto">
            <a:xfrm>
              <a:off x="4696" y="3552"/>
              <a:ext cx="24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5317" name="Freeform 20"/>
            <p:cNvSpPr>
              <a:spLocks noChangeArrowheads="1"/>
            </p:cNvSpPr>
            <p:nvPr/>
          </p:nvSpPr>
          <p:spPr bwMode="auto">
            <a:xfrm>
              <a:off x="3583" y="2654"/>
              <a:ext cx="1496" cy="1056"/>
            </a:xfrm>
            <a:custGeom>
              <a:avLst/>
              <a:gdLst>
                <a:gd name="T0" fmla="*/ 1496 w 1496"/>
                <a:gd name="T1" fmla="*/ 304 h 1056"/>
                <a:gd name="T2" fmla="*/ 1304 w 1496"/>
                <a:gd name="T3" fmla="*/ 784 h 1056"/>
                <a:gd name="T4" fmla="*/ 920 w 1496"/>
                <a:gd name="T5" fmla="*/ 1024 h 1056"/>
                <a:gd name="T6" fmla="*/ 440 w 1496"/>
                <a:gd name="T7" fmla="*/ 976 h 1056"/>
                <a:gd name="T8" fmla="*/ 104 w 1496"/>
                <a:gd name="T9" fmla="*/ 736 h 1056"/>
                <a:gd name="T10" fmla="*/ 8 w 1496"/>
                <a:gd name="T11" fmla="*/ 400 h 1056"/>
                <a:gd name="T12" fmla="*/ 56 w 1496"/>
                <a:gd name="T13" fmla="*/ 160 h 1056"/>
                <a:gd name="T14" fmla="*/ 296 w 1496"/>
                <a:gd name="T15" fmla="*/ 16 h 1056"/>
                <a:gd name="T16" fmla="*/ 536 w 1496"/>
                <a:gd name="T17" fmla="*/ 64 h 1056"/>
                <a:gd name="T18" fmla="*/ 680 w 1496"/>
                <a:gd name="T19" fmla="*/ 304 h 10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96" h="1056">
                  <a:moveTo>
                    <a:pt x="1496" y="304"/>
                  </a:moveTo>
                  <a:cubicBezTo>
                    <a:pt x="1448" y="484"/>
                    <a:pt x="1400" y="664"/>
                    <a:pt x="1304" y="784"/>
                  </a:cubicBezTo>
                  <a:cubicBezTo>
                    <a:pt x="1208" y="904"/>
                    <a:pt x="1064" y="992"/>
                    <a:pt x="920" y="1024"/>
                  </a:cubicBezTo>
                  <a:cubicBezTo>
                    <a:pt x="776" y="1056"/>
                    <a:pt x="576" y="1024"/>
                    <a:pt x="440" y="976"/>
                  </a:cubicBezTo>
                  <a:cubicBezTo>
                    <a:pt x="304" y="928"/>
                    <a:pt x="176" y="832"/>
                    <a:pt x="104" y="736"/>
                  </a:cubicBezTo>
                  <a:cubicBezTo>
                    <a:pt x="32" y="640"/>
                    <a:pt x="16" y="496"/>
                    <a:pt x="8" y="400"/>
                  </a:cubicBezTo>
                  <a:cubicBezTo>
                    <a:pt x="0" y="304"/>
                    <a:pt x="8" y="224"/>
                    <a:pt x="56" y="160"/>
                  </a:cubicBezTo>
                  <a:cubicBezTo>
                    <a:pt x="104" y="96"/>
                    <a:pt x="216" y="32"/>
                    <a:pt x="296" y="16"/>
                  </a:cubicBezTo>
                  <a:cubicBezTo>
                    <a:pt x="376" y="0"/>
                    <a:pt x="472" y="16"/>
                    <a:pt x="536" y="64"/>
                  </a:cubicBezTo>
                  <a:cubicBezTo>
                    <a:pt x="600" y="112"/>
                    <a:pt x="640" y="208"/>
                    <a:pt x="680" y="304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5305" name="Object 21"/>
          <p:cNvGraphicFramePr>
            <a:graphicFrameLocks noChangeAspect="1"/>
          </p:cNvGraphicFramePr>
          <p:nvPr/>
        </p:nvGraphicFramePr>
        <p:xfrm>
          <a:off x="1547813" y="620713"/>
          <a:ext cx="61928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882900" imgH="431800" progId="Equation.3">
                  <p:embed/>
                </p:oleObj>
              </mc:Choice>
              <mc:Fallback>
                <p:oleObj r:id="rId7" imgW="2882900" imgH="431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20713"/>
                        <a:ext cx="6192837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4" name="Text Box 22"/>
          <p:cNvSpPr txBox="1">
            <a:spLocks noChangeArrowheads="1"/>
          </p:cNvSpPr>
          <p:nvPr/>
        </p:nvSpPr>
        <p:spPr bwMode="auto">
          <a:xfrm>
            <a:off x="827088" y="6092825"/>
            <a:ext cx="620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补求两个特征点对应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=-90°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和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=-180°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/>
      <p:bldP spid="161798" grpId="0"/>
      <p:bldP spid="161799" grpId="0"/>
      <p:bldP spid="161800" grpId="0"/>
      <p:bldP spid="1618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E49DC3-E8BF-4787-905B-829AB68258EA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2025/10/11</a:t>
            </a:fld>
            <a:endParaRPr lang="zh-CN" altLang="en-US" sz="1200"/>
          </a:p>
        </p:txBody>
      </p:sp>
      <p:sp>
        <p:nvSpPr>
          <p:cNvPr id="5734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/>
              <a:t>Lu Jixia</a:t>
            </a:r>
          </a:p>
        </p:txBody>
      </p:sp>
      <p:sp>
        <p:nvSpPr>
          <p:cNvPr id="5734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BF63D6-DCE8-4B5B-B928-4308A18A3DEA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200"/>
          </a:p>
        </p:txBody>
      </p:sp>
      <p:sp>
        <p:nvSpPr>
          <p:cNvPr id="50181" name="Text Box 4"/>
          <p:cNvSpPr txBox="1">
            <a:spLocks noChangeArrowheads="1"/>
          </p:cNvSpPr>
          <p:nvPr/>
        </p:nvSpPr>
        <p:spPr bwMode="auto">
          <a:xfrm>
            <a:off x="611188" y="620713"/>
            <a:ext cx="76533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在传递函数中，增加一个非零极点，当</a:t>
            </a:r>
            <a:r>
              <a:rPr lang="zh-CN" altLang="en-US" sz="2400">
                <a:sym typeface="Symbol" panose="05050102010706020507" pitchFamily="18" charset="2"/>
              </a:rPr>
              <a:t>时，将使极坐标图的相角多转</a:t>
            </a:r>
            <a:r>
              <a:rPr lang="en-US" altLang="zh-CN" sz="2400">
                <a:sym typeface="Symbol" panose="05050102010706020507" pitchFamily="18" charset="2"/>
              </a:rPr>
              <a:t>-90°</a:t>
            </a:r>
            <a:r>
              <a:rPr lang="zh-CN" altLang="en-US" sz="2400">
                <a:sym typeface="Symbol" panose="05050102010706020507" pitchFamily="18" charset="2"/>
              </a:rPr>
              <a:t>。</a:t>
            </a:r>
          </a:p>
        </p:txBody>
      </p:sp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5" t="6351" r="49294" b="75140"/>
          <a:stretch>
            <a:fillRect/>
          </a:stretch>
        </p:blipFill>
        <p:spPr bwMode="auto">
          <a:xfrm>
            <a:off x="0" y="1844675"/>
            <a:ext cx="2843213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4" t="29066" r="52538" b="51863"/>
          <a:stretch>
            <a:fillRect/>
          </a:stretch>
        </p:blipFill>
        <p:spPr bwMode="auto">
          <a:xfrm>
            <a:off x="2771775" y="1844675"/>
            <a:ext cx="2663825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3" t="52698" r="52861" b="32773"/>
          <a:stretch>
            <a:fillRect/>
          </a:stretch>
        </p:blipFill>
        <p:spPr bwMode="auto">
          <a:xfrm>
            <a:off x="5470525" y="1773238"/>
            <a:ext cx="3673475" cy="215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69" t="6351" b="67308"/>
          <a:stretch>
            <a:fillRect/>
          </a:stretch>
        </p:blipFill>
        <p:spPr bwMode="auto">
          <a:xfrm>
            <a:off x="1187450" y="4087813"/>
            <a:ext cx="2952750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1" t="36339" b="36418"/>
          <a:stretch>
            <a:fillRect/>
          </a:stretch>
        </p:blipFill>
        <p:spPr bwMode="auto">
          <a:xfrm>
            <a:off x="4140200" y="4005263"/>
            <a:ext cx="2952750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5" name="TextBox 10"/>
          <p:cNvSpPr txBox="1">
            <a:spLocks noChangeArrowheads="1"/>
          </p:cNvSpPr>
          <p:nvPr/>
        </p:nvSpPr>
        <p:spPr bwMode="auto">
          <a:xfrm>
            <a:off x="0" y="0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规律：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199978D-8E56-4F58-82BB-B04AFA120A4B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2025/10/11</a:t>
            </a:fld>
            <a:endParaRPr lang="zh-CN" altLang="en-US" sz="1200"/>
          </a:p>
        </p:txBody>
      </p:sp>
      <p:sp>
        <p:nvSpPr>
          <p:cNvPr id="58371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/>
              <a:t>Lu Jixia</a:t>
            </a:r>
          </a:p>
        </p:txBody>
      </p:sp>
      <p:sp>
        <p:nvSpPr>
          <p:cNvPr id="5837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453571-6EBC-4683-8D3A-7C242EBD3176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200"/>
          </a:p>
        </p:txBody>
      </p:sp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611188" y="620713"/>
            <a:ext cx="76533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在传递函数中，增加一个在原点处的（零）极点，则当</a:t>
            </a:r>
            <a:r>
              <a:rPr lang="zh-CN" altLang="en-US" sz="2400">
                <a:sym typeface="Symbol" panose="05050102010706020507" pitchFamily="18" charset="2"/>
              </a:rPr>
              <a:t></a:t>
            </a:r>
            <a:r>
              <a:rPr lang="en-US" altLang="zh-CN" sz="2400">
                <a:sym typeface="Symbol" panose="05050102010706020507" pitchFamily="18" charset="2"/>
              </a:rPr>
              <a:t>0</a:t>
            </a:r>
            <a:r>
              <a:rPr lang="zh-CN" altLang="en-US" sz="2400">
                <a:sym typeface="Symbol" panose="05050102010706020507" pitchFamily="18" charset="2"/>
              </a:rPr>
              <a:t>和时，极坐标图的相角都要多转</a:t>
            </a:r>
            <a:r>
              <a:rPr lang="en-US" altLang="zh-CN" sz="2400">
                <a:sym typeface="Symbol" panose="05050102010706020507" pitchFamily="18" charset="2"/>
              </a:rPr>
              <a:t>-90°</a:t>
            </a:r>
            <a:r>
              <a:rPr lang="zh-CN" altLang="en-US" sz="2400">
                <a:sym typeface="Symbol" panose="05050102010706020507" pitchFamily="18" charset="2"/>
              </a:rPr>
              <a:t>。</a:t>
            </a:r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2" b="9601"/>
          <a:stretch>
            <a:fillRect/>
          </a:stretch>
        </p:blipFill>
        <p:spPr bwMode="auto">
          <a:xfrm>
            <a:off x="5003800" y="2349500"/>
            <a:ext cx="34242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5" t="6351" r="49294" b="75140"/>
          <a:stretch>
            <a:fillRect/>
          </a:stretch>
        </p:blipFill>
        <p:spPr bwMode="auto">
          <a:xfrm>
            <a:off x="684213" y="2349500"/>
            <a:ext cx="3960812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04FB7C-64AB-4102-BB1C-EDA39DD65F67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2025/10/11</a:t>
            </a:fld>
            <a:endParaRPr lang="zh-CN" altLang="en-US" sz="1200"/>
          </a:p>
        </p:txBody>
      </p:sp>
      <p:sp>
        <p:nvSpPr>
          <p:cNvPr id="59395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/>
              <a:t>Lu Jixia</a:t>
            </a:r>
          </a:p>
        </p:txBody>
      </p:sp>
      <p:sp>
        <p:nvSpPr>
          <p:cNvPr id="5939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B7C340-1E1A-4490-8DB5-E86E79122B78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200"/>
          </a:p>
        </p:txBody>
      </p:sp>
      <p:pic>
        <p:nvPicPr>
          <p:cNvPr id="5939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t="51804" r="47940" b="27127"/>
          <a:stretch>
            <a:fillRect/>
          </a:stretch>
        </p:blipFill>
        <p:spPr bwMode="auto">
          <a:xfrm>
            <a:off x="0" y="1700213"/>
            <a:ext cx="4679950" cy="328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t="74997" r="51013" b="4544"/>
          <a:stretch>
            <a:fillRect/>
          </a:stretch>
        </p:blipFill>
        <p:spPr bwMode="auto">
          <a:xfrm>
            <a:off x="4500563" y="1738313"/>
            <a:ext cx="4464050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BAD422-6633-4294-B279-1F901CFDFBF7}" type="datetime1">
              <a:rPr lang="zh-CN" altLang="en-US" sz="1200" smtClean="0"/>
              <a:pPr>
                <a:spcBef>
                  <a:spcPct val="0"/>
                </a:spcBef>
                <a:buClrTx/>
                <a:buFontTx/>
                <a:buNone/>
              </a:pPr>
              <a:t>2025/10/11</a:t>
            </a:fld>
            <a:endParaRPr lang="zh-CN" altLang="en-US" sz="1200"/>
          </a:p>
        </p:txBody>
      </p:sp>
      <p:sp>
        <p:nvSpPr>
          <p:cNvPr id="60419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/>
              <a:t>Lu Jixia</a:t>
            </a:r>
          </a:p>
        </p:txBody>
      </p:sp>
      <p:sp>
        <p:nvSpPr>
          <p:cNvPr id="6042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1BC5BF-A849-4F51-96AC-D2A7630798DD}" type="slidenum">
              <a:rPr lang="en-US" altLang="zh-CN" sz="1200" smtClean="0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200"/>
          </a:p>
        </p:txBody>
      </p:sp>
      <p:sp>
        <p:nvSpPr>
          <p:cNvPr id="60421" name="Text Box 4"/>
          <p:cNvSpPr txBox="1">
            <a:spLocks noChangeArrowheads="1"/>
          </p:cNvSpPr>
          <p:nvPr/>
        </p:nvSpPr>
        <p:spPr bwMode="auto">
          <a:xfrm>
            <a:off x="611188" y="620713"/>
            <a:ext cx="76533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在传递函数中，增加一个零点，</a:t>
            </a:r>
            <a:r>
              <a:rPr lang="zh-CN" altLang="en-US" sz="2400">
                <a:sym typeface="Symbol" panose="05050102010706020507" pitchFamily="18" charset="2"/>
              </a:rPr>
              <a:t>将使极坐标图的相角在时反时针旋转</a:t>
            </a:r>
            <a:r>
              <a:rPr lang="en-US" altLang="zh-CN" sz="2400">
                <a:sym typeface="Symbol" panose="05050102010706020507" pitchFamily="18" charset="2"/>
              </a:rPr>
              <a:t>90°</a:t>
            </a:r>
            <a:r>
              <a:rPr lang="zh-CN" altLang="en-US" sz="2400">
                <a:sym typeface="Symbol" panose="05050102010706020507" pitchFamily="18" charset="2"/>
              </a:rPr>
              <a:t>。</a:t>
            </a:r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4" t="29066" r="52538" b="51863"/>
          <a:stretch>
            <a:fillRect/>
          </a:stretch>
        </p:blipFill>
        <p:spPr bwMode="auto">
          <a:xfrm>
            <a:off x="5003800" y="2708275"/>
            <a:ext cx="3024188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3" t="52698" r="52861" b="32773"/>
          <a:stretch>
            <a:fillRect/>
          </a:stretch>
        </p:blipFill>
        <p:spPr bwMode="auto">
          <a:xfrm>
            <a:off x="468313" y="2565400"/>
            <a:ext cx="4249737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文本框 1"/>
          <p:cNvSpPr txBox="1">
            <a:spLocks noChangeArrowheads="1"/>
          </p:cNvSpPr>
          <p:nvPr/>
        </p:nvSpPr>
        <p:spPr bwMode="auto">
          <a:xfrm>
            <a:off x="1619250" y="2781300"/>
            <a:ext cx="68802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作业：</a:t>
            </a:r>
            <a:r>
              <a:rPr lang="en-US" altLang="zh-CN" sz="2800"/>
              <a:t>P225</a:t>
            </a:r>
            <a:r>
              <a:rPr lang="zh-CN" altLang="en-US" sz="2800"/>
              <a:t>：</a:t>
            </a:r>
            <a:r>
              <a:rPr lang="en-US" altLang="zh-CN" sz="2800"/>
              <a:t>5-9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    P226:  5-10</a:t>
            </a:r>
            <a:r>
              <a:rPr lang="zh-CN" altLang="en-US" sz="2800"/>
              <a:t>（</a:t>
            </a:r>
            <a:r>
              <a:rPr lang="en-US" altLang="zh-CN" sz="2800"/>
              <a:t>11</a:t>
            </a:r>
            <a:r>
              <a:rPr lang="zh-CN" altLang="en-US" sz="2800"/>
              <a:t>）（</a:t>
            </a:r>
            <a:r>
              <a:rPr lang="en-US" altLang="zh-CN" sz="2800"/>
              <a:t>12</a:t>
            </a:r>
            <a:r>
              <a:rPr lang="zh-CN" altLang="en-US" sz="2800"/>
              <a:t>）（</a:t>
            </a:r>
            <a:r>
              <a:rPr lang="en-US" altLang="zh-CN" sz="2800"/>
              <a:t>13</a:t>
            </a:r>
            <a:r>
              <a:rPr lang="zh-CN" altLang="en-US" sz="2800"/>
              <a:t>）</a:t>
            </a:r>
            <a:endParaRPr lang="en-US" altLang="zh-CN" sz="2800"/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    </a:t>
            </a:r>
            <a:endParaRPr lang="zh-CN" altLang="en-US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31913" y="1844675"/>
            <a:ext cx="7118350" cy="615950"/>
            <a:chOff x="864" y="1536"/>
            <a:chExt cx="4484" cy="388"/>
          </a:xfrm>
        </p:grpSpPr>
        <p:sp>
          <p:nvSpPr>
            <p:cNvPr id="62473" name="Rectangle 5"/>
            <p:cNvSpPr>
              <a:spLocks noChangeArrowheads="1"/>
            </p:cNvSpPr>
            <p:nvPr/>
          </p:nvSpPr>
          <p:spPr bwMode="auto">
            <a:xfrm>
              <a:off x="864" y="1536"/>
              <a:ext cx="448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考虑系统：</a:t>
              </a:r>
            </a:p>
          </p:txBody>
        </p:sp>
        <p:graphicFrame>
          <p:nvGraphicFramePr>
            <p:cNvPr id="62474" name="Object 6"/>
            <p:cNvGraphicFramePr>
              <a:graphicFrameLocks noChangeAspect="1"/>
            </p:cNvGraphicFramePr>
            <p:nvPr/>
          </p:nvGraphicFramePr>
          <p:xfrm>
            <a:off x="2112" y="1605"/>
            <a:ext cx="235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689100" imgH="228600" progId="Equation.3">
                    <p:embed/>
                  </p:oleObj>
                </mc:Choice>
                <mc:Fallback>
                  <p:oleObj r:id="rId3" imgW="16891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605"/>
                          <a:ext cx="235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398588" y="2576513"/>
            <a:ext cx="7162800" cy="1173162"/>
            <a:chOff x="906" y="1757"/>
            <a:chExt cx="4512" cy="739"/>
          </a:xfrm>
        </p:grpSpPr>
        <p:graphicFrame>
          <p:nvGraphicFramePr>
            <p:cNvPr id="62471" name="Object 8"/>
            <p:cNvGraphicFramePr>
              <a:graphicFrameLocks noChangeAspect="1"/>
            </p:cNvGraphicFramePr>
            <p:nvPr/>
          </p:nvGraphicFramePr>
          <p:xfrm>
            <a:off x="906" y="1757"/>
            <a:ext cx="180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95400" imgH="241300" progId="Equation.3">
                    <p:embed/>
                  </p:oleObj>
                </mc:Choice>
                <mc:Fallback>
                  <p:oleObj r:id="rId5" imgW="12954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" y="1757"/>
                          <a:ext cx="180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72" name="Object 9"/>
            <p:cNvGraphicFramePr>
              <a:graphicFrameLocks noChangeAspect="1"/>
            </p:cNvGraphicFramePr>
            <p:nvPr/>
          </p:nvGraphicFramePr>
          <p:xfrm>
            <a:off x="1510" y="2141"/>
            <a:ext cx="3908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806700" imgH="254000" progId="Equation.3">
                    <p:embed/>
                  </p:oleObj>
                </mc:Choice>
                <mc:Fallback>
                  <p:oleObj r:id="rId7" imgW="2806700" imgH="254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0" y="2141"/>
                          <a:ext cx="3908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1331913" y="3933825"/>
          <a:ext cx="68484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098800" imgH="673100" progId="Equation.3">
                  <p:embed/>
                </p:oleObj>
              </mc:Choice>
              <mc:Fallback>
                <p:oleObj r:id="rId9" imgW="3098800" imgH="673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68484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1398588" y="5578475"/>
          <a:ext cx="47164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133600" imgH="228600" progId="Equation.3">
                  <p:embed/>
                </p:oleObj>
              </mc:Choice>
              <mc:Fallback>
                <p:oleObj r:id="rId11" imgW="2133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5578475"/>
                        <a:ext cx="471646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Rectangle 12"/>
          <p:cNvSpPr>
            <a:spLocks noChangeArrowheads="1"/>
          </p:cNvSpPr>
          <p:nvPr/>
        </p:nvSpPr>
        <p:spPr bwMode="auto">
          <a:xfrm>
            <a:off x="611188" y="9080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 系统开环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图的绘制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684213" y="765175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例 </a:t>
            </a:r>
            <a:r>
              <a:rPr lang="en-US" altLang="zh-CN" sz="28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900113" y="1628775"/>
            <a:ext cx="447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已知系统的开环传递函数如下：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2339975" y="2349500"/>
          <a:ext cx="239236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4400" imgH="381000" progId="Equation.3">
                  <p:embed/>
                </p:oleObj>
              </mc:Choice>
              <mc:Fallback>
                <p:oleObj r:id="rId3" imgW="9144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49500"/>
                        <a:ext cx="2392363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684213" y="4149725"/>
            <a:ext cx="66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</a:rPr>
              <a:t>解</a:t>
            </a:r>
            <a:r>
              <a:rPr lang="en-US" altLang="zh-CN" sz="2800" b="1">
                <a:solidFill>
                  <a:srgbClr val="FF33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971550" y="4868863"/>
            <a:ext cx="71643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1.</a:t>
            </a:r>
            <a:r>
              <a:rPr lang="zh-CN" altLang="en-US" sz="2400" b="1">
                <a:latin typeface="Arial" panose="020B0604020202020204" pitchFamily="34" charset="0"/>
              </a:rPr>
              <a:t>将 </a:t>
            </a:r>
            <a:r>
              <a:rPr lang="en-US" altLang="zh-CN" sz="2400" b="1">
                <a:latin typeface="Arial" panose="020B0604020202020204" pitchFamily="34" charset="0"/>
              </a:rPr>
              <a:t>GH(s) </a:t>
            </a:r>
            <a:r>
              <a:rPr lang="zh-CN" altLang="en-US" sz="2400" b="1">
                <a:latin typeface="Arial" panose="020B0604020202020204" pitchFamily="34" charset="0"/>
              </a:rPr>
              <a:t>写成 </a:t>
            </a:r>
            <a:r>
              <a:rPr lang="en-US" altLang="zh-CN" sz="2400" b="1">
                <a:latin typeface="Arial" panose="020B0604020202020204" pitchFamily="34" charset="0"/>
              </a:rPr>
              <a:t>Bode </a:t>
            </a:r>
            <a:r>
              <a:rPr lang="zh-CN" altLang="en-US" sz="2400" b="1">
                <a:latin typeface="Arial" panose="020B0604020202020204" pitchFamily="34" charset="0"/>
              </a:rPr>
              <a:t>形式（因式中尾项化为</a:t>
            </a:r>
            <a:r>
              <a:rPr lang="en-US" altLang="zh-CN" sz="2400" b="1">
                <a:latin typeface="Arial" panose="020B0604020202020204" pitchFamily="34" charset="0"/>
              </a:rPr>
              <a:t>1</a:t>
            </a:r>
            <a:r>
              <a:rPr lang="zh-CN" altLang="en-US" sz="2400" b="1">
                <a:latin typeface="Arial" panose="020B0604020202020204" pitchFamily="34" charset="0"/>
              </a:rPr>
              <a:t>）</a:t>
            </a:r>
            <a:r>
              <a:rPr lang="en-US" altLang="zh-CN" sz="2400" b="1">
                <a:latin typeface="Arial" panose="020B0604020202020204" pitchFamily="34" charset="0"/>
              </a:rPr>
              <a:t>;  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1527175" y="3375025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试绘制系统的开环</a:t>
            </a: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/>
      <p:bldP spid="1669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1485900" y="558800"/>
          <a:ext cx="38544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87500" imgH="381000" progId="Equation.3">
                  <p:embed/>
                </p:oleObj>
              </mc:Choice>
              <mc:Fallback>
                <p:oleObj r:id="rId3" imgW="1587500" imgH="38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558800"/>
                        <a:ext cx="38544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755650" y="1773238"/>
            <a:ext cx="173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2.  </a:t>
            </a:r>
            <a:r>
              <a:rPr lang="zh-CN" altLang="en-US" sz="2400" b="1">
                <a:latin typeface="Arial" panose="020B0604020202020204" pitchFamily="34" charset="0"/>
              </a:rPr>
              <a:t>令 </a:t>
            </a:r>
            <a:r>
              <a:rPr lang="en-US" altLang="zh-CN" sz="2400" b="1">
                <a:latin typeface="Arial" panose="020B0604020202020204" pitchFamily="34" charset="0"/>
              </a:rPr>
              <a:t>s=j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;</a:t>
            </a:r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2803525" y="2349500"/>
          <a:ext cx="34671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58310" imgH="380835" progId="Equation.3">
                  <p:embed/>
                </p:oleObj>
              </mc:Choice>
              <mc:Fallback>
                <p:oleObj r:id="rId5" imgW="1358310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2349500"/>
                        <a:ext cx="34671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735013" y="3448050"/>
            <a:ext cx="5748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 3.  </a:t>
            </a:r>
            <a:r>
              <a:rPr lang="zh-CN" altLang="en-US" sz="2400" b="1">
                <a:latin typeface="Arial" panose="020B0604020202020204" pitchFamily="34" charset="0"/>
              </a:rPr>
              <a:t>计算转折频率，并将其从小到大排列</a:t>
            </a:r>
            <a:r>
              <a:rPr lang="en-US" altLang="zh-CN" sz="2400" b="1">
                <a:latin typeface="Arial" panose="020B0604020202020204" pitchFamily="34" charset="0"/>
              </a:rPr>
              <a:t>;</a:t>
            </a:r>
          </a:p>
        </p:txBody>
      </p:sp>
      <p:graphicFrame>
        <p:nvGraphicFramePr>
          <p:cNvPr id="168966" name="Object 6"/>
          <p:cNvGraphicFramePr>
            <a:graphicFrameLocks noChangeAspect="1"/>
          </p:cNvGraphicFramePr>
          <p:nvPr/>
        </p:nvGraphicFramePr>
        <p:xfrm>
          <a:off x="2700338" y="4076700"/>
          <a:ext cx="24479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14003" imgH="355446" progId="Equation.3">
                  <p:embed/>
                </p:oleObj>
              </mc:Choice>
              <mc:Fallback>
                <p:oleObj r:id="rId7" imgW="914003" imgH="3554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076700"/>
                        <a:ext cx="24479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7" name="Object 7"/>
          <p:cNvGraphicFramePr>
            <a:graphicFrameLocks noChangeAspect="1"/>
          </p:cNvGraphicFramePr>
          <p:nvPr/>
        </p:nvGraphicFramePr>
        <p:xfrm>
          <a:off x="2555875" y="5084763"/>
          <a:ext cx="30908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56755" imgH="355446" progId="Equation.3">
                  <p:embed/>
                </p:oleObj>
              </mc:Choice>
              <mc:Fallback>
                <p:oleObj r:id="rId9" imgW="1256755" imgH="3554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084763"/>
                        <a:ext cx="30908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611188" y="981075"/>
            <a:ext cx="3687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4. </a:t>
            </a:r>
            <a:r>
              <a:rPr lang="zh-CN" altLang="en-US" sz="2400" b="1">
                <a:latin typeface="Arial" panose="020B0604020202020204" pitchFamily="34" charset="0"/>
              </a:rPr>
              <a:t>确定感兴趣的频率范围</a:t>
            </a:r>
            <a:r>
              <a:rPr lang="en-US" altLang="zh-CN" sz="2400" b="1">
                <a:latin typeface="Arial" panose="020B0604020202020204" pitchFamily="34" charset="0"/>
              </a:rPr>
              <a:t>;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1042988" y="1844675"/>
            <a:ext cx="6553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    </a:t>
            </a:r>
            <a:r>
              <a:rPr lang="zh-CN" altLang="en-US" sz="2400" b="1">
                <a:latin typeface="Arial" panose="020B0604020202020204" pitchFamily="34" charset="0"/>
              </a:rPr>
              <a:t>本例中，转折频率都位于 </a:t>
            </a:r>
            <a:r>
              <a:rPr lang="en-US" altLang="zh-CN" sz="2400" b="1">
                <a:latin typeface="Arial" panose="020B0604020202020204" pitchFamily="34" charset="0"/>
              </a:rPr>
              <a:t>1~10 rad/s.</a:t>
            </a:r>
            <a:r>
              <a:rPr lang="en-US" altLang="zh-CN" sz="2400" b="1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通常在该范围两边各拓宽一个</a:t>
            </a:r>
            <a:r>
              <a:rPr lang="en-US" altLang="zh-CN" sz="2400" b="1">
                <a:solidFill>
                  <a:srgbClr val="FF3300"/>
                </a:solidFill>
                <a:latin typeface="Arial" panose="020B0604020202020204" pitchFamily="34" charset="0"/>
              </a:rPr>
              <a:t>10</a:t>
            </a:r>
            <a:r>
              <a:rPr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倍频程。</a:t>
            </a:r>
            <a:r>
              <a:rPr lang="zh-CN" altLang="en-US" sz="240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71012" name="Text Box 4"/>
          <p:cNvSpPr txBox="1">
            <a:spLocks noChangeArrowheads="1"/>
          </p:cNvSpPr>
          <p:nvPr/>
        </p:nvSpPr>
        <p:spPr bwMode="auto">
          <a:xfrm>
            <a:off x="1166813" y="3232150"/>
            <a:ext cx="3975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因此</a:t>
            </a: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图的频率范围为：</a:t>
            </a:r>
          </a:p>
        </p:txBody>
      </p:sp>
      <p:graphicFrame>
        <p:nvGraphicFramePr>
          <p:cNvPr id="171013" name="Object 5"/>
          <p:cNvGraphicFramePr>
            <a:graphicFrameLocks noChangeAspect="1"/>
          </p:cNvGraphicFramePr>
          <p:nvPr/>
        </p:nvGraphicFramePr>
        <p:xfrm>
          <a:off x="2916238" y="4005263"/>
          <a:ext cx="20161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586" imgH="152334" progId="Equation.3">
                  <p:embed/>
                </p:oleObj>
              </mc:Choice>
              <mc:Fallback>
                <p:oleObj r:id="rId3" imgW="723586" imgH="15233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005263"/>
                        <a:ext cx="20161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4" name="Text Box 6"/>
          <p:cNvSpPr txBox="1">
            <a:spLocks noChangeArrowheads="1"/>
          </p:cNvSpPr>
          <p:nvPr/>
        </p:nvSpPr>
        <p:spPr bwMode="auto">
          <a:xfrm>
            <a:off x="1042988" y="4652963"/>
            <a:ext cx="792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现在绘制一个半对数坐标平面，并将转折频率标在横轴上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11" grpId="0"/>
      <p:bldP spid="171012" grpId="0"/>
      <p:bldP spid="1710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7123112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Line 4"/>
          <p:cNvSpPr>
            <a:spLocks noChangeShapeType="1"/>
          </p:cNvSpPr>
          <p:nvPr/>
        </p:nvSpPr>
        <p:spPr bwMode="auto">
          <a:xfrm>
            <a:off x="4427538" y="3284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Text Box 5"/>
          <p:cNvSpPr txBox="1">
            <a:spLocks noChangeArrowheads="1"/>
          </p:cNvSpPr>
          <p:nvPr/>
        </p:nvSpPr>
        <p:spPr bwMode="auto">
          <a:xfrm>
            <a:off x="4284663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539750" y="981075"/>
            <a:ext cx="2751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5. </a:t>
            </a:r>
            <a:r>
              <a:rPr lang="zh-CN" altLang="en-US" sz="2400" b="1">
                <a:latin typeface="Arial" panose="020B0604020202020204" pitchFamily="34" charset="0"/>
              </a:rPr>
              <a:t>绘制幅频渐近线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44675"/>
            <a:ext cx="7123112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08" name="Line 4"/>
          <p:cNvSpPr>
            <a:spLocks noChangeShapeType="1"/>
          </p:cNvSpPr>
          <p:nvPr/>
        </p:nvSpPr>
        <p:spPr bwMode="auto">
          <a:xfrm>
            <a:off x="1331913" y="2349500"/>
            <a:ext cx="4464050" cy="18002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09" name="Line 5"/>
          <p:cNvSpPr>
            <a:spLocks noChangeShapeType="1"/>
          </p:cNvSpPr>
          <p:nvPr/>
        </p:nvSpPr>
        <p:spPr bwMode="auto">
          <a:xfrm>
            <a:off x="5795963" y="4221163"/>
            <a:ext cx="2889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0" name="Text Box 6"/>
          <p:cNvSpPr txBox="1">
            <a:spLocks noChangeArrowheads="1"/>
          </p:cNvSpPr>
          <p:nvPr/>
        </p:nvSpPr>
        <p:spPr bwMode="auto">
          <a:xfrm>
            <a:off x="6227763" y="42926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1/s</a:t>
            </a:r>
          </a:p>
        </p:txBody>
      </p:sp>
      <p:sp>
        <p:nvSpPr>
          <p:cNvPr id="175111" name="Line 7"/>
          <p:cNvSpPr>
            <a:spLocks noChangeShapeType="1"/>
          </p:cNvSpPr>
          <p:nvPr/>
        </p:nvSpPr>
        <p:spPr bwMode="auto">
          <a:xfrm>
            <a:off x="1547813" y="3141663"/>
            <a:ext cx="28797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2" name="Line 8"/>
          <p:cNvSpPr>
            <a:spLocks noChangeShapeType="1"/>
          </p:cNvSpPr>
          <p:nvPr/>
        </p:nvSpPr>
        <p:spPr bwMode="auto">
          <a:xfrm>
            <a:off x="4427538" y="3141663"/>
            <a:ext cx="2881312" cy="115093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2627313" y="2565400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-20dB/dec</a:t>
            </a:r>
          </a:p>
        </p:txBody>
      </p:sp>
      <p:sp>
        <p:nvSpPr>
          <p:cNvPr id="175114" name="Text Box 10"/>
          <p:cNvSpPr txBox="1">
            <a:spLocks noChangeArrowheads="1"/>
          </p:cNvSpPr>
          <p:nvPr/>
        </p:nvSpPr>
        <p:spPr bwMode="auto">
          <a:xfrm>
            <a:off x="6156325" y="3573463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-20dB/dec</a:t>
            </a:r>
          </a:p>
        </p:txBody>
      </p:sp>
      <p:sp>
        <p:nvSpPr>
          <p:cNvPr id="175115" name="Line 11"/>
          <p:cNvSpPr>
            <a:spLocks noChangeShapeType="1"/>
          </p:cNvSpPr>
          <p:nvPr/>
        </p:nvSpPr>
        <p:spPr bwMode="auto">
          <a:xfrm flipV="1">
            <a:off x="5651500" y="2708275"/>
            <a:ext cx="433388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5116" name="Object 12"/>
          <p:cNvGraphicFramePr>
            <a:graphicFrameLocks noChangeAspect="1"/>
          </p:cNvGraphicFramePr>
          <p:nvPr/>
        </p:nvGraphicFramePr>
        <p:xfrm>
          <a:off x="6011863" y="1973263"/>
          <a:ext cx="9366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4114" imgH="355292" progId="Equation.3">
                  <p:embed/>
                </p:oleObj>
              </mc:Choice>
              <mc:Fallback>
                <p:oleObj r:id="rId4" imgW="444114" imgH="35529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973263"/>
                        <a:ext cx="9366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7" name="Text Box 13"/>
          <p:cNvSpPr txBox="1">
            <a:spLocks noChangeArrowheads="1"/>
          </p:cNvSpPr>
          <p:nvPr/>
        </p:nvSpPr>
        <p:spPr bwMode="auto">
          <a:xfrm>
            <a:off x="663575" y="4887913"/>
            <a:ext cx="982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注意</a:t>
            </a:r>
            <a:r>
              <a:rPr lang="en-US" altLang="zh-CN" sz="2400" b="1">
                <a:latin typeface="Arial" panose="020B0604020202020204" pitchFamily="34" charset="0"/>
              </a:rPr>
              <a:t>: </a:t>
            </a:r>
          </a:p>
        </p:txBody>
      </p:sp>
      <p:graphicFrame>
        <p:nvGraphicFramePr>
          <p:cNvPr id="175118" name="Object 14"/>
          <p:cNvGraphicFramePr>
            <a:graphicFrameLocks noChangeAspect="1"/>
          </p:cNvGraphicFramePr>
          <p:nvPr/>
        </p:nvGraphicFramePr>
        <p:xfrm>
          <a:off x="1619250" y="4868863"/>
          <a:ext cx="2665413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67893" imgH="545863" progId="Equation.3">
                  <p:embed/>
                </p:oleObj>
              </mc:Choice>
              <mc:Fallback>
                <p:oleObj r:id="rId6" imgW="1167893" imgH="54586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868863"/>
                        <a:ext cx="2665413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9" name="Object 15"/>
          <p:cNvGraphicFramePr>
            <a:graphicFrameLocks noChangeAspect="1"/>
          </p:cNvGraphicFramePr>
          <p:nvPr/>
        </p:nvGraphicFramePr>
        <p:xfrm>
          <a:off x="4859338" y="5053013"/>
          <a:ext cx="25209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1726" imgH="418918" progId="Equation.3">
                  <p:embed/>
                </p:oleObj>
              </mc:Choice>
              <mc:Fallback>
                <p:oleObj r:id="rId8" imgW="1091726" imgH="41891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053013"/>
                        <a:ext cx="25209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0" name="Line 16"/>
          <p:cNvSpPr>
            <a:spLocks noChangeShapeType="1"/>
          </p:cNvSpPr>
          <p:nvPr/>
        </p:nvSpPr>
        <p:spPr bwMode="auto">
          <a:xfrm>
            <a:off x="4427538" y="306863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1" name="Line 17"/>
          <p:cNvSpPr>
            <a:spLocks noChangeShapeType="1"/>
          </p:cNvSpPr>
          <p:nvPr/>
        </p:nvSpPr>
        <p:spPr bwMode="auto">
          <a:xfrm>
            <a:off x="4427538" y="3573463"/>
            <a:ext cx="1728787" cy="143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2" name="Line 18"/>
          <p:cNvSpPr>
            <a:spLocks noChangeShapeType="1"/>
          </p:cNvSpPr>
          <p:nvPr/>
        </p:nvSpPr>
        <p:spPr bwMode="auto">
          <a:xfrm>
            <a:off x="1331913" y="2349500"/>
            <a:ext cx="3095625" cy="1223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3" name="Line 19"/>
          <p:cNvSpPr>
            <a:spLocks noChangeShapeType="1"/>
          </p:cNvSpPr>
          <p:nvPr/>
        </p:nvSpPr>
        <p:spPr bwMode="auto">
          <a:xfrm flipV="1">
            <a:off x="3995738" y="3860800"/>
            <a:ext cx="6477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5124" name="Object 20"/>
          <p:cNvGraphicFramePr>
            <a:graphicFrameLocks noChangeAspect="1"/>
          </p:cNvGraphicFramePr>
          <p:nvPr/>
        </p:nvGraphicFramePr>
        <p:xfrm>
          <a:off x="2339975" y="3933825"/>
          <a:ext cx="16002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14400" imgH="381000" progId="Equation.3">
                  <p:embed/>
                </p:oleObj>
              </mc:Choice>
              <mc:Fallback>
                <p:oleObj r:id="rId10" imgW="914400" imgH="381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933825"/>
                        <a:ext cx="16002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5" name="Text Box 21"/>
          <p:cNvSpPr txBox="1">
            <a:spLocks noChangeArrowheads="1"/>
          </p:cNvSpPr>
          <p:nvPr/>
        </p:nvSpPr>
        <p:spPr bwMode="auto">
          <a:xfrm>
            <a:off x="4211638" y="4365625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-40dB/dec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0" dur="2000" fill="hold"/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17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/>
      <p:bldP spid="175110" grpId="0"/>
      <p:bldP spid="175113" grpId="0"/>
      <p:bldP spid="175114" grpId="0"/>
      <p:bldP spid="175117" grpId="0"/>
      <p:bldP spid="1751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395288" y="620713"/>
            <a:ext cx="4505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6.</a:t>
            </a:r>
            <a:r>
              <a:rPr lang="zh-CN" altLang="en-US" sz="2400" b="1">
                <a:latin typeface="Arial" panose="020B0604020202020204" pitchFamily="34" charset="0"/>
              </a:rPr>
              <a:t>需要的话，对渐近线进行修正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73238"/>
            <a:ext cx="71231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Line 4"/>
          <p:cNvSpPr>
            <a:spLocks noChangeShapeType="1"/>
          </p:cNvSpPr>
          <p:nvPr/>
        </p:nvSpPr>
        <p:spPr bwMode="auto">
          <a:xfrm>
            <a:off x="4067175" y="30686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4643438" y="35004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5219700" y="306863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9" name="Freeform 7"/>
          <p:cNvSpPr>
            <a:spLocks noChangeArrowheads="1"/>
          </p:cNvSpPr>
          <p:nvPr/>
        </p:nvSpPr>
        <p:spPr bwMode="auto">
          <a:xfrm>
            <a:off x="3478213" y="3062288"/>
            <a:ext cx="2187575" cy="1287462"/>
          </a:xfrm>
          <a:custGeom>
            <a:avLst/>
            <a:gdLst>
              <a:gd name="T0" fmla="*/ 0 w 1378"/>
              <a:gd name="T1" fmla="*/ 0 h 811"/>
              <a:gd name="T2" fmla="*/ 2147483646 w 1378"/>
              <a:gd name="T3" fmla="*/ 2147483646 h 811"/>
              <a:gd name="T4" fmla="*/ 2147483646 w 1378"/>
              <a:gd name="T5" fmla="*/ 2147483646 h 811"/>
              <a:gd name="T6" fmla="*/ 2147483646 w 1378"/>
              <a:gd name="T7" fmla="*/ 2147483646 h 811"/>
              <a:gd name="T8" fmla="*/ 2147483646 w 1378"/>
              <a:gd name="T9" fmla="*/ 2147483646 h 8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78" h="811">
                <a:moveTo>
                  <a:pt x="0" y="0"/>
                </a:moveTo>
                <a:cubicBezTo>
                  <a:pt x="61" y="29"/>
                  <a:pt x="262" y="117"/>
                  <a:pt x="384" y="174"/>
                </a:cubicBezTo>
                <a:cubicBezTo>
                  <a:pt x="506" y="231"/>
                  <a:pt x="614" y="269"/>
                  <a:pt x="733" y="340"/>
                </a:cubicBezTo>
                <a:cubicBezTo>
                  <a:pt x="852" y="411"/>
                  <a:pt x="991" y="523"/>
                  <a:pt x="1099" y="602"/>
                </a:cubicBezTo>
                <a:cubicBezTo>
                  <a:pt x="1207" y="681"/>
                  <a:pt x="1320" y="767"/>
                  <a:pt x="1378" y="811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827088" y="620713"/>
            <a:ext cx="66944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7. </a:t>
            </a:r>
            <a:r>
              <a:rPr lang="zh-CN" altLang="en-US" sz="2400" b="1">
                <a:latin typeface="Arial" panose="020B0604020202020204" pitchFamily="34" charset="0"/>
              </a:rPr>
              <a:t>绘制每个环节的对数相频特性曲线，将其在相同频率下相加</a:t>
            </a:r>
            <a:r>
              <a:rPr lang="en-US" altLang="zh-CN" sz="2400" b="1">
                <a:latin typeface="Arial" panose="020B0604020202020204" pitchFamily="34" charset="0"/>
              </a:rPr>
              <a:t>.  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73238"/>
            <a:ext cx="7265987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204" name="Line 4"/>
          <p:cNvSpPr>
            <a:spLocks noChangeShapeType="1"/>
          </p:cNvSpPr>
          <p:nvPr/>
        </p:nvSpPr>
        <p:spPr bwMode="auto">
          <a:xfrm>
            <a:off x="1619250" y="4581525"/>
            <a:ext cx="54737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5" name="Line 5"/>
          <p:cNvSpPr>
            <a:spLocks noChangeShapeType="1"/>
          </p:cNvSpPr>
          <p:nvPr/>
        </p:nvSpPr>
        <p:spPr bwMode="auto">
          <a:xfrm>
            <a:off x="4500563" y="3284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4427538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2771775" y="3284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>
            <a:off x="6227763" y="3284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>
            <a:off x="4500563" y="34290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1619250" y="4005263"/>
            <a:ext cx="2881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1" name="Line 11"/>
          <p:cNvSpPr>
            <a:spLocks noChangeShapeType="1"/>
          </p:cNvSpPr>
          <p:nvPr/>
        </p:nvSpPr>
        <p:spPr bwMode="auto">
          <a:xfrm>
            <a:off x="2771775" y="3429000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6227763" y="3429000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3" name="Line 13"/>
          <p:cNvSpPr>
            <a:spLocks noChangeShapeType="1"/>
          </p:cNvSpPr>
          <p:nvPr/>
        </p:nvSpPr>
        <p:spPr bwMode="auto">
          <a:xfrm flipH="1">
            <a:off x="5724525" y="4005263"/>
            <a:ext cx="8636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9214" name="Object 14"/>
          <p:cNvGraphicFramePr>
            <a:graphicFrameLocks noChangeAspect="1"/>
          </p:cNvGraphicFramePr>
          <p:nvPr/>
        </p:nvGraphicFramePr>
        <p:xfrm>
          <a:off x="6804025" y="3716338"/>
          <a:ext cx="8921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4114" imgH="355292" progId="Equation.3">
                  <p:embed/>
                </p:oleObj>
              </mc:Choice>
              <mc:Fallback>
                <p:oleObj r:id="rId4" imgW="444114" imgH="35529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716338"/>
                        <a:ext cx="8921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5" name="Line 15"/>
          <p:cNvSpPr>
            <a:spLocks noChangeShapeType="1"/>
          </p:cNvSpPr>
          <p:nvPr/>
        </p:nvSpPr>
        <p:spPr bwMode="auto">
          <a:xfrm flipV="1">
            <a:off x="4500563" y="4581525"/>
            <a:ext cx="2873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9216" name="Object 16"/>
          <p:cNvGraphicFramePr>
            <a:graphicFrameLocks noChangeAspect="1"/>
          </p:cNvGraphicFramePr>
          <p:nvPr/>
        </p:nvGraphicFramePr>
        <p:xfrm>
          <a:off x="4176713" y="4868863"/>
          <a:ext cx="3143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6835" imgH="355138" progId="Equation.3">
                  <p:embed/>
                </p:oleObj>
              </mc:Choice>
              <mc:Fallback>
                <p:oleObj r:id="rId6" imgW="126835" imgH="35513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4868863"/>
                        <a:ext cx="3143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7" name="Object 17"/>
          <p:cNvGraphicFramePr>
            <a:graphicFrameLocks noChangeAspect="1"/>
          </p:cNvGraphicFramePr>
          <p:nvPr/>
        </p:nvGraphicFramePr>
        <p:xfrm>
          <a:off x="6372225" y="4797425"/>
          <a:ext cx="20161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14400" imgH="381000" progId="Equation.3">
                  <p:embed/>
                </p:oleObj>
              </mc:Choice>
              <mc:Fallback>
                <p:oleObj r:id="rId8" imgW="914400" imgH="381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797425"/>
                        <a:ext cx="201612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8" name="Line 18"/>
          <p:cNvSpPr>
            <a:spLocks noChangeShapeType="1"/>
          </p:cNvSpPr>
          <p:nvPr/>
        </p:nvSpPr>
        <p:spPr bwMode="auto">
          <a:xfrm flipH="1">
            <a:off x="5651500" y="5300663"/>
            <a:ext cx="7921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9" name="Line 19"/>
          <p:cNvSpPr>
            <a:spLocks noChangeShapeType="1"/>
          </p:cNvSpPr>
          <p:nvPr/>
        </p:nvSpPr>
        <p:spPr bwMode="auto">
          <a:xfrm>
            <a:off x="1403350" y="3429000"/>
            <a:ext cx="1368425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0" name="Line 20"/>
          <p:cNvSpPr>
            <a:spLocks noChangeShapeType="1"/>
          </p:cNvSpPr>
          <p:nvPr/>
        </p:nvSpPr>
        <p:spPr bwMode="auto">
          <a:xfrm>
            <a:off x="2771775" y="3429000"/>
            <a:ext cx="3455988" cy="1152525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1" name="Line 21"/>
          <p:cNvSpPr>
            <a:spLocks noChangeShapeType="1"/>
          </p:cNvSpPr>
          <p:nvPr/>
        </p:nvSpPr>
        <p:spPr bwMode="auto">
          <a:xfrm>
            <a:off x="6227763" y="4581525"/>
            <a:ext cx="122396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>
            <a:off x="1619250" y="5373688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3" name="Line 23"/>
          <p:cNvSpPr>
            <a:spLocks noChangeShapeType="1"/>
          </p:cNvSpPr>
          <p:nvPr/>
        </p:nvSpPr>
        <p:spPr bwMode="auto">
          <a:xfrm>
            <a:off x="1476375" y="5734050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735013" y="5537200"/>
            <a:ext cx="725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-180º</a:t>
            </a:r>
            <a:endParaRPr lang="en-US" altLang="zh-CN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25" name="Line 25"/>
          <p:cNvSpPr>
            <a:spLocks noChangeShapeType="1"/>
          </p:cNvSpPr>
          <p:nvPr/>
        </p:nvSpPr>
        <p:spPr bwMode="auto">
          <a:xfrm>
            <a:off x="1619250" y="5734050"/>
            <a:ext cx="6265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6" name="Line 26"/>
          <p:cNvSpPr>
            <a:spLocks noChangeShapeType="1"/>
          </p:cNvSpPr>
          <p:nvPr/>
        </p:nvSpPr>
        <p:spPr bwMode="auto">
          <a:xfrm>
            <a:off x="1619250" y="4581525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7" name="Line 27"/>
          <p:cNvSpPr>
            <a:spLocks noChangeShapeType="1"/>
          </p:cNvSpPr>
          <p:nvPr/>
        </p:nvSpPr>
        <p:spPr bwMode="auto">
          <a:xfrm>
            <a:off x="2771775" y="4581525"/>
            <a:ext cx="3455988" cy="1152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8" name="Line 28"/>
          <p:cNvSpPr>
            <a:spLocks noChangeShapeType="1"/>
          </p:cNvSpPr>
          <p:nvPr/>
        </p:nvSpPr>
        <p:spPr bwMode="auto">
          <a:xfrm>
            <a:off x="6227763" y="4581525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9" name="Line 29"/>
          <p:cNvSpPr>
            <a:spLocks noChangeShapeType="1"/>
          </p:cNvSpPr>
          <p:nvPr/>
        </p:nvSpPr>
        <p:spPr bwMode="auto">
          <a:xfrm>
            <a:off x="6227763" y="5734050"/>
            <a:ext cx="1439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1958975" y="3448050"/>
            <a:ext cx="5068888" cy="1123950"/>
          </a:xfrm>
          <a:custGeom>
            <a:avLst/>
            <a:gdLst>
              <a:gd name="connsiteX0" fmla="*/ 0 w 5068388"/>
              <a:gd name="connsiteY0" fmla="*/ 3066 h 1172402"/>
              <a:gd name="connsiteX1" fmla="*/ 901337 w 5068388"/>
              <a:gd name="connsiteY1" fmla="*/ 55318 h 1172402"/>
              <a:gd name="connsiteX2" fmla="*/ 1933302 w 5068388"/>
              <a:gd name="connsiteY2" fmla="*/ 381889 h 1172402"/>
              <a:gd name="connsiteX3" fmla="*/ 3108960 w 5068388"/>
              <a:gd name="connsiteY3" fmla="*/ 786838 h 1172402"/>
              <a:gd name="connsiteX4" fmla="*/ 4271554 w 5068388"/>
              <a:gd name="connsiteY4" fmla="*/ 1152598 h 1172402"/>
              <a:gd name="connsiteX5" fmla="*/ 5068388 w 5068388"/>
              <a:gd name="connsiteY5" fmla="*/ 1126472 h 1172402"/>
              <a:gd name="connsiteX6" fmla="*/ 5068388 w 5068388"/>
              <a:gd name="connsiteY6" fmla="*/ 1126472 h 1172402"/>
              <a:gd name="connsiteX0" fmla="*/ 0 w 5068388"/>
              <a:gd name="connsiteY0" fmla="*/ 571 h 1169907"/>
              <a:gd name="connsiteX1" fmla="*/ 901337 w 5068388"/>
              <a:gd name="connsiteY1" fmla="*/ 92012 h 1169907"/>
              <a:gd name="connsiteX2" fmla="*/ 1933302 w 5068388"/>
              <a:gd name="connsiteY2" fmla="*/ 379394 h 1169907"/>
              <a:gd name="connsiteX3" fmla="*/ 3108960 w 5068388"/>
              <a:gd name="connsiteY3" fmla="*/ 784343 h 1169907"/>
              <a:gd name="connsiteX4" fmla="*/ 4271554 w 5068388"/>
              <a:gd name="connsiteY4" fmla="*/ 1150103 h 1169907"/>
              <a:gd name="connsiteX5" fmla="*/ 5068388 w 5068388"/>
              <a:gd name="connsiteY5" fmla="*/ 1123977 h 1169907"/>
              <a:gd name="connsiteX6" fmla="*/ 5068388 w 5068388"/>
              <a:gd name="connsiteY6" fmla="*/ 1123977 h 1169907"/>
              <a:gd name="connsiteX0" fmla="*/ 0 w 5068388"/>
              <a:gd name="connsiteY0" fmla="*/ 674 h 1170010"/>
              <a:gd name="connsiteX1" fmla="*/ 901337 w 5068388"/>
              <a:gd name="connsiteY1" fmla="*/ 92115 h 1170010"/>
              <a:gd name="connsiteX2" fmla="*/ 1933302 w 5068388"/>
              <a:gd name="connsiteY2" fmla="*/ 418686 h 1170010"/>
              <a:gd name="connsiteX3" fmla="*/ 3108960 w 5068388"/>
              <a:gd name="connsiteY3" fmla="*/ 784446 h 1170010"/>
              <a:gd name="connsiteX4" fmla="*/ 4271554 w 5068388"/>
              <a:gd name="connsiteY4" fmla="*/ 1150206 h 1170010"/>
              <a:gd name="connsiteX5" fmla="*/ 5068388 w 5068388"/>
              <a:gd name="connsiteY5" fmla="*/ 1124080 h 1170010"/>
              <a:gd name="connsiteX6" fmla="*/ 5068388 w 5068388"/>
              <a:gd name="connsiteY6" fmla="*/ 1124080 h 1170010"/>
              <a:gd name="connsiteX0" fmla="*/ 0 w 5068388"/>
              <a:gd name="connsiteY0" fmla="*/ 674 h 1169087"/>
              <a:gd name="connsiteX1" fmla="*/ 901337 w 5068388"/>
              <a:gd name="connsiteY1" fmla="*/ 92115 h 1169087"/>
              <a:gd name="connsiteX2" fmla="*/ 1933302 w 5068388"/>
              <a:gd name="connsiteY2" fmla="*/ 418686 h 1169087"/>
              <a:gd name="connsiteX3" fmla="*/ 3069771 w 5068388"/>
              <a:gd name="connsiteY3" fmla="*/ 797508 h 1169087"/>
              <a:gd name="connsiteX4" fmla="*/ 4271554 w 5068388"/>
              <a:gd name="connsiteY4" fmla="*/ 1150206 h 1169087"/>
              <a:gd name="connsiteX5" fmla="*/ 5068388 w 5068388"/>
              <a:gd name="connsiteY5" fmla="*/ 1124080 h 1169087"/>
              <a:gd name="connsiteX6" fmla="*/ 5068388 w 5068388"/>
              <a:gd name="connsiteY6" fmla="*/ 1124080 h 1169087"/>
              <a:gd name="connsiteX0" fmla="*/ 0 w 5068388"/>
              <a:gd name="connsiteY0" fmla="*/ 674 h 1169087"/>
              <a:gd name="connsiteX1" fmla="*/ 901337 w 5068388"/>
              <a:gd name="connsiteY1" fmla="*/ 92115 h 1169087"/>
              <a:gd name="connsiteX2" fmla="*/ 1933302 w 5068388"/>
              <a:gd name="connsiteY2" fmla="*/ 418686 h 1169087"/>
              <a:gd name="connsiteX3" fmla="*/ 3069771 w 5068388"/>
              <a:gd name="connsiteY3" fmla="*/ 797508 h 1169087"/>
              <a:gd name="connsiteX4" fmla="*/ 4271554 w 5068388"/>
              <a:gd name="connsiteY4" fmla="*/ 1150206 h 1169087"/>
              <a:gd name="connsiteX5" fmla="*/ 5068388 w 5068388"/>
              <a:gd name="connsiteY5" fmla="*/ 1124080 h 1169087"/>
              <a:gd name="connsiteX6" fmla="*/ 5068388 w 5068388"/>
              <a:gd name="connsiteY6" fmla="*/ 1124080 h 1169087"/>
              <a:gd name="connsiteX0" fmla="*/ 0 w 5068388"/>
              <a:gd name="connsiteY0" fmla="*/ 674 h 1124080"/>
              <a:gd name="connsiteX1" fmla="*/ 901337 w 5068388"/>
              <a:gd name="connsiteY1" fmla="*/ 92115 h 1124080"/>
              <a:gd name="connsiteX2" fmla="*/ 1933302 w 5068388"/>
              <a:gd name="connsiteY2" fmla="*/ 418686 h 1124080"/>
              <a:gd name="connsiteX3" fmla="*/ 3069771 w 5068388"/>
              <a:gd name="connsiteY3" fmla="*/ 797508 h 1124080"/>
              <a:gd name="connsiteX4" fmla="*/ 4036422 w 5068388"/>
              <a:gd name="connsiteY4" fmla="*/ 1071829 h 1124080"/>
              <a:gd name="connsiteX5" fmla="*/ 5068388 w 5068388"/>
              <a:gd name="connsiteY5" fmla="*/ 1124080 h 1124080"/>
              <a:gd name="connsiteX6" fmla="*/ 5068388 w 5068388"/>
              <a:gd name="connsiteY6" fmla="*/ 1124080 h 1124080"/>
              <a:gd name="connsiteX0" fmla="*/ 0 w 5068388"/>
              <a:gd name="connsiteY0" fmla="*/ 674 h 1124080"/>
              <a:gd name="connsiteX1" fmla="*/ 901337 w 5068388"/>
              <a:gd name="connsiteY1" fmla="*/ 92115 h 1124080"/>
              <a:gd name="connsiteX2" fmla="*/ 1933302 w 5068388"/>
              <a:gd name="connsiteY2" fmla="*/ 418686 h 1124080"/>
              <a:gd name="connsiteX3" fmla="*/ 2573382 w 5068388"/>
              <a:gd name="connsiteY3" fmla="*/ 627692 h 1124080"/>
              <a:gd name="connsiteX4" fmla="*/ 3069771 w 5068388"/>
              <a:gd name="connsiteY4" fmla="*/ 797508 h 1124080"/>
              <a:gd name="connsiteX5" fmla="*/ 4036422 w 5068388"/>
              <a:gd name="connsiteY5" fmla="*/ 1071829 h 1124080"/>
              <a:gd name="connsiteX6" fmla="*/ 5068388 w 5068388"/>
              <a:gd name="connsiteY6" fmla="*/ 1124080 h 1124080"/>
              <a:gd name="connsiteX7" fmla="*/ 5068388 w 5068388"/>
              <a:gd name="connsiteY7" fmla="*/ 1124080 h 1124080"/>
              <a:gd name="connsiteX0" fmla="*/ 0 w 5068388"/>
              <a:gd name="connsiteY0" fmla="*/ 674 h 1124080"/>
              <a:gd name="connsiteX1" fmla="*/ 901337 w 5068388"/>
              <a:gd name="connsiteY1" fmla="*/ 92115 h 1124080"/>
              <a:gd name="connsiteX2" fmla="*/ 1933302 w 5068388"/>
              <a:gd name="connsiteY2" fmla="*/ 418686 h 1124080"/>
              <a:gd name="connsiteX3" fmla="*/ 2573382 w 5068388"/>
              <a:gd name="connsiteY3" fmla="*/ 588504 h 1124080"/>
              <a:gd name="connsiteX4" fmla="*/ 3069771 w 5068388"/>
              <a:gd name="connsiteY4" fmla="*/ 797508 h 1124080"/>
              <a:gd name="connsiteX5" fmla="*/ 4036422 w 5068388"/>
              <a:gd name="connsiteY5" fmla="*/ 1071829 h 1124080"/>
              <a:gd name="connsiteX6" fmla="*/ 5068388 w 5068388"/>
              <a:gd name="connsiteY6" fmla="*/ 1124080 h 1124080"/>
              <a:gd name="connsiteX7" fmla="*/ 5068388 w 5068388"/>
              <a:gd name="connsiteY7" fmla="*/ 1124080 h 1124080"/>
              <a:gd name="connsiteX0" fmla="*/ 0 w 5068388"/>
              <a:gd name="connsiteY0" fmla="*/ 602 h 1124008"/>
              <a:gd name="connsiteX1" fmla="*/ 901337 w 5068388"/>
              <a:gd name="connsiteY1" fmla="*/ 92043 h 1124008"/>
              <a:gd name="connsiteX2" fmla="*/ 1920239 w 5068388"/>
              <a:gd name="connsiteY2" fmla="*/ 392488 h 1124008"/>
              <a:gd name="connsiteX3" fmla="*/ 2573382 w 5068388"/>
              <a:gd name="connsiteY3" fmla="*/ 588432 h 1124008"/>
              <a:gd name="connsiteX4" fmla="*/ 3069771 w 5068388"/>
              <a:gd name="connsiteY4" fmla="*/ 797436 h 1124008"/>
              <a:gd name="connsiteX5" fmla="*/ 4036422 w 5068388"/>
              <a:gd name="connsiteY5" fmla="*/ 1071757 h 1124008"/>
              <a:gd name="connsiteX6" fmla="*/ 5068388 w 5068388"/>
              <a:gd name="connsiteY6" fmla="*/ 1124008 h 1124008"/>
              <a:gd name="connsiteX7" fmla="*/ 5068388 w 5068388"/>
              <a:gd name="connsiteY7" fmla="*/ 1124008 h 1124008"/>
              <a:gd name="connsiteX0" fmla="*/ 0 w 5068388"/>
              <a:gd name="connsiteY0" fmla="*/ 602 h 1124008"/>
              <a:gd name="connsiteX1" fmla="*/ 901337 w 5068388"/>
              <a:gd name="connsiteY1" fmla="*/ 92043 h 1124008"/>
              <a:gd name="connsiteX2" fmla="*/ 1920239 w 5068388"/>
              <a:gd name="connsiteY2" fmla="*/ 392488 h 1124008"/>
              <a:gd name="connsiteX3" fmla="*/ 2573382 w 5068388"/>
              <a:gd name="connsiteY3" fmla="*/ 588432 h 1124008"/>
              <a:gd name="connsiteX4" fmla="*/ 3200400 w 5068388"/>
              <a:gd name="connsiteY4" fmla="*/ 810498 h 1124008"/>
              <a:gd name="connsiteX5" fmla="*/ 4036422 w 5068388"/>
              <a:gd name="connsiteY5" fmla="*/ 1071757 h 1124008"/>
              <a:gd name="connsiteX6" fmla="*/ 5068388 w 5068388"/>
              <a:gd name="connsiteY6" fmla="*/ 1124008 h 1124008"/>
              <a:gd name="connsiteX7" fmla="*/ 5068388 w 5068388"/>
              <a:gd name="connsiteY7" fmla="*/ 1124008 h 1124008"/>
              <a:gd name="connsiteX0" fmla="*/ 0 w 5068388"/>
              <a:gd name="connsiteY0" fmla="*/ 602 h 1124008"/>
              <a:gd name="connsiteX1" fmla="*/ 901337 w 5068388"/>
              <a:gd name="connsiteY1" fmla="*/ 92043 h 1124008"/>
              <a:gd name="connsiteX2" fmla="*/ 1920239 w 5068388"/>
              <a:gd name="connsiteY2" fmla="*/ 392488 h 1124008"/>
              <a:gd name="connsiteX3" fmla="*/ 2573382 w 5068388"/>
              <a:gd name="connsiteY3" fmla="*/ 588432 h 1124008"/>
              <a:gd name="connsiteX4" fmla="*/ 3200400 w 5068388"/>
              <a:gd name="connsiteY4" fmla="*/ 810498 h 1124008"/>
              <a:gd name="connsiteX5" fmla="*/ 4206239 w 5068388"/>
              <a:gd name="connsiteY5" fmla="*/ 1045631 h 1124008"/>
              <a:gd name="connsiteX6" fmla="*/ 5068388 w 5068388"/>
              <a:gd name="connsiteY6" fmla="*/ 1124008 h 1124008"/>
              <a:gd name="connsiteX7" fmla="*/ 5068388 w 5068388"/>
              <a:gd name="connsiteY7" fmla="*/ 1124008 h 1124008"/>
              <a:gd name="connsiteX0" fmla="*/ 0 w 5068388"/>
              <a:gd name="connsiteY0" fmla="*/ 602 h 1124008"/>
              <a:gd name="connsiteX1" fmla="*/ 901337 w 5068388"/>
              <a:gd name="connsiteY1" fmla="*/ 92043 h 1124008"/>
              <a:gd name="connsiteX2" fmla="*/ 1920239 w 5068388"/>
              <a:gd name="connsiteY2" fmla="*/ 392488 h 1124008"/>
              <a:gd name="connsiteX3" fmla="*/ 2573382 w 5068388"/>
              <a:gd name="connsiteY3" fmla="*/ 588432 h 1124008"/>
              <a:gd name="connsiteX4" fmla="*/ 3200400 w 5068388"/>
              <a:gd name="connsiteY4" fmla="*/ 810498 h 1124008"/>
              <a:gd name="connsiteX5" fmla="*/ 4206239 w 5068388"/>
              <a:gd name="connsiteY5" fmla="*/ 1045631 h 1124008"/>
              <a:gd name="connsiteX6" fmla="*/ 5068388 w 5068388"/>
              <a:gd name="connsiteY6" fmla="*/ 1124008 h 1124008"/>
              <a:gd name="connsiteX7" fmla="*/ 5068388 w 5068388"/>
              <a:gd name="connsiteY7" fmla="*/ 1124008 h 112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68388" h="1124008">
                <a:moveTo>
                  <a:pt x="0" y="602"/>
                </a:moveTo>
                <a:cubicBezTo>
                  <a:pt x="289560" y="-4841"/>
                  <a:pt x="581297" y="26729"/>
                  <a:pt x="901337" y="92043"/>
                </a:cubicBezTo>
                <a:cubicBezTo>
                  <a:pt x="1221377" y="157357"/>
                  <a:pt x="1641565" y="309757"/>
                  <a:pt x="1920239" y="392488"/>
                </a:cubicBezTo>
                <a:cubicBezTo>
                  <a:pt x="2198913" y="475219"/>
                  <a:pt x="2360022" y="531826"/>
                  <a:pt x="2573382" y="588432"/>
                </a:cubicBezTo>
                <a:cubicBezTo>
                  <a:pt x="2762794" y="651569"/>
                  <a:pt x="2928257" y="734298"/>
                  <a:pt x="3200400" y="810498"/>
                </a:cubicBezTo>
                <a:cubicBezTo>
                  <a:pt x="3472543" y="886698"/>
                  <a:pt x="3881845" y="993379"/>
                  <a:pt x="4206239" y="1045631"/>
                </a:cubicBezTo>
                <a:cubicBezTo>
                  <a:pt x="4530633" y="1097883"/>
                  <a:pt x="4924697" y="1110945"/>
                  <a:pt x="5068388" y="1124008"/>
                </a:cubicBezTo>
                <a:lnTo>
                  <a:pt x="5068388" y="1124008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1633538" y="4589463"/>
            <a:ext cx="5511800" cy="1149350"/>
          </a:xfrm>
          <a:custGeom>
            <a:avLst/>
            <a:gdLst>
              <a:gd name="connsiteX0" fmla="*/ 0 w 5512526"/>
              <a:gd name="connsiteY0" fmla="*/ 22244 h 1150075"/>
              <a:gd name="connsiteX1" fmla="*/ 1162594 w 5512526"/>
              <a:gd name="connsiteY1" fmla="*/ 61432 h 1150075"/>
              <a:gd name="connsiteX2" fmla="*/ 2756263 w 5512526"/>
              <a:gd name="connsiteY2" fmla="*/ 544758 h 1150075"/>
              <a:gd name="connsiteX3" fmla="*/ 4611189 w 5512526"/>
              <a:gd name="connsiteY3" fmla="*/ 1093398 h 1150075"/>
              <a:gd name="connsiteX4" fmla="*/ 5512526 w 5512526"/>
              <a:gd name="connsiteY4" fmla="*/ 1132586 h 1150075"/>
              <a:gd name="connsiteX5" fmla="*/ 5512526 w 5512526"/>
              <a:gd name="connsiteY5" fmla="*/ 1132586 h 115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12526" h="1150075">
                <a:moveTo>
                  <a:pt x="0" y="22244"/>
                </a:moveTo>
                <a:cubicBezTo>
                  <a:pt x="351608" y="-1705"/>
                  <a:pt x="703217" y="-25654"/>
                  <a:pt x="1162594" y="61432"/>
                </a:cubicBezTo>
                <a:cubicBezTo>
                  <a:pt x="1621971" y="148518"/>
                  <a:pt x="2756263" y="544758"/>
                  <a:pt x="2756263" y="544758"/>
                </a:cubicBezTo>
                <a:cubicBezTo>
                  <a:pt x="3331029" y="716752"/>
                  <a:pt x="4151812" y="995427"/>
                  <a:pt x="4611189" y="1093398"/>
                </a:cubicBezTo>
                <a:cubicBezTo>
                  <a:pt x="5070566" y="1191369"/>
                  <a:pt x="5512526" y="1132586"/>
                  <a:pt x="5512526" y="1132586"/>
                </a:cubicBezTo>
                <a:lnTo>
                  <a:pt x="5512526" y="1132586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7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7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7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971550" y="620713"/>
            <a:ext cx="846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例 </a:t>
            </a:r>
            <a:r>
              <a:rPr lang="en-US" altLang="zh-CN" sz="2400" b="1">
                <a:latin typeface="Arial" panose="020B0604020202020204" pitchFamily="34" charset="0"/>
              </a:rPr>
              <a:t>2:</a:t>
            </a:r>
          </a:p>
        </p:txBody>
      </p:sp>
      <p:graphicFrame>
        <p:nvGraphicFramePr>
          <p:cNvPr id="78851" name="Object 2"/>
          <p:cNvGraphicFramePr>
            <a:graphicFrameLocks noChangeAspect="1"/>
          </p:cNvGraphicFramePr>
          <p:nvPr/>
        </p:nvGraphicFramePr>
        <p:xfrm>
          <a:off x="2051050" y="1484313"/>
          <a:ext cx="295116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31366" imgH="380835" progId="Equation.3">
                  <p:embed/>
                </p:oleObj>
              </mc:Choice>
              <mc:Fallback>
                <p:oleObj r:id="rId3" imgW="1231366" imgH="380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484313"/>
                        <a:ext cx="2951163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3"/>
          <p:cNvGraphicFramePr>
            <a:graphicFrameLocks noChangeAspect="1"/>
          </p:cNvGraphicFramePr>
          <p:nvPr/>
        </p:nvGraphicFramePr>
        <p:xfrm>
          <a:off x="5795963" y="1628775"/>
          <a:ext cx="11049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82391" imgH="190417" progId="Equation.3">
                  <p:embed/>
                </p:oleObj>
              </mc:Choice>
              <mc:Fallback>
                <p:oleObj r:id="rId5" imgW="482391" imgH="1904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628775"/>
                        <a:ext cx="11049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684213" y="333851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解：</a:t>
            </a:r>
          </a:p>
        </p:txBody>
      </p:sp>
      <p:graphicFrame>
        <p:nvGraphicFramePr>
          <p:cNvPr id="181254" name="Object 4"/>
          <p:cNvGraphicFramePr>
            <a:graphicFrameLocks noChangeAspect="1"/>
          </p:cNvGraphicFramePr>
          <p:nvPr/>
        </p:nvGraphicFramePr>
        <p:xfrm>
          <a:off x="2339975" y="3644900"/>
          <a:ext cx="37433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12900" imgH="381000" progId="Equation.3">
                  <p:embed/>
                </p:oleObj>
              </mc:Choice>
              <mc:Fallback>
                <p:oleObj r:id="rId7" imgW="16129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644900"/>
                        <a:ext cx="374332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5" name="Object 5"/>
          <p:cNvGraphicFramePr>
            <a:graphicFrameLocks noChangeAspect="1"/>
          </p:cNvGraphicFramePr>
          <p:nvPr/>
        </p:nvGraphicFramePr>
        <p:xfrm>
          <a:off x="2466975" y="4949825"/>
          <a:ext cx="3059113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06500" imgH="431800" progId="Equation.3">
                  <p:embed/>
                </p:oleObj>
              </mc:Choice>
              <mc:Fallback>
                <p:oleObj r:id="rId9" imgW="12065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4949825"/>
                        <a:ext cx="3059113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1979613" y="692150"/>
            <a:ext cx="447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已知系统的开环传递函数如下：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187450" y="2492375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试绘制系统的开环</a:t>
            </a: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Line 2"/>
          <p:cNvSpPr>
            <a:spLocks noChangeShapeType="1"/>
          </p:cNvSpPr>
          <p:nvPr/>
        </p:nvSpPr>
        <p:spPr bwMode="auto">
          <a:xfrm>
            <a:off x="3059113" y="3500438"/>
            <a:ext cx="0" cy="1444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899" name="Line 3"/>
          <p:cNvSpPr>
            <a:spLocks noChangeShapeType="1"/>
          </p:cNvSpPr>
          <p:nvPr/>
        </p:nvSpPr>
        <p:spPr bwMode="auto">
          <a:xfrm>
            <a:off x="4932363" y="3500438"/>
            <a:ext cx="0" cy="1444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844675"/>
            <a:ext cx="7050088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3301" name="Object 2"/>
          <p:cNvGraphicFramePr>
            <a:graphicFrameLocks noChangeAspect="1"/>
          </p:cNvGraphicFramePr>
          <p:nvPr/>
        </p:nvGraphicFramePr>
        <p:xfrm>
          <a:off x="2916238" y="3644900"/>
          <a:ext cx="2571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7646" imgH="380670" progId="Equation.3">
                  <p:embed/>
                </p:oleObj>
              </mc:Choice>
              <mc:Fallback>
                <p:oleObj r:id="rId4" imgW="177646" imgH="38067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44900"/>
                        <a:ext cx="2571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3"/>
          <p:cNvGraphicFramePr>
            <a:graphicFrameLocks noChangeAspect="1"/>
          </p:cNvGraphicFramePr>
          <p:nvPr/>
        </p:nvGraphicFramePr>
        <p:xfrm>
          <a:off x="4787900" y="3644900"/>
          <a:ext cx="2762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417" imgH="380835" progId="Equation.3">
                  <p:embed/>
                </p:oleObj>
              </mc:Choice>
              <mc:Fallback>
                <p:oleObj r:id="rId6" imgW="190417" imgH="3808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644900"/>
                        <a:ext cx="2762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3" name="Line 7"/>
          <p:cNvSpPr>
            <a:spLocks noChangeShapeType="1"/>
          </p:cNvSpPr>
          <p:nvPr/>
        </p:nvSpPr>
        <p:spPr bwMode="auto">
          <a:xfrm>
            <a:off x="1547813" y="2708275"/>
            <a:ext cx="1444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684213" y="2492375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20lgK</a:t>
            </a:r>
          </a:p>
        </p:txBody>
      </p:sp>
      <p:sp>
        <p:nvSpPr>
          <p:cNvPr id="183305" name="Line 9"/>
          <p:cNvSpPr>
            <a:spLocks noChangeShapeType="1"/>
          </p:cNvSpPr>
          <p:nvPr/>
        </p:nvSpPr>
        <p:spPr bwMode="auto">
          <a:xfrm>
            <a:off x="1692275" y="2708275"/>
            <a:ext cx="1366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6" name="Line 10"/>
          <p:cNvSpPr>
            <a:spLocks noChangeShapeType="1"/>
          </p:cNvSpPr>
          <p:nvPr/>
        </p:nvSpPr>
        <p:spPr bwMode="auto">
          <a:xfrm flipV="1">
            <a:off x="3059113" y="2708275"/>
            <a:ext cx="0" cy="8651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7" name="Line 11"/>
          <p:cNvSpPr>
            <a:spLocks noChangeShapeType="1"/>
          </p:cNvSpPr>
          <p:nvPr/>
        </p:nvSpPr>
        <p:spPr bwMode="auto">
          <a:xfrm>
            <a:off x="1547813" y="2997200"/>
            <a:ext cx="1444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900113" y="285273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183309" name="Line 13"/>
          <p:cNvSpPr>
            <a:spLocks noChangeShapeType="1"/>
          </p:cNvSpPr>
          <p:nvPr/>
        </p:nvSpPr>
        <p:spPr bwMode="auto">
          <a:xfrm flipH="1">
            <a:off x="2339975" y="2276475"/>
            <a:ext cx="28733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0" name="Text Box 14"/>
          <p:cNvSpPr txBox="1">
            <a:spLocks noChangeArrowheads="1"/>
          </p:cNvSpPr>
          <p:nvPr/>
        </p:nvSpPr>
        <p:spPr bwMode="auto">
          <a:xfrm>
            <a:off x="2484438" y="1916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83311" name="Line 15"/>
          <p:cNvSpPr>
            <a:spLocks noChangeShapeType="1"/>
          </p:cNvSpPr>
          <p:nvPr/>
        </p:nvSpPr>
        <p:spPr bwMode="auto">
          <a:xfrm>
            <a:off x="3059113" y="2708275"/>
            <a:ext cx="1873250" cy="7207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2" name="Line 16"/>
          <p:cNvSpPr>
            <a:spLocks noChangeShapeType="1"/>
          </p:cNvSpPr>
          <p:nvPr/>
        </p:nvSpPr>
        <p:spPr bwMode="auto">
          <a:xfrm flipH="1">
            <a:off x="3995738" y="2565400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3313" name="Object 4"/>
          <p:cNvGraphicFramePr>
            <a:graphicFrameLocks noChangeAspect="1"/>
          </p:cNvGraphicFramePr>
          <p:nvPr/>
        </p:nvGraphicFramePr>
        <p:xfrm>
          <a:off x="4284663" y="1773238"/>
          <a:ext cx="8651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0835" imgH="380835" progId="Equation.3">
                  <p:embed/>
                </p:oleObj>
              </mc:Choice>
              <mc:Fallback>
                <p:oleObj r:id="rId8" imgW="380835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773238"/>
                        <a:ext cx="8651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4" name="Text Box 18"/>
          <p:cNvSpPr txBox="1">
            <a:spLocks noChangeArrowheads="1"/>
          </p:cNvSpPr>
          <p:nvPr/>
        </p:nvSpPr>
        <p:spPr bwMode="auto">
          <a:xfrm>
            <a:off x="4211638" y="2708275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-20dB/dec</a:t>
            </a:r>
          </a:p>
        </p:txBody>
      </p:sp>
      <p:sp>
        <p:nvSpPr>
          <p:cNvPr id="183315" name="Line 19"/>
          <p:cNvSpPr>
            <a:spLocks noChangeShapeType="1"/>
          </p:cNvSpPr>
          <p:nvPr/>
        </p:nvSpPr>
        <p:spPr bwMode="auto">
          <a:xfrm flipH="1" flipV="1">
            <a:off x="4932363" y="3429000"/>
            <a:ext cx="1727200" cy="1295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6" name="Line 20"/>
          <p:cNvSpPr>
            <a:spLocks noChangeShapeType="1"/>
          </p:cNvSpPr>
          <p:nvPr/>
        </p:nvSpPr>
        <p:spPr bwMode="auto">
          <a:xfrm flipV="1">
            <a:off x="5364163" y="4292600"/>
            <a:ext cx="431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3317" name="Object 5"/>
          <p:cNvGraphicFramePr>
            <a:graphicFrameLocks noChangeAspect="1"/>
          </p:cNvGraphicFramePr>
          <p:nvPr/>
        </p:nvGraphicFramePr>
        <p:xfrm>
          <a:off x="4427538" y="4437063"/>
          <a:ext cx="8953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93529" imgH="380835" progId="Equation.3">
                  <p:embed/>
                </p:oleObj>
              </mc:Choice>
              <mc:Fallback>
                <p:oleObj r:id="rId10" imgW="393529" imgH="3808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437063"/>
                        <a:ext cx="8953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6300788" y="4149725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-40dB/dec</a:t>
            </a:r>
          </a:p>
        </p:txBody>
      </p:sp>
      <p:sp>
        <p:nvSpPr>
          <p:cNvPr id="183319" name="Text Box 23"/>
          <p:cNvSpPr txBox="1">
            <a:spLocks noChangeArrowheads="1"/>
          </p:cNvSpPr>
          <p:nvPr/>
        </p:nvSpPr>
        <p:spPr bwMode="auto">
          <a:xfrm>
            <a:off x="909638" y="620713"/>
            <a:ext cx="6902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    </a:t>
            </a:r>
            <a:r>
              <a:rPr lang="zh-CN" altLang="en-US" sz="2400" b="1">
                <a:latin typeface="Arial" panose="020B0604020202020204" pitchFamily="34" charset="0"/>
              </a:rPr>
              <a:t>将每个环节的幅频特性相加可以得到整个系统的幅频特性图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4" grpId="0"/>
      <p:bldP spid="183308" grpId="0"/>
      <p:bldP spid="183310" grpId="0"/>
      <p:bldP spid="183314" grpId="0"/>
      <p:bldP spid="183318" grpId="0"/>
      <p:bldP spid="1833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2"/>
          <p:cNvSpPr>
            <a:spLocks noChangeShapeType="1"/>
          </p:cNvSpPr>
          <p:nvPr/>
        </p:nvSpPr>
        <p:spPr bwMode="auto">
          <a:xfrm>
            <a:off x="1549400" y="2997200"/>
            <a:ext cx="6119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7" name="Line 3"/>
          <p:cNvSpPr>
            <a:spLocks noChangeShapeType="1"/>
          </p:cNvSpPr>
          <p:nvPr/>
        </p:nvSpPr>
        <p:spPr bwMode="auto">
          <a:xfrm flipV="1">
            <a:off x="1908175" y="2132013"/>
            <a:ext cx="0" cy="3313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404938" y="29972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0.1</a:t>
            </a:r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5365750" y="2997200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>
            <a:off x="3636963" y="285432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5365750" y="285432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7092950" y="285432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3492500" y="2997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2954" name="Text Box 10"/>
          <p:cNvSpPr txBox="1">
            <a:spLocks noChangeArrowheads="1"/>
          </p:cNvSpPr>
          <p:nvPr/>
        </p:nvSpPr>
        <p:spPr bwMode="auto">
          <a:xfrm>
            <a:off x="5149850" y="29972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6877050" y="29972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1189038" y="1773238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,</a:t>
            </a:r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1765300" y="24209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1262063" y="2205038"/>
            <a:ext cx="530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45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>
            <a:off x="1765300" y="357346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>
            <a:off x="1765300" y="414972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1765300" y="47259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1117600" y="3357563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-45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1117600" y="4005263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-90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974725" y="4510088"/>
            <a:ext cx="733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-135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1765300" y="5300663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973138" y="5084763"/>
            <a:ext cx="733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-180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2967" name="Line 23"/>
          <p:cNvSpPr>
            <a:spLocks noChangeShapeType="1"/>
          </p:cNvSpPr>
          <p:nvPr/>
        </p:nvSpPr>
        <p:spPr bwMode="auto">
          <a:xfrm>
            <a:off x="3276600" y="2852738"/>
            <a:ext cx="0" cy="1444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968" name="Object 2"/>
          <p:cNvGraphicFramePr>
            <a:graphicFrameLocks noChangeAspect="1"/>
          </p:cNvGraphicFramePr>
          <p:nvPr/>
        </p:nvGraphicFramePr>
        <p:xfrm>
          <a:off x="3132138" y="2205038"/>
          <a:ext cx="2905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7646" imgH="380670" progId="Equation.3">
                  <p:embed/>
                </p:oleObj>
              </mc:Choice>
              <mc:Fallback>
                <p:oleObj r:id="rId3" imgW="177646" imgH="38067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205038"/>
                        <a:ext cx="2905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9" name="Line 25"/>
          <p:cNvSpPr>
            <a:spLocks noChangeShapeType="1"/>
          </p:cNvSpPr>
          <p:nvPr/>
        </p:nvSpPr>
        <p:spPr bwMode="auto">
          <a:xfrm>
            <a:off x="5148263" y="2852738"/>
            <a:ext cx="0" cy="1444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970" name="Object 3"/>
          <p:cNvGraphicFramePr>
            <a:graphicFrameLocks noChangeAspect="1"/>
          </p:cNvGraphicFramePr>
          <p:nvPr/>
        </p:nvGraphicFramePr>
        <p:xfrm>
          <a:off x="4932363" y="2205038"/>
          <a:ext cx="31273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417" imgH="380835" progId="Equation.3">
                  <p:embed/>
                </p:oleObj>
              </mc:Choice>
              <mc:Fallback>
                <p:oleObj r:id="rId5" imgW="190417" imgH="3808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205038"/>
                        <a:ext cx="312737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Line 27"/>
          <p:cNvSpPr>
            <a:spLocks noChangeShapeType="1"/>
          </p:cNvSpPr>
          <p:nvPr/>
        </p:nvSpPr>
        <p:spPr bwMode="auto">
          <a:xfrm>
            <a:off x="1908175" y="3573463"/>
            <a:ext cx="575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2" name="Line 28"/>
          <p:cNvSpPr>
            <a:spLocks noChangeShapeType="1"/>
          </p:cNvSpPr>
          <p:nvPr/>
        </p:nvSpPr>
        <p:spPr bwMode="auto">
          <a:xfrm>
            <a:off x="1908175" y="4149725"/>
            <a:ext cx="575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3" name="Line 29"/>
          <p:cNvSpPr>
            <a:spLocks noChangeShapeType="1"/>
          </p:cNvSpPr>
          <p:nvPr/>
        </p:nvSpPr>
        <p:spPr bwMode="auto">
          <a:xfrm>
            <a:off x="1908175" y="4724400"/>
            <a:ext cx="575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4" name="Line 30"/>
          <p:cNvSpPr>
            <a:spLocks noChangeShapeType="1"/>
          </p:cNvSpPr>
          <p:nvPr/>
        </p:nvSpPr>
        <p:spPr bwMode="auto">
          <a:xfrm>
            <a:off x="1835150" y="5300663"/>
            <a:ext cx="590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5" name="Line 31"/>
          <p:cNvSpPr>
            <a:spLocks noChangeShapeType="1"/>
          </p:cNvSpPr>
          <p:nvPr/>
        </p:nvSpPr>
        <p:spPr bwMode="auto">
          <a:xfrm>
            <a:off x="5003800" y="2924175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6" name="Line 32"/>
          <p:cNvSpPr>
            <a:spLocks noChangeShapeType="1"/>
          </p:cNvSpPr>
          <p:nvPr/>
        </p:nvSpPr>
        <p:spPr bwMode="auto">
          <a:xfrm>
            <a:off x="3276600" y="29972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77" name="Line 33"/>
          <p:cNvSpPr>
            <a:spLocks noChangeShapeType="1"/>
          </p:cNvSpPr>
          <p:nvPr/>
        </p:nvSpPr>
        <p:spPr bwMode="auto">
          <a:xfrm>
            <a:off x="1547813" y="2997200"/>
            <a:ext cx="3455987" cy="11525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78" name="Line 34"/>
          <p:cNvSpPr>
            <a:spLocks noChangeShapeType="1"/>
          </p:cNvSpPr>
          <p:nvPr/>
        </p:nvSpPr>
        <p:spPr bwMode="auto">
          <a:xfrm>
            <a:off x="5003800" y="4149725"/>
            <a:ext cx="25923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79" name="Line 35"/>
          <p:cNvSpPr>
            <a:spLocks noChangeShapeType="1"/>
          </p:cNvSpPr>
          <p:nvPr/>
        </p:nvSpPr>
        <p:spPr bwMode="auto">
          <a:xfrm>
            <a:off x="3419475" y="2997200"/>
            <a:ext cx="3529013" cy="11525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0" name="Line 36"/>
          <p:cNvSpPr>
            <a:spLocks noChangeShapeType="1"/>
          </p:cNvSpPr>
          <p:nvPr/>
        </p:nvSpPr>
        <p:spPr bwMode="auto">
          <a:xfrm>
            <a:off x="6948488" y="2997200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1" name="Line 37"/>
          <p:cNvSpPr>
            <a:spLocks noChangeShapeType="1"/>
          </p:cNvSpPr>
          <p:nvPr/>
        </p:nvSpPr>
        <p:spPr bwMode="auto">
          <a:xfrm>
            <a:off x="5148263" y="2997200"/>
            <a:ext cx="0" cy="172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82" name="Line 38"/>
          <p:cNvSpPr>
            <a:spLocks noChangeShapeType="1"/>
          </p:cNvSpPr>
          <p:nvPr/>
        </p:nvSpPr>
        <p:spPr bwMode="auto">
          <a:xfrm>
            <a:off x="1908175" y="2997200"/>
            <a:ext cx="15113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83" name="Line 39"/>
          <p:cNvSpPr>
            <a:spLocks noChangeShapeType="1"/>
          </p:cNvSpPr>
          <p:nvPr/>
        </p:nvSpPr>
        <p:spPr bwMode="auto">
          <a:xfrm>
            <a:off x="6948488" y="4149725"/>
            <a:ext cx="719137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84" name="Oval 40"/>
          <p:cNvSpPr>
            <a:spLocks noChangeArrowheads="1"/>
          </p:cNvSpPr>
          <p:nvPr/>
        </p:nvSpPr>
        <p:spPr bwMode="auto">
          <a:xfrm>
            <a:off x="3203575" y="3573463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85385" name="Oval 41"/>
          <p:cNvSpPr>
            <a:spLocks noChangeArrowheads="1"/>
          </p:cNvSpPr>
          <p:nvPr/>
        </p:nvSpPr>
        <p:spPr bwMode="auto">
          <a:xfrm>
            <a:off x="5148263" y="465296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986" name="Line 42"/>
          <p:cNvSpPr>
            <a:spLocks noChangeShapeType="1"/>
          </p:cNvSpPr>
          <p:nvPr/>
        </p:nvSpPr>
        <p:spPr bwMode="auto">
          <a:xfrm>
            <a:off x="6948488" y="4149725"/>
            <a:ext cx="0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87" name="Oval 43"/>
          <p:cNvSpPr>
            <a:spLocks noChangeArrowheads="1"/>
          </p:cNvSpPr>
          <p:nvPr/>
        </p:nvSpPr>
        <p:spPr bwMode="auto">
          <a:xfrm>
            <a:off x="6877050" y="522922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85388" name="Freeform 44"/>
          <p:cNvSpPr>
            <a:spLocks noChangeArrowheads="1"/>
          </p:cNvSpPr>
          <p:nvPr/>
        </p:nvSpPr>
        <p:spPr bwMode="auto">
          <a:xfrm>
            <a:off x="1814513" y="3200400"/>
            <a:ext cx="5926137" cy="2093913"/>
          </a:xfrm>
          <a:custGeom>
            <a:avLst/>
            <a:gdLst>
              <a:gd name="T0" fmla="*/ 0 w 3733"/>
              <a:gd name="T1" fmla="*/ 0 h 1319"/>
              <a:gd name="T2" fmla="*/ 2147483646 w 3733"/>
              <a:gd name="T3" fmla="*/ 2147483646 h 1319"/>
              <a:gd name="T4" fmla="*/ 2147483646 w 3733"/>
              <a:gd name="T5" fmla="*/ 2147483646 h 1319"/>
              <a:gd name="T6" fmla="*/ 2147483646 w 3733"/>
              <a:gd name="T7" fmla="*/ 2147483646 h 1319"/>
              <a:gd name="T8" fmla="*/ 2147483646 w 3733"/>
              <a:gd name="T9" fmla="*/ 2147483646 h 1319"/>
              <a:gd name="T10" fmla="*/ 2147483646 w 3733"/>
              <a:gd name="T11" fmla="*/ 2147483646 h 1319"/>
              <a:gd name="T12" fmla="*/ 2147483646 w 3733"/>
              <a:gd name="T13" fmla="*/ 2147483646 h 1319"/>
              <a:gd name="T14" fmla="*/ 2147483646 w 3733"/>
              <a:gd name="T15" fmla="*/ 2147483646 h 1319"/>
              <a:gd name="T16" fmla="*/ 2147483646 w 3733"/>
              <a:gd name="T17" fmla="*/ 2147483646 h 1319"/>
              <a:gd name="T18" fmla="*/ 2147483646 w 3733"/>
              <a:gd name="T19" fmla="*/ 2147483646 h 1319"/>
              <a:gd name="T20" fmla="*/ 2147483646 w 3733"/>
              <a:gd name="T21" fmla="*/ 2147483646 h 13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33" h="1319">
                <a:moveTo>
                  <a:pt x="0" y="0"/>
                </a:moveTo>
                <a:cubicBezTo>
                  <a:pt x="84" y="24"/>
                  <a:pt x="361" y="98"/>
                  <a:pt x="512" y="143"/>
                </a:cubicBezTo>
                <a:cubicBezTo>
                  <a:pt x="663" y="188"/>
                  <a:pt x="772" y="218"/>
                  <a:pt x="908" y="271"/>
                </a:cubicBezTo>
                <a:cubicBezTo>
                  <a:pt x="1044" y="324"/>
                  <a:pt x="1145" y="361"/>
                  <a:pt x="1329" y="460"/>
                </a:cubicBezTo>
                <a:cubicBezTo>
                  <a:pt x="1513" y="559"/>
                  <a:pt x="1873" y="782"/>
                  <a:pt x="2009" y="865"/>
                </a:cubicBezTo>
                <a:cubicBezTo>
                  <a:pt x="2145" y="948"/>
                  <a:pt x="2056" y="915"/>
                  <a:pt x="2147" y="960"/>
                </a:cubicBezTo>
                <a:cubicBezTo>
                  <a:pt x="2238" y="1005"/>
                  <a:pt x="2402" y="1084"/>
                  <a:pt x="2553" y="1136"/>
                </a:cubicBezTo>
                <a:cubicBezTo>
                  <a:pt x="2704" y="1188"/>
                  <a:pt x="2941" y="1244"/>
                  <a:pt x="3052" y="1271"/>
                </a:cubicBezTo>
                <a:cubicBezTo>
                  <a:pt x="3163" y="1298"/>
                  <a:pt x="3123" y="1293"/>
                  <a:pt x="3221" y="1300"/>
                </a:cubicBezTo>
                <a:cubicBezTo>
                  <a:pt x="3319" y="1307"/>
                  <a:pt x="3557" y="1313"/>
                  <a:pt x="3642" y="1316"/>
                </a:cubicBezTo>
                <a:cubicBezTo>
                  <a:pt x="3727" y="1319"/>
                  <a:pt x="3729" y="1319"/>
                  <a:pt x="3733" y="1316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89" name="Line 45"/>
          <p:cNvSpPr>
            <a:spLocks noChangeShapeType="1"/>
          </p:cNvSpPr>
          <p:nvPr/>
        </p:nvSpPr>
        <p:spPr bwMode="auto">
          <a:xfrm flipH="1">
            <a:off x="6011863" y="2420938"/>
            <a:ext cx="7207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5390" name="Object 4"/>
          <p:cNvGraphicFramePr>
            <a:graphicFrameLocks noChangeAspect="1"/>
          </p:cNvGraphicFramePr>
          <p:nvPr/>
        </p:nvGraphicFramePr>
        <p:xfrm>
          <a:off x="6659563" y="1773238"/>
          <a:ext cx="8953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93529" imgH="380835" progId="Equation.3">
                  <p:embed/>
                </p:oleObj>
              </mc:Choice>
              <mc:Fallback>
                <p:oleObj r:id="rId7" imgW="393529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773238"/>
                        <a:ext cx="8953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91" name="Line 47"/>
          <p:cNvSpPr>
            <a:spLocks noChangeShapeType="1"/>
          </p:cNvSpPr>
          <p:nvPr/>
        </p:nvSpPr>
        <p:spPr bwMode="auto">
          <a:xfrm flipH="1">
            <a:off x="3851275" y="2420938"/>
            <a:ext cx="43338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5392" name="Object 5"/>
          <p:cNvGraphicFramePr>
            <a:graphicFrameLocks noChangeAspect="1"/>
          </p:cNvGraphicFramePr>
          <p:nvPr/>
        </p:nvGraphicFramePr>
        <p:xfrm>
          <a:off x="3851275" y="1628775"/>
          <a:ext cx="8651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80835" imgH="380835" progId="Equation.3">
                  <p:embed/>
                </p:oleObj>
              </mc:Choice>
              <mc:Fallback>
                <p:oleObj r:id="rId9" imgW="380835" imgH="3808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628775"/>
                        <a:ext cx="86518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93" name="Text Box 49"/>
          <p:cNvSpPr txBox="1">
            <a:spLocks noChangeArrowheads="1"/>
          </p:cNvSpPr>
          <p:nvPr/>
        </p:nvSpPr>
        <p:spPr bwMode="auto">
          <a:xfrm>
            <a:off x="909638" y="620713"/>
            <a:ext cx="6902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    </a:t>
            </a:r>
            <a:r>
              <a:rPr lang="zh-CN" altLang="en-US" sz="2400" b="1">
                <a:latin typeface="Arial" panose="020B0604020202020204" pitchFamily="34" charset="0"/>
              </a:rPr>
              <a:t>将每个环节的相频特性相加可以得到整个系统的相频特性图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5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5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84" grpId="0" animBg="1"/>
      <p:bldP spid="185385" grpId="0" animBg="1"/>
      <p:bldP spid="185387" grpId="0" animBg="1"/>
      <p:bldP spid="18539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468313" y="333375"/>
            <a:ext cx="6919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例 </a:t>
            </a:r>
            <a:r>
              <a:rPr lang="en-US" altLang="zh-CN" sz="2400" b="1">
                <a:latin typeface="Arial" panose="020B0604020202020204" pitchFamily="34" charset="0"/>
              </a:rPr>
              <a:t>3:  </a:t>
            </a:r>
            <a:r>
              <a:rPr lang="zh-CN" altLang="en-US" sz="2400" b="1">
                <a:latin typeface="Arial" panose="020B0604020202020204" pitchFamily="34" charset="0"/>
              </a:rPr>
              <a:t>绘制下列两个开环传函的对数幅频特性图。 </a:t>
            </a:r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411413" y="765175"/>
          <a:ext cx="146843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4725" imgH="355446" progId="Equation.3">
                  <p:embed/>
                </p:oleObj>
              </mc:Choice>
              <mc:Fallback>
                <p:oleObj r:id="rId3" imgW="634725" imgH="3554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765175"/>
                        <a:ext cx="1468437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4427538" y="836613"/>
          <a:ext cx="140335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47419" imgH="355446" progId="Equation.3">
                  <p:embed/>
                </p:oleObj>
              </mc:Choice>
              <mc:Fallback>
                <p:oleObj r:id="rId5" imgW="647419" imgH="3554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836613"/>
                        <a:ext cx="140335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1116013" y="1557338"/>
            <a:ext cx="59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解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2124075" y="1628775"/>
          <a:ext cx="143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36600" imgH="381000" progId="Equation.3">
                  <p:embed/>
                </p:oleObj>
              </mc:Choice>
              <mc:Fallback>
                <p:oleObj r:id="rId7" imgW="7366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143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9" name="Line 7"/>
          <p:cNvSpPr>
            <a:spLocks noChangeShapeType="1"/>
          </p:cNvSpPr>
          <p:nvPr/>
        </p:nvSpPr>
        <p:spPr bwMode="auto">
          <a:xfrm>
            <a:off x="1763713" y="3430588"/>
            <a:ext cx="1444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740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349500"/>
            <a:ext cx="5610225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401" name="Text Box 9"/>
          <p:cNvSpPr txBox="1">
            <a:spLocks noChangeArrowheads="1"/>
          </p:cNvSpPr>
          <p:nvPr/>
        </p:nvSpPr>
        <p:spPr bwMode="auto">
          <a:xfrm>
            <a:off x="755650" y="3213100"/>
            <a:ext cx="890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20lgK</a:t>
            </a:r>
            <a:r>
              <a:rPr lang="en-US" altLang="zh-CN" sz="1800" b="1" baseline="-25000"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187402" name="Line 10"/>
          <p:cNvSpPr>
            <a:spLocks noChangeShapeType="1"/>
          </p:cNvSpPr>
          <p:nvPr/>
        </p:nvSpPr>
        <p:spPr bwMode="auto">
          <a:xfrm>
            <a:off x="1908175" y="3429000"/>
            <a:ext cx="403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03" name="Line 11"/>
          <p:cNvSpPr>
            <a:spLocks noChangeShapeType="1"/>
          </p:cNvSpPr>
          <p:nvPr/>
        </p:nvSpPr>
        <p:spPr bwMode="auto">
          <a:xfrm>
            <a:off x="1908175" y="3717925"/>
            <a:ext cx="3024188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04" name="Line 12"/>
          <p:cNvSpPr>
            <a:spLocks noChangeShapeType="1"/>
          </p:cNvSpPr>
          <p:nvPr/>
        </p:nvSpPr>
        <p:spPr bwMode="auto">
          <a:xfrm flipV="1">
            <a:off x="3563938" y="3430588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05" name="Oval 13"/>
          <p:cNvSpPr>
            <a:spLocks noChangeArrowheads="1"/>
          </p:cNvSpPr>
          <p:nvPr/>
        </p:nvSpPr>
        <p:spPr bwMode="auto">
          <a:xfrm>
            <a:off x="3490913" y="3357563"/>
            <a:ext cx="144462" cy="730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87406" name="Line 14"/>
          <p:cNvSpPr>
            <a:spLocks noChangeShapeType="1"/>
          </p:cNvSpPr>
          <p:nvPr/>
        </p:nvSpPr>
        <p:spPr bwMode="auto">
          <a:xfrm flipH="1">
            <a:off x="3635375" y="2781300"/>
            <a:ext cx="576263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07" name="Text Box 15"/>
          <p:cNvSpPr txBox="1">
            <a:spLocks noChangeArrowheads="1"/>
          </p:cNvSpPr>
          <p:nvPr/>
        </p:nvSpPr>
        <p:spPr bwMode="auto">
          <a:xfrm>
            <a:off x="4283075" y="2422525"/>
            <a:ext cx="1296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(1, 20lgK</a:t>
            </a:r>
            <a:r>
              <a:rPr lang="en-US" altLang="zh-CN" sz="1800" b="1" baseline="-25000">
                <a:latin typeface="Arial" panose="020B0604020202020204" pitchFamily="34" charset="0"/>
              </a:rPr>
              <a:t>v</a:t>
            </a:r>
            <a:r>
              <a:rPr lang="en-US" altLang="zh-CN" sz="1800" b="1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87408" name="Text Box 16"/>
          <p:cNvSpPr txBox="1">
            <a:spLocks noChangeArrowheads="1"/>
          </p:cNvSpPr>
          <p:nvPr/>
        </p:nvSpPr>
        <p:spPr bwMode="auto">
          <a:xfrm>
            <a:off x="4284663" y="2205038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Key point</a:t>
            </a:r>
          </a:p>
        </p:txBody>
      </p:sp>
      <p:sp>
        <p:nvSpPr>
          <p:cNvPr id="187409" name="Line 17"/>
          <p:cNvSpPr>
            <a:spLocks noChangeShapeType="1"/>
          </p:cNvSpPr>
          <p:nvPr/>
        </p:nvSpPr>
        <p:spPr bwMode="auto">
          <a:xfrm>
            <a:off x="1979613" y="2781300"/>
            <a:ext cx="5400675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10" name="Line 18"/>
          <p:cNvSpPr>
            <a:spLocks noChangeShapeType="1"/>
          </p:cNvSpPr>
          <p:nvPr/>
        </p:nvSpPr>
        <p:spPr bwMode="auto">
          <a:xfrm flipH="1">
            <a:off x="6948488" y="4149725"/>
            <a:ext cx="4318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7411" name="Object 19"/>
          <p:cNvGraphicFramePr>
            <a:graphicFrameLocks noChangeAspect="1"/>
          </p:cNvGraphicFramePr>
          <p:nvPr/>
        </p:nvGraphicFramePr>
        <p:xfrm>
          <a:off x="7019925" y="3430588"/>
          <a:ext cx="143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36600" imgH="381000" progId="Equation.3">
                  <p:embed/>
                </p:oleObj>
              </mc:Choice>
              <mc:Fallback>
                <p:oleObj r:id="rId7" imgW="736600" imgH="381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430588"/>
                        <a:ext cx="143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2" name="Line 20"/>
          <p:cNvSpPr>
            <a:spLocks noChangeShapeType="1"/>
          </p:cNvSpPr>
          <p:nvPr/>
        </p:nvSpPr>
        <p:spPr bwMode="auto">
          <a:xfrm flipH="1">
            <a:off x="6011863" y="3646488"/>
            <a:ext cx="215900" cy="7921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13" name="Text Box 21"/>
          <p:cNvSpPr txBox="1">
            <a:spLocks noChangeArrowheads="1"/>
          </p:cNvSpPr>
          <p:nvPr/>
        </p:nvSpPr>
        <p:spPr bwMode="auto">
          <a:xfrm>
            <a:off x="6011863" y="3213100"/>
            <a:ext cx="757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=?</a:t>
            </a:r>
          </a:p>
        </p:txBody>
      </p:sp>
      <p:graphicFrame>
        <p:nvGraphicFramePr>
          <p:cNvPr id="187414" name="Object 22"/>
          <p:cNvGraphicFramePr>
            <a:graphicFrameLocks noChangeAspect="1"/>
          </p:cNvGraphicFramePr>
          <p:nvPr/>
        </p:nvGraphicFramePr>
        <p:xfrm>
          <a:off x="944563" y="5189538"/>
          <a:ext cx="25019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80588" imgH="253890" progId="Equation.DSMT4">
                  <p:embed/>
                </p:oleObj>
              </mc:Choice>
              <mc:Fallback>
                <p:oleObj r:id="rId10" imgW="1180588" imgH="25389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5189538"/>
                        <a:ext cx="25019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5" name="Object 23"/>
          <p:cNvGraphicFramePr>
            <a:graphicFrameLocks noChangeAspect="1"/>
          </p:cNvGraphicFramePr>
          <p:nvPr/>
        </p:nvGraphicFramePr>
        <p:xfrm>
          <a:off x="3635375" y="5229225"/>
          <a:ext cx="12969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58800" imgH="190500" progId="Equation.3">
                  <p:embed/>
                </p:oleObj>
              </mc:Choice>
              <mc:Fallback>
                <p:oleObj r:id="rId12" imgW="558800" imgH="1905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229225"/>
                        <a:ext cx="1296988" cy="44291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6" name="Text Box 24"/>
          <p:cNvSpPr txBox="1">
            <a:spLocks noChangeArrowheads="1"/>
          </p:cNvSpPr>
          <p:nvPr/>
        </p:nvSpPr>
        <p:spPr bwMode="auto">
          <a:xfrm>
            <a:off x="531813" y="5667375"/>
            <a:ext cx="8456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这对于传递函数的推导以及稳态误差的计算都是非常有用的。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8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18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7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7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/>
      <p:bldP spid="187401" grpId="0"/>
      <p:bldP spid="187405" grpId="0" animBg="1"/>
      <p:bldP spid="187407" grpId="0"/>
      <p:bldP spid="187408" grpId="0"/>
      <p:bldP spid="187413" grpId="0"/>
      <p:bldP spid="1874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42" name="Object 2"/>
          <p:cNvGraphicFramePr>
            <a:graphicFrameLocks noChangeAspect="1"/>
          </p:cNvGraphicFramePr>
          <p:nvPr/>
        </p:nvGraphicFramePr>
        <p:xfrm>
          <a:off x="993775" y="620713"/>
          <a:ext cx="211613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01309" imgH="380835" progId="Equation.3">
                  <p:embed/>
                </p:oleObj>
              </mc:Choice>
              <mc:Fallback>
                <p:oleObj r:id="rId3" imgW="901309" imgH="380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620713"/>
                        <a:ext cx="2116138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3" name="Line 3"/>
          <p:cNvSpPr>
            <a:spLocks noChangeShapeType="1"/>
          </p:cNvSpPr>
          <p:nvPr/>
        </p:nvSpPr>
        <p:spPr bwMode="auto">
          <a:xfrm>
            <a:off x="1619250" y="2925763"/>
            <a:ext cx="1444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844675"/>
            <a:ext cx="5610225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611188" y="2708275"/>
            <a:ext cx="890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20lgK</a:t>
            </a:r>
            <a:r>
              <a:rPr lang="en-US" altLang="zh-CN" sz="1800" b="1" baseline="-250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89446" name="Line 6"/>
          <p:cNvSpPr>
            <a:spLocks noChangeShapeType="1"/>
          </p:cNvSpPr>
          <p:nvPr/>
        </p:nvSpPr>
        <p:spPr bwMode="auto">
          <a:xfrm>
            <a:off x="1763713" y="2924175"/>
            <a:ext cx="403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47" name="Line 7"/>
          <p:cNvSpPr>
            <a:spLocks noChangeShapeType="1"/>
          </p:cNvSpPr>
          <p:nvPr/>
        </p:nvSpPr>
        <p:spPr bwMode="auto">
          <a:xfrm flipV="1">
            <a:off x="3419475" y="2924175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48" name="Oval 8"/>
          <p:cNvSpPr>
            <a:spLocks noChangeArrowheads="1"/>
          </p:cNvSpPr>
          <p:nvPr/>
        </p:nvSpPr>
        <p:spPr bwMode="auto">
          <a:xfrm>
            <a:off x="3346450" y="2852738"/>
            <a:ext cx="144463" cy="730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89449" name="Line 9"/>
          <p:cNvSpPr>
            <a:spLocks noChangeShapeType="1"/>
          </p:cNvSpPr>
          <p:nvPr/>
        </p:nvSpPr>
        <p:spPr bwMode="auto">
          <a:xfrm flipH="1">
            <a:off x="3490913" y="2276475"/>
            <a:ext cx="576262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50" name="Text Box 10"/>
          <p:cNvSpPr txBox="1">
            <a:spLocks noChangeArrowheads="1"/>
          </p:cNvSpPr>
          <p:nvPr/>
        </p:nvSpPr>
        <p:spPr bwMode="auto">
          <a:xfrm>
            <a:off x="4119563" y="2081213"/>
            <a:ext cx="1296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(1, 20lgK</a:t>
            </a:r>
            <a:r>
              <a:rPr lang="en-US" altLang="zh-CN" sz="1800" b="1" baseline="-25000">
                <a:latin typeface="Arial" panose="020B0604020202020204" pitchFamily="34" charset="0"/>
              </a:rPr>
              <a:t>a</a:t>
            </a:r>
            <a:r>
              <a:rPr lang="en-US" altLang="zh-CN" sz="1800" b="1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89451" name="Text Box 11"/>
          <p:cNvSpPr txBox="1">
            <a:spLocks noChangeArrowheads="1"/>
          </p:cNvSpPr>
          <p:nvPr/>
        </p:nvSpPr>
        <p:spPr bwMode="auto">
          <a:xfrm>
            <a:off x="4138613" y="1773238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Key point</a:t>
            </a:r>
          </a:p>
        </p:txBody>
      </p:sp>
      <p:sp>
        <p:nvSpPr>
          <p:cNvPr id="189452" name="Line 12"/>
          <p:cNvSpPr>
            <a:spLocks noChangeShapeType="1"/>
          </p:cNvSpPr>
          <p:nvPr/>
        </p:nvSpPr>
        <p:spPr bwMode="auto">
          <a:xfrm flipH="1">
            <a:off x="5940425" y="4437063"/>
            <a:ext cx="576263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9453" name="Object 13"/>
          <p:cNvGraphicFramePr>
            <a:graphicFrameLocks noChangeAspect="1"/>
          </p:cNvGraphicFramePr>
          <p:nvPr/>
        </p:nvGraphicFramePr>
        <p:xfrm>
          <a:off x="6516688" y="4076700"/>
          <a:ext cx="17621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1309" imgH="380835" progId="Equation.3">
                  <p:embed/>
                </p:oleObj>
              </mc:Choice>
              <mc:Fallback>
                <p:oleObj r:id="rId6" imgW="901309" imgH="38083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076700"/>
                        <a:ext cx="17621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54" name="Line 14"/>
          <p:cNvSpPr>
            <a:spLocks noChangeShapeType="1"/>
          </p:cNvSpPr>
          <p:nvPr/>
        </p:nvSpPr>
        <p:spPr bwMode="auto">
          <a:xfrm>
            <a:off x="1763713" y="2492375"/>
            <a:ext cx="3311525" cy="288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55" name="Line 15"/>
          <p:cNvSpPr>
            <a:spLocks noChangeShapeType="1"/>
          </p:cNvSpPr>
          <p:nvPr/>
        </p:nvSpPr>
        <p:spPr bwMode="auto">
          <a:xfrm flipH="1">
            <a:off x="1619250" y="249237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56" name="Text Box 16"/>
          <p:cNvSpPr txBox="1">
            <a:spLocks noChangeArrowheads="1"/>
          </p:cNvSpPr>
          <p:nvPr/>
        </p:nvSpPr>
        <p:spPr bwMode="auto">
          <a:xfrm>
            <a:off x="3275013" y="4724400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-40dB/dec</a:t>
            </a:r>
          </a:p>
        </p:txBody>
      </p:sp>
      <p:sp>
        <p:nvSpPr>
          <p:cNvPr id="189457" name="Line 17"/>
          <p:cNvSpPr>
            <a:spLocks noChangeShapeType="1"/>
          </p:cNvSpPr>
          <p:nvPr/>
        </p:nvSpPr>
        <p:spPr bwMode="auto">
          <a:xfrm>
            <a:off x="1763713" y="1484313"/>
            <a:ext cx="4248150" cy="3673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58" name="Line 18"/>
          <p:cNvSpPr>
            <a:spLocks noChangeShapeType="1"/>
          </p:cNvSpPr>
          <p:nvPr/>
        </p:nvSpPr>
        <p:spPr bwMode="auto">
          <a:xfrm flipH="1">
            <a:off x="4572000" y="3500438"/>
            <a:ext cx="431800" cy="43338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9459" name="Object 19"/>
          <p:cNvGraphicFramePr>
            <a:graphicFrameLocks noChangeAspect="1"/>
          </p:cNvGraphicFramePr>
          <p:nvPr/>
        </p:nvGraphicFramePr>
        <p:xfrm>
          <a:off x="6443663" y="3041650"/>
          <a:ext cx="1152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20474" imgH="241195" progId="Equation.3">
                  <p:embed/>
                </p:oleObj>
              </mc:Choice>
              <mc:Fallback>
                <p:oleObj r:id="rId8" imgW="520474" imgH="2411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041650"/>
                        <a:ext cx="1152525" cy="5334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60" name="Object 20"/>
          <p:cNvGraphicFramePr>
            <a:graphicFrameLocks noChangeAspect="1"/>
          </p:cNvGraphicFramePr>
          <p:nvPr/>
        </p:nvGraphicFramePr>
        <p:xfrm>
          <a:off x="4787900" y="3141663"/>
          <a:ext cx="8318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68140" imgH="177723" progId="Equation.3">
                  <p:embed/>
                </p:oleObj>
              </mc:Choice>
              <mc:Fallback>
                <p:oleObj r:id="rId10" imgW="368140" imgH="17772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141663"/>
                        <a:ext cx="831850" cy="401637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8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8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8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18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/>
      <p:bldP spid="189448" grpId="0" animBg="1"/>
      <p:bldP spid="189450" grpId="0"/>
      <p:bldP spid="189451" grpId="0"/>
      <p:bldP spid="18945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3"/>
          <p:cNvGrpSpPr>
            <a:grpSpLocks/>
          </p:cNvGrpSpPr>
          <p:nvPr/>
        </p:nvGrpSpPr>
        <p:grpSpPr bwMode="auto">
          <a:xfrm>
            <a:off x="1403350" y="981075"/>
            <a:ext cx="7102475" cy="2654300"/>
            <a:chOff x="854" y="921"/>
            <a:chExt cx="4474" cy="1672"/>
          </a:xfrm>
        </p:grpSpPr>
        <p:sp>
          <p:nvSpPr>
            <p:cNvPr id="89093" name="Rectangle 4"/>
            <p:cNvSpPr>
              <a:spLocks noChangeArrowheads="1"/>
            </p:cNvSpPr>
            <p:nvPr/>
          </p:nvSpPr>
          <p:spPr bwMode="auto">
            <a:xfrm>
              <a:off x="854" y="921"/>
              <a:ext cx="37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Char char="Ø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  <a:r>
                <a:rPr lang="en-US" altLang="zh-CN" sz="2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9094" name="Rectangle 5"/>
            <p:cNvSpPr>
              <a:spLocks noChangeArrowheads="1"/>
            </p:cNvSpPr>
            <p:nvPr/>
          </p:nvSpPr>
          <p:spPr bwMode="auto">
            <a:xfrm>
              <a:off x="1056" y="1248"/>
              <a:ext cx="4272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已知系统的开环传递函数如下：</a:t>
              </a:r>
            </a:p>
          </p:txBody>
        </p:sp>
        <p:graphicFrame>
          <p:nvGraphicFramePr>
            <p:cNvPr id="89095" name="Object 6"/>
            <p:cNvGraphicFramePr>
              <a:graphicFrameLocks noChangeAspect="1"/>
            </p:cNvGraphicFramePr>
            <p:nvPr/>
          </p:nvGraphicFramePr>
          <p:xfrm>
            <a:off x="1199" y="1659"/>
            <a:ext cx="3351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476500" imgH="419100" progId="Equation.3">
                    <p:embed/>
                  </p:oleObj>
                </mc:Choice>
                <mc:Fallback>
                  <p:oleObj r:id="rId3" imgW="2476500" imgH="419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1659"/>
                          <a:ext cx="3351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096" name="Rectangle 7"/>
            <p:cNvSpPr>
              <a:spLocks noChangeArrowheads="1"/>
            </p:cNvSpPr>
            <p:nvPr/>
          </p:nvSpPr>
          <p:spPr bwMode="auto">
            <a:xfrm>
              <a:off x="1104" y="2226"/>
              <a:ext cx="282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试绘制系统的开环</a:t>
              </a:r>
              <a:r>
                <a:rPr lang="en-US" altLang="zh-CN" sz="2800">
                  <a:latin typeface="Times New Roman" panose="02020603050405020304" pitchFamily="18" charset="0"/>
                </a:rPr>
                <a:t>Bode</a:t>
              </a:r>
              <a:r>
                <a:rPr lang="zh-CN" altLang="en-US" sz="2800">
                  <a:latin typeface="Times New Roman" panose="02020603050405020304" pitchFamily="18" charset="0"/>
                </a:rPr>
                <a:t>图。</a:t>
              </a:r>
            </a:p>
          </p:txBody>
        </p:sp>
      </p:grp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1763713" y="3789363"/>
            <a:ext cx="68135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：开环增益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100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20lg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40</a:t>
            </a:r>
          </a:p>
        </p:txBody>
      </p:sp>
      <p:graphicFrame>
        <p:nvGraphicFramePr>
          <p:cNvPr id="207881" name="Object 9"/>
          <p:cNvGraphicFramePr>
            <a:graphicFrameLocks noChangeAspect="1"/>
          </p:cNvGraphicFramePr>
          <p:nvPr/>
        </p:nvGraphicFramePr>
        <p:xfrm>
          <a:off x="1763713" y="4508500"/>
          <a:ext cx="5545137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93900" imgH="508000" progId="Equation.DSMT4">
                  <p:embed/>
                </p:oleObj>
              </mc:Choice>
              <mc:Fallback>
                <p:oleObj r:id="rId5" imgW="1993900" imgH="508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08500"/>
                        <a:ext cx="5545137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A1FA6FA-7E72-401C-D8AB-AE9E181C235D}"/>
              </a:ext>
            </a:extLst>
          </p:cNvPr>
          <p:cNvSpPr txBox="1"/>
          <p:nvPr/>
        </p:nvSpPr>
        <p:spPr>
          <a:xfrm>
            <a:off x="1800225" y="5921375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横坐标的频率范围？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8" name="Group 3"/>
          <p:cNvGrpSpPr>
            <a:grpSpLocks/>
          </p:cNvGrpSpPr>
          <p:nvPr/>
        </p:nvGrpSpPr>
        <p:grpSpPr bwMode="auto">
          <a:xfrm>
            <a:off x="990600" y="1676400"/>
            <a:ext cx="6858000" cy="4953000"/>
            <a:chOff x="624" y="1104"/>
            <a:chExt cx="4320" cy="3120"/>
          </a:xfrm>
        </p:grpSpPr>
        <p:sp>
          <p:nvSpPr>
            <p:cNvPr id="91150" name="Freeform 4"/>
            <p:cNvSpPr>
              <a:spLocks noChangeArrowheads="1"/>
            </p:cNvSpPr>
            <p:nvPr/>
          </p:nvSpPr>
          <p:spPr bwMode="auto">
            <a:xfrm>
              <a:off x="1270" y="1517"/>
              <a:ext cx="3673" cy="592"/>
            </a:xfrm>
            <a:custGeom>
              <a:avLst/>
              <a:gdLst>
                <a:gd name="T0" fmla="*/ 0 w 3673"/>
                <a:gd name="T1" fmla="*/ 0 h 592"/>
                <a:gd name="T2" fmla="*/ 93 w 3673"/>
                <a:gd name="T3" fmla="*/ 0 h 592"/>
                <a:gd name="T4" fmla="*/ 186 w 3673"/>
                <a:gd name="T5" fmla="*/ 0 h 592"/>
                <a:gd name="T6" fmla="*/ 279 w 3673"/>
                <a:gd name="T7" fmla="*/ 0 h 592"/>
                <a:gd name="T8" fmla="*/ 372 w 3673"/>
                <a:gd name="T9" fmla="*/ 0 h 592"/>
                <a:gd name="T10" fmla="*/ 465 w 3673"/>
                <a:gd name="T11" fmla="*/ 0 h 592"/>
                <a:gd name="T12" fmla="*/ 558 w 3673"/>
                <a:gd name="T13" fmla="*/ 0 h 592"/>
                <a:gd name="T14" fmla="*/ 659 w 3673"/>
                <a:gd name="T15" fmla="*/ 8 h 592"/>
                <a:gd name="T16" fmla="*/ 752 w 3673"/>
                <a:gd name="T17" fmla="*/ 8 h 592"/>
                <a:gd name="T18" fmla="*/ 845 w 3673"/>
                <a:gd name="T19" fmla="*/ 15 h 592"/>
                <a:gd name="T20" fmla="*/ 938 w 3673"/>
                <a:gd name="T21" fmla="*/ 22 h 592"/>
                <a:gd name="T22" fmla="*/ 1031 w 3673"/>
                <a:gd name="T23" fmla="*/ 37 h 592"/>
                <a:gd name="T24" fmla="*/ 1124 w 3673"/>
                <a:gd name="T25" fmla="*/ 45 h 592"/>
                <a:gd name="T26" fmla="*/ 1224 w 3673"/>
                <a:gd name="T27" fmla="*/ 67 h 592"/>
                <a:gd name="T28" fmla="*/ 1317 w 3673"/>
                <a:gd name="T29" fmla="*/ 82 h 592"/>
                <a:gd name="T30" fmla="*/ 1346 w 3673"/>
                <a:gd name="T31" fmla="*/ 89 h 592"/>
                <a:gd name="T32" fmla="*/ 1410 w 3673"/>
                <a:gd name="T33" fmla="*/ 96 h 592"/>
                <a:gd name="T34" fmla="*/ 1503 w 3673"/>
                <a:gd name="T35" fmla="*/ 111 h 592"/>
                <a:gd name="T36" fmla="*/ 1597 w 3673"/>
                <a:gd name="T37" fmla="*/ 126 h 592"/>
                <a:gd name="T38" fmla="*/ 1690 w 3673"/>
                <a:gd name="T39" fmla="*/ 141 h 592"/>
                <a:gd name="T40" fmla="*/ 1783 w 3673"/>
                <a:gd name="T41" fmla="*/ 148 h 592"/>
                <a:gd name="T42" fmla="*/ 1883 w 3673"/>
                <a:gd name="T43" fmla="*/ 156 h 592"/>
                <a:gd name="T44" fmla="*/ 1976 w 3673"/>
                <a:gd name="T45" fmla="*/ 156 h 592"/>
                <a:gd name="T46" fmla="*/ 1990 w 3673"/>
                <a:gd name="T47" fmla="*/ 156 h 592"/>
                <a:gd name="T48" fmla="*/ 2069 w 3673"/>
                <a:gd name="T49" fmla="*/ 163 h 592"/>
                <a:gd name="T50" fmla="*/ 2162 w 3673"/>
                <a:gd name="T51" fmla="*/ 163 h 592"/>
                <a:gd name="T52" fmla="*/ 2255 w 3673"/>
                <a:gd name="T53" fmla="*/ 170 h 592"/>
                <a:gd name="T54" fmla="*/ 2348 w 3673"/>
                <a:gd name="T55" fmla="*/ 178 h 592"/>
                <a:gd name="T56" fmla="*/ 2449 w 3673"/>
                <a:gd name="T57" fmla="*/ 185 h 592"/>
                <a:gd name="T58" fmla="*/ 2542 w 3673"/>
                <a:gd name="T59" fmla="*/ 200 h 592"/>
                <a:gd name="T60" fmla="*/ 2635 w 3673"/>
                <a:gd name="T61" fmla="*/ 222 h 592"/>
                <a:gd name="T62" fmla="*/ 2728 w 3673"/>
                <a:gd name="T63" fmla="*/ 237 h 592"/>
                <a:gd name="T64" fmla="*/ 2821 w 3673"/>
                <a:gd name="T65" fmla="*/ 266 h 592"/>
                <a:gd name="T66" fmla="*/ 2914 w 3673"/>
                <a:gd name="T67" fmla="*/ 289 h 592"/>
                <a:gd name="T68" fmla="*/ 3007 w 3673"/>
                <a:gd name="T69" fmla="*/ 326 h 592"/>
                <a:gd name="T70" fmla="*/ 3107 w 3673"/>
                <a:gd name="T71" fmla="*/ 355 h 592"/>
                <a:gd name="T72" fmla="*/ 3200 w 3673"/>
                <a:gd name="T73" fmla="*/ 392 h 592"/>
                <a:gd name="T74" fmla="*/ 3293 w 3673"/>
                <a:gd name="T75" fmla="*/ 429 h 592"/>
                <a:gd name="T76" fmla="*/ 3386 w 3673"/>
                <a:gd name="T77" fmla="*/ 473 h 592"/>
                <a:gd name="T78" fmla="*/ 3479 w 3673"/>
                <a:gd name="T79" fmla="*/ 510 h 592"/>
                <a:gd name="T80" fmla="*/ 3573 w 3673"/>
                <a:gd name="T81" fmla="*/ 547 h 592"/>
                <a:gd name="T82" fmla="*/ 3673 w 3673"/>
                <a:gd name="T83" fmla="*/ 592 h 59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73" h="592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8"/>
                  </a:lnTo>
                  <a:lnTo>
                    <a:pt x="752" y="8"/>
                  </a:lnTo>
                  <a:lnTo>
                    <a:pt x="845" y="15"/>
                  </a:lnTo>
                  <a:lnTo>
                    <a:pt x="938" y="22"/>
                  </a:lnTo>
                  <a:lnTo>
                    <a:pt x="1031" y="37"/>
                  </a:lnTo>
                  <a:lnTo>
                    <a:pt x="1124" y="45"/>
                  </a:lnTo>
                  <a:lnTo>
                    <a:pt x="1224" y="67"/>
                  </a:lnTo>
                  <a:lnTo>
                    <a:pt x="1317" y="82"/>
                  </a:lnTo>
                  <a:lnTo>
                    <a:pt x="1346" y="89"/>
                  </a:lnTo>
                  <a:lnTo>
                    <a:pt x="1410" y="96"/>
                  </a:lnTo>
                  <a:lnTo>
                    <a:pt x="1503" y="111"/>
                  </a:lnTo>
                  <a:lnTo>
                    <a:pt x="1597" y="126"/>
                  </a:lnTo>
                  <a:lnTo>
                    <a:pt x="1690" y="141"/>
                  </a:lnTo>
                  <a:lnTo>
                    <a:pt x="1783" y="148"/>
                  </a:lnTo>
                  <a:lnTo>
                    <a:pt x="1883" y="156"/>
                  </a:lnTo>
                  <a:lnTo>
                    <a:pt x="1976" y="156"/>
                  </a:lnTo>
                  <a:lnTo>
                    <a:pt x="1990" y="156"/>
                  </a:lnTo>
                  <a:lnTo>
                    <a:pt x="2069" y="163"/>
                  </a:lnTo>
                  <a:lnTo>
                    <a:pt x="2162" y="163"/>
                  </a:lnTo>
                  <a:lnTo>
                    <a:pt x="2255" y="170"/>
                  </a:lnTo>
                  <a:lnTo>
                    <a:pt x="2348" y="178"/>
                  </a:lnTo>
                  <a:lnTo>
                    <a:pt x="2449" y="185"/>
                  </a:lnTo>
                  <a:lnTo>
                    <a:pt x="2542" y="200"/>
                  </a:lnTo>
                  <a:lnTo>
                    <a:pt x="2635" y="222"/>
                  </a:lnTo>
                  <a:lnTo>
                    <a:pt x="2728" y="237"/>
                  </a:lnTo>
                  <a:lnTo>
                    <a:pt x="2821" y="266"/>
                  </a:lnTo>
                  <a:lnTo>
                    <a:pt x="2914" y="289"/>
                  </a:lnTo>
                  <a:lnTo>
                    <a:pt x="3007" y="326"/>
                  </a:lnTo>
                  <a:lnTo>
                    <a:pt x="3107" y="355"/>
                  </a:lnTo>
                  <a:lnTo>
                    <a:pt x="3200" y="392"/>
                  </a:lnTo>
                  <a:lnTo>
                    <a:pt x="3293" y="429"/>
                  </a:lnTo>
                  <a:lnTo>
                    <a:pt x="3386" y="473"/>
                  </a:lnTo>
                  <a:lnTo>
                    <a:pt x="3479" y="510"/>
                  </a:lnTo>
                  <a:lnTo>
                    <a:pt x="3573" y="547"/>
                  </a:lnTo>
                  <a:lnTo>
                    <a:pt x="3673" y="59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1" name="Rectangle 5"/>
            <p:cNvSpPr>
              <a:spLocks noChangeArrowheads="1"/>
            </p:cNvSpPr>
            <p:nvPr/>
          </p:nvSpPr>
          <p:spPr bwMode="auto">
            <a:xfrm>
              <a:off x="2569" y="1104"/>
              <a:ext cx="112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1152" name="Rectangle 6"/>
            <p:cNvSpPr>
              <a:spLocks noChangeArrowheads="1"/>
            </p:cNvSpPr>
            <p:nvPr/>
          </p:nvSpPr>
          <p:spPr bwMode="auto">
            <a:xfrm>
              <a:off x="1270" y="1362"/>
              <a:ext cx="3673" cy="111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1153" name="Freeform 7"/>
            <p:cNvSpPr>
              <a:spLocks noChangeArrowheads="1"/>
            </p:cNvSpPr>
            <p:nvPr/>
          </p:nvSpPr>
          <p:spPr bwMode="auto">
            <a:xfrm>
              <a:off x="127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4" name="Freeform 8"/>
            <p:cNvSpPr>
              <a:spLocks noChangeArrowheads="1"/>
            </p:cNvSpPr>
            <p:nvPr/>
          </p:nvSpPr>
          <p:spPr bwMode="auto">
            <a:xfrm>
              <a:off x="200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5" name="Freeform 9"/>
            <p:cNvSpPr>
              <a:spLocks noChangeArrowheads="1"/>
            </p:cNvSpPr>
            <p:nvPr/>
          </p:nvSpPr>
          <p:spPr bwMode="auto">
            <a:xfrm>
              <a:off x="273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Freeform 10"/>
            <p:cNvSpPr>
              <a:spLocks noChangeArrowheads="1"/>
            </p:cNvSpPr>
            <p:nvPr/>
          </p:nvSpPr>
          <p:spPr bwMode="auto">
            <a:xfrm>
              <a:off x="346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Freeform 11"/>
            <p:cNvSpPr>
              <a:spLocks noChangeArrowheads="1"/>
            </p:cNvSpPr>
            <p:nvPr/>
          </p:nvSpPr>
          <p:spPr bwMode="auto">
            <a:xfrm>
              <a:off x="4205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8" name="Freeform 12"/>
            <p:cNvSpPr>
              <a:spLocks noChangeArrowheads="1"/>
            </p:cNvSpPr>
            <p:nvPr/>
          </p:nvSpPr>
          <p:spPr bwMode="auto">
            <a:xfrm>
              <a:off x="494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9" name="Freeform 13"/>
            <p:cNvSpPr>
              <a:spLocks noChangeArrowheads="1"/>
            </p:cNvSpPr>
            <p:nvPr/>
          </p:nvSpPr>
          <p:spPr bwMode="auto">
            <a:xfrm>
              <a:off x="1270" y="2478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0" name="Freeform 14"/>
            <p:cNvSpPr>
              <a:spLocks noChangeArrowheads="1"/>
            </p:cNvSpPr>
            <p:nvPr/>
          </p:nvSpPr>
          <p:spPr bwMode="auto">
            <a:xfrm>
              <a:off x="1270" y="2316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1" name="Freeform 15"/>
            <p:cNvSpPr>
              <a:spLocks noChangeArrowheads="1"/>
            </p:cNvSpPr>
            <p:nvPr/>
          </p:nvSpPr>
          <p:spPr bwMode="auto">
            <a:xfrm>
              <a:off x="1270" y="2153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2" name="Freeform 16"/>
            <p:cNvSpPr>
              <a:spLocks noChangeArrowheads="1"/>
            </p:cNvSpPr>
            <p:nvPr/>
          </p:nvSpPr>
          <p:spPr bwMode="auto">
            <a:xfrm>
              <a:off x="1270" y="1998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3" name="Freeform 17"/>
            <p:cNvSpPr>
              <a:spLocks noChangeArrowheads="1"/>
            </p:cNvSpPr>
            <p:nvPr/>
          </p:nvSpPr>
          <p:spPr bwMode="auto">
            <a:xfrm>
              <a:off x="1270" y="1835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4" name="Freeform 18"/>
            <p:cNvSpPr>
              <a:spLocks noChangeArrowheads="1"/>
            </p:cNvSpPr>
            <p:nvPr/>
          </p:nvSpPr>
          <p:spPr bwMode="auto">
            <a:xfrm>
              <a:off x="1270" y="1680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5" name="Freeform 19"/>
            <p:cNvSpPr>
              <a:spLocks noChangeArrowheads="1"/>
            </p:cNvSpPr>
            <p:nvPr/>
          </p:nvSpPr>
          <p:spPr bwMode="auto">
            <a:xfrm>
              <a:off x="1270" y="1517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6" name="Freeform 20"/>
            <p:cNvSpPr>
              <a:spLocks noChangeArrowheads="1"/>
            </p:cNvSpPr>
            <p:nvPr/>
          </p:nvSpPr>
          <p:spPr bwMode="auto">
            <a:xfrm>
              <a:off x="1270" y="1362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7" name="Line 21"/>
            <p:cNvSpPr>
              <a:spLocks noChangeShapeType="1"/>
            </p:cNvSpPr>
            <p:nvPr/>
          </p:nvSpPr>
          <p:spPr bwMode="auto">
            <a:xfrm>
              <a:off x="1270" y="1362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8" name="Freeform 22"/>
            <p:cNvSpPr>
              <a:spLocks noChangeArrowheads="1"/>
            </p:cNvSpPr>
            <p:nvPr/>
          </p:nvSpPr>
          <p:spPr bwMode="auto">
            <a:xfrm>
              <a:off x="1270" y="1362"/>
              <a:ext cx="3673" cy="1116"/>
            </a:xfrm>
            <a:custGeom>
              <a:avLst/>
              <a:gdLst>
                <a:gd name="T0" fmla="*/ 0 w 513"/>
                <a:gd name="T1" fmla="*/ 1344230152 h 151"/>
                <a:gd name="T2" fmla="*/ 2147483646 w 513"/>
                <a:gd name="T3" fmla="*/ 1344230152 h 151"/>
                <a:gd name="T4" fmla="*/ 2147483646 w 51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9" name="Line 23"/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0" name="Line 24"/>
            <p:cNvSpPr>
              <a:spLocks noChangeShapeType="1"/>
            </p:cNvSpPr>
            <p:nvPr/>
          </p:nvSpPr>
          <p:spPr bwMode="auto">
            <a:xfrm>
              <a:off x="1270" y="2478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1" name="Line 25"/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2" name="Line 26"/>
            <p:cNvSpPr>
              <a:spLocks noChangeShapeType="1"/>
            </p:cNvSpPr>
            <p:nvPr/>
          </p:nvSpPr>
          <p:spPr bwMode="auto">
            <a:xfrm flipV="1">
              <a:off x="127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3" name="Line 27"/>
            <p:cNvSpPr>
              <a:spLocks noChangeShapeType="1"/>
            </p:cNvSpPr>
            <p:nvPr/>
          </p:nvSpPr>
          <p:spPr bwMode="auto">
            <a:xfrm>
              <a:off x="127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4" name="Freeform 28"/>
            <p:cNvSpPr>
              <a:spLocks noChangeArrowheads="1"/>
            </p:cNvSpPr>
            <p:nvPr/>
          </p:nvSpPr>
          <p:spPr bwMode="auto">
            <a:xfrm>
              <a:off x="127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5" name="Line 29"/>
            <p:cNvSpPr>
              <a:spLocks noChangeShapeType="1"/>
            </p:cNvSpPr>
            <p:nvPr/>
          </p:nvSpPr>
          <p:spPr bwMode="auto">
            <a:xfrm flipV="1">
              <a:off x="1270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6" name="Line 30"/>
            <p:cNvSpPr>
              <a:spLocks noChangeShapeType="1"/>
            </p:cNvSpPr>
            <p:nvPr/>
          </p:nvSpPr>
          <p:spPr bwMode="auto">
            <a:xfrm>
              <a:off x="1270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7" name="Line 31"/>
            <p:cNvSpPr>
              <a:spLocks noChangeShapeType="1"/>
            </p:cNvSpPr>
            <p:nvPr/>
          </p:nvSpPr>
          <p:spPr bwMode="auto">
            <a:xfrm flipV="1">
              <a:off x="1485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8" name="Line 32"/>
            <p:cNvSpPr>
              <a:spLocks noChangeShapeType="1"/>
            </p:cNvSpPr>
            <p:nvPr/>
          </p:nvSpPr>
          <p:spPr bwMode="auto">
            <a:xfrm>
              <a:off x="1485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9" name="Freeform 33"/>
            <p:cNvSpPr>
              <a:spLocks noChangeArrowheads="1"/>
            </p:cNvSpPr>
            <p:nvPr/>
          </p:nvSpPr>
          <p:spPr bwMode="auto">
            <a:xfrm>
              <a:off x="1485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0" name="Line 34"/>
            <p:cNvSpPr>
              <a:spLocks noChangeShapeType="1"/>
            </p:cNvSpPr>
            <p:nvPr/>
          </p:nvSpPr>
          <p:spPr bwMode="auto">
            <a:xfrm flipV="1">
              <a:off x="161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1" name="Line 35"/>
            <p:cNvSpPr>
              <a:spLocks noChangeShapeType="1"/>
            </p:cNvSpPr>
            <p:nvPr/>
          </p:nvSpPr>
          <p:spPr bwMode="auto">
            <a:xfrm>
              <a:off x="161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2" name="Freeform 36"/>
            <p:cNvSpPr>
              <a:spLocks noChangeArrowheads="1"/>
            </p:cNvSpPr>
            <p:nvPr/>
          </p:nvSpPr>
          <p:spPr bwMode="auto">
            <a:xfrm>
              <a:off x="1614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3" name="Line 37"/>
            <p:cNvSpPr>
              <a:spLocks noChangeShapeType="1"/>
            </p:cNvSpPr>
            <p:nvPr/>
          </p:nvSpPr>
          <p:spPr bwMode="auto">
            <a:xfrm flipV="1">
              <a:off x="170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4" name="Line 38"/>
            <p:cNvSpPr>
              <a:spLocks noChangeShapeType="1"/>
            </p:cNvSpPr>
            <p:nvPr/>
          </p:nvSpPr>
          <p:spPr bwMode="auto">
            <a:xfrm>
              <a:off x="170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5" name="Freeform 39"/>
            <p:cNvSpPr>
              <a:spLocks noChangeArrowheads="1"/>
            </p:cNvSpPr>
            <p:nvPr/>
          </p:nvSpPr>
          <p:spPr bwMode="auto">
            <a:xfrm>
              <a:off x="1707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6" name="Line 40"/>
            <p:cNvSpPr>
              <a:spLocks noChangeShapeType="1"/>
            </p:cNvSpPr>
            <p:nvPr/>
          </p:nvSpPr>
          <p:spPr bwMode="auto">
            <a:xfrm flipV="1">
              <a:off x="177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7" name="Line 41"/>
            <p:cNvSpPr>
              <a:spLocks noChangeShapeType="1"/>
            </p:cNvSpPr>
            <p:nvPr/>
          </p:nvSpPr>
          <p:spPr bwMode="auto">
            <a:xfrm>
              <a:off x="177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8" name="Freeform 42"/>
            <p:cNvSpPr>
              <a:spLocks noChangeArrowheads="1"/>
            </p:cNvSpPr>
            <p:nvPr/>
          </p:nvSpPr>
          <p:spPr bwMode="auto">
            <a:xfrm>
              <a:off x="177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9" name="Line 43"/>
            <p:cNvSpPr>
              <a:spLocks noChangeShapeType="1"/>
            </p:cNvSpPr>
            <p:nvPr/>
          </p:nvSpPr>
          <p:spPr bwMode="auto">
            <a:xfrm flipV="1">
              <a:off x="183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0" name="Line 44"/>
            <p:cNvSpPr>
              <a:spLocks noChangeShapeType="1"/>
            </p:cNvSpPr>
            <p:nvPr/>
          </p:nvSpPr>
          <p:spPr bwMode="auto">
            <a:xfrm>
              <a:off x="183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1" name="Freeform 45"/>
            <p:cNvSpPr>
              <a:spLocks noChangeArrowheads="1"/>
            </p:cNvSpPr>
            <p:nvPr/>
          </p:nvSpPr>
          <p:spPr bwMode="auto">
            <a:xfrm>
              <a:off x="183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2" name="Line 46"/>
            <p:cNvSpPr>
              <a:spLocks noChangeShapeType="1"/>
            </p:cNvSpPr>
            <p:nvPr/>
          </p:nvSpPr>
          <p:spPr bwMode="auto">
            <a:xfrm flipV="1">
              <a:off x="188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3" name="Line 47"/>
            <p:cNvSpPr>
              <a:spLocks noChangeShapeType="1"/>
            </p:cNvSpPr>
            <p:nvPr/>
          </p:nvSpPr>
          <p:spPr bwMode="auto">
            <a:xfrm>
              <a:off x="188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4" name="Freeform 48"/>
            <p:cNvSpPr>
              <a:spLocks noChangeArrowheads="1"/>
            </p:cNvSpPr>
            <p:nvPr/>
          </p:nvSpPr>
          <p:spPr bwMode="auto">
            <a:xfrm>
              <a:off x="188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5" name="Line 49"/>
            <p:cNvSpPr>
              <a:spLocks noChangeShapeType="1"/>
            </p:cNvSpPr>
            <p:nvPr/>
          </p:nvSpPr>
          <p:spPr bwMode="auto">
            <a:xfrm flipV="1">
              <a:off x="192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6" name="Line 50"/>
            <p:cNvSpPr>
              <a:spLocks noChangeShapeType="1"/>
            </p:cNvSpPr>
            <p:nvPr/>
          </p:nvSpPr>
          <p:spPr bwMode="auto">
            <a:xfrm>
              <a:off x="192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7" name="Freeform 51"/>
            <p:cNvSpPr>
              <a:spLocks noChangeArrowheads="1"/>
            </p:cNvSpPr>
            <p:nvPr/>
          </p:nvSpPr>
          <p:spPr bwMode="auto">
            <a:xfrm>
              <a:off x="1929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8" name="Line 52"/>
            <p:cNvSpPr>
              <a:spLocks noChangeShapeType="1"/>
            </p:cNvSpPr>
            <p:nvPr/>
          </p:nvSpPr>
          <p:spPr bwMode="auto">
            <a:xfrm flipV="1">
              <a:off x="196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9" name="Line 53"/>
            <p:cNvSpPr>
              <a:spLocks noChangeShapeType="1"/>
            </p:cNvSpPr>
            <p:nvPr/>
          </p:nvSpPr>
          <p:spPr bwMode="auto">
            <a:xfrm>
              <a:off x="196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0" name="Freeform 54"/>
            <p:cNvSpPr>
              <a:spLocks noChangeArrowheads="1"/>
            </p:cNvSpPr>
            <p:nvPr/>
          </p:nvSpPr>
          <p:spPr bwMode="auto">
            <a:xfrm>
              <a:off x="1964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1" name="Line 55"/>
            <p:cNvSpPr>
              <a:spLocks noChangeShapeType="1"/>
            </p:cNvSpPr>
            <p:nvPr/>
          </p:nvSpPr>
          <p:spPr bwMode="auto">
            <a:xfrm flipV="1">
              <a:off x="200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2" name="Line 56"/>
            <p:cNvSpPr>
              <a:spLocks noChangeShapeType="1"/>
            </p:cNvSpPr>
            <p:nvPr/>
          </p:nvSpPr>
          <p:spPr bwMode="auto">
            <a:xfrm>
              <a:off x="200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3" name="Freeform 57"/>
            <p:cNvSpPr>
              <a:spLocks noChangeArrowheads="1"/>
            </p:cNvSpPr>
            <p:nvPr/>
          </p:nvSpPr>
          <p:spPr bwMode="auto">
            <a:xfrm>
              <a:off x="200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4" name="Line 58"/>
            <p:cNvSpPr>
              <a:spLocks noChangeShapeType="1"/>
            </p:cNvSpPr>
            <p:nvPr/>
          </p:nvSpPr>
          <p:spPr bwMode="auto">
            <a:xfrm flipV="1">
              <a:off x="2000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5" name="Line 59"/>
            <p:cNvSpPr>
              <a:spLocks noChangeShapeType="1"/>
            </p:cNvSpPr>
            <p:nvPr/>
          </p:nvSpPr>
          <p:spPr bwMode="auto">
            <a:xfrm>
              <a:off x="2000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6" name="Line 60"/>
            <p:cNvSpPr>
              <a:spLocks noChangeShapeType="1"/>
            </p:cNvSpPr>
            <p:nvPr/>
          </p:nvSpPr>
          <p:spPr bwMode="auto">
            <a:xfrm flipV="1">
              <a:off x="222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7" name="Line 61"/>
            <p:cNvSpPr>
              <a:spLocks noChangeShapeType="1"/>
            </p:cNvSpPr>
            <p:nvPr/>
          </p:nvSpPr>
          <p:spPr bwMode="auto">
            <a:xfrm>
              <a:off x="222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8" name="Freeform 62"/>
            <p:cNvSpPr>
              <a:spLocks noChangeArrowheads="1"/>
            </p:cNvSpPr>
            <p:nvPr/>
          </p:nvSpPr>
          <p:spPr bwMode="auto">
            <a:xfrm>
              <a:off x="2222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9" name="Line 63"/>
            <p:cNvSpPr>
              <a:spLocks noChangeShapeType="1"/>
            </p:cNvSpPr>
            <p:nvPr/>
          </p:nvSpPr>
          <p:spPr bwMode="auto">
            <a:xfrm flipV="1">
              <a:off x="235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0" name="Line 64"/>
            <p:cNvSpPr>
              <a:spLocks noChangeShapeType="1"/>
            </p:cNvSpPr>
            <p:nvPr/>
          </p:nvSpPr>
          <p:spPr bwMode="auto">
            <a:xfrm>
              <a:off x="235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1" name="Freeform 65"/>
            <p:cNvSpPr>
              <a:spLocks noChangeArrowheads="1"/>
            </p:cNvSpPr>
            <p:nvPr/>
          </p:nvSpPr>
          <p:spPr bwMode="auto">
            <a:xfrm>
              <a:off x="2351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2" name="Line 66"/>
            <p:cNvSpPr>
              <a:spLocks noChangeShapeType="1"/>
            </p:cNvSpPr>
            <p:nvPr/>
          </p:nvSpPr>
          <p:spPr bwMode="auto">
            <a:xfrm flipV="1">
              <a:off x="244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3" name="Line 67"/>
            <p:cNvSpPr>
              <a:spLocks noChangeShapeType="1"/>
            </p:cNvSpPr>
            <p:nvPr/>
          </p:nvSpPr>
          <p:spPr bwMode="auto">
            <a:xfrm>
              <a:off x="244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4" name="Freeform 68"/>
            <p:cNvSpPr>
              <a:spLocks noChangeArrowheads="1"/>
            </p:cNvSpPr>
            <p:nvPr/>
          </p:nvSpPr>
          <p:spPr bwMode="auto">
            <a:xfrm>
              <a:off x="2444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5" name="Line 69"/>
            <p:cNvSpPr>
              <a:spLocks noChangeShapeType="1"/>
            </p:cNvSpPr>
            <p:nvPr/>
          </p:nvSpPr>
          <p:spPr bwMode="auto">
            <a:xfrm flipV="1">
              <a:off x="251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6" name="Line 70"/>
            <p:cNvSpPr>
              <a:spLocks noChangeShapeType="1"/>
            </p:cNvSpPr>
            <p:nvPr/>
          </p:nvSpPr>
          <p:spPr bwMode="auto">
            <a:xfrm>
              <a:off x="251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7" name="Freeform 71"/>
            <p:cNvSpPr>
              <a:spLocks noChangeArrowheads="1"/>
            </p:cNvSpPr>
            <p:nvPr/>
          </p:nvSpPr>
          <p:spPr bwMode="auto">
            <a:xfrm>
              <a:off x="251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8" name="Line 72"/>
            <p:cNvSpPr>
              <a:spLocks noChangeShapeType="1"/>
            </p:cNvSpPr>
            <p:nvPr/>
          </p:nvSpPr>
          <p:spPr bwMode="auto">
            <a:xfrm flipV="1">
              <a:off x="257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9" name="Line 73"/>
            <p:cNvSpPr>
              <a:spLocks noChangeShapeType="1"/>
            </p:cNvSpPr>
            <p:nvPr/>
          </p:nvSpPr>
          <p:spPr bwMode="auto">
            <a:xfrm>
              <a:off x="257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0" name="Freeform 74"/>
            <p:cNvSpPr>
              <a:spLocks noChangeArrowheads="1"/>
            </p:cNvSpPr>
            <p:nvPr/>
          </p:nvSpPr>
          <p:spPr bwMode="auto">
            <a:xfrm>
              <a:off x="257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1" name="Line 75"/>
            <p:cNvSpPr>
              <a:spLocks noChangeShapeType="1"/>
            </p:cNvSpPr>
            <p:nvPr/>
          </p:nvSpPr>
          <p:spPr bwMode="auto">
            <a:xfrm flipV="1">
              <a:off x="262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2" name="Line 76"/>
            <p:cNvSpPr>
              <a:spLocks noChangeShapeType="1"/>
            </p:cNvSpPr>
            <p:nvPr/>
          </p:nvSpPr>
          <p:spPr bwMode="auto">
            <a:xfrm>
              <a:off x="262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3" name="Freeform 77"/>
            <p:cNvSpPr>
              <a:spLocks noChangeArrowheads="1"/>
            </p:cNvSpPr>
            <p:nvPr/>
          </p:nvSpPr>
          <p:spPr bwMode="auto">
            <a:xfrm>
              <a:off x="262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4" name="Line 78"/>
            <p:cNvSpPr>
              <a:spLocks noChangeShapeType="1"/>
            </p:cNvSpPr>
            <p:nvPr/>
          </p:nvSpPr>
          <p:spPr bwMode="auto">
            <a:xfrm flipV="1">
              <a:off x="266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5" name="Line 79"/>
            <p:cNvSpPr>
              <a:spLocks noChangeShapeType="1"/>
            </p:cNvSpPr>
            <p:nvPr/>
          </p:nvSpPr>
          <p:spPr bwMode="auto">
            <a:xfrm>
              <a:off x="266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6" name="Freeform 80"/>
            <p:cNvSpPr>
              <a:spLocks noChangeArrowheads="1"/>
            </p:cNvSpPr>
            <p:nvPr/>
          </p:nvSpPr>
          <p:spPr bwMode="auto">
            <a:xfrm>
              <a:off x="266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7" name="Line 81"/>
            <p:cNvSpPr>
              <a:spLocks noChangeShapeType="1"/>
            </p:cNvSpPr>
            <p:nvPr/>
          </p:nvSpPr>
          <p:spPr bwMode="auto">
            <a:xfrm flipV="1">
              <a:off x="270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8" name="Line 82"/>
            <p:cNvSpPr>
              <a:spLocks noChangeShapeType="1"/>
            </p:cNvSpPr>
            <p:nvPr/>
          </p:nvSpPr>
          <p:spPr bwMode="auto">
            <a:xfrm>
              <a:off x="270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9" name="Freeform 83"/>
            <p:cNvSpPr>
              <a:spLocks noChangeArrowheads="1"/>
            </p:cNvSpPr>
            <p:nvPr/>
          </p:nvSpPr>
          <p:spPr bwMode="auto">
            <a:xfrm>
              <a:off x="2702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0" name="Line 84"/>
            <p:cNvSpPr>
              <a:spLocks noChangeShapeType="1"/>
            </p:cNvSpPr>
            <p:nvPr/>
          </p:nvSpPr>
          <p:spPr bwMode="auto">
            <a:xfrm flipV="1">
              <a:off x="273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1" name="Line 85"/>
            <p:cNvSpPr>
              <a:spLocks noChangeShapeType="1"/>
            </p:cNvSpPr>
            <p:nvPr/>
          </p:nvSpPr>
          <p:spPr bwMode="auto">
            <a:xfrm>
              <a:off x="273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2" name="Freeform 86"/>
            <p:cNvSpPr>
              <a:spLocks noChangeArrowheads="1"/>
            </p:cNvSpPr>
            <p:nvPr/>
          </p:nvSpPr>
          <p:spPr bwMode="auto">
            <a:xfrm>
              <a:off x="273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3" name="Line 87"/>
            <p:cNvSpPr>
              <a:spLocks noChangeShapeType="1"/>
            </p:cNvSpPr>
            <p:nvPr/>
          </p:nvSpPr>
          <p:spPr bwMode="auto">
            <a:xfrm flipV="1">
              <a:off x="2738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4" name="Line 88"/>
            <p:cNvSpPr>
              <a:spLocks noChangeShapeType="1"/>
            </p:cNvSpPr>
            <p:nvPr/>
          </p:nvSpPr>
          <p:spPr bwMode="auto">
            <a:xfrm>
              <a:off x="2738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5" name="Line 89"/>
            <p:cNvSpPr>
              <a:spLocks noChangeShapeType="1"/>
            </p:cNvSpPr>
            <p:nvPr/>
          </p:nvSpPr>
          <p:spPr bwMode="auto">
            <a:xfrm flipV="1">
              <a:off x="296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6" name="Line 90"/>
            <p:cNvSpPr>
              <a:spLocks noChangeShapeType="1"/>
            </p:cNvSpPr>
            <p:nvPr/>
          </p:nvSpPr>
          <p:spPr bwMode="auto">
            <a:xfrm>
              <a:off x="296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7" name="Freeform 91"/>
            <p:cNvSpPr>
              <a:spLocks noChangeArrowheads="1"/>
            </p:cNvSpPr>
            <p:nvPr/>
          </p:nvSpPr>
          <p:spPr bwMode="auto">
            <a:xfrm>
              <a:off x="296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8" name="Line 92"/>
            <p:cNvSpPr>
              <a:spLocks noChangeShapeType="1"/>
            </p:cNvSpPr>
            <p:nvPr/>
          </p:nvSpPr>
          <p:spPr bwMode="auto">
            <a:xfrm flipV="1">
              <a:off x="308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9" name="Line 93"/>
            <p:cNvSpPr>
              <a:spLocks noChangeShapeType="1"/>
            </p:cNvSpPr>
            <p:nvPr/>
          </p:nvSpPr>
          <p:spPr bwMode="auto">
            <a:xfrm>
              <a:off x="308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0" name="Freeform 94"/>
            <p:cNvSpPr>
              <a:spLocks noChangeArrowheads="1"/>
            </p:cNvSpPr>
            <p:nvPr/>
          </p:nvSpPr>
          <p:spPr bwMode="auto">
            <a:xfrm>
              <a:off x="308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1" name="Line 95"/>
            <p:cNvSpPr>
              <a:spLocks noChangeShapeType="1"/>
            </p:cNvSpPr>
            <p:nvPr/>
          </p:nvSpPr>
          <p:spPr bwMode="auto">
            <a:xfrm flipV="1">
              <a:off x="317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2" name="Line 96"/>
            <p:cNvSpPr>
              <a:spLocks noChangeShapeType="1"/>
            </p:cNvSpPr>
            <p:nvPr/>
          </p:nvSpPr>
          <p:spPr bwMode="auto">
            <a:xfrm>
              <a:off x="317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3" name="Freeform 97"/>
            <p:cNvSpPr>
              <a:spLocks noChangeArrowheads="1"/>
            </p:cNvSpPr>
            <p:nvPr/>
          </p:nvSpPr>
          <p:spPr bwMode="auto">
            <a:xfrm>
              <a:off x="3174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4" name="Line 98"/>
            <p:cNvSpPr>
              <a:spLocks noChangeShapeType="1"/>
            </p:cNvSpPr>
            <p:nvPr/>
          </p:nvSpPr>
          <p:spPr bwMode="auto">
            <a:xfrm flipV="1">
              <a:off x="324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5" name="Line 99"/>
            <p:cNvSpPr>
              <a:spLocks noChangeShapeType="1"/>
            </p:cNvSpPr>
            <p:nvPr/>
          </p:nvSpPr>
          <p:spPr bwMode="auto">
            <a:xfrm>
              <a:off x="324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6" name="Freeform 100"/>
            <p:cNvSpPr>
              <a:spLocks noChangeArrowheads="1"/>
            </p:cNvSpPr>
            <p:nvPr/>
          </p:nvSpPr>
          <p:spPr bwMode="auto">
            <a:xfrm>
              <a:off x="324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7" name="Line 101"/>
            <p:cNvSpPr>
              <a:spLocks noChangeShapeType="1"/>
            </p:cNvSpPr>
            <p:nvPr/>
          </p:nvSpPr>
          <p:spPr bwMode="auto">
            <a:xfrm flipV="1">
              <a:off x="331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8" name="Line 102"/>
            <p:cNvSpPr>
              <a:spLocks noChangeShapeType="1"/>
            </p:cNvSpPr>
            <p:nvPr/>
          </p:nvSpPr>
          <p:spPr bwMode="auto">
            <a:xfrm>
              <a:off x="331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9" name="Freeform 103"/>
            <p:cNvSpPr>
              <a:spLocks noChangeArrowheads="1"/>
            </p:cNvSpPr>
            <p:nvPr/>
          </p:nvSpPr>
          <p:spPr bwMode="auto">
            <a:xfrm>
              <a:off x="331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0" name="Line 104"/>
            <p:cNvSpPr>
              <a:spLocks noChangeShapeType="1"/>
            </p:cNvSpPr>
            <p:nvPr/>
          </p:nvSpPr>
          <p:spPr bwMode="auto">
            <a:xfrm flipV="1">
              <a:off x="335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1" name="Line 105"/>
            <p:cNvSpPr>
              <a:spLocks noChangeShapeType="1"/>
            </p:cNvSpPr>
            <p:nvPr/>
          </p:nvSpPr>
          <p:spPr bwMode="auto">
            <a:xfrm>
              <a:off x="335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2" name="Freeform 106"/>
            <p:cNvSpPr>
              <a:spLocks noChangeArrowheads="1"/>
            </p:cNvSpPr>
            <p:nvPr/>
          </p:nvSpPr>
          <p:spPr bwMode="auto">
            <a:xfrm>
              <a:off x="335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3" name="Line 107"/>
            <p:cNvSpPr>
              <a:spLocks noChangeShapeType="1"/>
            </p:cNvSpPr>
            <p:nvPr/>
          </p:nvSpPr>
          <p:spPr bwMode="auto">
            <a:xfrm flipV="1">
              <a:off x="339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4" name="Line 108"/>
            <p:cNvSpPr>
              <a:spLocks noChangeShapeType="1"/>
            </p:cNvSpPr>
            <p:nvPr/>
          </p:nvSpPr>
          <p:spPr bwMode="auto">
            <a:xfrm>
              <a:off x="339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5" name="Freeform 109"/>
            <p:cNvSpPr>
              <a:spLocks noChangeArrowheads="1"/>
            </p:cNvSpPr>
            <p:nvPr/>
          </p:nvSpPr>
          <p:spPr bwMode="auto">
            <a:xfrm>
              <a:off x="339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6" name="Line 110"/>
            <p:cNvSpPr>
              <a:spLocks noChangeShapeType="1"/>
            </p:cNvSpPr>
            <p:nvPr/>
          </p:nvSpPr>
          <p:spPr bwMode="auto">
            <a:xfrm flipV="1">
              <a:off x="343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7" name="Line 111"/>
            <p:cNvSpPr>
              <a:spLocks noChangeShapeType="1"/>
            </p:cNvSpPr>
            <p:nvPr/>
          </p:nvSpPr>
          <p:spPr bwMode="auto">
            <a:xfrm>
              <a:off x="343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8" name="Freeform 112"/>
            <p:cNvSpPr>
              <a:spLocks noChangeArrowheads="1"/>
            </p:cNvSpPr>
            <p:nvPr/>
          </p:nvSpPr>
          <p:spPr bwMode="auto">
            <a:xfrm>
              <a:off x="3439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9" name="Line 113"/>
            <p:cNvSpPr>
              <a:spLocks noChangeShapeType="1"/>
            </p:cNvSpPr>
            <p:nvPr/>
          </p:nvSpPr>
          <p:spPr bwMode="auto">
            <a:xfrm flipV="1">
              <a:off x="346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0" name="Line 114"/>
            <p:cNvSpPr>
              <a:spLocks noChangeShapeType="1"/>
            </p:cNvSpPr>
            <p:nvPr/>
          </p:nvSpPr>
          <p:spPr bwMode="auto">
            <a:xfrm>
              <a:off x="346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1" name="Freeform 115"/>
            <p:cNvSpPr>
              <a:spLocks noChangeArrowheads="1"/>
            </p:cNvSpPr>
            <p:nvPr/>
          </p:nvSpPr>
          <p:spPr bwMode="auto">
            <a:xfrm>
              <a:off x="346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2" name="Line 116"/>
            <p:cNvSpPr>
              <a:spLocks noChangeShapeType="1"/>
            </p:cNvSpPr>
            <p:nvPr/>
          </p:nvSpPr>
          <p:spPr bwMode="auto">
            <a:xfrm flipV="1">
              <a:off x="3468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3" name="Line 117"/>
            <p:cNvSpPr>
              <a:spLocks noChangeShapeType="1"/>
            </p:cNvSpPr>
            <p:nvPr/>
          </p:nvSpPr>
          <p:spPr bwMode="auto">
            <a:xfrm>
              <a:off x="3468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4" name="Line 118"/>
            <p:cNvSpPr>
              <a:spLocks noChangeShapeType="1"/>
            </p:cNvSpPr>
            <p:nvPr/>
          </p:nvSpPr>
          <p:spPr bwMode="auto">
            <a:xfrm flipV="1">
              <a:off x="369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5" name="Line 119"/>
            <p:cNvSpPr>
              <a:spLocks noChangeShapeType="1"/>
            </p:cNvSpPr>
            <p:nvPr/>
          </p:nvSpPr>
          <p:spPr bwMode="auto">
            <a:xfrm>
              <a:off x="369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6" name="Freeform 120"/>
            <p:cNvSpPr>
              <a:spLocks noChangeArrowheads="1"/>
            </p:cNvSpPr>
            <p:nvPr/>
          </p:nvSpPr>
          <p:spPr bwMode="auto">
            <a:xfrm>
              <a:off x="369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7" name="Line 121"/>
            <p:cNvSpPr>
              <a:spLocks noChangeShapeType="1"/>
            </p:cNvSpPr>
            <p:nvPr/>
          </p:nvSpPr>
          <p:spPr bwMode="auto">
            <a:xfrm flipV="1">
              <a:off x="381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8" name="Line 122"/>
            <p:cNvSpPr>
              <a:spLocks noChangeShapeType="1"/>
            </p:cNvSpPr>
            <p:nvPr/>
          </p:nvSpPr>
          <p:spPr bwMode="auto">
            <a:xfrm>
              <a:off x="381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69" name="Freeform 123"/>
            <p:cNvSpPr>
              <a:spLocks noChangeArrowheads="1"/>
            </p:cNvSpPr>
            <p:nvPr/>
          </p:nvSpPr>
          <p:spPr bwMode="auto">
            <a:xfrm>
              <a:off x="3819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0" name="Line 124"/>
            <p:cNvSpPr>
              <a:spLocks noChangeShapeType="1"/>
            </p:cNvSpPr>
            <p:nvPr/>
          </p:nvSpPr>
          <p:spPr bwMode="auto">
            <a:xfrm flipV="1">
              <a:off x="3912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1" name="Line 125"/>
            <p:cNvSpPr>
              <a:spLocks noChangeShapeType="1"/>
            </p:cNvSpPr>
            <p:nvPr/>
          </p:nvSpPr>
          <p:spPr bwMode="auto">
            <a:xfrm>
              <a:off x="3912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2" name="Freeform 126"/>
            <p:cNvSpPr>
              <a:spLocks noChangeArrowheads="1"/>
            </p:cNvSpPr>
            <p:nvPr/>
          </p:nvSpPr>
          <p:spPr bwMode="auto">
            <a:xfrm>
              <a:off x="3912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3" name="Line 127"/>
            <p:cNvSpPr>
              <a:spLocks noChangeShapeType="1"/>
            </p:cNvSpPr>
            <p:nvPr/>
          </p:nvSpPr>
          <p:spPr bwMode="auto">
            <a:xfrm flipV="1">
              <a:off x="398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4" name="Line 128"/>
            <p:cNvSpPr>
              <a:spLocks noChangeShapeType="1"/>
            </p:cNvSpPr>
            <p:nvPr/>
          </p:nvSpPr>
          <p:spPr bwMode="auto">
            <a:xfrm>
              <a:off x="398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5" name="Freeform 129"/>
            <p:cNvSpPr>
              <a:spLocks noChangeArrowheads="1"/>
            </p:cNvSpPr>
            <p:nvPr/>
          </p:nvSpPr>
          <p:spPr bwMode="auto">
            <a:xfrm>
              <a:off x="398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6" name="Line 130"/>
            <p:cNvSpPr>
              <a:spLocks noChangeShapeType="1"/>
            </p:cNvSpPr>
            <p:nvPr/>
          </p:nvSpPr>
          <p:spPr bwMode="auto">
            <a:xfrm flipV="1">
              <a:off x="404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7" name="Line 131"/>
            <p:cNvSpPr>
              <a:spLocks noChangeShapeType="1"/>
            </p:cNvSpPr>
            <p:nvPr/>
          </p:nvSpPr>
          <p:spPr bwMode="auto">
            <a:xfrm>
              <a:off x="404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8" name="Freeform 132"/>
            <p:cNvSpPr>
              <a:spLocks noChangeArrowheads="1"/>
            </p:cNvSpPr>
            <p:nvPr/>
          </p:nvSpPr>
          <p:spPr bwMode="auto">
            <a:xfrm>
              <a:off x="4041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79" name="Line 133"/>
            <p:cNvSpPr>
              <a:spLocks noChangeShapeType="1"/>
            </p:cNvSpPr>
            <p:nvPr/>
          </p:nvSpPr>
          <p:spPr bwMode="auto">
            <a:xfrm flipV="1">
              <a:off x="409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0" name="Line 134"/>
            <p:cNvSpPr>
              <a:spLocks noChangeShapeType="1"/>
            </p:cNvSpPr>
            <p:nvPr/>
          </p:nvSpPr>
          <p:spPr bwMode="auto">
            <a:xfrm>
              <a:off x="409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1" name="Freeform 135"/>
            <p:cNvSpPr>
              <a:spLocks noChangeArrowheads="1"/>
            </p:cNvSpPr>
            <p:nvPr/>
          </p:nvSpPr>
          <p:spPr bwMode="auto">
            <a:xfrm>
              <a:off x="4091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2" name="Line 136"/>
            <p:cNvSpPr>
              <a:spLocks noChangeShapeType="1"/>
            </p:cNvSpPr>
            <p:nvPr/>
          </p:nvSpPr>
          <p:spPr bwMode="auto">
            <a:xfrm flipV="1">
              <a:off x="4134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3" name="Line 137"/>
            <p:cNvSpPr>
              <a:spLocks noChangeShapeType="1"/>
            </p:cNvSpPr>
            <p:nvPr/>
          </p:nvSpPr>
          <p:spPr bwMode="auto">
            <a:xfrm>
              <a:off x="4134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4" name="Freeform 138"/>
            <p:cNvSpPr>
              <a:spLocks noChangeArrowheads="1"/>
            </p:cNvSpPr>
            <p:nvPr/>
          </p:nvSpPr>
          <p:spPr bwMode="auto">
            <a:xfrm>
              <a:off x="4134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5" name="Line 139"/>
            <p:cNvSpPr>
              <a:spLocks noChangeShapeType="1"/>
            </p:cNvSpPr>
            <p:nvPr/>
          </p:nvSpPr>
          <p:spPr bwMode="auto">
            <a:xfrm flipV="1">
              <a:off x="4170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6" name="Line 140"/>
            <p:cNvSpPr>
              <a:spLocks noChangeShapeType="1"/>
            </p:cNvSpPr>
            <p:nvPr/>
          </p:nvSpPr>
          <p:spPr bwMode="auto">
            <a:xfrm>
              <a:off x="4170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7" name="Freeform 141"/>
            <p:cNvSpPr>
              <a:spLocks noChangeArrowheads="1"/>
            </p:cNvSpPr>
            <p:nvPr/>
          </p:nvSpPr>
          <p:spPr bwMode="auto">
            <a:xfrm>
              <a:off x="4170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8" name="Line 142"/>
            <p:cNvSpPr>
              <a:spLocks noChangeShapeType="1"/>
            </p:cNvSpPr>
            <p:nvPr/>
          </p:nvSpPr>
          <p:spPr bwMode="auto">
            <a:xfrm flipV="1">
              <a:off x="4205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89" name="Line 143"/>
            <p:cNvSpPr>
              <a:spLocks noChangeShapeType="1"/>
            </p:cNvSpPr>
            <p:nvPr/>
          </p:nvSpPr>
          <p:spPr bwMode="auto">
            <a:xfrm>
              <a:off x="4205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0" name="Freeform 144"/>
            <p:cNvSpPr>
              <a:spLocks noChangeArrowheads="1"/>
            </p:cNvSpPr>
            <p:nvPr/>
          </p:nvSpPr>
          <p:spPr bwMode="auto">
            <a:xfrm>
              <a:off x="4205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1" name="Line 145"/>
            <p:cNvSpPr>
              <a:spLocks noChangeShapeType="1"/>
            </p:cNvSpPr>
            <p:nvPr/>
          </p:nvSpPr>
          <p:spPr bwMode="auto">
            <a:xfrm flipV="1">
              <a:off x="4205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2" name="Line 146"/>
            <p:cNvSpPr>
              <a:spLocks noChangeShapeType="1"/>
            </p:cNvSpPr>
            <p:nvPr/>
          </p:nvSpPr>
          <p:spPr bwMode="auto">
            <a:xfrm>
              <a:off x="4205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3" name="Line 147"/>
            <p:cNvSpPr>
              <a:spLocks noChangeShapeType="1"/>
            </p:cNvSpPr>
            <p:nvPr/>
          </p:nvSpPr>
          <p:spPr bwMode="auto">
            <a:xfrm flipV="1">
              <a:off x="442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4" name="Line 148"/>
            <p:cNvSpPr>
              <a:spLocks noChangeShapeType="1"/>
            </p:cNvSpPr>
            <p:nvPr/>
          </p:nvSpPr>
          <p:spPr bwMode="auto">
            <a:xfrm>
              <a:off x="442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5" name="Freeform 149"/>
            <p:cNvSpPr>
              <a:spLocks noChangeArrowheads="1"/>
            </p:cNvSpPr>
            <p:nvPr/>
          </p:nvSpPr>
          <p:spPr bwMode="auto">
            <a:xfrm>
              <a:off x="4427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6" name="Line 150"/>
            <p:cNvSpPr>
              <a:spLocks noChangeShapeType="1"/>
            </p:cNvSpPr>
            <p:nvPr/>
          </p:nvSpPr>
          <p:spPr bwMode="auto">
            <a:xfrm flipV="1">
              <a:off x="4556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7" name="Line 151"/>
            <p:cNvSpPr>
              <a:spLocks noChangeShapeType="1"/>
            </p:cNvSpPr>
            <p:nvPr/>
          </p:nvSpPr>
          <p:spPr bwMode="auto">
            <a:xfrm>
              <a:off x="4556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8" name="Freeform 152"/>
            <p:cNvSpPr>
              <a:spLocks noChangeArrowheads="1"/>
            </p:cNvSpPr>
            <p:nvPr/>
          </p:nvSpPr>
          <p:spPr bwMode="auto">
            <a:xfrm>
              <a:off x="4556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99" name="Line 153"/>
            <p:cNvSpPr>
              <a:spLocks noChangeShapeType="1"/>
            </p:cNvSpPr>
            <p:nvPr/>
          </p:nvSpPr>
          <p:spPr bwMode="auto">
            <a:xfrm flipV="1">
              <a:off x="4649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0" name="Line 154"/>
            <p:cNvSpPr>
              <a:spLocks noChangeShapeType="1"/>
            </p:cNvSpPr>
            <p:nvPr/>
          </p:nvSpPr>
          <p:spPr bwMode="auto">
            <a:xfrm>
              <a:off x="4649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1" name="Freeform 155"/>
            <p:cNvSpPr>
              <a:spLocks noChangeArrowheads="1"/>
            </p:cNvSpPr>
            <p:nvPr/>
          </p:nvSpPr>
          <p:spPr bwMode="auto">
            <a:xfrm>
              <a:off x="4649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2" name="Line 156"/>
            <p:cNvSpPr>
              <a:spLocks noChangeShapeType="1"/>
            </p:cNvSpPr>
            <p:nvPr/>
          </p:nvSpPr>
          <p:spPr bwMode="auto">
            <a:xfrm flipV="1">
              <a:off x="472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3" name="Line 157"/>
            <p:cNvSpPr>
              <a:spLocks noChangeShapeType="1"/>
            </p:cNvSpPr>
            <p:nvPr/>
          </p:nvSpPr>
          <p:spPr bwMode="auto">
            <a:xfrm>
              <a:off x="472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4" name="Freeform 158"/>
            <p:cNvSpPr>
              <a:spLocks noChangeArrowheads="1"/>
            </p:cNvSpPr>
            <p:nvPr/>
          </p:nvSpPr>
          <p:spPr bwMode="auto">
            <a:xfrm>
              <a:off x="4721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5" name="Line 159"/>
            <p:cNvSpPr>
              <a:spLocks noChangeShapeType="1"/>
            </p:cNvSpPr>
            <p:nvPr/>
          </p:nvSpPr>
          <p:spPr bwMode="auto">
            <a:xfrm flipV="1">
              <a:off x="477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6" name="Line 160"/>
            <p:cNvSpPr>
              <a:spLocks noChangeShapeType="1"/>
            </p:cNvSpPr>
            <p:nvPr/>
          </p:nvSpPr>
          <p:spPr bwMode="auto">
            <a:xfrm>
              <a:off x="477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7" name="Freeform 161"/>
            <p:cNvSpPr>
              <a:spLocks noChangeArrowheads="1"/>
            </p:cNvSpPr>
            <p:nvPr/>
          </p:nvSpPr>
          <p:spPr bwMode="auto">
            <a:xfrm>
              <a:off x="477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8" name="Line 162"/>
            <p:cNvSpPr>
              <a:spLocks noChangeShapeType="1"/>
            </p:cNvSpPr>
            <p:nvPr/>
          </p:nvSpPr>
          <p:spPr bwMode="auto">
            <a:xfrm flipV="1">
              <a:off x="4828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09" name="Line 163"/>
            <p:cNvSpPr>
              <a:spLocks noChangeShapeType="1"/>
            </p:cNvSpPr>
            <p:nvPr/>
          </p:nvSpPr>
          <p:spPr bwMode="auto">
            <a:xfrm>
              <a:off x="4828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0" name="Freeform 164"/>
            <p:cNvSpPr>
              <a:spLocks noChangeArrowheads="1"/>
            </p:cNvSpPr>
            <p:nvPr/>
          </p:nvSpPr>
          <p:spPr bwMode="auto">
            <a:xfrm>
              <a:off x="4828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1" name="Line 165"/>
            <p:cNvSpPr>
              <a:spLocks noChangeShapeType="1"/>
            </p:cNvSpPr>
            <p:nvPr/>
          </p:nvSpPr>
          <p:spPr bwMode="auto">
            <a:xfrm flipV="1">
              <a:off x="4871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2" name="Line 166"/>
            <p:cNvSpPr>
              <a:spLocks noChangeShapeType="1"/>
            </p:cNvSpPr>
            <p:nvPr/>
          </p:nvSpPr>
          <p:spPr bwMode="auto">
            <a:xfrm>
              <a:off x="4871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3" name="Freeform 167"/>
            <p:cNvSpPr>
              <a:spLocks noChangeArrowheads="1"/>
            </p:cNvSpPr>
            <p:nvPr/>
          </p:nvSpPr>
          <p:spPr bwMode="auto">
            <a:xfrm>
              <a:off x="4871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4" name="Line 168"/>
            <p:cNvSpPr>
              <a:spLocks noChangeShapeType="1"/>
            </p:cNvSpPr>
            <p:nvPr/>
          </p:nvSpPr>
          <p:spPr bwMode="auto">
            <a:xfrm flipV="1">
              <a:off x="4907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5" name="Line 169"/>
            <p:cNvSpPr>
              <a:spLocks noChangeShapeType="1"/>
            </p:cNvSpPr>
            <p:nvPr/>
          </p:nvSpPr>
          <p:spPr bwMode="auto">
            <a:xfrm>
              <a:off x="4907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6" name="Freeform 170"/>
            <p:cNvSpPr>
              <a:spLocks noChangeArrowheads="1"/>
            </p:cNvSpPr>
            <p:nvPr/>
          </p:nvSpPr>
          <p:spPr bwMode="auto">
            <a:xfrm>
              <a:off x="4907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7" name="Line 171"/>
            <p:cNvSpPr>
              <a:spLocks noChangeShapeType="1"/>
            </p:cNvSpPr>
            <p:nvPr/>
          </p:nvSpPr>
          <p:spPr bwMode="auto">
            <a:xfrm flipV="1">
              <a:off x="4943" y="2456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8" name="Line 172"/>
            <p:cNvSpPr>
              <a:spLocks noChangeShapeType="1"/>
            </p:cNvSpPr>
            <p:nvPr/>
          </p:nvSpPr>
          <p:spPr bwMode="auto">
            <a:xfrm>
              <a:off x="4943" y="136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19" name="Freeform 173"/>
            <p:cNvSpPr>
              <a:spLocks noChangeArrowheads="1"/>
            </p:cNvSpPr>
            <p:nvPr/>
          </p:nvSpPr>
          <p:spPr bwMode="auto">
            <a:xfrm>
              <a:off x="4943" y="1362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0" name="Line 174"/>
            <p:cNvSpPr>
              <a:spLocks noChangeShapeType="1"/>
            </p:cNvSpPr>
            <p:nvPr/>
          </p:nvSpPr>
          <p:spPr bwMode="auto">
            <a:xfrm flipV="1">
              <a:off x="4943" y="2434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1" name="Line 175"/>
            <p:cNvSpPr>
              <a:spLocks noChangeShapeType="1"/>
            </p:cNvSpPr>
            <p:nvPr/>
          </p:nvSpPr>
          <p:spPr bwMode="auto">
            <a:xfrm>
              <a:off x="4943" y="1362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2" name="Line 176"/>
            <p:cNvSpPr>
              <a:spLocks noChangeShapeType="1"/>
            </p:cNvSpPr>
            <p:nvPr/>
          </p:nvSpPr>
          <p:spPr bwMode="auto">
            <a:xfrm>
              <a:off x="1270" y="247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3" name="Line 177"/>
            <p:cNvSpPr>
              <a:spLocks noChangeShapeType="1"/>
            </p:cNvSpPr>
            <p:nvPr/>
          </p:nvSpPr>
          <p:spPr bwMode="auto">
            <a:xfrm flipH="1">
              <a:off x="4900" y="2478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4" name="Rectangle 178"/>
            <p:cNvSpPr>
              <a:spLocks noChangeArrowheads="1"/>
            </p:cNvSpPr>
            <p:nvPr/>
          </p:nvSpPr>
          <p:spPr bwMode="auto">
            <a:xfrm>
              <a:off x="1033" y="2355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25" name="Line 179"/>
            <p:cNvSpPr>
              <a:spLocks noChangeShapeType="1"/>
            </p:cNvSpPr>
            <p:nvPr/>
          </p:nvSpPr>
          <p:spPr bwMode="auto">
            <a:xfrm>
              <a:off x="1270" y="231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6" name="Line 180"/>
            <p:cNvSpPr>
              <a:spLocks noChangeShapeType="1"/>
            </p:cNvSpPr>
            <p:nvPr/>
          </p:nvSpPr>
          <p:spPr bwMode="auto">
            <a:xfrm flipH="1">
              <a:off x="4900" y="2316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7" name="Rectangle 181"/>
            <p:cNvSpPr>
              <a:spLocks noChangeArrowheads="1"/>
            </p:cNvSpPr>
            <p:nvPr/>
          </p:nvSpPr>
          <p:spPr bwMode="auto">
            <a:xfrm>
              <a:off x="1033" y="2192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28" name="Line 182"/>
            <p:cNvSpPr>
              <a:spLocks noChangeShapeType="1"/>
            </p:cNvSpPr>
            <p:nvPr/>
          </p:nvSpPr>
          <p:spPr bwMode="auto">
            <a:xfrm>
              <a:off x="1270" y="215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29" name="Line 183"/>
            <p:cNvSpPr>
              <a:spLocks noChangeShapeType="1"/>
            </p:cNvSpPr>
            <p:nvPr/>
          </p:nvSpPr>
          <p:spPr bwMode="auto">
            <a:xfrm flipH="1">
              <a:off x="4900" y="2153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0" name="Rectangle 184"/>
            <p:cNvSpPr>
              <a:spLocks noChangeArrowheads="1"/>
            </p:cNvSpPr>
            <p:nvPr/>
          </p:nvSpPr>
          <p:spPr bwMode="auto">
            <a:xfrm>
              <a:off x="1033" y="202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31" name="Line 185"/>
            <p:cNvSpPr>
              <a:spLocks noChangeShapeType="1"/>
            </p:cNvSpPr>
            <p:nvPr/>
          </p:nvSpPr>
          <p:spPr bwMode="auto">
            <a:xfrm>
              <a:off x="1270" y="199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2" name="Line 186"/>
            <p:cNvSpPr>
              <a:spLocks noChangeShapeType="1"/>
            </p:cNvSpPr>
            <p:nvPr/>
          </p:nvSpPr>
          <p:spPr bwMode="auto">
            <a:xfrm flipH="1">
              <a:off x="4900" y="1998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3" name="Rectangle 187"/>
            <p:cNvSpPr>
              <a:spLocks noChangeArrowheads="1"/>
            </p:cNvSpPr>
            <p:nvPr/>
          </p:nvSpPr>
          <p:spPr bwMode="auto">
            <a:xfrm>
              <a:off x="1033" y="187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34" name="Line 188"/>
            <p:cNvSpPr>
              <a:spLocks noChangeShapeType="1"/>
            </p:cNvSpPr>
            <p:nvPr/>
          </p:nvSpPr>
          <p:spPr bwMode="auto">
            <a:xfrm>
              <a:off x="1270" y="1835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5" name="Line 189"/>
            <p:cNvSpPr>
              <a:spLocks noChangeShapeType="1"/>
            </p:cNvSpPr>
            <p:nvPr/>
          </p:nvSpPr>
          <p:spPr bwMode="auto">
            <a:xfrm flipH="1">
              <a:off x="4900" y="1835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6" name="Rectangle 190"/>
            <p:cNvSpPr>
              <a:spLocks noChangeArrowheads="1"/>
            </p:cNvSpPr>
            <p:nvPr/>
          </p:nvSpPr>
          <p:spPr bwMode="auto">
            <a:xfrm>
              <a:off x="1124" y="171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37" name="Line 191"/>
            <p:cNvSpPr>
              <a:spLocks noChangeShapeType="1"/>
            </p:cNvSpPr>
            <p:nvPr/>
          </p:nvSpPr>
          <p:spPr bwMode="auto">
            <a:xfrm>
              <a:off x="1270" y="1680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8" name="Line 192"/>
            <p:cNvSpPr>
              <a:spLocks noChangeShapeType="1"/>
            </p:cNvSpPr>
            <p:nvPr/>
          </p:nvSpPr>
          <p:spPr bwMode="auto">
            <a:xfrm flipH="1">
              <a:off x="4900" y="1680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39" name="Rectangle 193"/>
            <p:cNvSpPr>
              <a:spLocks noChangeArrowheads="1"/>
            </p:cNvSpPr>
            <p:nvPr/>
          </p:nvSpPr>
          <p:spPr bwMode="auto">
            <a:xfrm>
              <a:off x="1081" y="155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40" name="Line 194"/>
            <p:cNvSpPr>
              <a:spLocks noChangeShapeType="1"/>
            </p:cNvSpPr>
            <p:nvPr/>
          </p:nvSpPr>
          <p:spPr bwMode="auto">
            <a:xfrm>
              <a:off x="1270" y="151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1" name="Line 195"/>
            <p:cNvSpPr>
              <a:spLocks noChangeShapeType="1"/>
            </p:cNvSpPr>
            <p:nvPr/>
          </p:nvSpPr>
          <p:spPr bwMode="auto">
            <a:xfrm flipH="1">
              <a:off x="4900" y="1517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2" name="Rectangle 196"/>
            <p:cNvSpPr>
              <a:spLocks noChangeArrowheads="1"/>
            </p:cNvSpPr>
            <p:nvPr/>
          </p:nvSpPr>
          <p:spPr bwMode="auto">
            <a:xfrm>
              <a:off x="1081" y="139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43" name="Line 197"/>
            <p:cNvSpPr>
              <a:spLocks noChangeShapeType="1"/>
            </p:cNvSpPr>
            <p:nvPr/>
          </p:nvSpPr>
          <p:spPr bwMode="auto">
            <a:xfrm>
              <a:off x="1270" y="136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4" name="Line 198"/>
            <p:cNvSpPr>
              <a:spLocks noChangeShapeType="1"/>
            </p:cNvSpPr>
            <p:nvPr/>
          </p:nvSpPr>
          <p:spPr bwMode="auto">
            <a:xfrm flipH="1">
              <a:off x="4900" y="1362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5" name="Rectangle 199"/>
            <p:cNvSpPr>
              <a:spLocks noChangeArrowheads="1"/>
            </p:cNvSpPr>
            <p:nvPr/>
          </p:nvSpPr>
          <p:spPr bwMode="auto">
            <a:xfrm>
              <a:off x="1081" y="1238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346" name="Line 200"/>
            <p:cNvSpPr>
              <a:spLocks noChangeShapeType="1"/>
            </p:cNvSpPr>
            <p:nvPr/>
          </p:nvSpPr>
          <p:spPr bwMode="auto">
            <a:xfrm>
              <a:off x="1270" y="1362"/>
              <a:ext cx="3673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7" name="Freeform 201"/>
            <p:cNvSpPr>
              <a:spLocks noChangeArrowheads="1"/>
            </p:cNvSpPr>
            <p:nvPr/>
          </p:nvSpPr>
          <p:spPr bwMode="auto">
            <a:xfrm>
              <a:off x="1270" y="1362"/>
              <a:ext cx="3673" cy="1116"/>
            </a:xfrm>
            <a:custGeom>
              <a:avLst/>
              <a:gdLst>
                <a:gd name="T0" fmla="*/ 0 w 513"/>
                <a:gd name="T1" fmla="*/ 1344230152 h 151"/>
                <a:gd name="T2" fmla="*/ 2147483646 w 513"/>
                <a:gd name="T3" fmla="*/ 1344230152 h 151"/>
                <a:gd name="T4" fmla="*/ 2147483646 w 51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8" name="Line 202"/>
            <p:cNvSpPr>
              <a:spLocks noChangeShapeType="1"/>
            </p:cNvSpPr>
            <p:nvPr/>
          </p:nvSpPr>
          <p:spPr bwMode="auto">
            <a:xfrm flipV="1">
              <a:off x="1270" y="1362"/>
              <a:ext cx="1" cy="11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49" name="Rectangle 203"/>
            <p:cNvSpPr>
              <a:spLocks noChangeArrowheads="1"/>
            </p:cNvSpPr>
            <p:nvPr/>
          </p:nvSpPr>
          <p:spPr bwMode="auto">
            <a:xfrm>
              <a:off x="1270" y="2645"/>
              <a:ext cx="3673" cy="111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1350" name="Freeform 204"/>
            <p:cNvSpPr>
              <a:spLocks noChangeArrowheads="1"/>
            </p:cNvSpPr>
            <p:nvPr/>
          </p:nvSpPr>
          <p:spPr bwMode="auto">
            <a:xfrm>
              <a:off x="127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1" name="Freeform 205"/>
            <p:cNvSpPr>
              <a:spLocks noChangeArrowheads="1"/>
            </p:cNvSpPr>
            <p:nvPr/>
          </p:nvSpPr>
          <p:spPr bwMode="auto">
            <a:xfrm>
              <a:off x="200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2" name="Freeform 206"/>
            <p:cNvSpPr>
              <a:spLocks noChangeArrowheads="1"/>
            </p:cNvSpPr>
            <p:nvPr/>
          </p:nvSpPr>
          <p:spPr bwMode="auto">
            <a:xfrm>
              <a:off x="273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3" name="Freeform 207"/>
            <p:cNvSpPr>
              <a:spLocks noChangeArrowheads="1"/>
            </p:cNvSpPr>
            <p:nvPr/>
          </p:nvSpPr>
          <p:spPr bwMode="auto">
            <a:xfrm>
              <a:off x="346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4" name="Freeform 208"/>
            <p:cNvSpPr>
              <a:spLocks noChangeArrowheads="1"/>
            </p:cNvSpPr>
            <p:nvPr/>
          </p:nvSpPr>
          <p:spPr bwMode="auto">
            <a:xfrm>
              <a:off x="4205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5" name="Freeform 209"/>
            <p:cNvSpPr>
              <a:spLocks noChangeArrowheads="1"/>
            </p:cNvSpPr>
            <p:nvPr/>
          </p:nvSpPr>
          <p:spPr bwMode="auto">
            <a:xfrm>
              <a:off x="494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6" name="Freeform 210"/>
            <p:cNvSpPr>
              <a:spLocks noChangeArrowheads="1"/>
            </p:cNvSpPr>
            <p:nvPr/>
          </p:nvSpPr>
          <p:spPr bwMode="auto">
            <a:xfrm>
              <a:off x="1270" y="3761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7" name="Freeform 211"/>
            <p:cNvSpPr>
              <a:spLocks noChangeArrowheads="1"/>
            </p:cNvSpPr>
            <p:nvPr/>
          </p:nvSpPr>
          <p:spPr bwMode="auto">
            <a:xfrm>
              <a:off x="1270" y="356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8" name="Freeform 212"/>
            <p:cNvSpPr>
              <a:spLocks noChangeArrowheads="1"/>
            </p:cNvSpPr>
            <p:nvPr/>
          </p:nvSpPr>
          <p:spPr bwMode="auto">
            <a:xfrm>
              <a:off x="1270" y="3384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59" name="Freeform 213"/>
            <p:cNvSpPr>
              <a:spLocks noChangeArrowheads="1"/>
            </p:cNvSpPr>
            <p:nvPr/>
          </p:nvSpPr>
          <p:spPr bwMode="auto">
            <a:xfrm>
              <a:off x="1270" y="319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0" name="Freeform 214"/>
            <p:cNvSpPr>
              <a:spLocks noChangeArrowheads="1"/>
            </p:cNvSpPr>
            <p:nvPr/>
          </p:nvSpPr>
          <p:spPr bwMode="auto">
            <a:xfrm>
              <a:off x="1270" y="3014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1" name="Freeform 215"/>
            <p:cNvSpPr>
              <a:spLocks noChangeArrowheads="1"/>
            </p:cNvSpPr>
            <p:nvPr/>
          </p:nvSpPr>
          <p:spPr bwMode="auto">
            <a:xfrm>
              <a:off x="1270" y="2829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2" name="Freeform 216"/>
            <p:cNvSpPr>
              <a:spLocks noChangeArrowheads="1"/>
            </p:cNvSpPr>
            <p:nvPr/>
          </p:nvSpPr>
          <p:spPr bwMode="auto">
            <a:xfrm>
              <a:off x="1270" y="2645"/>
              <a:ext cx="3673" cy="1"/>
            </a:xfrm>
            <a:custGeom>
              <a:avLst/>
              <a:gdLst>
                <a:gd name="T0" fmla="*/ 0 w 513"/>
                <a:gd name="T1" fmla="*/ 0 h 1"/>
                <a:gd name="T2" fmla="*/ 2147483646 w 5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3" name="Line 217"/>
            <p:cNvSpPr>
              <a:spLocks noChangeShapeType="1"/>
            </p:cNvSpPr>
            <p:nvPr/>
          </p:nvSpPr>
          <p:spPr bwMode="auto">
            <a:xfrm>
              <a:off x="1270" y="2645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4" name="Freeform 218"/>
            <p:cNvSpPr>
              <a:spLocks noChangeArrowheads="1"/>
            </p:cNvSpPr>
            <p:nvPr/>
          </p:nvSpPr>
          <p:spPr bwMode="auto">
            <a:xfrm>
              <a:off x="1270" y="2645"/>
              <a:ext cx="3673" cy="1116"/>
            </a:xfrm>
            <a:custGeom>
              <a:avLst/>
              <a:gdLst>
                <a:gd name="T0" fmla="*/ 0 w 513"/>
                <a:gd name="T1" fmla="*/ 1344230152 h 151"/>
                <a:gd name="T2" fmla="*/ 2147483646 w 513"/>
                <a:gd name="T3" fmla="*/ 1344230152 h 151"/>
                <a:gd name="T4" fmla="*/ 2147483646 w 51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5" name="Line 219"/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6" name="Line 220"/>
            <p:cNvSpPr>
              <a:spLocks noChangeShapeType="1"/>
            </p:cNvSpPr>
            <p:nvPr/>
          </p:nvSpPr>
          <p:spPr bwMode="auto">
            <a:xfrm>
              <a:off x="1270" y="3761"/>
              <a:ext cx="367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7" name="Line 221"/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8" name="Line 222"/>
            <p:cNvSpPr>
              <a:spLocks noChangeShapeType="1"/>
            </p:cNvSpPr>
            <p:nvPr/>
          </p:nvSpPr>
          <p:spPr bwMode="auto">
            <a:xfrm flipV="1">
              <a:off x="127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69" name="Line 223"/>
            <p:cNvSpPr>
              <a:spLocks noChangeShapeType="1"/>
            </p:cNvSpPr>
            <p:nvPr/>
          </p:nvSpPr>
          <p:spPr bwMode="auto">
            <a:xfrm>
              <a:off x="127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0" name="Freeform 224"/>
            <p:cNvSpPr>
              <a:spLocks noChangeArrowheads="1"/>
            </p:cNvSpPr>
            <p:nvPr/>
          </p:nvSpPr>
          <p:spPr bwMode="auto">
            <a:xfrm>
              <a:off x="127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1" name="Line 225"/>
            <p:cNvSpPr>
              <a:spLocks noChangeShapeType="1"/>
            </p:cNvSpPr>
            <p:nvPr/>
          </p:nvSpPr>
          <p:spPr bwMode="auto">
            <a:xfrm flipV="1">
              <a:off x="1270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2" name="Line 226"/>
            <p:cNvSpPr>
              <a:spLocks noChangeShapeType="1"/>
            </p:cNvSpPr>
            <p:nvPr/>
          </p:nvSpPr>
          <p:spPr bwMode="auto">
            <a:xfrm>
              <a:off x="1270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3" name="Line 227"/>
            <p:cNvSpPr>
              <a:spLocks noChangeShapeType="1"/>
            </p:cNvSpPr>
            <p:nvPr/>
          </p:nvSpPr>
          <p:spPr bwMode="auto">
            <a:xfrm flipV="1">
              <a:off x="1485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4" name="Line 228"/>
            <p:cNvSpPr>
              <a:spLocks noChangeShapeType="1"/>
            </p:cNvSpPr>
            <p:nvPr/>
          </p:nvSpPr>
          <p:spPr bwMode="auto">
            <a:xfrm>
              <a:off x="1485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5" name="Freeform 229"/>
            <p:cNvSpPr>
              <a:spLocks noChangeArrowheads="1"/>
            </p:cNvSpPr>
            <p:nvPr/>
          </p:nvSpPr>
          <p:spPr bwMode="auto">
            <a:xfrm>
              <a:off x="1485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6" name="Line 230"/>
            <p:cNvSpPr>
              <a:spLocks noChangeShapeType="1"/>
            </p:cNvSpPr>
            <p:nvPr/>
          </p:nvSpPr>
          <p:spPr bwMode="auto">
            <a:xfrm flipV="1">
              <a:off x="161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7" name="Line 231"/>
            <p:cNvSpPr>
              <a:spLocks noChangeShapeType="1"/>
            </p:cNvSpPr>
            <p:nvPr/>
          </p:nvSpPr>
          <p:spPr bwMode="auto">
            <a:xfrm>
              <a:off x="161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8" name="Freeform 232"/>
            <p:cNvSpPr>
              <a:spLocks noChangeArrowheads="1"/>
            </p:cNvSpPr>
            <p:nvPr/>
          </p:nvSpPr>
          <p:spPr bwMode="auto">
            <a:xfrm>
              <a:off x="1614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79" name="Line 233"/>
            <p:cNvSpPr>
              <a:spLocks noChangeShapeType="1"/>
            </p:cNvSpPr>
            <p:nvPr/>
          </p:nvSpPr>
          <p:spPr bwMode="auto">
            <a:xfrm flipV="1">
              <a:off x="170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0" name="Line 234"/>
            <p:cNvSpPr>
              <a:spLocks noChangeShapeType="1"/>
            </p:cNvSpPr>
            <p:nvPr/>
          </p:nvSpPr>
          <p:spPr bwMode="auto">
            <a:xfrm>
              <a:off x="170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1" name="Freeform 235"/>
            <p:cNvSpPr>
              <a:spLocks noChangeArrowheads="1"/>
            </p:cNvSpPr>
            <p:nvPr/>
          </p:nvSpPr>
          <p:spPr bwMode="auto">
            <a:xfrm>
              <a:off x="1707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2" name="Line 236"/>
            <p:cNvSpPr>
              <a:spLocks noChangeShapeType="1"/>
            </p:cNvSpPr>
            <p:nvPr/>
          </p:nvSpPr>
          <p:spPr bwMode="auto">
            <a:xfrm flipV="1">
              <a:off x="177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3" name="Line 237"/>
            <p:cNvSpPr>
              <a:spLocks noChangeShapeType="1"/>
            </p:cNvSpPr>
            <p:nvPr/>
          </p:nvSpPr>
          <p:spPr bwMode="auto">
            <a:xfrm>
              <a:off x="177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4" name="Freeform 238"/>
            <p:cNvSpPr>
              <a:spLocks noChangeArrowheads="1"/>
            </p:cNvSpPr>
            <p:nvPr/>
          </p:nvSpPr>
          <p:spPr bwMode="auto">
            <a:xfrm>
              <a:off x="177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5" name="Line 239"/>
            <p:cNvSpPr>
              <a:spLocks noChangeShapeType="1"/>
            </p:cNvSpPr>
            <p:nvPr/>
          </p:nvSpPr>
          <p:spPr bwMode="auto">
            <a:xfrm flipV="1">
              <a:off x="183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6" name="Line 240"/>
            <p:cNvSpPr>
              <a:spLocks noChangeShapeType="1"/>
            </p:cNvSpPr>
            <p:nvPr/>
          </p:nvSpPr>
          <p:spPr bwMode="auto">
            <a:xfrm>
              <a:off x="183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7" name="Freeform 241"/>
            <p:cNvSpPr>
              <a:spLocks noChangeArrowheads="1"/>
            </p:cNvSpPr>
            <p:nvPr/>
          </p:nvSpPr>
          <p:spPr bwMode="auto">
            <a:xfrm>
              <a:off x="183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8" name="Line 242"/>
            <p:cNvSpPr>
              <a:spLocks noChangeShapeType="1"/>
            </p:cNvSpPr>
            <p:nvPr/>
          </p:nvSpPr>
          <p:spPr bwMode="auto">
            <a:xfrm flipV="1">
              <a:off x="188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89" name="Line 243"/>
            <p:cNvSpPr>
              <a:spLocks noChangeShapeType="1"/>
            </p:cNvSpPr>
            <p:nvPr/>
          </p:nvSpPr>
          <p:spPr bwMode="auto">
            <a:xfrm>
              <a:off x="188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0" name="Freeform 244"/>
            <p:cNvSpPr>
              <a:spLocks noChangeArrowheads="1"/>
            </p:cNvSpPr>
            <p:nvPr/>
          </p:nvSpPr>
          <p:spPr bwMode="auto">
            <a:xfrm>
              <a:off x="188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1" name="Line 245"/>
            <p:cNvSpPr>
              <a:spLocks noChangeShapeType="1"/>
            </p:cNvSpPr>
            <p:nvPr/>
          </p:nvSpPr>
          <p:spPr bwMode="auto">
            <a:xfrm flipV="1">
              <a:off x="192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2" name="Line 246"/>
            <p:cNvSpPr>
              <a:spLocks noChangeShapeType="1"/>
            </p:cNvSpPr>
            <p:nvPr/>
          </p:nvSpPr>
          <p:spPr bwMode="auto">
            <a:xfrm>
              <a:off x="192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3" name="Freeform 247"/>
            <p:cNvSpPr>
              <a:spLocks noChangeArrowheads="1"/>
            </p:cNvSpPr>
            <p:nvPr/>
          </p:nvSpPr>
          <p:spPr bwMode="auto">
            <a:xfrm>
              <a:off x="1929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4" name="Line 248"/>
            <p:cNvSpPr>
              <a:spLocks noChangeShapeType="1"/>
            </p:cNvSpPr>
            <p:nvPr/>
          </p:nvSpPr>
          <p:spPr bwMode="auto">
            <a:xfrm flipV="1">
              <a:off x="196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5" name="Line 249"/>
            <p:cNvSpPr>
              <a:spLocks noChangeShapeType="1"/>
            </p:cNvSpPr>
            <p:nvPr/>
          </p:nvSpPr>
          <p:spPr bwMode="auto">
            <a:xfrm>
              <a:off x="196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6" name="Freeform 250"/>
            <p:cNvSpPr>
              <a:spLocks noChangeArrowheads="1"/>
            </p:cNvSpPr>
            <p:nvPr/>
          </p:nvSpPr>
          <p:spPr bwMode="auto">
            <a:xfrm>
              <a:off x="1964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7" name="Line 251"/>
            <p:cNvSpPr>
              <a:spLocks noChangeShapeType="1"/>
            </p:cNvSpPr>
            <p:nvPr/>
          </p:nvSpPr>
          <p:spPr bwMode="auto">
            <a:xfrm flipV="1">
              <a:off x="200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8" name="Line 252"/>
            <p:cNvSpPr>
              <a:spLocks noChangeShapeType="1"/>
            </p:cNvSpPr>
            <p:nvPr/>
          </p:nvSpPr>
          <p:spPr bwMode="auto">
            <a:xfrm>
              <a:off x="200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399" name="Freeform 253"/>
            <p:cNvSpPr>
              <a:spLocks noChangeArrowheads="1"/>
            </p:cNvSpPr>
            <p:nvPr/>
          </p:nvSpPr>
          <p:spPr bwMode="auto">
            <a:xfrm>
              <a:off x="200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0" name="Line 254"/>
            <p:cNvSpPr>
              <a:spLocks noChangeShapeType="1"/>
            </p:cNvSpPr>
            <p:nvPr/>
          </p:nvSpPr>
          <p:spPr bwMode="auto">
            <a:xfrm flipV="1">
              <a:off x="2000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1" name="Line 255"/>
            <p:cNvSpPr>
              <a:spLocks noChangeShapeType="1"/>
            </p:cNvSpPr>
            <p:nvPr/>
          </p:nvSpPr>
          <p:spPr bwMode="auto">
            <a:xfrm>
              <a:off x="2000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2" name="Line 256"/>
            <p:cNvSpPr>
              <a:spLocks noChangeShapeType="1"/>
            </p:cNvSpPr>
            <p:nvPr/>
          </p:nvSpPr>
          <p:spPr bwMode="auto">
            <a:xfrm flipV="1">
              <a:off x="222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3" name="Line 257"/>
            <p:cNvSpPr>
              <a:spLocks noChangeShapeType="1"/>
            </p:cNvSpPr>
            <p:nvPr/>
          </p:nvSpPr>
          <p:spPr bwMode="auto">
            <a:xfrm>
              <a:off x="222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4" name="Freeform 258"/>
            <p:cNvSpPr>
              <a:spLocks noChangeArrowheads="1"/>
            </p:cNvSpPr>
            <p:nvPr/>
          </p:nvSpPr>
          <p:spPr bwMode="auto">
            <a:xfrm>
              <a:off x="2222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5" name="Line 259"/>
            <p:cNvSpPr>
              <a:spLocks noChangeShapeType="1"/>
            </p:cNvSpPr>
            <p:nvPr/>
          </p:nvSpPr>
          <p:spPr bwMode="auto">
            <a:xfrm flipV="1">
              <a:off x="235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6" name="Line 260"/>
            <p:cNvSpPr>
              <a:spLocks noChangeShapeType="1"/>
            </p:cNvSpPr>
            <p:nvPr/>
          </p:nvSpPr>
          <p:spPr bwMode="auto">
            <a:xfrm>
              <a:off x="235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7" name="Freeform 261"/>
            <p:cNvSpPr>
              <a:spLocks noChangeArrowheads="1"/>
            </p:cNvSpPr>
            <p:nvPr/>
          </p:nvSpPr>
          <p:spPr bwMode="auto">
            <a:xfrm>
              <a:off x="2351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8" name="Line 262"/>
            <p:cNvSpPr>
              <a:spLocks noChangeShapeType="1"/>
            </p:cNvSpPr>
            <p:nvPr/>
          </p:nvSpPr>
          <p:spPr bwMode="auto">
            <a:xfrm flipV="1">
              <a:off x="244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09" name="Line 263"/>
            <p:cNvSpPr>
              <a:spLocks noChangeShapeType="1"/>
            </p:cNvSpPr>
            <p:nvPr/>
          </p:nvSpPr>
          <p:spPr bwMode="auto">
            <a:xfrm>
              <a:off x="244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0" name="Freeform 264"/>
            <p:cNvSpPr>
              <a:spLocks noChangeArrowheads="1"/>
            </p:cNvSpPr>
            <p:nvPr/>
          </p:nvSpPr>
          <p:spPr bwMode="auto">
            <a:xfrm>
              <a:off x="2444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1" name="Line 265"/>
            <p:cNvSpPr>
              <a:spLocks noChangeShapeType="1"/>
            </p:cNvSpPr>
            <p:nvPr/>
          </p:nvSpPr>
          <p:spPr bwMode="auto">
            <a:xfrm flipV="1">
              <a:off x="251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2" name="Line 266"/>
            <p:cNvSpPr>
              <a:spLocks noChangeShapeType="1"/>
            </p:cNvSpPr>
            <p:nvPr/>
          </p:nvSpPr>
          <p:spPr bwMode="auto">
            <a:xfrm>
              <a:off x="251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3" name="Freeform 267"/>
            <p:cNvSpPr>
              <a:spLocks noChangeArrowheads="1"/>
            </p:cNvSpPr>
            <p:nvPr/>
          </p:nvSpPr>
          <p:spPr bwMode="auto">
            <a:xfrm>
              <a:off x="251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4" name="Line 268"/>
            <p:cNvSpPr>
              <a:spLocks noChangeShapeType="1"/>
            </p:cNvSpPr>
            <p:nvPr/>
          </p:nvSpPr>
          <p:spPr bwMode="auto">
            <a:xfrm flipV="1">
              <a:off x="257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5" name="Line 269"/>
            <p:cNvSpPr>
              <a:spLocks noChangeShapeType="1"/>
            </p:cNvSpPr>
            <p:nvPr/>
          </p:nvSpPr>
          <p:spPr bwMode="auto">
            <a:xfrm>
              <a:off x="257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6" name="Freeform 270"/>
            <p:cNvSpPr>
              <a:spLocks noChangeArrowheads="1"/>
            </p:cNvSpPr>
            <p:nvPr/>
          </p:nvSpPr>
          <p:spPr bwMode="auto">
            <a:xfrm>
              <a:off x="257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7" name="Line 271"/>
            <p:cNvSpPr>
              <a:spLocks noChangeShapeType="1"/>
            </p:cNvSpPr>
            <p:nvPr/>
          </p:nvSpPr>
          <p:spPr bwMode="auto">
            <a:xfrm flipV="1">
              <a:off x="262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8" name="Line 272"/>
            <p:cNvSpPr>
              <a:spLocks noChangeShapeType="1"/>
            </p:cNvSpPr>
            <p:nvPr/>
          </p:nvSpPr>
          <p:spPr bwMode="auto">
            <a:xfrm>
              <a:off x="262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19" name="Freeform 273"/>
            <p:cNvSpPr>
              <a:spLocks noChangeArrowheads="1"/>
            </p:cNvSpPr>
            <p:nvPr/>
          </p:nvSpPr>
          <p:spPr bwMode="auto">
            <a:xfrm>
              <a:off x="262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0" name="Line 274"/>
            <p:cNvSpPr>
              <a:spLocks noChangeShapeType="1"/>
            </p:cNvSpPr>
            <p:nvPr/>
          </p:nvSpPr>
          <p:spPr bwMode="auto">
            <a:xfrm flipV="1">
              <a:off x="266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1" name="Line 275"/>
            <p:cNvSpPr>
              <a:spLocks noChangeShapeType="1"/>
            </p:cNvSpPr>
            <p:nvPr/>
          </p:nvSpPr>
          <p:spPr bwMode="auto">
            <a:xfrm>
              <a:off x="266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2" name="Freeform 276"/>
            <p:cNvSpPr>
              <a:spLocks noChangeArrowheads="1"/>
            </p:cNvSpPr>
            <p:nvPr/>
          </p:nvSpPr>
          <p:spPr bwMode="auto">
            <a:xfrm>
              <a:off x="266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3" name="Line 277"/>
            <p:cNvSpPr>
              <a:spLocks noChangeShapeType="1"/>
            </p:cNvSpPr>
            <p:nvPr/>
          </p:nvSpPr>
          <p:spPr bwMode="auto">
            <a:xfrm flipV="1">
              <a:off x="270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4" name="Line 278"/>
            <p:cNvSpPr>
              <a:spLocks noChangeShapeType="1"/>
            </p:cNvSpPr>
            <p:nvPr/>
          </p:nvSpPr>
          <p:spPr bwMode="auto">
            <a:xfrm>
              <a:off x="270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5" name="Freeform 279"/>
            <p:cNvSpPr>
              <a:spLocks noChangeArrowheads="1"/>
            </p:cNvSpPr>
            <p:nvPr/>
          </p:nvSpPr>
          <p:spPr bwMode="auto">
            <a:xfrm>
              <a:off x="2702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6" name="Line 280"/>
            <p:cNvSpPr>
              <a:spLocks noChangeShapeType="1"/>
            </p:cNvSpPr>
            <p:nvPr/>
          </p:nvSpPr>
          <p:spPr bwMode="auto">
            <a:xfrm flipV="1">
              <a:off x="273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7" name="Line 281"/>
            <p:cNvSpPr>
              <a:spLocks noChangeShapeType="1"/>
            </p:cNvSpPr>
            <p:nvPr/>
          </p:nvSpPr>
          <p:spPr bwMode="auto">
            <a:xfrm>
              <a:off x="273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8" name="Freeform 282"/>
            <p:cNvSpPr>
              <a:spLocks noChangeArrowheads="1"/>
            </p:cNvSpPr>
            <p:nvPr/>
          </p:nvSpPr>
          <p:spPr bwMode="auto">
            <a:xfrm>
              <a:off x="273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29" name="Line 283"/>
            <p:cNvSpPr>
              <a:spLocks noChangeShapeType="1"/>
            </p:cNvSpPr>
            <p:nvPr/>
          </p:nvSpPr>
          <p:spPr bwMode="auto">
            <a:xfrm flipV="1">
              <a:off x="2738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0" name="Line 284"/>
            <p:cNvSpPr>
              <a:spLocks noChangeShapeType="1"/>
            </p:cNvSpPr>
            <p:nvPr/>
          </p:nvSpPr>
          <p:spPr bwMode="auto">
            <a:xfrm>
              <a:off x="2738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1" name="Line 285"/>
            <p:cNvSpPr>
              <a:spLocks noChangeShapeType="1"/>
            </p:cNvSpPr>
            <p:nvPr/>
          </p:nvSpPr>
          <p:spPr bwMode="auto">
            <a:xfrm flipV="1">
              <a:off x="296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2" name="Line 286"/>
            <p:cNvSpPr>
              <a:spLocks noChangeShapeType="1"/>
            </p:cNvSpPr>
            <p:nvPr/>
          </p:nvSpPr>
          <p:spPr bwMode="auto">
            <a:xfrm>
              <a:off x="296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3" name="Freeform 287"/>
            <p:cNvSpPr>
              <a:spLocks noChangeArrowheads="1"/>
            </p:cNvSpPr>
            <p:nvPr/>
          </p:nvSpPr>
          <p:spPr bwMode="auto">
            <a:xfrm>
              <a:off x="296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4" name="Line 288"/>
            <p:cNvSpPr>
              <a:spLocks noChangeShapeType="1"/>
            </p:cNvSpPr>
            <p:nvPr/>
          </p:nvSpPr>
          <p:spPr bwMode="auto">
            <a:xfrm flipV="1">
              <a:off x="308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5" name="Line 289"/>
            <p:cNvSpPr>
              <a:spLocks noChangeShapeType="1"/>
            </p:cNvSpPr>
            <p:nvPr/>
          </p:nvSpPr>
          <p:spPr bwMode="auto">
            <a:xfrm>
              <a:off x="308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6" name="Freeform 290"/>
            <p:cNvSpPr>
              <a:spLocks noChangeArrowheads="1"/>
            </p:cNvSpPr>
            <p:nvPr/>
          </p:nvSpPr>
          <p:spPr bwMode="auto">
            <a:xfrm>
              <a:off x="308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7" name="Line 291"/>
            <p:cNvSpPr>
              <a:spLocks noChangeShapeType="1"/>
            </p:cNvSpPr>
            <p:nvPr/>
          </p:nvSpPr>
          <p:spPr bwMode="auto">
            <a:xfrm flipV="1">
              <a:off x="317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8" name="Line 292"/>
            <p:cNvSpPr>
              <a:spLocks noChangeShapeType="1"/>
            </p:cNvSpPr>
            <p:nvPr/>
          </p:nvSpPr>
          <p:spPr bwMode="auto">
            <a:xfrm>
              <a:off x="317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39" name="Freeform 293"/>
            <p:cNvSpPr>
              <a:spLocks noChangeArrowheads="1"/>
            </p:cNvSpPr>
            <p:nvPr/>
          </p:nvSpPr>
          <p:spPr bwMode="auto">
            <a:xfrm>
              <a:off x="3174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0" name="Line 294"/>
            <p:cNvSpPr>
              <a:spLocks noChangeShapeType="1"/>
            </p:cNvSpPr>
            <p:nvPr/>
          </p:nvSpPr>
          <p:spPr bwMode="auto">
            <a:xfrm flipV="1">
              <a:off x="324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1" name="Line 295"/>
            <p:cNvSpPr>
              <a:spLocks noChangeShapeType="1"/>
            </p:cNvSpPr>
            <p:nvPr/>
          </p:nvSpPr>
          <p:spPr bwMode="auto">
            <a:xfrm>
              <a:off x="324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2" name="Freeform 296"/>
            <p:cNvSpPr>
              <a:spLocks noChangeArrowheads="1"/>
            </p:cNvSpPr>
            <p:nvPr/>
          </p:nvSpPr>
          <p:spPr bwMode="auto">
            <a:xfrm>
              <a:off x="324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3" name="Line 297"/>
            <p:cNvSpPr>
              <a:spLocks noChangeShapeType="1"/>
            </p:cNvSpPr>
            <p:nvPr/>
          </p:nvSpPr>
          <p:spPr bwMode="auto">
            <a:xfrm flipV="1">
              <a:off x="331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4" name="Line 298"/>
            <p:cNvSpPr>
              <a:spLocks noChangeShapeType="1"/>
            </p:cNvSpPr>
            <p:nvPr/>
          </p:nvSpPr>
          <p:spPr bwMode="auto">
            <a:xfrm>
              <a:off x="331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5" name="Freeform 299"/>
            <p:cNvSpPr>
              <a:spLocks noChangeArrowheads="1"/>
            </p:cNvSpPr>
            <p:nvPr/>
          </p:nvSpPr>
          <p:spPr bwMode="auto">
            <a:xfrm>
              <a:off x="331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6" name="Line 300"/>
            <p:cNvSpPr>
              <a:spLocks noChangeShapeType="1"/>
            </p:cNvSpPr>
            <p:nvPr/>
          </p:nvSpPr>
          <p:spPr bwMode="auto">
            <a:xfrm flipV="1">
              <a:off x="335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7" name="Line 301"/>
            <p:cNvSpPr>
              <a:spLocks noChangeShapeType="1"/>
            </p:cNvSpPr>
            <p:nvPr/>
          </p:nvSpPr>
          <p:spPr bwMode="auto">
            <a:xfrm>
              <a:off x="335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8" name="Freeform 302"/>
            <p:cNvSpPr>
              <a:spLocks noChangeArrowheads="1"/>
            </p:cNvSpPr>
            <p:nvPr/>
          </p:nvSpPr>
          <p:spPr bwMode="auto">
            <a:xfrm>
              <a:off x="335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49" name="Line 303"/>
            <p:cNvSpPr>
              <a:spLocks noChangeShapeType="1"/>
            </p:cNvSpPr>
            <p:nvPr/>
          </p:nvSpPr>
          <p:spPr bwMode="auto">
            <a:xfrm flipV="1">
              <a:off x="339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0" name="Line 304"/>
            <p:cNvSpPr>
              <a:spLocks noChangeShapeType="1"/>
            </p:cNvSpPr>
            <p:nvPr/>
          </p:nvSpPr>
          <p:spPr bwMode="auto">
            <a:xfrm>
              <a:off x="339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1" name="Freeform 305"/>
            <p:cNvSpPr>
              <a:spLocks noChangeArrowheads="1"/>
            </p:cNvSpPr>
            <p:nvPr/>
          </p:nvSpPr>
          <p:spPr bwMode="auto">
            <a:xfrm>
              <a:off x="339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2" name="Line 306"/>
            <p:cNvSpPr>
              <a:spLocks noChangeShapeType="1"/>
            </p:cNvSpPr>
            <p:nvPr/>
          </p:nvSpPr>
          <p:spPr bwMode="auto">
            <a:xfrm flipV="1">
              <a:off x="343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3" name="Line 307"/>
            <p:cNvSpPr>
              <a:spLocks noChangeShapeType="1"/>
            </p:cNvSpPr>
            <p:nvPr/>
          </p:nvSpPr>
          <p:spPr bwMode="auto">
            <a:xfrm>
              <a:off x="343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4" name="Freeform 308"/>
            <p:cNvSpPr>
              <a:spLocks noChangeArrowheads="1"/>
            </p:cNvSpPr>
            <p:nvPr/>
          </p:nvSpPr>
          <p:spPr bwMode="auto">
            <a:xfrm>
              <a:off x="3439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5" name="Line 309"/>
            <p:cNvSpPr>
              <a:spLocks noChangeShapeType="1"/>
            </p:cNvSpPr>
            <p:nvPr/>
          </p:nvSpPr>
          <p:spPr bwMode="auto">
            <a:xfrm flipV="1">
              <a:off x="346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6" name="Line 310"/>
            <p:cNvSpPr>
              <a:spLocks noChangeShapeType="1"/>
            </p:cNvSpPr>
            <p:nvPr/>
          </p:nvSpPr>
          <p:spPr bwMode="auto">
            <a:xfrm>
              <a:off x="346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7" name="Freeform 311"/>
            <p:cNvSpPr>
              <a:spLocks noChangeArrowheads="1"/>
            </p:cNvSpPr>
            <p:nvPr/>
          </p:nvSpPr>
          <p:spPr bwMode="auto">
            <a:xfrm>
              <a:off x="346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8" name="Line 312"/>
            <p:cNvSpPr>
              <a:spLocks noChangeShapeType="1"/>
            </p:cNvSpPr>
            <p:nvPr/>
          </p:nvSpPr>
          <p:spPr bwMode="auto">
            <a:xfrm flipV="1">
              <a:off x="3468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59" name="Line 313"/>
            <p:cNvSpPr>
              <a:spLocks noChangeShapeType="1"/>
            </p:cNvSpPr>
            <p:nvPr/>
          </p:nvSpPr>
          <p:spPr bwMode="auto">
            <a:xfrm>
              <a:off x="3468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0" name="Line 314"/>
            <p:cNvSpPr>
              <a:spLocks noChangeShapeType="1"/>
            </p:cNvSpPr>
            <p:nvPr/>
          </p:nvSpPr>
          <p:spPr bwMode="auto">
            <a:xfrm flipV="1">
              <a:off x="369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1" name="Line 315"/>
            <p:cNvSpPr>
              <a:spLocks noChangeShapeType="1"/>
            </p:cNvSpPr>
            <p:nvPr/>
          </p:nvSpPr>
          <p:spPr bwMode="auto">
            <a:xfrm>
              <a:off x="369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2" name="Freeform 316"/>
            <p:cNvSpPr>
              <a:spLocks noChangeArrowheads="1"/>
            </p:cNvSpPr>
            <p:nvPr/>
          </p:nvSpPr>
          <p:spPr bwMode="auto">
            <a:xfrm>
              <a:off x="369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3" name="Line 317"/>
            <p:cNvSpPr>
              <a:spLocks noChangeShapeType="1"/>
            </p:cNvSpPr>
            <p:nvPr/>
          </p:nvSpPr>
          <p:spPr bwMode="auto">
            <a:xfrm flipV="1">
              <a:off x="381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4" name="Line 318"/>
            <p:cNvSpPr>
              <a:spLocks noChangeShapeType="1"/>
            </p:cNvSpPr>
            <p:nvPr/>
          </p:nvSpPr>
          <p:spPr bwMode="auto">
            <a:xfrm>
              <a:off x="381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5" name="Freeform 319"/>
            <p:cNvSpPr>
              <a:spLocks noChangeArrowheads="1"/>
            </p:cNvSpPr>
            <p:nvPr/>
          </p:nvSpPr>
          <p:spPr bwMode="auto">
            <a:xfrm>
              <a:off x="3819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6" name="Line 320"/>
            <p:cNvSpPr>
              <a:spLocks noChangeShapeType="1"/>
            </p:cNvSpPr>
            <p:nvPr/>
          </p:nvSpPr>
          <p:spPr bwMode="auto">
            <a:xfrm flipV="1">
              <a:off x="3912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7" name="Line 321"/>
            <p:cNvSpPr>
              <a:spLocks noChangeShapeType="1"/>
            </p:cNvSpPr>
            <p:nvPr/>
          </p:nvSpPr>
          <p:spPr bwMode="auto">
            <a:xfrm>
              <a:off x="3912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8" name="Freeform 322"/>
            <p:cNvSpPr>
              <a:spLocks noChangeArrowheads="1"/>
            </p:cNvSpPr>
            <p:nvPr/>
          </p:nvSpPr>
          <p:spPr bwMode="auto">
            <a:xfrm>
              <a:off x="3912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69" name="Line 323"/>
            <p:cNvSpPr>
              <a:spLocks noChangeShapeType="1"/>
            </p:cNvSpPr>
            <p:nvPr/>
          </p:nvSpPr>
          <p:spPr bwMode="auto">
            <a:xfrm flipV="1">
              <a:off x="398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0" name="Line 324"/>
            <p:cNvSpPr>
              <a:spLocks noChangeShapeType="1"/>
            </p:cNvSpPr>
            <p:nvPr/>
          </p:nvSpPr>
          <p:spPr bwMode="auto">
            <a:xfrm>
              <a:off x="398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1" name="Freeform 325"/>
            <p:cNvSpPr>
              <a:spLocks noChangeArrowheads="1"/>
            </p:cNvSpPr>
            <p:nvPr/>
          </p:nvSpPr>
          <p:spPr bwMode="auto">
            <a:xfrm>
              <a:off x="398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2" name="Line 326"/>
            <p:cNvSpPr>
              <a:spLocks noChangeShapeType="1"/>
            </p:cNvSpPr>
            <p:nvPr/>
          </p:nvSpPr>
          <p:spPr bwMode="auto">
            <a:xfrm flipV="1">
              <a:off x="404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3" name="Line 327"/>
            <p:cNvSpPr>
              <a:spLocks noChangeShapeType="1"/>
            </p:cNvSpPr>
            <p:nvPr/>
          </p:nvSpPr>
          <p:spPr bwMode="auto">
            <a:xfrm>
              <a:off x="404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4" name="Freeform 328"/>
            <p:cNvSpPr>
              <a:spLocks noChangeArrowheads="1"/>
            </p:cNvSpPr>
            <p:nvPr/>
          </p:nvSpPr>
          <p:spPr bwMode="auto">
            <a:xfrm>
              <a:off x="4041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5" name="Line 329"/>
            <p:cNvSpPr>
              <a:spLocks noChangeShapeType="1"/>
            </p:cNvSpPr>
            <p:nvPr/>
          </p:nvSpPr>
          <p:spPr bwMode="auto">
            <a:xfrm flipV="1">
              <a:off x="409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6" name="Line 330"/>
            <p:cNvSpPr>
              <a:spLocks noChangeShapeType="1"/>
            </p:cNvSpPr>
            <p:nvPr/>
          </p:nvSpPr>
          <p:spPr bwMode="auto">
            <a:xfrm>
              <a:off x="409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7" name="Freeform 331"/>
            <p:cNvSpPr>
              <a:spLocks noChangeArrowheads="1"/>
            </p:cNvSpPr>
            <p:nvPr/>
          </p:nvSpPr>
          <p:spPr bwMode="auto">
            <a:xfrm>
              <a:off x="4091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8" name="Line 332"/>
            <p:cNvSpPr>
              <a:spLocks noChangeShapeType="1"/>
            </p:cNvSpPr>
            <p:nvPr/>
          </p:nvSpPr>
          <p:spPr bwMode="auto">
            <a:xfrm flipV="1">
              <a:off x="4134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79" name="Line 333"/>
            <p:cNvSpPr>
              <a:spLocks noChangeShapeType="1"/>
            </p:cNvSpPr>
            <p:nvPr/>
          </p:nvSpPr>
          <p:spPr bwMode="auto">
            <a:xfrm>
              <a:off x="4134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0" name="Freeform 334"/>
            <p:cNvSpPr>
              <a:spLocks noChangeArrowheads="1"/>
            </p:cNvSpPr>
            <p:nvPr/>
          </p:nvSpPr>
          <p:spPr bwMode="auto">
            <a:xfrm>
              <a:off x="4134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1" name="Line 335"/>
            <p:cNvSpPr>
              <a:spLocks noChangeShapeType="1"/>
            </p:cNvSpPr>
            <p:nvPr/>
          </p:nvSpPr>
          <p:spPr bwMode="auto">
            <a:xfrm flipV="1">
              <a:off x="4170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2" name="Line 336"/>
            <p:cNvSpPr>
              <a:spLocks noChangeShapeType="1"/>
            </p:cNvSpPr>
            <p:nvPr/>
          </p:nvSpPr>
          <p:spPr bwMode="auto">
            <a:xfrm>
              <a:off x="4170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3" name="Freeform 337"/>
            <p:cNvSpPr>
              <a:spLocks noChangeArrowheads="1"/>
            </p:cNvSpPr>
            <p:nvPr/>
          </p:nvSpPr>
          <p:spPr bwMode="auto">
            <a:xfrm>
              <a:off x="4170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4" name="Line 338"/>
            <p:cNvSpPr>
              <a:spLocks noChangeShapeType="1"/>
            </p:cNvSpPr>
            <p:nvPr/>
          </p:nvSpPr>
          <p:spPr bwMode="auto">
            <a:xfrm flipV="1">
              <a:off x="4205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5" name="Line 339"/>
            <p:cNvSpPr>
              <a:spLocks noChangeShapeType="1"/>
            </p:cNvSpPr>
            <p:nvPr/>
          </p:nvSpPr>
          <p:spPr bwMode="auto">
            <a:xfrm>
              <a:off x="4205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6" name="Freeform 340"/>
            <p:cNvSpPr>
              <a:spLocks noChangeArrowheads="1"/>
            </p:cNvSpPr>
            <p:nvPr/>
          </p:nvSpPr>
          <p:spPr bwMode="auto">
            <a:xfrm>
              <a:off x="4205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7" name="Line 341"/>
            <p:cNvSpPr>
              <a:spLocks noChangeShapeType="1"/>
            </p:cNvSpPr>
            <p:nvPr/>
          </p:nvSpPr>
          <p:spPr bwMode="auto">
            <a:xfrm flipV="1">
              <a:off x="4205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8" name="Line 342"/>
            <p:cNvSpPr>
              <a:spLocks noChangeShapeType="1"/>
            </p:cNvSpPr>
            <p:nvPr/>
          </p:nvSpPr>
          <p:spPr bwMode="auto">
            <a:xfrm>
              <a:off x="4205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89" name="Line 343"/>
            <p:cNvSpPr>
              <a:spLocks noChangeShapeType="1"/>
            </p:cNvSpPr>
            <p:nvPr/>
          </p:nvSpPr>
          <p:spPr bwMode="auto">
            <a:xfrm flipV="1">
              <a:off x="442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0" name="Line 344"/>
            <p:cNvSpPr>
              <a:spLocks noChangeShapeType="1"/>
            </p:cNvSpPr>
            <p:nvPr/>
          </p:nvSpPr>
          <p:spPr bwMode="auto">
            <a:xfrm>
              <a:off x="442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1" name="Freeform 345"/>
            <p:cNvSpPr>
              <a:spLocks noChangeArrowheads="1"/>
            </p:cNvSpPr>
            <p:nvPr/>
          </p:nvSpPr>
          <p:spPr bwMode="auto">
            <a:xfrm>
              <a:off x="4427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2" name="Line 346"/>
            <p:cNvSpPr>
              <a:spLocks noChangeShapeType="1"/>
            </p:cNvSpPr>
            <p:nvPr/>
          </p:nvSpPr>
          <p:spPr bwMode="auto">
            <a:xfrm flipV="1">
              <a:off x="4556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3" name="Line 347"/>
            <p:cNvSpPr>
              <a:spLocks noChangeShapeType="1"/>
            </p:cNvSpPr>
            <p:nvPr/>
          </p:nvSpPr>
          <p:spPr bwMode="auto">
            <a:xfrm>
              <a:off x="4556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4" name="Freeform 348"/>
            <p:cNvSpPr>
              <a:spLocks noChangeArrowheads="1"/>
            </p:cNvSpPr>
            <p:nvPr/>
          </p:nvSpPr>
          <p:spPr bwMode="auto">
            <a:xfrm>
              <a:off x="4556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5" name="Line 349"/>
            <p:cNvSpPr>
              <a:spLocks noChangeShapeType="1"/>
            </p:cNvSpPr>
            <p:nvPr/>
          </p:nvSpPr>
          <p:spPr bwMode="auto">
            <a:xfrm flipV="1">
              <a:off x="4649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6" name="Line 350"/>
            <p:cNvSpPr>
              <a:spLocks noChangeShapeType="1"/>
            </p:cNvSpPr>
            <p:nvPr/>
          </p:nvSpPr>
          <p:spPr bwMode="auto">
            <a:xfrm>
              <a:off x="4649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7" name="Freeform 351"/>
            <p:cNvSpPr>
              <a:spLocks noChangeArrowheads="1"/>
            </p:cNvSpPr>
            <p:nvPr/>
          </p:nvSpPr>
          <p:spPr bwMode="auto">
            <a:xfrm>
              <a:off x="4649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8" name="Line 352"/>
            <p:cNvSpPr>
              <a:spLocks noChangeShapeType="1"/>
            </p:cNvSpPr>
            <p:nvPr/>
          </p:nvSpPr>
          <p:spPr bwMode="auto">
            <a:xfrm flipV="1">
              <a:off x="472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499" name="Line 353"/>
            <p:cNvSpPr>
              <a:spLocks noChangeShapeType="1"/>
            </p:cNvSpPr>
            <p:nvPr/>
          </p:nvSpPr>
          <p:spPr bwMode="auto">
            <a:xfrm>
              <a:off x="472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0" name="Freeform 354"/>
            <p:cNvSpPr>
              <a:spLocks noChangeArrowheads="1"/>
            </p:cNvSpPr>
            <p:nvPr/>
          </p:nvSpPr>
          <p:spPr bwMode="auto">
            <a:xfrm>
              <a:off x="4721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1" name="Line 355"/>
            <p:cNvSpPr>
              <a:spLocks noChangeShapeType="1"/>
            </p:cNvSpPr>
            <p:nvPr/>
          </p:nvSpPr>
          <p:spPr bwMode="auto">
            <a:xfrm flipV="1">
              <a:off x="477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2" name="Line 356"/>
            <p:cNvSpPr>
              <a:spLocks noChangeShapeType="1"/>
            </p:cNvSpPr>
            <p:nvPr/>
          </p:nvSpPr>
          <p:spPr bwMode="auto">
            <a:xfrm>
              <a:off x="477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3" name="Freeform 357"/>
            <p:cNvSpPr>
              <a:spLocks noChangeArrowheads="1"/>
            </p:cNvSpPr>
            <p:nvPr/>
          </p:nvSpPr>
          <p:spPr bwMode="auto">
            <a:xfrm>
              <a:off x="477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4" name="Line 358"/>
            <p:cNvSpPr>
              <a:spLocks noChangeShapeType="1"/>
            </p:cNvSpPr>
            <p:nvPr/>
          </p:nvSpPr>
          <p:spPr bwMode="auto">
            <a:xfrm flipV="1">
              <a:off x="4828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5" name="Line 359"/>
            <p:cNvSpPr>
              <a:spLocks noChangeShapeType="1"/>
            </p:cNvSpPr>
            <p:nvPr/>
          </p:nvSpPr>
          <p:spPr bwMode="auto">
            <a:xfrm>
              <a:off x="4828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6" name="Freeform 360"/>
            <p:cNvSpPr>
              <a:spLocks noChangeArrowheads="1"/>
            </p:cNvSpPr>
            <p:nvPr/>
          </p:nvSpPr>
          <p:spPr bwMode="auto">
            <a:xfrm>
              <a:off x="4828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7" name="Line 361"/>
            <p:cNvSpPr>
              <a:spLocks noChangeShapeType="1"/>
            </p:cNvSpPr>
            <p:nvPr/>
          </p:nvSpPr>
          <p:spPr bwMode="auto">
            <a:xfrm flipV="1">
              <a:off x="4871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8" name="Line 362"/>
            <p:cNvSpPr>
              <a:spLocks noChangeShapeType="1"/>
            </p:cNvSpPr>
            <p:nvPr/>
          </p:nvSpPr>
          <p:spPr bwMode="auto">
            <a:xfrm>
              <a:off x="4871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09" name="Freeform 363"/>
            <p:cNvSpPr>
              <a:spLocks noChangeArrowheads="1"/>
            </p:cNvSpPr>
            <p:nvPr/>
          </p:nvSpPr>
          <p:spPr bwMode="auto">
            <a:xfrm>
              <a:off x="4871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0" name="Line 364"/>
            <p:cNvSpPr>
              <a:spLocks noChangeShapeType="1"/>
            </p:cNvSpPr>
            <p:nvPr/>
          </p:nvSpPr>
          <p:spPr bwMode="auto">
            <a:xfrm flipV="1">
              <a:off x="4907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1" name="Line 365"/>
            <p:cNvSpPr>
              <a:spLocks noChangeShapeType="1"/>
            </p:cNvSpPr>
            <p:nvPr/>
          </p:nvSpPr>
          <p:spPr bwMode="auto">
            <a:xfrm>
              <a:off x="4907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2" name="Freeform 366"/>
            <p:cNvSpPr>
              <a:spLocks noChangeArrowheads="1"/>
            </p:cNvSpPr>
            <p:nvPr/>
          </p:nvSpPr>
          <p:spPr bwMode="auto">
            <a:xfrm>
              <a:off x="4907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3" name="Line 367"/>
            <p:cNvSpPr>
              <a:spLocks noChangeShapeType="1"/>
            </p:cNvSpPr>
            <p:nvPr/>
          </p:nvSpPr>
          <p:spPr bwMode="auto">
            <a:xfrm flipV="1">
              <a:off x="4943" y="3739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4" name="Line 368"/>
            <p:cNvSpPr>
              <a:spLocks noChangeShapeType="1"/>
            </p:cNvSpPr>
            <p:nvPr/>
          </p:nvSpPr>
          <p:spPr bwMode="auto">
            <a:xfrm>
              <a:off x="4943" y="2645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5" name="Freeform 369"/>
            <p:cNvSpPr>
              <a:spLocks noChangeArrowheads="1"/>
            </p:cNvSpPr>
            <p:nvPr/>
          </p:nvSpPr>
          <p:spPr bwMode="auto">
            <a:xfrm>
              <a:off x="4943" y="2645"/>
              <a:ext cx="1" cy="1116"/>
            </a:xfrm>
            <a:custGeom>
              <a:avLst/>
              <a:gdLst>
                <a:gd name="T0" fmla="*/ 0 w 1"/>
                <a:gd name="T1" fmla="*/ 1344230152 h 151"/>
                <a:gd name="T2" fmla="*/ 0 w 1"/>
                <a:gd name="T3" fmla="*/ 0 h 1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1">
                  <a:moveTo>
                    <a:pt x="0" y="1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6" name="Line 370"/>
            <p:cNvSpPr>
              <a:spLocks noChangeShapeType="1"/>
            </p:cNvSpPr>
            <p:nvPr/>
          </p:nvSpPr>
          <p:spPr bwMode="auto">
            <a:xfrm flipV="1">
              <a:off x="4943" y="3717"/>
              <a:ext cx="1" cy="4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7" name="Line 371"/>
            <p:cNvSpPr>
              <a:spLocks noChangeShapeType="1"/>
            </p:cNvSpPr>
            <p:nvPr/>
          </p:nvSpPr>
          <p:spPr bwMode="auto">
            <a:xfrm>
              <a:off x="4943" y="2645"/>
              <a:ext cx="1" cy="3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8" name="Line 372"/>
            <p:cNvSpPr>
              <a:spLocks noChangeShapeType="1"/>
            </p:cNvSpPr>
            <p:nvPr/>
          </p:nvSpPr>
          <p:spPr bwMode="auto">
            <a:xfrm>
              <a:off x="1270" y="376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19" name="Line 373"/>
            <p:cNvSpPr>
              <a:spLocks noChangeShapeType="1"/>
            </p:cNvSpPr>
            <p:nvPr/>
          </p:nvSpPr>
          <p:spPr bwMode="auto">
            <a:xfrm flipH="1">
              <a:off x="4900" y="3761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0" name="Rectangle 374"/>
            <p:cNvSpPr>
              <a:spLocks noChangeArrowheads="1"/>
            </p:cNvSpPr>
            <p:nvPr/>
          </p:nvSpPr>
          <p:spPr bwMode="auto">
            <a:xfrm>
              <a:off x="937" y="3650"/>
              <a:ext cx="2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21" name="Line 375"/>
            <p:cNvSpPr>
              <a:spLocks noChangeShapeType="1"/>
            </p:cNvSpPr>
            <p:nvPr/>
          </p:nvSpPr>
          <p:spPr bwMode="auto">
            <a:xfrm>
              <a:off x="1270" y="356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2" name="Line 376"/>
            <p:cNvSpPr>
              <a:spLocks noChangeShapeType="1"/>
            </p:cNvSpPr>
            <p:nvPr/>
          </p:nvSpPr>
          <p:spPr bwMode="auto">
            <a:xfrm flipH="1">
              <a:off x="4900" y="356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3" name="Rectangle 377"/>
            <p:cNvSpPr>
              <a:spLocks noChangeArrowheads="1"/>
            </p:cNvSpPr>
            <p:nvPr/>
          </p:nvSpPr>
          <p:spPr bwMode="auto">
            <a:xfrm>
              <a:off x="937" y="3458"/>
              <a:ext cx="2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-135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24" name="Line 378"/>
            <p:cNvSpPr>
              <a:spLocks noChangeShapeType="1"/>
            </p:cNvSpPr>
            <p:nvPr/>
          </p:nvSpPr>
          <p:spPr bwMode="auto">
            <a:xfrm>
              <a:off x="1270" y="338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5" name="Line 379"/>
            <p:cNvSpPr>
              <a:spLocks noChangeShapeType="1"/>
            </p:cNvSpPr>
            <p:nvPr/>
          </p:nvSpPr>
          <p:spPr bwMode="auto">
            <a:xfrm flipH="1">
              <a:off x="4900" y="3384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6" name="Rectangle 380"/>
            <p:cNvSpPr>
              <a:spLocks noChangeArrowheads="1"/>
            </p:cNvSpPr>
            <p:nvPr/>
          </p:nvSpPr>
          <p:spPr bwMode="auto">
            <a:xfrm>
              <a:off x="1012" y="3273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27" name="Line 381"/>
            <p:cNvSpPr>
              <a:spLocks noChangeShapeType="1"/>
            </p:cNvSpPr>
            <p:nvPr/>
          </p:nvSpPr>
          <p:spPr bwMode="auto">
            <a:xfrm>
              <a:off x="1270" y="319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8" name="Line 382"/>
            <p:cNvSpPr>
              <a:spLocks noChangeShapeType="1"/>
            </p:cNvSpPr>
            <p:nvPr/>
          </p:nvSpPr>
          <p:spPr bwMode="auto">
            <a:xfrm flipH="1">
              <a:off x="4900" y="319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29" name="Rectangle 383"/>
            <p:cNvSpPr>
              <a:spLocks noChangeArrowheads="1"/>
            </p:cNvSpPr>
            <p:nvPr/>
          </p:nvSpPr>
          <p:spPr bwMode="auto">
            <a:xfrm>
              <a:off x="1012" y="308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30" name="Line 384"/>
            <p:cNvSpPr>
              <a:spLocks noChangeShapeType="1"/>
            </p:cNvSpPr>
            <p:nvPr/>
          </p:nvSpPr>
          <p:spPr bwMode="auto">
            <a:xfrm>
              <a:off x="1270" y="301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1" name="Line 385"/>
            <p:cNvSpPr>
              <a:spLocks noChangeShapeType="1"/>
            </p:cNvSpPr>
            <p:nvPr/>
          </p:nvSpPr>
          <p:spPr bwMode="auto">
            <a:xfrm flipH="1">
              <a:off x="4900" y="3014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2" name="Rectangle 386"/>
            <p:cNvSpPr>
              <a:spLocks noChangeArrowheads="1"/>
            </p:cNvSpPr>
            <p:nvPr/>
          </p:nvSpPr>
          <p:spPr bwMode="auto">
            <a:xfrm>
              <a:off x="1108" y="290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33" name="Line 387"/>
            <p:cNvSpPr>
              <a:spLocks noChangeShapeType="1"/>
            </p:cNvSpPr>
            <p:nvPr/>
          </p:nvSpPr>
          <p:spPr bwMode="auto">
            <a:xfrm>
              <a:off x="1270" y="282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4" name="Line 388"/>
            <p:cNvSpPr>
              <a:spLocks noChangeShapeType="1"/>
            </p:cNvSpPr>
            <p:nvPr/>
          </p:nvSpPr>
          <p:spPr bwMode="auto">
            <a:xfrm flipH="1">
              <a:off x="4900" y="2829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5" name="Rectangle 389"/>
            <p:cNvSpPr>
              <a:spLocks noChangeArrowheads="1"/>
            </p:cNvSpPr>
            <p:nvPr/>
          </p:nvSpPr>
          <p:spPr bwMode="auto">
            <a:xfrm>
              <a:off x="1065" y="2719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36" name="Line 390"/>
            <p:cNvSpPr>
              <a:spLocks noChangeShapeType="1"/>
            </p:cNvSpPr>
            <p:nvPr/>
          </p:nvSpPr>
          <p:spPr bwMode="auto">
            <a:xfrm>
              <a:off x="1270" y="2645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7" name="Line 391"/>
            <p:cNvSpPr>
              <a:spLocks noChangeShapeType="1"/>
            </p:cNvSpPr>
            <p:nvPr/>
          </p:nvSpPr>
          <p:spPr bwMode="auto">
            <a:xfrm flipH="1">
              <a:off x="4900" y="2645"/>
              <a:ext cx="43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38" name="Rectangle 392"/>
            <p:cNvSpPr>
              <a:spLocks noChangeArrowheads="1"/>
            </p:cNvSpPr>
            <p:nvPr/>
          </p:nvSpPr>
          <p:spPr bwMode="auto">
            <a:xfrm>
              <a:off x="1065" y="253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1539" name="Line 393"/>
            <p:cNvSpPr>
              <a:spLocks noChangeShapeType="1"/>
            </p:cNvSpPr>
            <p:nvPr/>
          </p:nvSpPr>
          <p:spPr bwMode="auto">
            <a:xfrm>
              <a:off x="1270" y="2645"/>
              <a:ext cx="3673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0" name="Freeform 394"/>
            <p:cNvSpPr>
              <a:spLocks noChangeArrowheads="1"/>
            </p:cNvSpPr>
            <p:nvPr/>
          </p:nvSpPr>
          <p:spPr bwMode="auto">
            <a:xfrm>
              <a:off x="1270" y="2645"/>
              <a:ext cx="3673" cy="1116"/>
            </a:xfrm>
            <a:custGeom>
              <a:avLst/>
              <a:gdLst>
                <a:gd name="T0" fmla="*/ 0 w 513"/>
                <a:gd name="T1" fmla="*/ 1344230152 h 151"/>
                <a:gd name="T2" fmla="*/ 2147483646 w 513"/>
                <a:gd name="T3" fmla="*/ 1344230152 h 151"/>
                <a:gd name="T4" fmla="*/ 2147483646 w 51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3" h="151">
                  <a:moveTo>
                    <a:pt x="0" y="151"/>
                  </a:moveTo>
                  <a:lnTo>
                    <a:pt x="513" y="151"/>
                  </a:lnTo>
                  <a:lnTo>
                    <a:pt x="513" y="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1" name="Line 395"/>
            <p:cNvSpPr>
              <a:spLocks noChangeShapeType="1"/>
            </p:cNvSpPr>
            <p:nvPr/>
          </p:nvSpPr>
          <p:spPr bwMode="auto">
            <a:xfrm flipV="1">
              <a:off x="1270" y="2645"/>
              <a:ext cx="1" cy="11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2" name="Freeform 396"/>
            <p:cNvSpPr>
              <a:spLocks noChangeArrowheads="1"/>
            </p:cNvSpPr>
            <p:nvPr/>
          </p:nvSpPr>
          <p:spPr bwMode="auto">
            <a:xfrm>
              <a:off x="1270" y="2645"/>
              <a:ext cx="3673" cy="369"/>
            </a:xfrm>
            <a:custGeom>
              <a:avLst/>
              <a:gdLst>
                <a:gd name="T0" fmla="*/ 0 w 3673"/>
                <a:gd name="T1" fmla="*/ 369 h 369"/>
                <a:gd name="T2" fmla="*/ 93 w 3673"/>
                <a:gd name="T3" fmla="*/ 369 h 369"/>
                <a:gd name="T4" fmla="*/ 186 w 3673"/>
                <a:gd name="T5" fmla="*/ 369 h 369"/>
                <a:gd name="T6" fmla="*/ 279 w 3673"/>
                <a:gd name="T7" fmla="*/ 362 h 369"/>
                <a:gd name="T8" fmla="*/ 372 w 3673"/>
                <a:gd name="T9" fmla="*/ 362 h 369"/>
                <a:gd name="T10" fmla="*/ 465 w 3673"/>
                <a:gd name="T11" fmla="*/ 362 h 369"/>
                <a:gd name="T12" fmla="*/ 558 w 3673"/>
                <a:gd name="T13" fmla="*/ 362 h 369"/>
                <a:gd name="T14" fmla="*/ 659 w 3673"/>
                <a:gd name="T15" fmla="*/ 362 h 369"/>
                <a:gd name="T16" fmla="*/ 752 w 3673"/>
                <a:gd name="T17" fmla="*/ 354 h 369"/>
                <a:gd name="T18" fmla="*/ 845 w 3673"/>
                <a:gd name="T19" fmla="*/ 354 h 369"/>
                <a:gd name="T20" fmla="*/ 938 w 3673"/>
                <a:gd name="T21" fmla="*/ 347 h 369"/>
                <a:gd name="T22" fmla="*/ 1031 w 3673"/>
                <a:gd name="T23" fmla="*/ 340 h 369"/>
                <a:gd name="T24" fmla="*/ 1124 w 3673"/>
                <a:gd name="T25" fmla="*/ 325 h 369"/>
                <a:gd name="T26" fmla="*/ 1224 w 3673"/>
                <a:gd name="T27" fmla="*/ 318 h 369"/>
                <a:gd name="T28" fmla="*/ 1317 w 3673"/>
                <a:gd name="T29" fmla="*/ 295 h 369"/>
                <a:gd name="T30" fmla="*/ 1410 w 3673"/>
                <a:gd name="T31" fmla="*/ 273 h 369"/>
                <a:gd name="T32" fmla="*/ 1503 w 3673"/>
                <a:gd name="T33" fmla="*/ 244 h 369"/>
                <a:gd name="T34" fmla="*/ 1597 w 3673"/>
                <a:gd name="T35" fmla="*/ 214 h 369"/>
                <a:gd name="T36" fmla="*/ 1690 w 3673"/>
                <a:gd name="T37" fmla="*/ 177 h 369"/>
                <a:gd name="T38" fmla="*/ 1783 w 3673"/>
                <a:gd name="T39" fmla="*/ 147 h 369"/>
                <a:gd name="T40" fmla="*/ 1883 w 3673"/>
                <a:gd name="T41" fmla="*/ 118 h 369"/>
                <a:gd name="T42" fmla="*/ 1976 w 3673"/>
                <a:gd name="T43" fmla="*/ 88 h 369"/>
                <a:gd name="T44" fmla="*/ 2069 w 3673"/>
                <a:gd name="T45" fmla="*/ 66 h 369"/>
                <a:gd name="T46" fmla="*/ 2162 w 3673"/>
                <a:gd name="T47" fmla="*/ 51 h 369"/>
                <a:gd name="T48" fmla="*/ 2255 w 3673"/>
                <a:gd name="T49" fmla="*/ 37 h 369"/>
                <a:gd name="T50" fmla="*/ 2348 w 3673"/>
                <a:gd name="T51" fmla="*/ 22 h 369"/>
                <a:gd name="T52" fmla="*/ 2449 w 3673"/>
                <a:gd name="T53" fmla="*/ 14 h 369"/>
                <a:gd name="T54" fmla="*/ 2542 w 3673"/>
                <a:gd name="T55" fmla="*/ 14 h 369"/>
                <a:gd name="T56" fmla="*/ 2635 w 3673"/>
                <a:gd name="T57" fmla="*/ 7 h 369"/>
                <a:gd name="T58" fmla="*/ 2728 w 3673"/>
                <a:gd name="T59" fmla="*/ 7 h 369"/>
                <a:gd name="T60" fmla="*/ 2821 w 3673"/>
                <a:gd name="T61" fmla="*/ 0 h 369"/>
                <a:gd name="T62" fmla="*/ 2914 w 3673"/>
                <a:gd name="T63" fmla="*/ 0 h 369"/>
                <a:gd name="T64" fmla="*/ 3007 w 3673"/>
                <a:gd name="T65" fmla="*/ 0 h 369"/>
                <a:gd name="T66" fmla="*/ 3107 w 3673"/>
                <a:gd name="T67" fmla="*/ 0 h 369"/>
                <a:gd name="T68" fmla="*/ 3200 w 3673"/>
                <a:gd name="T69" fmla="*/ 0 h 369"/>
                <a:gd name="T70" fmla="*/ 3293 w 3673"/>
                <a:gd name="T71" fmla="*/ 0 h 369"/>
                <a:gd name="T72" fmla="*/ 3386 w 3673"/>
                <a:gd name="T73" fmla="*/ 0 h 369"/>
                <a:gd name="T74" fmla="*/ 3479 w 3673"/>
                <a:gd name="T75" fmla="*/ 0 h 369"/>
                <a:gd name="T76" fmla="*/ 3573 w 3673"/>
                <a:gd name="T77" fmla="*/ 0 h 369"/>
                <a:gd name="T78" fmla="*/ 3673 w 3673"/>
                <a:gd name="T79" fmla="*/ 0 h 3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673" h="369">
                  <a:moveTo>
                    <a:pt x="0" y="369"/>
                  </a:moveTo>
                  <a:lnTo>
                    <a:pt x="93" y="369"/>
                  </a:lnTo>
                  <a:lnTo>
                    <a:pt x="186" y="369"/>
                  </a:lnTo>
                  <a:lnTo>
                    <a:pt x="279" y="362"/>
                  </a:lnTo>
                  <a:lnTo>
                    <a:pt x="372" y="362"/>
                  </a:lnTo>
                  <a:lnTo>
                    <a:pt x="465" y="362"/>
                  </a:lnTo>
                  <a:lnTo>
                    <a:pt x="558" y="362"/>
                  </a:lnTo>
                  <a:lnTo>
                    <a:pt x="659" y="362"/>
                  </a:lnTo>
                  <a:lnTo>
                    <a:pt x="752" y="354"/>
                  </a:lnTo>
                  <a:lnTo>
                    <a:pt x="845" y="354"/>
                  </a:lnTo>
                  <a:lnTo>
                    <a:pt x="938" y="347"/>
                  </a:lnTo>
                  <a:lnTo>
                    <a:pt x="1031" y="340"/>
                  </a:lnTo>
                  <a:lnTo>
                    <a:pt x="1124" y="325"/>
                  </a:lnTo>
                  <a:lnTo>
                    <a:pt x="1224" y="318"/>
                  </a:lnTo>
                  <a:lnTo>
                    <a:pt x="1317" y="295"/>
                  </a:lnTo>
                  <a:lnTo>
                    <a:pt x="1410" y="273"/>
                  </a:lnTo>
                  <a:lnTo>
                    <a:pt x="1503" y="244"/>
                  </a:lnTo>
                  <a:lnTo>
                    <a:pt x="1597" y="214"/>
                  </a:lnTo>
                  <a:lnTo>
                    <a:pt x="1690" y="177"/>
                  </a:lnTo>
                  <a:lnTo>
                    <a:pt x="1783" y="147"/>
                  </a:lnTo>
                  <a:lnTo>
                    <a:pt x="1883" y="118"/>
                  </a:lnTo>
                  <a:lnTo>
                    <a:pt x="1976" y="88"/>
                  </a:lnTo>
                  <a:lnTo>
                    <a:pt x="2069" y="66"/>
                  </a:lnTo>
                  <a:lnTo>
                    <a:pt x="2162" y="51"/>
                  </a:lnTo>
                  <a:lnTo>
                    <a:pt x="2255" y="37"/>
                  </a:lnTo>
                  <a:lnTo>
                    <a:pt x="2348" y="22"/>
                  </a:lnTo>
                  <a:lnTo>
                    <a:pt x="2449" y="14"/>
                  </a:lnTo>
                  <a:lnTo>
                    <a:pt x="2542" y="14"/>
                  </a:lnTo>
                  <a:lnTo>
                    <a:pt x="2635" y="7"/>
                  </a:lnTo>
                  <a:lnTo>
                    <a:pt x="2728" y="7"/>
                  </a:lnTo>
                  <a:lnTo>
                    <a:pt x="2821" y="0"/>
                  </a:lnTo>
                  <a:lnTo>
                    <a:pt x="2914" y="0"/>
                  </a:lnTo>
                  <a:lnTo>
                    <a:pt x="3007" y="0"/>
                  </a:lnTo>
                  <a:lnTo>
                    <a:pt x="3107" y="0"/>
                  </a:lnTo>
                  <a:lnTo>
                    <a:pt x="3200" y="0"/>
                  </a:lnTo>
                  <a:lnTo>
                    <a:pt x="3293" y="0"/>
                  </a:lnTo>
                  <a:lnTo>
                    <a:pt x="3386" y="0"/>
                  </a:lnTo>
                  <a:lnTo>
                    <a:pt x="3479" y="0"/>
                  </a:lnTo>
                  <a:lnTo>
                    <a:pt x="3573" y="0"/>
                  </a:lnTo>
                  <a:lnTo>
                    <a:pt x="3673" y="0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3" name="Freeform 397"/>
            <p:cNvSpPr>
              <a:spLocks noChangeArrowheads="1"/>
            </p:cNvSpPr>
            <p:nvPr/>
          </p:nvSpPr>
          <p:spPr bwMode="auto">
            <a:xfrm>
              <a:off x="1270" y="3022"/>
              <a:ext cx="3673" cy="362"/>
            </a:xfrm>
            <a:custGeom>
              <a:avLst/>
              <a:gdLst>
                <a:gd name="T0" fmla="*/ 0 w 3673"/>
                <a:gd name="T1" fmla="*/ 0 h 362"/>
                <a:gd name="T2" fmla="*/ 93 w 3673"/>
                <a:gd name="T3" fmla="*/ 7 h 362"/>
                <a:gd name="T4" fmla="*/ 186 w 3673"/>
                <a:gd name="T5" fmla="*/ 14 h 362"/>
                <a:gd name="T6" fmla="*/ 279 w 3673"/>
                <a:gd name="T7" fmla="*/ 22 h 362"/>
                <a:gd name="T8" fmla="*/ 372 w 3673"/>
                <a:gd name="T9" fmla="*/ 29 h 362"/>
                <a:gd name="T10" fmla="*/ 465 w 3673"/>
                <a:gd name="T11" fmla="*/ 44 h 362"/>
                <a:gd name="T12" fmla="*/ 558 w 3673"/>
                <a:gd name="T13" fmla="*/ 59 h 362"/>
                <a:gd name="T14" fmla="*/ 659 w 3673"/>
                <a:gd name="T15" fmla="*/ 81 h 362"/>
                <a:gd name="T16" fmla="*/ 752 w 3673"/>
                <a:gd name="T17" fmla="*/ 103 h 362"/>
                <a:gd name="T18" fmla="*/ 845 w 3673"/>
                <a:gd name="T19" fmla="*/ 140 h 362"/>
                <a:gd name="T20" fmla="*/ 938 w 3673"/>
                <a:gd name="T21" fmla="*/ 170 h 362"/>
                <a:gd name="T22" fmla="*/ 1031 w 3673"/>
                <a:gd name="T23" fmla="*/ 207 h 362"/>
                <a:gd name="T24" fmla="*/ 1124 w 3673"/>
                <a:gd name="T25" fmla="*/ 236 h 362"/>
                <a:gd name="T26" fmla="*/ 1224 w 3673"/>
                <a:gd name="T27" fmla="*/ 266 h 362"/>
                <a:gd name="T28" fmla="*/ 1317 w 3673"/>
                <a:gd name="T29" fmla="*/ 288 h 362"/>
                <a:gd name="T30" fmla="*/ 1410 w 3673"/>
                <a:gd name="T31" fmla="*/ 310 h 362"/>
                <a:gd name="T32" fmla="*/ 1503 w 3673"/>
                <a:gd name="T33" fmla="*/ 325 h 362"/>
                <a:gd name="T34" fmla="*/ 1597 w 3673"/>
                <a:gd name="T35" fmla="*/ 332 h 362"/>
                <a:gd name="T36" fmla="*/ 1690 w 3673"/>
                <a:gd name="T37" fmla="*/ 340 h 362"/>
                <a:gd name="T38" fmla="*/ 1783 w 3673"/>
                <a:gd name="T39" fmla="*/ 347 h 362"/>
                <a:gd name="T40" fmla="*/ 1883 w 3673"/>
                <a:gd name="T41" fmla="*/ 347 h 362"/>
                <a:gd name="T42" fmla="*/ 1976 w 3673"/>
                <a:gd name="T43" fmla="*/ 355 h 362"/>
                <a:gd name="T44" fmla="*/ 2069 w 3673"/>
                <a:gd name="T45" fmla="*/ 355 h 362"/>
                <a:gd name="T46" fmla="*/ 2162 w 3673"/>
                <a:gd name="T47" fmla="*/ 355 h 362"/>
                <a:gd name="T48" fmla="*/ 2255 w 3673"/>
                <a:gd name="T49" fmla="*/ 362 h 362"/>
                <a:gd name="T50" fmla="*/ 2348 w 3673"/>
                <a:gd name="T51" fmla="*/ 362 h 362"/>
                <a:gd name="T52" fmla="*/ 2449 w 3673"/>
                <a:gd name="T53" fmla="*/ 362 h 362"/>
                <a:gd name="T54" fmla="*/ 2542 w 3673"/>
                <a:gd name="T55" fmla="*/ 362 h 362"/>
                <a:gd name="T56" fmla="*/ 2635 w 3673"/>
                <a:gd name="T57" fmla="*/ 362 h 362"/>
                <a:gd name="T58" fmla="*/ 2728 w 3673"/>
                <a:gd name="T59" fmla="*/ 362 h 362"/>
                <a:gd name="T60" fmla="*/ 2821 w 3673"/>
                <a:gd name="T61" fmla="*/ 362 h 362"/>
                <a:gd name="T62" fmla="*/ 2914 w 3673"/>
                <a:gd name="T63" fmla="*/ 362 h 362"/>
                <a:gd name="T64" fmla="*/ 3007 w 3673"/>
                <a:gd name="T65" fmla="*/ 362 h 362"/>
                <a:gd name="T66" fmla="*/ 3107 w 3673"/>
                <a:gd name="T67" fmla="*/ 362 h 362"/>
                <a:gd name="T68" fmla="*/ 3200 w 3673"/>
                <a:gd name="T69" fmla="*/ 362 h 362"/>
                <a:gd name="T70" fmla="*/ 3293 w 3673"/>
                <a:gd name="T71" fmla="*/ 362 h 362"/>
                <a:gd name="T72" fmla="*/ 3386 w 3673"/>
                <a:gd name="T73" fmla="*/ 362 h 362"/>
                <a:gd name="T74" fmla="*/ 3479 w 3673"/>
                <a:gd name="T75" fmla="*/ 362 h 362"/>
                <a:gd name="T76" fmla="*/ 3573 w 3673"/>
                <a:gd name="T77" fmla="*/ 362 h 362"/>
                <a:gd name="T78" fmla="*/ 3673 w 3673"/>
                <a:gd name="T79" fmla="*/ 362 h 3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673" h="362">
                  <a:moveTo>
                    <a:pt x="0" y="0"/>
                  </a:moveTo>
                  <a:lnTo>
                    <a:pt x="93" y="7"/>
                  </a:lnTo>
                  <a:lnTo>
                    <a:pt x="186" y="14"/>
                  </a:lnTo>
                  <a:lnTo>
                    <a:pt x="279" y="22"/>
                  </a:lnTo>
                  <a:lnTo>
                    <a:pt x="372" y="29"/>
                  </a:lnTo>
                  <a:lnTo>
                    <a:pt x="465" y="44"/>
                  </a:lnTo>
                  <a:lnTo>
                    <a:pt x="558" y="59"/>
                  </a:lnTo>
                  <a:lnTo>
                    <a:pt x="659" y="81"/>
                  </a:lnTo>
                  <a:lnTo>
                    <a:pt x="752" y="103"/>
                  </a:lnTo>
                  <a:lnTo>
                    <a:pt x="845" y="140"/>
                  </a:lnTo>
                  <a:lnTo>
                    <a:pt x="938" y="170"/>
                  </a:lnTo>
                  <a:lnTo>
                    <a:pt x="1031" y="207"/>
                  </a:lnTo>
                  <a:lnTo>
                    <a:pt x="1124" y="236"/>
                  </a:lnTo>
                  <a:lnTo>
                    <a:pt x="1224" y="266"/>
                  </a:lnTo>
                  <a:lnTo>
                    <a:pt x="1317" y="288"/>
                  </a:lnTo>
                  <a:lnTo>
                    <a:pt x="1410" y="310"/>
                  </a:lnTo>
                  <a:lnTo>
                    <a:pt x="1503" y="325"/>
                  </a:lnTo>
                  <a:lnTo>
                    <a:pt x="1597" y="332"/>
                  </a:lnTo>
                  <a:lnTo>
                    <a:pt x="1690" y="340"/>
                  </a:lnTo>
                  <a:lnTo>
                    <a:pt x="1783" y="347"/>
                  </a:lnTo>
                  <a:lnTo>
                    <a:pt x="1883" y="347"/>
                  </a:lnTo>
                  <a:lnTo>
                    <a:pt x="1976" y="355"/>
                  </a:lnTo>
                  <a:lnTo>
                    <a:pt x="2069" y="355"/>
                  </a:lnTo>
                  <a:lnTo>
                    <a:pt x="2162" y="355"/>
                  </a:lnTo>
                  <a:lnTo>
                    <a:pt x="2255" y="362"/>
                  </a:lnTo>
                  <a:lnTo>
                    <a:pt x="2348" y="362"/>
                  </a:lnTo>
                  <a:lnTo>
                    <a:pt x="2449" y="362"/>
                  </a:lnTo>
                  <a:lnTo>
                    <a:pt x="2542" y="362"/>
                  </a:lnTo>
                  <a:lnTo>
                    <a:pt x="2635" y="362"/>
                  </a:lnTo>
                  <a:lnTo>
                    <a:pt x="2728" y="362"/>
                  </a:lnTo>
                  <a:lnTo>
                    <a:pt x="2821" y="362"/>
                  </a:lnTo>
                  <a:lnTo>
                    <a:pt x="2914" y="362"/>
                  </a:lnTo>
                  <a:lnTo>
                    <a:pt x="3007" y="362"/>
                  </a:lnTo>
                  <a:lnTo>
                    <a:pt x="3107" y="362"/>
                  </a:lnTo>
                  <a:lnTo>
                    <a:pt x="3200" y="362"/>
                  </a:lnTo>
                  <a:lnTo>
                    <a:pt x="3293" y="362"/>
                  </a:lnTo>
                  <a:lnTo>
                    <a:pt x="3386" y="362"/>
                  </a:lnTo>
                  <a:lnTo>
                    <a:pt x="3479" y="362"/>
                  </a:lnTo>
                  <a:lnTo>
                    <a:pt x="3573" y="362"/>
                  </a:lnTo>
                  <a:lnTo>
                    <a:pt x="3673" y="362"/>
                  </a:lnTo>
                </a:path>
              </a:pathLst>
            </a:custGeom>
            <a:noFill/>
            <a:ln w="22225">
              <a:solidFill>
                <a:srgbClr val="00A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4" name="Freeform 398"/>
            <p:cNvSpPr>
              <a:spLocks noChangeArrowheads="1"/>
            </p:cNvSpPr>
            <p:nvPr/>
          </p:nvSpPr>
          <p:spPr bwMode="auto">
            <a:xfrm>
              <a:off x="1270" y="3014"/>
              <a:ext cx="3673" cy="370"/>
            </a:xfrm>
            <a:custGeom>
              <a:avLst/>
              <a:gdLst>
                <a:gd name="T0" fmla="*/ 0 w 3673"/>
                <a:gd name="T1" fmla="*/ 0 h 370"/>
                <a:gd name="T2" fmla="*/ 93 w 3673"/>
                <a:gd name="T3" fmla="*/ 0 h 370"/>
                <a:gd name="T4" fmla="*/ 186 w 3673"/>
                <a:gd name="T5" fmla="*/ 0 h 370"/>
                <a:gd name="T6" fmla="*/ 279 w 3673"/>
                <a:gd name="T7" fmla="*/ 0 h 370"/>
                <a:gd name="T8" fmla="*/ 372 w 3673"/>
                <a:gd name="T9" fmla="*/ 0 h 370"/>
                <a:gd name="T10" fmla="*/ 465 w 3673"/>
                <a:gd name="T11" fmla="*/ 0 h 370"/>
                <a:gd name="T12" fmla="*/ 558 w 3673"/>
                <a:gd name="T13" fmla="*/ 0 h 370"/>
                <a:gd name="T14" fmla="*/ 659 w 3673"/>
                <a:gd name="T15" fmla="*/ 0 h 370"/>
                <a:gd name="T16" fmla="*/ 752 w 3673"/>
                <a:gd name="T17" fmla="*/ 0 h 370"/>
                <a:gd name="T18" fmla="*/ 845 w 3673"/>
                <a:gd name="T19" fmla="*/ 0 h 370"/>
                <a:gd name="T20" fmla="*/ 938 w 3673"/>
                <a:gd name="T21" fmla="*/ 0 h 370"/>
                <a:gd name="T22" fmla="*/ 1031 w 3673"/>
                <a:gd name="T23" fmla="*/ 0 h 370"/>
                <a:gd name="T24" fmla="*/ 1124 w 3673"/>
                <a:gd name="T25" fmla="*/ 0 h 370"/>
                <a:gd name="T26" fmla="*/ 1224 w 3673"/>
                <a:gd name="T27" fmla="*/ 8 h 370"/>
                <a:gd name="T28" fmla="*/ 1317 w 3673"/>
                <a:gd name="T29" fmla="*/ 8 h 370"/>
                <a:gd name="T30" fmla="*/ 1410 w 3673"/>
                <a:gd name="T31" fmla="*/ 8 h 370"/>
                <a:gd name="T32" fmla="*/ 1503 w 3673"/>
                <a:gd name="T33" fmla="*/ 15 h 370"/>
                <a:gd name="T34" fmla="*/ 1597 w 3673"/>
                <a:gd name="T35" fmla="*/ 15 h 370"/>
                <a:gd name="T36" fmla="*/ 1690 w 3673"/>
                <a:gd name="T37" fmla="*/ 22 h 370"/>
                <a:gd name="T38" fmla="*/ 1783 w 3673"/>
                <a:gd name="T39" fmla="*/ 30 h 370"/>
                <a:gd name="T40" fmla="*/ 1883 w 3673"/>
                <a:gd name="T41" fmla="*/ 45 h 370"/>
                <a:gd name="T42" fmla="*/ 1976 w 3673"/>
                <a:gd name="T43" fmla="*/ 59 h 370"/>
                <a:gd name="T44" fmla="*/ 2069 w 3673"/>
                <a:gd name="T45" fmla="*/ 74 h 370"/>
                <a:gd name="T46" fmla="*/ 2162 w 3673"/>
                <a:gd name="T47" fmla="*/ 96 h 370"/>
                <a:gd name="T48" fmla="*/ 2255 w 3673"/>
                <a:gd name="T49" fmla="*/ 126 h 370"/>
                <a:gd name="T50" fmla="*/ 2348 w 3673"/>
                <a:gd name="T51" fmla="*/ 156 h 370"/>
                <a:gd name="T52" fmla="*/ 2449 w 3673"/>
                <a:gd name="T53" fmla="*/ 192 h 370"/>
                <a:gd name="T54" fmla="*/ 2542 w 3673"/>
                <a:gd name="T55" fmla="*/ 229 h 370"/>
                <a:gd name="T56" fmla="*/ 2635 w 3673"/>
                <a:gd name="T57" fmla="*/ 259 h 370"/>
                <a:gd name="T58" fmla="*/ 2728 w 3673"/>
                <a:gd name="T59" fmla="*/ 281 h 370"/>
                <a:gd name="T60" fmla="*/ 2821 w 3673"/>
                <a:gd name="T61" fmla="*/ 303 h 370"/>
                <a:gd name="T62" fmla="*/ 2914 w 3673"/>
                <a:gd name="T63" fmla="*/ 318 h 370"/>
                <a:gd name="T64" fmla="*/ 3007 w 3673"/>
                <a:gd name="T65" fmla="*/ 333 h 370"/>
                <a:gd name="T66" fmla="*/ 3107 w 3673"/>
                <a:gd name="T67" fmla="*/ 340 h 370"/>
                <a:gd name="T68" fmla="*/ 3200 w 3673"/>
                <a:gd name="T69" fmla="*/ 348 h 370"/>
                <a:gd name="T70" fmla="*/ 3293 w 3673"/>
                <a:gd name="T71" fmla="*/ 355 h 370"/>
                <a:gd name="T72" fmla="*/ 3386 w 3673"/>
                <a:gd name="T73" fmla="*/ 363 h 370"/>
                <a:gd name="T74" fmla="*/ 3479 w 3673"/>
                <a:gd name="T75" fmla="*/ 363 h 370"/>
                <a:gd name="T76" fmla="*/ 3573 w 3673"/>
                <a:gd name="T77" fmla="*/ 363 h 370"/>
                <a:gd name="T78" fmla="*/ 3673 w 3673"/>
                <a:gd name="T79" fmla="*/ 370 h 37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673" h="370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0"/>
                  </a:lnTo>
                  <a:lnTo>
                    <a:pt x="752" y="0"/>
                  </a:lnTo>
                  <a:lnTo>
                    <a:pt x="845" y="0"/>
                  </a:lnTo>
                  <a:lnTo>
                    <a:pt x="938" y="0"/>
                  </a:lnTo>
                  <a:lnTo>
                    <a:pt x="1031" y="0"/>
                  </a:lnTo>
                  <a:lnTo>
                    <a:pt x="1124" y="0"/>
                  </a:lnTo>
                  <a:lnTo>
                    <a:pt x="1224" y="8"/>
                  </a:lnTo>
                  <a:lnTo>
                    <a:pt x="1317" y="8"/>
                  </a:lnTo>
                  <a:lnTo>
                    <a:pt x="1410" y="8"/>
                  </a:lnTo>
                  <a:lnTo>
                    <a:pt x="1503" y="15"/>
                  </a:lnTo>
                  <a:lnTo>
                    <a:pt x="1597" y="15"/>
                  </a:lnTo>
                  <a:lnTo>
                    <a:pt x="1690" y="22"/>
                  </a:lnTo>
                  <a:lnTo>
                    <a:pt x="1783" y="30"/>
                  </a:lnTo>
                  <a:lnTo>
                    <a:pt x="1883" y="45"/>
                  </a:lnTo>
                  <a:lnTo>
                    <a:pt x="1976" y="59"/>
                  </a:lnTo>
                  <a:lnTo>
                    <a:pt x="2069" y="74"/>
                  </a:lnTo>
                  <a:lnTo>
                    <a:pt x="2162" y="96"/>
                  </a:lnTo>
                  <a:lnTo>
                    <a:pt x="2255" y="126"/>
                  </a:lnTo>
                  <a:lnTo>
                    <a:pt x="2348" y="156"/>
                  </a:lnTo>
                  <a:lnTo>
                    <a:pt x="2449" y="192"/>
                  </a:lnTo>
                  <a:lnTo>
                    <a:pt x="2542" y="229"/>
                  </a:lnTo>
                  <a:lnTo>
                    <a:pt x="2635" y="259"/>
                  </a:lnTo>
                  <a:lnTo>
                    <a:pt x="2728" y="281"/>
                  </a:lnTo>
                  <a:lnTo>
                    <a:pt x="2821" y="303"/>
                  </a:lnTo>
                  <a:lnTo>
                    <a:pt x="2914" y="318"/>
                  </a:lnTo>
                  <a:lnTo>
                    <a:pt x="3007" y="333"/>
                  </a:lnTo>
                  <a:lnTo>
                    <a:pt x="3107" y="340"/>
                  </a:lnTo>
                  <a:lnTo>
                    <a:pt x="3200" y="348"/>
                  </a:lnTo>
                  <a:lnTo>
                    <a:pt x="3293" y="355"/>
                  </a:lnTo>
                  <a:lnTo>
                    <a:pt x="3386" y="363"/>
                  </a:lnTo>
                  <a:lnTo>
                    <a:pt x="3479" y="363"/>
                  </a:lnTo>
                  <a:lnTo>
                    <a:pt x="3573" y="363"/>
                  </a:lnTo>
                  <a:lnTo>
                    <a:pt x="3673" y="370"/>
                  </a:lnTo>
                </a:path>
              </a:pathLst>
            </a:custGeom>
            <a:noFill/>
            <a:ln w="2222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5" name="Freeform 399"/>
            <p:cNvSpPr>
              <a:spLocks noChangeArrowheads="1"/>
            </p:cNvSpPr>
            <p:nvPr/>
          </p:nvSpPr>
          <p:spPr bwMode="auto">
            <a:xfrm>
              <a:off x="1270" y="3014"/>
              <a:ext cx="3673" cy="348"/>
            </a:xfrm>
            <a:custGeom>
              <a:avLst/>
              <a:gdLst>
                <a:gd name="T0" fmla="*/ 0 w 3673"/>
                <a:gd name="T1" fmla="*/ 0 h 348"/>
                <a:gd name="T2" fmla="*/ 93 w 3673"/>
                <a:gd name="T3" fmla="*/ 0 h 348"/>
                <a:gd name="T4" fmla="*/ 186 w 3673"/>
                <a:gd name="T5" fmla="*/ 0 h 348"/>
                <a:gd name="T6" fmla="*/ 279 w 3673"/>
                <a:gd name="T7" fmla="*/ 0 h 348"/>
                <a:gd name="T8" fmla="*/ 372 w 3673"/>
                <a:gd name="T9" fmla="*/ 0 h 348"/>
                <a:gd name="T10" fmla="*/ 465 w 3673"/>
                <a:gd name="T11" fmla="*/ 0 h 348"/>
                <a:gd name="T12" fmla="*/ 558 w 3673"/>
                <a:gd name="T13" fmla="*/ 0 h 348"/>
                <a:gd name="T14" fmla="*/ 659 w 3673"/>
                <a:gd name="T15" fmla="*/ 0 h 348"/>
                <a:gd name="T16" fmla="*/ 752 w 3673"/>
                <a:gd name="T17" fmla="*/ 0 h 348"/>
                <a:gd name="T18" fmla="*/ 845 w 3673"/>
                <a:gd name="T19" fmla="*/ 0 h 348"/>
                <a:gd name="T20" fmla="*/ 938 w 3673"/>
                <a:gd name="T21" fmla="*/ 0 h 348"/>
                <a:gd name="T22" fmla="*/ 1031 w 3673"/>
                <a:gd name="T23" fmla="*/ 0 h 348"/>
                <a:gd name="T24" fmla="*/ 1124 w 3673"/>
                <a:gd name="T25" fmla="*/ 0 h 348"/>
                <a:gd name="T26" fmla="*/ 1224 w 3673"/>
                <a:gd name="T27" fmla="*/ 0 h 348"/>
                <a:gd name="T28" fmla="*/ 1317 w 3673"/>
                <a:gd name="T29" fmla="*/ 0 h 348"/>
                <a:gd name="T30" fmla="*/ 1410 w 3673"/>
                <a:gd name="T31" fmla="*/ 0 h 348"/>
                <a:gd name="T32" fmla="*/ 1503 w 3673"/>
                <a:gd name="T33" fmla="*/ 0 h 348"/>
                <a:gd name="T34" fmla="*/ 1597 w 3673"/>
                <a:gd name="T35" fmla="*/ 0 h 348"/>
                <a:gd name="T36" fmla="*/ 1690 w 3673"/>
                <a:gd name="T37" fmla="*/ 0 h 348"/>
                <a:gd name="T38" fmla="*/ 1783 w 3673"/>
                <a:gd name="T39" fmla="*/ 8 h 348"/>
                <a:gd name="T40" fmla="*/ 1883 w 3673"/>
                <a:gd name="T41" fmla="*/ 8 h 348"/>
                <a:gd name="T42" fmla="*/ 1976 w 3673"/>
                <a:gd name="T43" fmla="*/ 8 h 348"/>
                <a:gd name="T44" fmla="*/ 2069 w 3673"/>
                <a:gd name="T45" fmla="*/ 15 h 348"/>
                <a:gd name="T46" fmla="*/ 2162 w 3673"/>
                <a:gd name="T47" fmla="*/ 22 h 348"/>
                <a:gd name="T48" fmla="*/ 2255 w 3673"/>
                <a:gd name="T49" fmla="*/ 30 h 348"/>
                <a:gd name="T50" fmla="*/ 2348 w 3673"/>
                <a:gd name="T51" fmla="*/ 37 h 348"/>
                <a:gd name="T52" fmla="*/ 2449 w 3673"/>
                <a:gd name="T53" fmla="*/ 52 h 348"/>
                <a:gd name="T54" fmla="*/ 2542 w 3673"/>
                <a:gd name="T55" fmla="*/ 67 h 348"/>
                <a:gd name="T56" fmla="*/ 2635 w 3673"/>
                <a:gd name="T57" fmla="*/ 89 h 348"/>
                <a:gd name="T58" fmla="*/ 2728 w 3673"/>
                <a:gd name="T59" fmla="*/ 111 h 348"/>
                <a:gd name="T60" fmla="*/ 2821 w 3673"/>
                <a:gd name="T61" fmla="*/ 141 h 348"/>
                <a:gd name="T62" fmla="*/ 2914 w 3673"/>
                <a:gd name="T63" fmla="*/ 178 h 348"/>
                <a:gd name="T64" fmla="*/ 3007 w 3673"/>
                <a:gd name="T65" fmla="*/ 215 h 348"/>
                <a:gd name="T66" fmla="*/ 3107 w 3673"/>
                <a:gd name="T67" fmla="*/ 244 h 348"/>
                <a:gd name="T68" fmla="*/ 3200 w 3673"/>
                <a:gd name="T69" fmla="*/ 274 h 348"/>
                <a:gd name="T70" fmla="*/ 3293 w 3673"/>
                <a:gd name="T71" fmla="*/ 296 h 348"/>
                <a:gd name="T72" fmla="*/ 3386 w 3673"/>
                <a:gd name="T73" fmla="*/ 318 h 348"/>
                <a:gd name="T74" fmla="*/ 3479 w 3673"/>
                <a:gd name="T75" fmla="*/ 326 h 348"/>
                <a:gd name="T76" fmla="*/ 3573 w 3673"/>
                <a:gd name="T77" fmla="*/ 340 h 348"/>
                <a:gd name="T78" fmla="*/ 3673 w 3673"/>
                <a:gd name="T79" fmla="*/ 348 h 34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673" h="348">
                  <a:moveTo>
                    <a:pt x="0" y="0"/>
                  </a:moveTo>
                  <a:lnTo>
                    <a:pt x="93" y="0"/>
                  </a:lnTo>
                  <a:lnTo>
                    <a:pt x="186" y="0"/>
                  </a:lnTo>
                  <a:lnTo>
                    <a:pt x="279" y="0"/>
                  </a:lnTo>
                  <a:lnTo>
                    <a:pt x="372" y="0"/>
                  </a:lnTo>
                  <a:lnTo>
                    <a:pt x="465" y="0"/>
                  </a:lnTo>
                  <a:lnTo>
                    <a:pt x="558" y="0"/>
                  </a:lnTo>
                  <a:lnTo>
                    <a:pt x="659" y="0"/>
                  </a:lnTo>
                  <a:lnTo>
                    <a:pt x="752" y="0"/>
                  </a:lnTo>
                  <a:lnTo>
                    <a:pt x="845" y="0"/>
                  </a:lnTo>
                  <a:lnTo>
                    <a:pt x="938" y="0"/>
                  </a:lnTo>
                  <a:lnTo>
                    <a:pt x="1031" y="0"/>
                  </a:lnTo>
                  <a:lnTo>
                    <a:pt x="1124" y="0"/>
                  </a:lnTo>
                  <a:lnTo>
                    <a:pt x="1224" y="0"/>
                  </a:lnTo>
                  <a:lnTo>
                    <a:pt x="1317" y="0"/>
                  </a:lnTo>
                  <a:lnTo>
                    <a:pt x="1410" y="0"/>
                  </a:lnTo>
                  <a:lnTo>
                    <a:pt x="1503" y="0"/>
                  </a:lnTo>
                  <a:lnTo>
                    <a:pt x="1597" y="0"/>
                  </a:lnTo>
                  <a:lnTo>
                    <a:pt x="1690" y="0"/>
                  </a:lnTo>
                  <a:lnTo>
                    <a:pt x="1783" y="8"/>
                  </a:lnTo>
                  <a:lnTo>
                    <a:pt x="1883" y="8"/>
                  </a:lnTo>
                  <a:lnTo>
                    <a:pt x="1976" y="8"/>
                  </a:lnTo>
                  <a:lnTo>
                    <a:pt x="2069" y="15"/>
                  </a:lnTo>
                  <a:lnTo>
                    <a:pt x="2162" y="22"/>
                  </a:lnTo>
                  <a:lnTo>
                    <a:pt x="2255" y="30"/>
                  </a:lnTo>
                  <a:lnTo>
                    <a:pt x="2348" y="37"/>
                  </a:lnTo>
                  <a:lnTo>
                    <a:pt x="2449" y="52"/>
                  </a:lnTo>
                  <a:lnTo>
                    <a:pt x="2542" y="67"/>
                  </a:lnTo>
                  <a:lnTo>
                    <a:pt x="2635" y="89"/>
                  </a:lnTo>
                  <a:lnTo>
                    <a:pt x="2728" y="111"/>
                  </a:lnTo>
                  <a:lnTo>
                    <a:pt x="2821" y="141"/>
                  </a:lnTo>
                  <a:lnTo>
                    <a:pt x="2914" y="178"/>
                  </a:lnTo>
                  <a:lnTo>
                    <a:pt x="3007" y="215"/>
                  </a:lnTo>
                  <a:lnTo>
                    <a:pt x="3107" y="244"/>
                  </a:lnTo>
                  <a:lnTo>
                    <a:pt x="3200" y="274"/>
                  </a:lnTo>
                  <a:lnTo>
                    <a:pt x="3293" y="296"/>
                  </a:lnTo>
                  <a:lnTo>
                    <a:pt x="3386" y="318"/>
                  </a:lnTo>
                  <a:lnTo>
                    <a:pt x="3479" y="326"/>
                  </a:lnTo>
                  <a:lnTo>
                    <a:pt x="3573" y="340"/>
                  </a:lnTo>
                  <a:lnTo>
                    <a:pt x="3673" y="348"/>
                  </a:lnTo>
                </a:path>
              </a:pathLst>
            </a:custGeom>
            <a:noFill/>
            <a:ln w="22225">
              <a:solidFill>
                <a:srgbClr val="00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546" name="Freeform 400"/>
            <p:cNvSpPr>
              <a:spLocks noChangeArrowheads="1"/>
            </p:cNvSpPr>
            <p:nvPr/>
          </p:nvSpPr>
          <p:spPr bwMode="auto">
            <a:xfrm>
              <a:off x="1270" y="3022"/>
              <a:ext cx="3673" cy="709"/>
            </a:xfrm>
            <a:custGeom>
              <a:avLst/>
              <a:gdLst>
                <a:gd name="T0" fmla="*/ 0 w 3673"/>
                <a:gd name="T1" fmla="*/ 0 h 709"/>
                <a:gd name="T2" fmla="*/ 93 w 3673"/>
                <a:gd name="T3" fmla="*/ 7 h 709"/>
                <a:gd name="T4" fmla="*/ 186 w 3673"/>
                <a:gd name="T5" fmla="*/ 7 h 709"/>
                <a:gd name="T6" fmla="*/ 279 w 3673"/>
                <a:gd name="T7" fmla="*/ 14 h 709"/>
                <a:gd name="T8" fmla="*/ 372 w 3673"/>
                <a:gd name="T9" fmla="*/ 29 h 709"/>
                <a:gd name="T10" fmla="*/ 465 w 3673"/>
                <a:gd name="T11" fmla="*/ 37 h 709"/>
                <a:gd name="T12" fmla="*/ 558 w 3673"/>
                <a:gd name="T13" fmla="*/ 51 h 709"/>
                <a:gd name="T14" fmla="*/ 659 w 3673"/>
                <a:gd name="T15" fmla="*/ 74 h 709"/>
                <a:gd name="T16" fmla="*/ 752 w 3673"/>
                <a:gd name="T17" fmla="*/ 96 h 709"/>
                <a:gd name="T18" fmla="*/ 845 w 3673"/>
                <a:gd name="T19" fmla="*/ 125 h 709"/>
                <a:gd name="T20" fmla="*/ 938 w 3673"/>
                <a:gd name="T21" fmla="*/ 155 h 709"/>
                <a:gd name="T22" fmla="*/ 1031 w 3673"/>
                <a:gd name="T23" fmla="*/ 177 h 709"/>
                <a:gd name="T24" fmla="*/ 1124 w 3673"/>
                <a:gd name="T25" fmla="*/ 207 h 709"/>
                <a:gd name="T26" fmla="*/ 1224 w 3673"/>
                <a:gd name="T27" fmla="*/ 221 h 709"/>
                <a:gd name="T28" fmla="*/ 1317 w 3673"/>
                <a:gd name="T29" fmla="*/ 229 h 709"/>
                <a:gd name="T30" fmla="*/ 1346 w 3673"/>
                <a:gd name="T31" fmla="*/ 229 h 709"/>
                <a:gd name="T32" fmla="*/ 1410 w 3673"/>
                <a:gd name="T33" fmla="*/ 229 h 709"/>
                <a:gd name="T34" fmla="*/ 1503 w 3673"/>
                <a:gd name="T35" fmla="*/ 214 h 709"/>
                <a:gd name="T36" fmla="*/ 1597 w 3673"/>
                <a:gd name="T37" fmla="*/ 199 h 709"/>
                <a:gd name="T38" fmla="*/ 1690 w 3673"/>
                <a:gd name="T39" fmla="*/ 184 h 709"/>
                <a:gd name="T40" fmla="*/ 1783 w 3673"/>
                <a:gd name="T41" fmla="*/ 162 h 709"/>
                <a:gd name="T42" fmla="*/ 1883 w 3673"/>
                <a:gd name="T43" fmla="*/ 148 h 709"/>
                <a:gd name="T44" fmla="*/ 1976 w 3673"/>
                <a:gd name="T45" fmla="*/ 140 h 709"/>
                <a:gd name="T46" fmla="*/ 1990 w 3673"/>
                <a:gd name="T47" fmla="*/ 140 h 709"/>
                <a:gd name="T48" fmla="*/ 2069 w 3673"/>
                <a:gd name="T49" fmla="*/ 148 h 709"/>
                <a:gd name="T50" fmla="*/ 2162 w 3673"/>
                <a:gd name="T51" fmla="*/ 155 h 709"/>
                <a:gd name="T52" fmla="*/ 2255 w 3673"/>
                <a:gd name="T53" fmla="*/ 184 h 709"/>
                <a:gd name="T54" fmla="*/ 2348 w 3673"/>
                <a:gd name="T55" fmla="*/ 214 h 709"/>
                <a:gd name="T56" fmla="*/ 2449 w 3673"/>
                <a:gd name="T57" fmla="*/ 258 h 709"/>
                <a:gd name="T58" fmla="*/ 2542 w 3673"/>
                <a:gd name="T59" fmla="*/ 303 h 709"/>
                <a:gd name="T60" fmla="*/ 2635 w 3673"/>
                <a:gd name="T61" fmla="*/ 347 h 709"/>
                <a:gd name="T62" fmla="*/ 2728 w 3673"/>
                <a:gd name="T63" fmla="*/ 399 h 709"/>
                <a:gd name="T64" fmla="*/ 2821 w 3673"/>
                <a:gd name="T65" fmla="*/ 451 h 709"/>
                <a:gd name="T66" fmla="*/ 2914 w 3673"/>
                <a:gd name="T67" fmla="*/ 495 h 709"/>
                <a:gd name="T68" fmla="*/ 3007 w 3673"/>
                <a:gd name="T69" fmla="*/ 547 h 709"/>
                <a:gd name="T70" fmla="*/ 3107 w 3673"/>
                <a:gd name="T71" fmla="*/ 584 h 709"/>
                <a:gd name="T72" fmla="*/ 3200 w 3673"/>
                <a:gd name="T73" fmla="*/ 621 h 709"/>
                <a:gd name="T74" fmla="*/ 3293 w 3673"/>
                <a:gd name="T75" fmla="*/ 650 h 709"/>
                <a:gd name="T76" fmla="*/ 3386 w 3673"/>
                <a:gd name="T77" fmla="*/ 665 h 709"/>
                <a:gd name="T78" fmla="*/ 3479 w 3673"/>
                <a:gd name="T79" fmla="*/ 687 h 709"/>
                <a:gd name="T80" fmla="*/ 3573 w 3673"/>
                <a:gd name="T81" fmla="*/ 695 h 709"/>
                <a:gd name="T82" fmla="*/ 3673 w 3673"/>
                <a:gd name="T83" fmla="*/ 709 h 70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73" h="709">
                  <a:moveTo>
                    <a:pt x="0" y="0"/>
                  </a:moveTo>
                  <a:lnTo>
                    <a:pt x="93" y="7"/>
                  </a:lnTo>
                  <a:lnTo>
                    <a:pt x="186" y="7"/>
                  </a:lnTo>
                  <a:lnTo>
                    <a:pt x="279" y="14"/>
                  </a:lnTo>
                  <a:lnTo>
                    <a:pt x="372" y="29"/>
                  </a:lnTo>
                  <a:lnTo>
                    <a:pt x="465" y="37"/>
                  </a:lnTo>
                  <a:lnTo>
                    <a:pt x="558" y="51"/>
                  </a:lnTo>
                  <a:lnTo>
                    <a:pt x="659" y="74"/>
                  </a:lnTo>
                  <a:lnTo>
                    <a:pt x="752" y="96"/>
                  </a:lnTo>
                  <a:lnTo>
                    <a:pt x="845" y="125"/>
                  </a:lnTo>
                  <a:lnTo>
                    <a:pt x="938" y="155"/>
                  </a:lnTo>
                  <a:lnTo>
                    <a:pt x="1031" y="177"/>
                  </a:lnTo>
                  <a:lnTo>
                    <a:pt x="1124" y="207"/>
                  </a:lnTo>
                  <a:lnTo>
                    <a:pt x="1224" y="221"/>
                  </a:lnTo>
                  <a:lnTo>
                    <a:pt x="1317" y="229"/>
                  </a:lnTo>
                  <a:lnTo>
                    <a:pt x="1346" y="229"/>
                  </a:lnTo>
                  <a:lnTo>
                    <a:pt x="1410" y="229"/>
                  </a:lnTo>
                  <a:lnTo>
                    <a:pt x="1503" y="214"/>
                  </a:lnTo>
                  <a:lnTo>
                    <a:pt x="1597" y="199"/>
                  </a:lnTo>
                  <a:lnTo>
                    <a:pt x="1690" y="184"/>
                  </a:lnTo>
                  <a:lnTo>
                    <a:pt x="1783" y="162"/>
                  </a:lnTo>
                  <a:lnTo>
                    <a:pt x="1883" y="148"/>
                  </a:lnTo>
                  <a:lnTo>
                    <a:pt x="1976" y="140"/>
                  </a:lnTo>
                  <a:lnTo>
                    <a:pt x="1990" y="140"/>
                  </a:lnTo>
                  <a:lnTo>
                    <a:pt x="2069" y="148"/>
                  </a:lnTo>
                  <a:lnTo>
                    <a:pt x="2162" y="155"/>
                  </a:lnTo>
                  <a:lnTo>
                    <a:pt x="2255" y="184"/>
                  </a:lnTo>
                  <a:lnTo>
                    <a:pt x="2348" y="214"/>
                  </a:lnTo>
                  <a:lnTo>
                    <a:pt x="2449" y="258"/>
                  </a:lnTo>
                  <a:lnTo>
                    <a:pt x="2542" y="303"/>
                  </a:lnTo>
                  <a:lnTo>
                    <a:pt x="2635" y="347"/>
                  </a:lnTo>
                  <a:lnTo>
                    <a:pt x="2728" y="399"/>
                  </a:lnTo>
                  <a:lnTo>
                    <a:pt x="2821" y="451"/>
                  </a:lnTo>
                  <a:lnTo>
                    <a:pt x="2914" y="495"/>
                  </a:lnTo>
                  <a:lnTo>
                    <a:pt x="3007" y="547"/>
                  </a:lnTo>
                  <a:lnTo>
                    <a:pt x="3107" y="584"/>
                  </a:lnTo>
                  <a:lnTo>
                    <a:pt x="3200" y="621"/>
                  </a:lnTo>
                  <a:lnTo>
                    <a:pt x="3293" y="650"/>
                  </a:lnTo>
                  <a:lnTo>
                    <a:pt x="3386" y="665"/>
                  </a:lnTo>
                  <a:lnTo>
                    <a:pt x="3479" y="687"/>
                  </a:lnTo>
                  <a:lnTo>
                    <a:pt x="3573" y="695"/>
                  </a:lnTo>
                  <a:lnTo>
                    <a:pt x="3673" y="709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1547" name="Group 401"/>
            <p:cNvGrpSpPr>
              <a:grpSpLocks/>
            </p:cNvGrpSpPr>
            <p:nvPr/>
          </p:nvGrpSpPr>
          <p:grpSpPr bwMode="auto">
            <a:xfrm>
              <a:off x="1269" y="1518"/>
              <a:ext cx="3672" cy="588"/>
              <a:chOff x="1196" y="1528"/>
              <a:chExt cx="3672" cy="588"/>
            </a:xfrm>
          </p:grpSpPr>
          <p:sp>
            <p:nvSpPr>
              <p:cNvPr id="91560" name="Line 402"/>
              <p:cNvSpPr>
                <a:spLocks noChangeShapeType="1"/>
              </p:cNvSpPr>
              <p:nvPr/>
            </p:nvSpPr>
            <p:spPr bwMode="auto">
              <a:xfrm>
                <a:off x="1196" y="1528"/>
                <a:ext cx="95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61" name="Line 403"/>
              <p:cNvSpPr>
                <a:spLocks noChangeAspect="1" noChangeShapeType="1"/>
              </p:cNvSpPr>
              <p:nvPr/>
            </p:nvSpPr>
            <p:spPr bwMode="auto">
              <a:xfrm>
                <a:off x="2144" y="1528"/>
                <a:ext cx="746" cy="165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62" name="Line 404"/>
              <p:cNvSpPr>
                <a:spLocks noChangeShapeType="1"/>
              </p:cNvSpPr>
              <p:nvPr/>
            </p:nvSpPr>
            <p:spPr bwMode="auto">
              <a:xfrm>
                <a:off x="2888" y="1692"/>
                <a:ext cx="73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63" name="Line 405"/>
              <p:cNvSpPr>
                <a:spLocks noChangeShapeType="1"/>
              </p:cNvSpPr>
              <p:nvPr/>
            </p:nvSpPr>
            <p:spPr bwMode="auto">
              <a:xfrm>
                <a:off x="3614" y="1692"/>
                <a:ext cx="521" cy="10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64" name="Line 406"/>
              <p:cNvSpPr>
                <a:spLocks noChangeAspect="1" noChangeShapeType="1"/>
              </p:cNvSpPr>
              <p:nvPr/>
            </p:nvSpPr>
            <p:spPr bwMode="auto">
              <a:xfrm>
                <a:off x="4133" y="1796"/>
                <a:ext cx="735" cy="32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1548" name="Rectangle 407"/>
            <p:cNvSpPr>
              <a:spLocks noChangeArrowheads="1"/>
            </p:cNvSpPr>
            <p:nvPr/>
          </p:nvSpPr>
          <p:spPr bwMode="auto">
            <a:xfrm>
              <a:off x="2496" y="3936"/>
              <a:ext cx="10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1549" name="Rectangle 408"/>
            <p:cNvSpPr>
              <a:spLocks noChangeArrowheads="1"/>
            </p:cNvSpPr>
            <p:nvPr/>
          </p:nvSpPr>
          <p:spPr bwMode="auto">
            <a:xfrm rot="-5400000">
              <a:off x="245" y="3067"/>
              <a:ext cx="10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sp>
          <p:nvSpPr>
            <p:cNvPr id="91550" name="Rectangle 409"/>
            <p:cNvSpPr>
              <a:spLocks noChangeArrowheads="1"/>
            </p:cNvSpPr>
            <p:nvPr/>
          </p:nvSpPr>
          <p:spPr bwMode="auto">
            <a:xfrm rot="-5400000">
              <a:off x="300" y="1788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91551" name="Rectangle 410"/>
            <p:cNvSpPr>
              <a:spLocks noChangeArrowheads="1"/>
            </p:cNvSpPr>
            <p:nvPr/>
          </p:nvSpPr>
          <p:spPr bwMode="auto">
            <a:xfrm>
              <a:off x="2064" y="3734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0.2</a:t>
              </a:r>
            </a:p>
          </p:txBody>
        </p:sp>
        <p:sp>
          <p:nvSpPr>
            <p:cNvPr id="91552" name="Rectangle 411"/>
            <p:cNvSpPr>
              <a:spLocks noChangeArrowheads="1"/>
            </p:cNvSpPr>
            <p:nvPr/>
          </p:nvSpPr>
          <p:spPr bwMode="auto">
            <a:xfrm>
              <a:off x="2876" y="374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91553" name="Rectangle 412"/>
            <p:cNvSpPr>
              <a:spLocks noChangeArrowheads="1"/>
            </p:cNvSpPr>
            <p:nvPr/>
          </p:nvSpPr>
          <p:spPr bwMode="auto">
            <a:xfrm>
              <a:off x="3552" y="374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</a:p>
          </p:txBody>
        </p:sp>
        <p:sp>
          <p:nvSpPr>
            <p:cNvPr id="91554" name="Rectangle 413"/>
            <p:cNvSpPr>
              <a:spLocks noChangeArrowheads="1"/>
            </p:cNvSpPr>
            <p:nvPr/>
          </p:nvSpPr>
          <p:spPr bwMode="auto">
            <a:xfrm>
              <a:off x="4032" y="374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100</a:t>
              </a:r>
            </a:p>
          </p:txBody>
        </p:sp>
        <p:sp>
          <p:nvSpPr>
            <p:cNvPr id="91555" name="Text Box 414"/>
            <p:cNvSpPr txBox="1">
              <a:spLocks noChangeArrowheads="1"/>
            </p:cNvSpPr>
            <p:nvPr/>
          </p:nvSpPr>
          <p:spPr bwMode="auto">
            <a:xfrm>
              <a:off x="1457" y="13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1556" name="Text Box 415"/>
            <p:cNvSpPr txBox="1">
              <a:spLocks noChangeArrowheads="1"/>
            </p:cNvSpPr>
            <p:nvPr/>
          </p:nvSpPr>
          <p:spPr bwMode="auto">
            <a:xfrm>
              <a:off x="2448" y="1392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91557" name="Text Box 416"/>
            <p:cNvSpPr txBox="1">
              <a:spLocks noChangeArrowheads="1"/>
            </p:cNvSpPr>
            <p:nvPr/>
          </p:nvSpPr>
          <p:spPr bwMode="auto">
            <a:xfrm>
              <a:off x="3260" y="147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1558" name="Text Box 417"/>
            <p:cNvSpPr txBox="1">
              <a:spLocks noChangeArrowheads="1"/>
            </p:cNvSpPr>
            <p:nvPr/>
          </p:nvSpPr>
          <p:spPr bwMode="auto">
            <a:xfrm>
              <a:off x="3884" y="1536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91559" name="Text Box 418"/>
            <p:cNvSpPr txBox="1">
              <a:spLocks noChangeArrowheads="1"/>
            </p:cNvSpPr>
            <p:nvPr/>
          </p:nvSpPr>
          <p:spPr bwMode="auto">
            <a:xfrm>
              <a:off x="4471" y="1728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-40</a:t>
              </a:r>
            </a:p>
          </p:txBody>
        </p:sp>
      </p:grpSp>
      <p:sp>
        <p:nvSpPr>
          <p:cNvPr id="91139" name="Oval 419"/>
          <p:cNvSpPr>
            <a:spLocks noChangeArrowheads="1"/>
          </p:cNvSpPr>
          <p:nvPr/>
        </p:nvSpPr>
        <p:spPr bwMode="auto">
          <a:xfrm>
            <a:off x="3492500" y="49418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91140" name="Oval 420"/>
          <p:cNvSpPr>
            <a:spLocks noChangeArrowheads="1"/>
          </p:cNvSpPr>
          <p:nvPr/>
        </p:nvSpPr>
        <p:spPr bwMode="auto">
          <a:xfrm>
            <a:off x="4643438" y="4941888"/>
            <a:ext cx="73025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91141" name="Oval 421"/>
          <p:cNvSpPr>
            <a:spLocks noChangeArrowheads="1"/>
          </p:cNvSpPr>
          <p:nvPr/>
        </p:nvSpPr>
        <p:spPr bwMode="auto">
          <a:xfrm>
            <a:off x="5795963" y="5084763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91142" name="Oval 422"/>
          <p:cNvSpPr>
            <a:spLocks noChangeArrowheads="1"/>
          </p:cNvSpPr>
          <p:nvPr/>
        </p:nvSpPr>
        <p:spPr bwMode="auto">
          <a:xfrm>
            <a:off x="6659563" y="5516563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91143" name="TextBox 421"/>
          <p:cNvSpPr txBox="1">
            <a:spLocks noChangeArrowheads="1"/>
          </p:cNvSpPr>
          <p:nvPr/>
        </p:nvSpPr>
        <p:spPr bwMode="auto">
          <a:xfrm>
            <a:off x="1692275" y="6021388"/>
            <a:ext cx="757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/>
              <a:t>0.01</a:t>
            </a:r>
            <a:endParaRPr lang="zh-CN" altLang="en-US" sz="1800" b="1"/>
          </a:p>
        </p:txBody>
      </p:sp>
      <p:sp>
        <p:nvSpPr>
          <p:cNvPr id="91144" name="TextBox 422"/>
          <p:cNvSpPr txBox="1">
            <a:spLocks noChangeArrowheads="1"/>
          </p:cNvSpPr>
          <p:nvPr/>
        </p:nvSpPr>
        <p:spPr bwMode="auto">
          <a:xfrm>
            <a:off x="7596188" y="5876925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/>
              <a:t>1000</a:t>
            </a:r>
            <a:endParaRPr lang="zh-CN" altLang="en-US" sz="1800" b="1"/>
          </a:p>
        </p:txBody>
      </p:sp>
      <p:sp>
        <p:nvSpPr>
          <p:cNvPr id="91145" name="TextBox 423"/>
          <p:cNvSpPr txBox="1">
            <a:spLocks noChangeArrowheads="1"/>
          </p:cNvSpPr>
          <p:nvPr/>
        </p:nvSpPr>
        <p:spPr bwMode="auto">
          <a:xfrm>
            <a:off x="3276600" y="3789363"/>
            <a:ext cx="4397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0.2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46" name="TextBox 424"/>
          <p:cNvSpPr txBox="1">
            <a:spLocks noChangeArrowheads="1"/>
          </p:cNvSpPr>
          <p:nvPr/>
        </p:nvSpPr>
        <p:spPr bwMode="auto">
          <a:xfrm>
            <a:off x="4572000" y="3789363"/>
            <a:ext cx="2873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2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47" name="TextBox 425"/>
          <p:cNvSpPr txBox="1">
            <a:spLocks noChangeArrowheads="1"/>
          </p:cNvSpPr>
          <p:nvPr/>
        </p:nvSpPr>
        <p:spPr bwMode="auto">
          <a:xfrm>
            <a:off x="5724525" y="3789363"/>
            <a:ext cx="388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20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48" name="TextBox 426"/>
          <p:cNvSpPr txBox="1">
            <a:spLocks noChangeArrowheads="1"/>
          </p:cNvSpPr>
          <p:nvPr/>
        </p:nvSpPr>
        <p:spPr bwMode="auto">
          <a:xfrm>
            <a:off x="6516688" y="3789363"/>
            <a:ext cx="492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100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149" name="Object 6"/>
          <p:cNvGraphicFramePr>
            <a:graphicFrameLocks noChangeAspect="1"/>
          </p:cNvGraphicFramePr>
          <p:nvPr/>
        </p:nvGraphicFramePr>
        <p:xfrm>
          <a:off x="1908175" y="549275"/>
          <a:ext cx="53197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76500" imgH="419100" progId="Equation.3">
                  <p:embed/>
                </p:oleObj>
              </mc:Choice>
              <mc:Fallback>
                <p:oleObj r:id="rId3" imgW="2476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49275"/>
                        <a:ext cx="5319713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827088" y="1773238"/>
            <a:ext cx="7407275" cy="30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   极点和零点全部位于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左半平面的环节，与其对应的具有相同幅频特性、在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右半平面具有零点或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极点的 “不稳定” 环节相比，相频特性的绝对值最小， 因此，称其为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最小相位环节</a:t>
            </a:r>
            <a:r>
              <a:rPr lang="zh-CN" altLang="en-US" sz="2800">
                <a:latin typeface="Times New Roman" panose="02020603050405020304" pitchFamily="18" charset="0"/>
              </a:rPr>
              <a:t>，而相应的在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latin typeface="Times New Roman" panose="02020603050405020304" pitchFamily="18" charset="0"/>
              </a:rPr>
              <a:t>右半平面具有零点或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极点的 “不稳定” 环节称为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非最小相位环节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27088" y="981075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  最小相位系统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3668" name="Rectangle 2"/>
          <p:cNvSpPr>
            <a:spLocks noChangeArrowheads="1"/>
          </p:cNvSpPr>
          <p:nvPr/>
        </p:nvSpPr>
        <p:spPr bwMode="auto">
          <a:xfrm>
            <a:off x="900113" y="4941888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   极点和零点全部位于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左半平面系统称为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最小相位系统</a:t>
            </a:r>
            <a:r>
              <a:rPr lang="zh-CN" altLang="en-US" sz="2800">
                <a:latin typeface="Times New Roman" panose="02020603050405020304" pitchFamily="18" charset="0"/>
              </a:rPr>
              <a:t>。反之，称为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非最小相位系统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  <p:bldP spid="4" grpId="0"/>
      <p:bldP spid="11366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3188" y="1738313"/>
            <a:ext cx="6413500" cy="3352800"/>
            <a:chOff x="912" y="1968"/>
            <a:chExt cx="4040" cy="2112"/>
          </a:xfrm>
        </p:grpSpPr>
        <p:sp>
          <p:nvSpPr>
            <p:cNvPr id="95239" name="Rectangle 3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5240" name="Rectangle 4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5241" name="Freeform 5"/>
            <p:cNvSpPr>
              <a:spLocks noChangeArrowheads="1"/>
            </p:cNvSpPr>
            <p:nvPr/>
          </p:nvSpPr>
          <p:spPr bwMode="auto">
            <a:xfrm>
              <a:off x="1499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2" name="Freeform 6"/>
            <p:cNvSpPr>
              <a:spLocks noChangeArrowheads="1"/>
            </p:cNvSpPr>
            <p:nvPr/>
          </p:nvSpPr>
          <p:spPr bwMode="auto">
            <a:xfrm>
              <a:off x="2647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3" name="Freeform 7"/>
            <p:cNvSpPr>
              <a:spLocks noChangeArrowheads="1"/>
            </p:cNvSpPr>
            <p:nvPr/>
          </p:nvSpPr>
          <p:spPr bwMode="auto">
            <a:xfrm>
              <a:off x="3796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4" name="Freeform 8"/>
            <p:cNvSpPr>
              <a:spLocks noChangeArrowheads="1"/>
            </p:cNvSpPr>
            <p:nvPr/>
          </p:nvSpPr>
          <p:spPr bwMode="auto">
            <a:xfrm>
              <a:off x="4951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5" name="Freeform 9"/>
            <p:cNvSpPr>
              <a:spLocks noChangeArrowheads="1"/>
            </p:cNvSpPr>
            <p:nvPr/>
          </p:nvSpPr>
          <p:spPr bwMode="auto">
            <a:xfrm>
              <a:off x="1499" y="3668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1229422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6" name="Freeform 10"/>
            <p:cNvSpPr>
              <a:spLocks noChangeArrowheads="1"/>
            </p:cNvSpPr>
            <p:nvPr/>
          </p:nvSpPr>
          <p:spPr bwMode="auto">
            <a:xfrm>
              <a:off x="1499" y="3264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1229422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7" name="Freeform 11"/>
            <p:cNvSpPr>
              <a:spLocks noChangeArrowheads="1"/>
            </p:cNvSpPr>
            <p:nvPr/>
          </p:nvSpPr>
          <p:spPr bwMode="auto">
            <a:xfrm>
              <a:off x="1499" y="2861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1229422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8" name="Freeform 12"/>
            <p:cNvSpPr>
              <a:spLocks noChangeArrowheads="1"/>
            </p:cNvSpPr>
            <p:nvPr/>
          </p:nvSpPr>
          <p:spPr bwMode="auto">
            <a:xfrm>
              <a:off x="1499" y="2457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1229422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9" name="Freeform 13"/>
            <p:cNvSpPr>
              <a:spLocks noChangeArrowheads="1"/>
            </p:cNvSpPr>
            <p:nvPr/>
          </p:nvSpPr>
          <p:spPr bwMode="auto">
            <a:xfrm>
              <a:off x="1499" y="2060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1229422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0" name="Line 14"/>
            <p:cNvSpPr>
              <a:spLocks noChangeShapeType="1"/>
            </p:cNvSpPr>
            <p:nvPr/>
          </p:nvSpPr>
          <p:spPr bwMode="auto">
            <a:xfrm>
              <a:off x="1499" y="2060"/>
              <a:ext cx="34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1" name="Freeform 15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custGeom>
              <a:avLst/>
              <a:gdLst>
                <a:gd name="T0" fmla="*/ 0 w 487"/>
                <a:gd name="T1" fmla="*/ 571584 h 227"/>
                <a:gd name="T2" fmla="*/ 1229422 w 487"/>
                <a:gd name="T3" fmla="*/ 571584 h 227"/>
                <a:gd name="T4" fmla="*/ 1229422 w 487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7" h="227">
                  <a:moveTo>
                    <a:pt x="0" y="227"/>
                  </a:moveTo>
                  <a:lnTo>
                    <a:pt x="487" y="227"/>
                  </a:ln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2" name="Line 16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3" name="Line 17"/>
            <p:cNvSpPr>
              <a:spLocks noChangeShapeType="1"/>
            </p:cNvSpPr>
            <p:nvPr/>
          </p:nvSpPr>
          <p:spPr bwMode="auto">
            <a:xfrm>
              <a:off x="1499" y="3668"/>
              <a:ext cx="34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Line 18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Line 19"/>
            <p:cNvSpPr>
              <a:spLocks noChangeShapeType="1"/>
            </p:cNvSpPr>
            <p:nvPr/>
          </p:nvSpPr>
          <p:spPr bwMode="auto">
            <a:xfrm flipV="1">
              <a:off x="149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6" name="Line 20"/>
            <p:cNvSpPr>
              <a:spLocks noChangeShapeType="1"/>
            </p:cNvSpPr>
            <p:nvPr/>
          </p:nvSpPr>
          <p:spPr bwMode="auto">
            <a:xfrm>
              <a:off x="149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Freeform 21"/>
            <p:cNvSpPr>
              <a:spLocks noChangeArrowheads="1"/>
            </p:cNvSpPr>
            <p:nvPr/>
          </p:nvSpPr>
          <p:spPr bwMode="auto">
            <a:xfrm>
              <a:off x="1499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8" name="Line 22"/>
            <p:cNvSpPr>
              <a:spLocks noChangeShapeType="1"/>
            </p:cNvSpPr>
            <p:nvPr/>
          </p:nvSpPr>
          <p:spPr bwMode="auto">
            <a:xfrm flipV="1">
              <a:off x="1499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9" name="Line 23"/>
            <p:cNvSpPr>
              <a:spLocks noChangeShapeType="1"/>
            </p:cNvSpPr>
            <p:nvPr/>
          </p:nvSpPr>
          <p:spPr bwMode="auto">
            <a:xfrm>
              <a:off x="1499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0" name="Line 24"/>
            <p:cNvSpPr>
              <a:spLocks noChangeShapeType="1"/>
            </p:cNvSpPr>
            <p:nvPr/>
          </p:nvSpPr>
          <p:spPr bwMode="auto">
            <a:xfrm flipV="1">
              <a:off x="183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1" name="Line 25"/>
            <p:cNvSpPr>
              <a:spLocks noChangeShapeType="1"/>
            </p:cNvSpPr>
            <p:nvPr/>
          </p:nvSpPr>
          <p:spPr bwMode="auto">
            <a:xfrm>
              <a:off x="183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2" name="Freeform 26"/>
            <p:cNvSpPr>
              <a:spLocks noChangeArrowheads="1"/>
            </p:cNvSpPr>
            <p:nvPr/>
          </p:nvSpPr>
          <p:spPr bwMode="auto">
            <a:xfrm>
              <a:off x="1839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3" name="Line 27"/>
            <p:cNvSpPr>
              <a:spLocks noChangeShapeType="1"/>
            </p:cNvSpPr>
            <p:nvPr/>
          </p:nvSpPr>
          <p:spPr bwMode="auto">
            <a:xfrm flipV="1">
              <a:off x="2045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4" name="Line 28"/>
            <p:cNvSpPr>
              <a:spLocks noChangeShapeType="1"/>
            </p:cNvSpPr>
            <p:nvPr/>
          </p:nvSpPr>
          <p:spPr bwMode="auto">
            <a:xfrm>
              <a:off x="2045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5" name="Freeform 29"/>
            <p:cNvSpPr>
              <a:spLocks noChangeArrowheads="1"/>
            </p:cNvSpPr>
            <p:nvPr/>
          </p:nvSpPr>
          <p:spPr bwMode="auto">
            <a:xfrm>
              <a:off x="2045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6" name="Line 30"/>
            <p:cNvSpPr>
              <a:spLocks noChangeShapeType="1"/>
            </p:cNvSpPr>
            <p:nvPr/>
          </p:nvSpPr>
          <p:spPr bwMode="auto">
            <a:xfrm flipV="1">
              <a:off x="218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7" name="Line 31"/>
            <p:cNvSpPr>
              <a:spLocks noChangeShapeType="1"/>
            </p:cNvSpPr>
            <p:nvPr/>
          </p:nvSpPr>
          <p:spPr bwMode="auto">
            <a:xfrm>
              <a:off x="218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8" name="Freeform 32"/>
            <p:cNvSpPr>
              <a:spLocks noChangeArrowheads="1"/>
            </p:cNvSpPr>
            <p:nvPr/>
          </p:nvSpPr>
          <p:spPr bwMode="auto">
            <a:xfrm>
              <a:off x="2187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9" name="Line 33"/>
            <p:cNvSpPr>
              <a:spLocks noChangeShapeType="1"/>
            </p:cNvSpPr>
            <p:nvPr/>
          </p:nvSpPr>
          <p:spPr bwMode="auto">
            <a:xfrm flipV="1">
              <a:off x="230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0" name="Line 34"/>
            <p:cNvSpPr>
              <a:spLocks noChangeShapeType="1"/>
            </p:cNvSpPr>
            <p:nvPr/>
          </p:nvSpPr>
          <p:spPr bwMode="auto">
            <a:xfrm>
              <a:off x="230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1" name="Freeform 35"/>
            <p:cNvSpPr>
              <a:spLocks noChangeArrowheads="1"/>
            </p:cNvSpPr>
            <p:nvPr/>
          </p:nvSpPr>
          <p:spPr bwMode="auto">
            <a:xfrm>
              <a:off x="2300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2" name="Line 36"/>
            <p:cNvSpPr>
              <a:spLocks noChangeShapeType="1"/>
            </p:cNvSpPr>
            <p:nvPr/>
          </p:nvSpPr>
          <p:spPr bwMode="auto">
            <a:xfrm flipV="1">
              <a:off x="239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3" name="Line 37"/>
            <p:cNvSpPr>
              <a:spLocks noChangeShapeType="1"/>
            </p:cNvSpPr>
            <p:nvPr/>
          </p:nvSpPr>
          <p:spPr bwMode="auto">
            <a:xfrm>
              <a:off x="239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4" name="Freeform 38"/>
            <p:cNvSpPr>
              <a:spLocks noChangeArrowheads="1"/>
            </p:cNvSpPr>
            <p:nvPr/>
          </p:nvSpPr>
          <p:spPr bwMode="auto">
            <a:xfrm>
              <a:off x="2392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5" name="Line 39"/>
            <p:cNvSpPr>
              <a:spLocks noChangeShapeType="1"/>
            </p:cNvSpPr>
            <p:nvPr/>
          </p:nvSpPr>
          <p:spPr bwMode="auto">
            <a:xfrm flipV="1">
              <a:off x="247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6" name="Line 40"/>
            <p:cNvSpPr>
              <a:spLocks noChangeShapeType="1"/>
            </p:cNvSpPr>
            <p:nvPr/>
          </p:nvSpPr>
          <p:spPr bwMode="auto">
            <a:xfrm>
              <a:off x="247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7" name="Freeform 41"/>
            <p:cNvSpPr>
              <a:spLocks noChangeArrowheads="1"/>
            </p:cNvSpPr>
            <p:nvPr/>
          </p:nvSpPr>
          <p:spPr bwMode="auto">
            <a:xfrm>
              <a:off x="2470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8" name="Line 42"/>
            <p:cNvSpPr>
              <a:spLocks noChangeShapeType="1"/>
            </p:cNvSpPr>
            <p:nvPr/>
          </p:nvSpPr>
          <p:spPr bwMode="auto">
            <a:xfrm flipV="1">
              <a:off x="2534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9" name="Line 43"/>
            <p:cNvSpPr>
              <a:spLocks noChangeShapeType="1"/>
            </p:cNvSpPr>
            <p:nvPr/>
          </p:nvSpPr>
          <p:spPr bwMode="auto">
            <a:xfrm>
              <a:off x="2534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0" name="Freeform 44"/>
            <p:cNvSpPr>
              <a:spLocks noChangeArrowheads="1"/>
            </p:cNvSpPr>
            <p:nvPr/>
          </p:nvSpPr>
          <p:spPr bwMode="auto">
            <a:xfrm>
              <a:off x="2534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1" name="Line 45"/>
            <p:cNvSpPr>
              <a:spLocks noChangeShapeType="1"/>
            </p:cNvSpPr>
            <p:nvPr/>
          </p:nvSpPr>
          <p:spPr bwMode="auto">
            <a:xfrm flipV="1">
              <a:off x="2591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2" name="Line 46"/>
            <p:cNvSpPr>
              <a:spLocks noChangeShapeType="1"/>
            </p:cNvSpPr>
            <p:nvPr/>
          </p:nvSpPr>
          <p:spPr bwMode="auto">
            <a:xfrm>
              <a:off x="2591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3" name="Freeform 47"/>
            <p:cNvSpPr>
              <a:spLocks noChangeArrowheads="1"/>
            </p:cNvSpPr>
            <p:nvPr/>
          </p:nvSpPr>
          <p:spPr bwMode="auto">
            <a:xfrm>
              <a:off x="2591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4" name="Line 48"/>
            <p:cNvSpPr>
              <a:spLocks noChangeShapeType="1"/>
            </p:cNvSpPr>
            <p:nvPr/>
          </p:nvSpPr>
          <p:spPr bwMode="auto">
            <a:xfrm flipV="1">
              <a:off x="264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5" name="Line 49"/>
            <p:cNvSpPr>
              <a:spLocks noChangeShapeType="1"/>
            </p:cNvSpPr>
            <p:nvPr/>
          </p:nvSpPr>
          <p:spPr bwMode="auto">
            <a:xfrm>
              <a:off x="264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6" name="Freeform 50"/>
            <p:cNvSpPr>
              <a:spLocks noChangeArrowheads="1"/>
            </p:cNvSpPr>
            <p:nvPr/>
          </p:nvSpPr>
          <p:spPr bwMode="auto">
            <a:xfrm>
              <a:off x="2647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7" name="Line 51"/>
            <p:cNvSpPr>
              <a:spLocks noChangeShapeType="1"/>
            </p:cNvSpPr>
            <p:nvPr/>
          </p:nvSpPr>
          <p:spPr bwMode="auto">
            <a:xfrm flipV="1">
              <a:off x="2647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8" name="Line 52"/>
            <p:cNvSpPr>
              <a:spLocks noChangeShapeType="1"/>
            </p:cNvSpPr>
            <p:nvPr/>
          </p:nvSpPr>
          <p:spPr bwMode="auto">
            <a:xfrm>
              <a:off x="2647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9" name="Line 53"/>
            <p:cNvSpPr>
              <a:spLocks noChangeShapeType="1"/>
            </p:cNvSpPr>
            <p:nvPr/>
          </p:nvSpPr>
          <p:spPr bwMode="auto">
            <a:xfrm flipV="1">
              <a:off x="2995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0" name="Line 54"/>
            <p:cNvSpPr>
              <a:spLocks noChangeShapeType="1"/>
            </p:cNvSpPr>
            <p:nvPr/>
          </p:nvSpPr>
          <p:spPr bwMode="auto">
            <a:xfrm>
              <a:off x="2995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1" name="Freeform 55"/>
            <p:cNvSpPr>
              <a:spLocks noChangeArrowheads="1"/>
            </p:cNvSpPr>
            <p:nvPr/>
          </p:nvSpPr>
          <p:spPr bwMode="auto">
            <a:xfrm>
              <a:off x="2995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2" name="Line 56"/>
            <p:cNvSpPr>
              <a:spLocks noChangeShapeType="1"/>
            </p:cNvSpPr>
            <p:nvPr/>
          </p:nvSpPr>
          <p:spPr bwMode="auto">
            <a:xfrm flipV="1">
              <a:off x="319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3" name="Line 57"/>
            <p:cNvSpPr>
              <a:spLocks noChangeShapeType="1"/>
            </p:cNvSpPr>
            <p:nvPr/>
          </p:nvSpPr>
          <p:spPr bwMode="auto">
            <a:xfrm>
              <a:off x="319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4" name="Freeform 58"/>
            <p:cNvSpPr>
              <a:spLocks noChangeArrowheads="1"/>
            </p:cNvSpPr>
            <p:nvPr/>
          </p:nvSpPr>
          <p:spPr bwMode="auto">
            <a:xfrm>
              <a:off x="3193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5" name="Line 59"/>
            <p:cNvSpPr>
              <a:spLocks noChangeShapeType="1"/>
            </p:cNvSpPr>
            <p:nvPr/>
          </p:nvSpPr>
          <p:spPr bwMode="auto">
            <a:xfrm flipV="1">
              <a:off x="334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6" name="Line 60"/>
            <p:cNvSpPr>
              <a:spLocks noChangeShapeType="1"/>
            </p:cNvSpPr>
            <p:nvPr/>
          </p:nvSpPr>
          <p:spPr bwMode="auto">
            <a:xfrm>
              <a:off x="334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7" name="Freeform 61"/>
            <p:cNvSpPr>
              <a:spLocks noChangeArrowheads="1"/>
            </p:cNvSpPr>
            <p:nvPr/>
          </p:nvSpPr>
          <p:spPr bwMode="auto">
            <a:xfrm>
              <a:off x="3342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8" name="Line 62"/>
            <p:cNvSpPr>
              <a:spLocks noChangeShapeType="1"/>
            </p:cNvSpPr>
            <p:nvPr/>
          </p:nvSpPr>
          <p:spPr bwMode="auto">
            <a:xfrm flipV="1">
              <a:off x="344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9" name="Line 63"/>
            <p:cNvSpPr>
              <a:spLocks noChangeShapeType="1"/>
            </p:cNvSpPr>
            <p:nvPr/>
          </p:nvSpPr>
          <p:spPr bwMode="auto">
            <a:xfrm>
              <a:off x="344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0" name="Freeform 64"/>
            <p:cNvSpPr>
              <a:spLocks noChangeArrowheads="1"/>
            </p:cNvSpPr>
            <p:nvPr/>
          </p:nvSpPr>
          <p:spPr bwMode="auto">
            <a:xfrm>
              <a:off x="3448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1" name="Line 65"/>
            <p:cNvSpPr>
              <a:spLocks noChangeShapeType="1"/>
            </p:cNvSpPr>
            <p:nvPr/>
          </p:nvSpPr>
          <p:spPr bwMode="auto">
            <a:xfrm flipV="1">
              <a:off x="354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2" name="Line 66"/>
            <p:cNvSpPr>
              <a:spLocks noChangeShapeType="1"/>
            </p:cNvSpPr>
            <p:nvPr/>
          </p:nvSpPr>
          <p:spPr bwMode="auto">
            <a:xfrm>
              <a:off x="354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3" name="Freeform 67"/>
            <p:cNvSpPr>
              <a:spLocks noChangeArrowheads="1"/>
            </p:cNvSpPr>
            <p:nvPr/>
          </p:nvSpPr>
          <p:spPr bwMode="auto">
            <a:xfrm>
              <a:off x="3540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4" name="Line 68"/>
            <p:cNvSpPr>
              <a:spLocks noChangeShapeType="1"/>
            </p:cNvSpPr>
            <p:nvPr/>
          </p:nvSpPr>
          <p:spPr bwMode="auto">
            <a:xfrm flipV="1">
              <a:off x="361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5" name="Line 69"/>
            <p:cNvSpPr>
              <a:spLocks noChangeShapeType="1"/>
            </p:cNvSpPr>
            <p:nvPr/>
          </p:nvSpPr>
          <p:spPr bwMode="auto">
            <a:xfrm>
              <a:off x="361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6" name="Freeform 70"/>
            <p:cNvSpPr>
              <a:spLocks noChangeArrowheads="1"/>
            </p:cNvSpPr>
            <p:nvPr/>
          </p:nvSpPr>
          <p:spPr bwMode="auto">
            <a:xfrm>
              <a:off x="3618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7" name="Line 71"/>
            <p:cNvSpPr>
              <a:spLocks noChangeShapeType="1"/>
            </p:cNvSpPr>
            <p:nvPr/>
          </p:nvSpPr>
          <p:spPr bwMode="auto">
            <a:xfrm flipV="1">
              <a:off x="368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8" name="Line 72"/>
            <p:cNvSpPr>
              <a:spLocks noChangeShapeType="1"/>
            </p:cNvSpPr>
            <p:nvPr/>
          </p:nvSpPr>
          <p:spPr bwMode="auto">
            <a:xfrm>
              <a:off x="368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9" name="Freeform 73"/>
            <p:cNvSpPr>
              <a:spLocks noChangeArrowheads="1"/>
            </p:cNvSpPr>
            <p:nvPr/>
          </p:nvSpPr>
          <p:spPr bwMode="auto">
            <a:xfrm>
              <a:off x="3682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0" name="Line 74"/>
            <p:cNvSpPr>
              <a:spLocks noChangeShapeType="1"/>
            </p:cNvSpPr>
            <p:nvPr/>
          </p:nvSpPr>
          <p:spPr bwMode="auto">
            <a:xfrm flipV="1">
              <a:off x="374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1" name="Line 75"/>
            <p:cNvSpPr>
              <a:spLocks noChangeShapeType="1"/>
            </p:cNvSpPr>
            <p:nvPr/>
          </p:nvSpPr>
          <p:spPr bwMode="auto">
            <a:xfrm>
              <a:off x="374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2" name="Freeform 76"/>
            <p:cNvSpPr>
              <a:spLocks noChangeArrowheads="1"/>
            </p:cNvSpPr>
            <p:nvPr/>
          </p:nvSpPr>
          <p:spPr bwMode="auto">
            <a:xfrm>
              <a:off x="3746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3" name="Line 77"/>
            <p:cNvSpPr>
              <a:spLocks noChangeShapeType="1"/>
            </p:cNvSpPr>
            <p:nvPr/>
          </p:nvSpPr>
          <p:spPr bwMode="auto">
            <a:xfrm flipV="1">
              <a:off x="379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4" name="Line 78"/>
            <p:cNvSpPr>
              <a:spLocks noChangeShapeType="1"/>
            </p:cNvSpPr>
            <p:nvPr/>
          </p:nvSpPr>
          <p:spPr bwMode="auto">
            <a:xfrm>
              <a:off x="379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5" name="Freeform 79"/>
            <p:cNvSpPr>
              <a:spLocks noChangeArrowheads="1"/>
            </p:cNvSpPr>
            <p:nvPr/>
          </p:nvSpPr>
          <p:spPr bwMode="auto">
            <a:xfrm>
              <a:off x="3796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6" name="Line 80"/>
            <p:cNvSpPr>
              <a:spLocks noChangeShapeType="1"/>
            </p:cNvSpPr>
            <p:nvPr/>
          </p:nvSpPr>
          <p:spPr bwMode="auto">
            <a:xfrm flipV="1">
              <a:off x="3796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7" name="Line 81"/>
            <p:cNvSpPr>
              <a:spLocks noChangeShapeType="1"/>
            </p:cNvSpPr>
            <p:nvPr/>
          </p:nvSpPr>
          <p:spPr bwMode="auto">
            <a:xfrm>
              <a:off x="3796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8" name="Line 82"/>
            <p:cNvSpPr>
              <a:spLocks noChangeShapeType="1"/>
            </p:cNvSpPr>
            <p:nvPr/>
          </p:nvSpPr>
          <p:spPr bwMode="auto">
            <a:xfrm flipV="1">
              <a:off x="414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9" name="Line 83"/>
            <p:cNvSpPr>
              <a:spLocks noChangeShapeType="1"/>
            </p:cNvSpPr>
            <p:nvPr/>
          </p:nvSpPr>
          <p:spPr bwMode="auto">
            <a:xfrm>
              <a:off x="414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0" name="Freeform 84"/>
            <p:cNvSpPr>
              <a:spLocks noChangeArrowheads="1"/>
            </p:cNvSpPr>
            <p:nvPr/>
          </p:nvSpPr>
          <p:spPr bwMode="auto">
            <a:xfrm>
              <a:off x="4143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1" name="Line 85"/>
            <p:cNvSpPr>
              <a:spLocks noChangeShapeType="1"/>
            </p:cNvSpPr>
            <p:nvPr/>
          </p:nvSpPr>
          <p:spPr bwMode="auto">
            <a:xfrm flipV="1">
              <a:off x="434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2" name="Line 86"/>
            <p:cNvSpPr>
              <a:spLocks noChangeShapeType="1"/>
            </p:cNvSpPr>
            <p:nvPr/>
          </p:nvSpPr>
          <p:spPr bwMode="auto">
            <a:xfrm>
              <a:off x="434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3" name="Freeform 87"/>
            <p:cNvSpPr>
              <a:spLocks noChangeArrowheads="1"/>
            </p:cNvSpPr>
            <p:nvPr/>
          </p:nvSpPr>
          <p:spPr bwMode="auto">
            <a:xfrm>
              <a:off x="4348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4" name="Line 88"/>
            <p:cNvSpPr>
              <a:spLocks noChangeShapeType="1"/>
            </p:cNvSpPr>
            <p:nvPr/>
          </p:nvSpPr>
          <p:spPr bwMode="auto">
            <a:xfrm flipV="1">
              <a:off x="449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5" name="Line 89"/>
            <p:cNvSpPr>
              <a:spLocks noChangeShapeType="1"/>
            </p:cNvSpPr>
            <p:nvPr/>
          </p:nvSpPr>
          <p:spPr bwMode="auto">
            <a:xfrm>
              <a:off x="449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6" name="Freeform 90"/>
            <p:cNvSpPr>
              <a:spLocks noChangeArrowheads="1"/>
            </p:cNvSpPr>
            <p:nvPr/>
          </p:nvSpPr>
          <p:spPr bwMode="auto">
            <a:xfrm>
              <a:off x="4490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7" name="Line 91"/>
            <p:cNvSpPr>
              <a:spLocks noChangeShapeType="1"/>
            </p:cNvSpPr>
            <p:nvPr/>
          </p:nvSpPr>
          <p:spPr bwMode="auto">
            <a:xfrm flipV="1">
              <a:off x="460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8" name="Line 92"/>
            <p:cNvSpPr>
              <a:spLocks noChangeShapeType="1"/>
            </p:cNvSpPr>
            <p:nvPr/>
          </p:nvSpPr>
          <p:spPr bwMode="auto">
            <a:xfrm>
              <a:off x="460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9" name="Freeform 93"/>
            <p:cNvSpPr>
              <a:spLocks noChangeArrowheads="1"/>
            </p:cNvSpPr>
            <p:nvPr/>
          </p:nvSpPr>
          <p:spPr bwMode="auto">
            <a:xfrm>
              <a:off x="4603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0" name="Line 94"/>
            <p:cNvSpPr>
              <a:spLocks noChangeShapeType="1"/>
            </p:cNvSpPr>
            <p:nvPr/>
          </p:nvSpPr>
          <p:spPr bwMode="auto">
            <a:xfrm flipV="1">
              <a:off x="468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1" name="Line 95"/>
            <p:cNvSpPr>
              <a:spLocks noChangeShapeType="1"/>
            </p:cNvSpPr>
            <p:nvPr/>
          </p:nvSpPr>
          <p:spPr bwMode="auto">
            <a:xfrm>
              <a:off x="468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2" name="Freeform 96"/>
            <p:cNvSpPr>
              <a:spLocks noChangeArrowheads="1"/>
            </p:cNvSpPr>
            <p:nvPr/>
          </p:nvSpPr>
          <p:spPr bwMode="auto">
            <a:xfrm>
              <a:off x="4689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3" name="Line 97"/>
            <p:cNvSpPr>
              <a:spLocks noChangeShapeType="1"/>
            </p:cNvSpPr>
            <p:nvPr/>
          </p:nvSpPr>
          <p:spPr bwMode="auto">
            <a:xfrm flipV="1">
              <a:off x="476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4" name="Line 98"/>
            <p:cNvSpPr>
              <a:spLocks noChangeShapeType="1"/>
            </p:cNvSpPr>
            <p:nvPr/>
          </p:nvSpPr>
          <p:spPr bwMode="auto">
            <a:xfrm>
              <a:off x="476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5" name="Freeform 99"/>
            <p:cNvSpPr>
              <a:spLocks noChangeArrowheads="1"/>
            </p:cNvSpPr>
            <p:nvPr/>
          </p:nvSpPr>
          <p:spPr bwMode="auto">
            <a:xfrm>
              <a:off x="4766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6" name="Line 100"/>
            <p:cNvSpPr>
              <a:spLocks noChangeShapeType="1"/>
            </p:cNvSpPr>
            <p:nvPr/>
          </p:nvSpPr>
          <p:spPr bwMode="auto">
            <a:xfrm flipV="1">
              <a:off x="483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7" name="Line 101"/>
            <p:cNvSpPr>
              <a:spLocks noChangeShapeType="1"/>
            </p:cNvSpPr>
            <p:nvPr/>
          </p:nvSpPr>
          <p:spPr bwMode="auto">
            <a:xfrm>
              <a:off x="483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8" name="Freeform 102"/>
            <p:cNvSpPr>
              <a:spLocks noChangeArrowheads="1"/>
            </p:cNvSpPr>
            <p:nvPr/>
          </p:nvSpPr>
          <p:spPr bwMode="auto">
            <a:xfrm>
              <a:off x="4837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9" name="Line 103"/>
            <p:cNvSpPr>
              <a:spLocks noChangeShapeType="1"/>
            </p:cNvSpPr>
            <p:nvPr/>
          </p:nvSpPr>
          <p:spPr bwMode="auto">
            <a:xfrm flipV="1">
              <a:off x="4894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0" name="Line 104"/>
            <p:cNvSpPr>
              <a:spLocks noChangeShapeType="1"/>
            </p:cNvSpPr>
            <p:nvPr/>
          </p:nvSpPr>
          <p:spPr bwMode="auto">
            <a:xfrm>
              <a:off x="4894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1" name="Freeform 105"/>
            <p:cNvSpPr>
              <a:spLocks noChangeArrowheads="1"/>
            </p:cNvSpPr>
            <p:nvPr/>
          </p:nvSpPr>
          <p:spPr bwMode="auto">
            <a:xfrm>
              <a:off x="4894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2" name="Line 106"/>
            <p:cNvSpPr>
              <a:spLocks noChangeShapeType="1"/>
            </p:cNvSpPr>
            <p:nvPr/>
          </p:nvSpPr>
          <p:spPr bwMode="auto">
            <a:xfrm flipV="1">
              <a:off x="4951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3" name="Line 107"/>
            <p:cNvSpPr>
              <a:spLocks noChangeShapeType="1"/>
            </p:cNvSpPr>
            <p:nvPr/>
          </p:nvSpPr>
          <p:spPr bwMode="auto">
            <a:xfrm>
              <a:off x="4951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4" name="Freeform 108"/>
            <p:cNvSpPr>
              <a:spLocks noChangeArrowheads="1"/>
            </p:cNvSpPr>
            <p:nvPr/>
          </p:nvSpPr>
          <p:spPr bwMode="auto">
            <a:xfrm>
              <a:off x="4951" y="2060"/>
              <a:ext cx="1" cy="1608"/>
            </a:xfrm>
            <a:custGeom>
              <a:avLst/>
              <a:gdLst>
                <a:gd name="T0" fmla="*/ 0 w 1"/>
                <a:gd name="T1" fmla="*/ 571584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5" name="Line 109"/>
            <p:cNvSpPr>
              <a:spLocks noChangeShapeType="1"/>
            </p:cNvSpPr>
            <p:nvPr/>
          </p:nvSpPr>
          <p:spPr bwMode="auto">
            <a:xfrm flipV="1">
              <a:off x="4951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6" name="Line 110"/>
            <p:cNvSpPr>
              <a:spLocks noChangeShapeType="1"/>
            </p:cNvSpPr>
            <p:nvPr/>
          </p:nvSpPr>
          <p:spPr bwMode="auto">
            <a:xfrm>
              <a:off x="4951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7" name="Line 111"/>
            <p:cNvSpPr>
              <a:spLocks noChangeShapeType="1"/>
            </p:cNvSpPr>
            <p:nvPr/>
          </p:nvSpPr>
          <p:spPr bwMode="auto">
            <a:xfrm>
              <a:off x="1499" y="3668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8" name="Line 112"/>
            <p:cNvSpPr>
              <a:spLocks noChangeShapeType="1"/>
            </p:cNvSpPr>
            <p:nvPr/>
          </p:nvSpPr>
          <p:spPr bwMode="auto">
            <a:xfrm flipH="1">
              <a:off x="4915" y="3668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9" name="Rectangle 113"/>
            <p:cNvSpPr>
              <a:spLocks noChangeArrowheads="1"/>
            </p:cNvSpPr>
            <p:nvPr/>
          </p:nvSpPr>
          <p:spPr bwMode="auto">
            <a:xfrm>
              <a:off x="1161" y="355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-180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5350" name="Line 114"/>
            <p:cNvSpPr>
              <a:spLocks noChangeShapeType="1"/>
            </p:cNvSpPr>
            <p:nvPr/>
          </p:nvSpPr>
          <p:spPr bwMode="auto">
            <a:xfrm>
              <a:off x="1499" y="3264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1" name="Line 115"/>
            <p:cNvSpPr>
              <a:spLocks noChangeShapeType="1"/>
            </p:cNvSpPr>
            <p:nvPr/>
          </p:nvSpPr>
          <p:spPr bwMode="auto">
            <a:xfrm flipH="1">
              <a:off x="4915" y="3264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2" name="Rectangle 116"/>
            <p:cNvSpPr>
              <a:spLocks noChangeArrowheads="1"/>
            </p:cNvSpPr>
            <p:nvPr/>
          </p:nvSpPr>
          <p:spPr bwMode="auto">
            <a:xfrm>
              <a:off x="1244" y="3173"/>
              <a:ext cx="23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5353" name="Line 117"/>
            <p:cNvSpPr>
              <a:spLocks noChangeShapeType="1"/>
            </p:cNvSpPr>
            <p:nvPr/>
          </p:nvSpPr>
          <p:spPr bwMode="auto">
            <a:xfrm>
              <a:off x="1499" y="2861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4" name="Line 118"/>
            <p:cNvSpPr>
              <a:spLocks noChangeShapeType="1"/>
            </p:cNvSpPr>
            <p:nvPr/>
          </p:nvSpPr>
          <p:spPr bwMode="auto">
            <a:xfrm flipH="1">
              <a:off x="4915" y="286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5" name="Rectangle 119"/>
            <p:cNvSpPr>
              <a:spLocks noChangeArrowheads="1"/>
            </p:cNvSpPr>
            <p:nvPr/>
          </p:nvSpPr>
          <p:spPr bwMode="auto">
            <a:xfrm>
              <a:off x="1349" y="276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5356" name="Line 120"/>
            <p:cNvSpPr>
              <a:spLocks noChangeShapeType="1"/>
            </p:cNvSpPr>
            <p:nvPr/>
          </p:nvSpPr>
          <p:spPr bwMode="auto">
            <a:xfrm>
              <a:off x="1499" y="2457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7" name="Line 121"/>
            <p:cNvSpPr>
              <a:spLocks noChangeShapeType="1"/>
            </p:cNvSpPr>
            <p:nvPr/>
          </p:nvSpPr>
          <p:spPr bwMode="auto">
            <a:xfrm flipH="1">
              <a:off x="4915" y="2457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8" name="Rectangle 122"/>
            <p:cNvSpPr>
              <a:spLocks noChangeArrowheads="1"/>
            </p:cNvSpPr>
            <p:nvPr/>
          </p:nvSpPr>
          <p:spPr bwMode="auto">
            <a:xfrm>
              <a:off x="1300" y="236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5359" name="Line 123"/>
            <p:cNvSpPr>
              <a:spLocks noChangeShapeType="1"/>
            </p:cNvSpPr>
            <p:nvPr/>
          </p:nvSpPr>
          <p:spPr bwMode="auto">
            <a:xfrm>
              <a:off x="1499" y="206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0" name="Line 124"/>
            <p:cNvSpPr>
              <a:spLocks noChangeShapeType="1"/>
            </p:cNvSpPr>
            <p:nvPr/>
          </p:nvSpPr>
          <p:spPr bwMode="auto">
            <a:xfrm flipH="1">
              <a:off x="4915" y="2060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1" name="Rectangle 125"/>
            <p:cNvSpPr>
              <a:spLocks noChangeArrowheads="1"/>
            </p:cNvSpPr>
            <p:nvPr/>
          </p:nvSpPr>
          <p:spPr bwMode="auto">
            <a:xfrm>
              <a:off x="1223" y="1968"/>
              <a:ext cx="26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5362" name="Line 126"/>
            <p:cNvSpPr>
              <a:spLocks noChangeShapeType="1"/>
            </p:cNvSpPr>
            <p:nvPr/>
          </p:nvSpPr>
          <p:spPr bwMode="auto">
            <a:xfrm>
              <a:off x="1499" y="2060"/>
              <a:ext cx="345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3" name="Freeform 127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custGeom>
              <a:avLst/>
              <a:gdLst>
                <a:gd name="T0" fmla="*/ 0 w 487"/>
                <a:gd name="T1" fmla="*/ 571584 h 227"/>
                <a:gd name="T2" fmla="*/ 1229422 w 487"/>
                <a:gd name="T3" fmla="*/ 571584 h 227"/>
                <a:gd name="T4" fmla="*/ 1229422 w 487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7" h="227">
                  <a:moveTo>
                    <a:pt x="0" y="227"/>
                  </a:moveTo>
                  <a:lnTo>
                    <a:pt x="487" y="227"/>
                  </a:lnTo>
                  <a:lnTo>
                    <a:pt x="487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4" name="Line 128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5" name="Rectangle 129"/>
            <p:cNvSpPr>
              <a:spLocks noChangeArrowheads="1"/>
            </p:cNvSpPr>
            <p:nvPr/>
          </p:nvSpPr>
          <p:spPr bwMode="auto">
            <a:xfrm>
              <a:off x="3642" y="3667"/>
              <a:ext cx="39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366" name="Rectangle 130"/>
            <p:cNvSpPr>
              <a:spLocks noChangeArrowheads="1"/>
            </p:cNvSpPr>
            <p:nvPr/>
          </p:nvSpPr>
          <p:spPr bwMode="auto">
            <a:xfrm>
              <a:off x="2490" y="3667"/>
              <a:ext cx="39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367" name="Rectangle 131"/>
            <p:cNvSpPr>
              <a:spLocks noChangeArrowheads="1"/>
            </p:cNvSpPr>
            <p:nvPr/>
          </p:nvSpPr>
          <p:spPr bwMode="auto">
            <a:xfrm rot="-5400000">
              <a:off x="506" y="2608"/>
              <a:ext cx="11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sp>
          <p:nvSpPr>
            <p:cNvPr id="95368" name="Rectangle 132"/>
            <p:cNvSpPr>
              <a:spLocks noChangeArrowheads="1"/>
            </p:cNvSpPr>
            <p:nvPr/>
          </p:nvSpPr>
          <p:spPr bwMode="auto">
            <a:xfrm>
              <a:off x="3696" y="3010"/>
              <a:ext cx="522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5369" name="Rectangle 133"/>
            <p:cNvSpPr>
              <a:spLocks noChangeArrowheads="1"/>
            </p:cNvSpPr>
            <p:nvPr/>
          </p:nvSpPr>
          <p:spPr bwMode="auto">
            <a:xfrm>
              <a:off x="3318" y="2290"/>
              <a:ext cx="522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5370" name="Rectangle 134"/>
            <p:cNvSpPr>
              <a:spLocks noChangeArrowheads="1"/>
            </p:cNvSpPr>
            <p:nvPr/>
          </p:nvSpPr>
          <p:spPr bwMode="auto">
            <a:xfrm>
              <a:off x="2845" y="3264"/>
              <a:ext cx="515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rgbClr val="008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>
                  <a:solidFill>
                    <a:srgbClr val="008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rgbClr val="008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grpSp>
          <p:nvGrpSpPr>
            <p:cNvPr id="95371" name="Group 135"/>
            <p:cNvGrpSpPr>
              <a:grpSpLocks/>
            </p:cNvGrpSpPr>
            <p:nvPr/>
          </p:nvGrpSpPr>
          <p:grpSpPr bwMode="auto">
            <a:xfrm>
              <a:off x="1499" y="2081"/>
              <a:ext cx="3452" cy="1559"/>
              <a:chOff x="1499" y="2081"/>
              <a:chExt cx="3452" cy="1559"/>
            </a:xfrm>
          </p:grpSpPr>
          <p:sp>
            <p:nvSpPr>
              <p:cNvPr id="95373" name="Freeform 136"/>
              <p:cNvSpPr>
                <a:spLocks noChangeArrowheads="1"/>
              </p:cNvSpPr>
              <p:nvPr/>
            </p:nvSpPr>
            <p:spPr bwMode="auto">
              <a:xfrm>
                <a:off x="1499" y="2882"/>
                <a:ext cx="3452" cy="227"/>
              </a:xfrm>
              <a:custGeom>
                <a:avLst/>
                <a:gdLst>
                  <a:gd name="T0" fmla="*/ 0 w 3452"/>
                  <a:gd name="T1" fmla="*/ 0 h 227"/>
                  <a:gd name="T2" fmla="*/ 78 w 3452"/>
                  <a:gd name="T3" fmla="*/ 7 h 227"/>
                  <a:gd name="T4" fmla="*/ 163 w 3452"/>
                  <a:gd name="T5" fmla="*/ 14 h 227"/>
                  <a:gd name="T6" fmla="*/ 248 w 3452"/>
                  <a:gd name="T7" fmla="*/ 14 h 227"/>
                  <a:gd name="T8" fmla="*/ 333 w 3452"/>
                  <a:gd name="T9" fmla="*/ 21 h 227"/>
                  <a:gd name="T10" fmla="*/ 418 w 3452"/>
                  <a:gd name="T11" fmla="*/ 28 h 227"/>
                  <a:gd name="T12" fmla="*/ 503 w 3452"/>
                  <a:gd name="T13" fmla="*/ 42 h 227"/>
                  <a:gd name="T14" fmla="*/ 588 w 3452"/>
                  <a:gd name="T15" fmla="*/ 49 h 227"/>
                  <a:gd name="T16" fmla="*/ 673 w 3452"/>
                  <a:gd name="T17" fmla="*/ 64 h 227"/>
                  <a:gd name="T18" fmla="*/ 751 w 3452"/>
                  <a:gd name="T19" fmla="*/ 78 h 227"/>
                  <a:gd name="T20" fmla="*/ 836 w 3452"/>
                  <a:gd name="T21" fmla="*/ 92 h 227"/>
                  <a:gd name="T22" fmla="*/ 922 w 3452"/>
                  <a:gd name="T23" fmla="*/ 106 h 227"/>
                  <a:gd name="T24" fmla="*/ 1007 w 3452"/>
                  <a:gd name="T25" fmla="*/ 127 h 227"/>
                  <a:gd name="T26" fmla="*/ 1092 w 3452"/>
                  <a:gd name="T27" fmla="*/ 142 h 227"/>
                  <a:gd name="T28" fmla="*/ 1177 w 3452"/>
                  <a:gd name="T29" fmla="*/ 163 h 227"/>
                  <a:gd name="T30" fmla="*/ 1262 w 3452"/>
                  <a:gd name="T31" fmla="*/ 177 h 227"/>
                  <a:gd name="T32" fmla="*/ 1347 w 3452"/>
                  <a:gd name="T33" fmla="*/ 191 h 227"/>
                  <a:gd name="T34" fmla="*/ 1425 w 3452"/>
                  <a:gd name="T35" fmla="*/ 205 h 227"/>
                  <a:gd name="T36" fmla="*/ 1510 w 3452"/>
                  <a:gd name="T37" fmla="*/ 212 h 227"/>
                  <a:gd name="T38" fmla="*/ 1595 w 3452"/>
                  <a:gd name="T39" fmla="*/ 219 h 227"/>
                  <a:gd name="T40" fmla="*/ 1680 w 3452"/>
                  <a:gd name="T41" fmla="*/ 227 h 227"/>
                  <a:gd name="T42" fmla="*/ 1722 w 3452"/>
                  <a:gd name="T43" fmla="*/ 227 h 227"/>
                  <a:gd name="T44" fmla="*/ 1765 w 3452"/>
                  <a:gd name="T45" fmla="*/ 227 h 227"/>
                  <a:gd name="T46" fmla="*/ 1850 w 3452"/>
                  <a:gd name="T47" fmla="*/ 219 h 227"/>
                  <a:gd name="T48" fmla="*/ 1935 w 3452"/>
                  <a:gd name="T49" fmla="*/ 212 h 227"/>
                  <a:gd name="T50" fmla="*/ 2020 w 3452"/>
                  <a:gd name="T51" fmla="*/ 205 h 227"/>
                  <a:gd name="T52" fmla="*/ 2098 w 3452"/>
                  <a:gd name="T53" fmla="*/ 191 h 227"/>
                  <a:gd name="T54" fmla="*/ 2183 w 3452"/>
                  <a:gd name="T55" fmla="*/ 177 h 227"/>
                  <a:gd name="T56" fmla="*/ 2268 w 3452"/>
                  <a:gd name="T57" fmla="*/ 163 h 227"/>
                  <a:gd name="T58" fmla="*/ 2353 w 3452"/>
                  <a:gd name="T59" fmla="*/ 142 h 227"/>
                  <a:gd name="T60" fmla="*/ 2438 w 3452"/>
                  <a:gd name="T61" fmla="*/ 127 h 227"/>
                  <a:gd name="T62" fmla="*/ 2523 w 3452"/>
                  <a:gd name="T63" fmla="*/ 106 h 227"/>
                  <a:gd name="T64" fmla="*/ 2608 w 3452"/>
                  <a:gd name="T65" fmla="*/ 92 h 227"/>
                  <a:gd name="T66" fmla="*/ 2693 w 3452"/>
                  <a:gd name="T67" fmla="*/ 78 h 227"/>
                  <a:gd name="T68" fmla="*/ 2771 w 3452"/>
                  <a:gd name="T69" fmla="*/ 64 h 227"/>
                  <a:gd name="T70" fmla="*/ 2856 w 3452"/>
                  <a:gd name="T71" fmla="*/ 49 h 227"/>
                  <a:gd name="T72" fmla="*/ 2941 w 3452"/>
                  <a:gd name="T73" fmla="*/ 42 h 227"/>
                  <a:gd name="T74" fmla="*/ 3027 w 3452"/>
                  <a:gd name="T75" fmla="*/ 28 h 227"/>
                  <a:gd name="T76" fmla="*/ 3112 w 3452"/>
                  <a:gd name="T77" fmla="*/ 21 h 227"/>
                  <a:gd name="T78" fmla="*/ 3197 w 3452"/>
                  <a:gd name="T79" fmla="*/ 14 h 227"/>
                  <a:gd name="T80" fmla="*/ 3282 w 3452"/>
                  <a:gd name="T81" fmla="*/ 14 h 227"/>
                  <a:gd name="T82" fmla="*/ 3367 w 3452"/>
                  <a:gd name="T83" fmla="*/ 7 h 227"/>
                  <a:gd name="T84" fmla="*/ 3452 w 3452"/>
                  <a:gd name="T85" fmla="*/ 0 h 2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227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14"/>
                    </a:lnTo>
                    <a:lnTo>
                      <a:pt x="333" y="21"/>
                    </a:lnTo>
                    <a:lnTo>
                      <a:pt x="418" y="28"/>
                    </a:lnTo>
                    <a:lnTo>
                      <a:pt x="503" y="42"/>
                    </a:lnTo>
                    <a:lnTo>
                      <a:pt x="588" y="49"/>
                    </a:lnTo>
                    <a:lnTo>
                      <a:pt x="673" y="64"/>
                    </a:lnTo>
                    <a:lnTo>
                      <a:pt x="751" y="78"/>
                    </a:lnTo>
                    <a:lnTo>
                      <a:pt x="836" y="92"/>
                    </a:lnTo>
                    <a:lnTo>
                      <a:pt x="922" y="106"/>
                    </a:lnTo>
                    <a:lnTo>
                      <a:pt x="1007" y="127"/>
                    </a:lnTo>
                    <a:lnTo>
                      <a:pt x="1092" y="142"/>
                    </a:lnTo>
                    <a:lnTo>
                      <a:pt x="1177" y="163"/>
                    </a:lnTo>
                    <a:lnTo>
                      <a:pt x="1262" y="177"/>
                    </a:lnTo>
                    <a:lnTo>
                      <a:pt x="1347" y="191"/>
                    </a:lnTo>
                    <a:lnTo>
                      <a:pt x="1425" y="205"/>
                    </a:lnTo>
                    <a:lnTo>
                      <a:pt x="1510" y="212"/>
                    </a:lnTo>
                    <a:lnTo>
                      <a:pt x="1595" y="219"/>
                    </a:lnTo>
                    <a:lnTo>
                      <a:pt x="1680" y="227"/>
                    </a:lnTo>
                    <a:lnTo>
                      <a:pt x="1722" y="227"/>
                    </a:lnTo>
                    <a:lnTo>
                      <a:pt x="1765" y="227"/>
                    </a:lnTo>
                    <a:lnTo>
                      <a:pt x="1850" y="219"/>
                    </a:lnTo>
                    <a:lnTo>
                      <a:pt x="1935" y="212"/>
                    </a:lnTo>
                    <a:lnTo>
                      <a:pt x="2020" y="205"/>
                    </a:lnTo>
                    <a:lnTo>
                      <a:pt x="2098" y="191"/>
                    </a:lnTo>
                    <a:lnTo>
                      <a:pt x="2183" y="177"/>
                    </a:lnTo>
                    <a:lnTo>
                      <a:pt x="2268" y="163"/>
                    </a:lnTo>
                    <a:lnTo>
                      <a:pt x="2353" y="142"/>
                    </a:lnTo>
                    <a:lnTo>
                      <a:pt x="2438" y="127"/>
                    </a:lnTo>
                    <a:lnTo>
                      <a:pt x="2523" y="106"/>
                    </a:lnTo>
                    <a:lnTo>
                      <a:pt x="2608" y="92"/>
                    </a:lnTo>
                    <a:lnTo>
                      <a:pt x="2693" y="78"/>
                    </a:lnTo>
                    <a:lnTo>
                      <a:pt x="2771" y="64"/>
                    </a:lnTo>
                    <a:lnTo>
                      <a:pt x="2856" y="49"/>
                    </a:lnTo>
                    <a:lnTo>
                      <a:pt x="2941" y="42"/>
                    </a:lnTo>
                    <a:lnTo>
                      <a:pt x="3027" y="28"/>
                    </a:lnTo>
                    <a:lnTo>
                      <a:pt x="3112" y="21"/>
                    </a:lnTo>
                    <a:lnTo>
                      <a:pt x="3197" y="14"/>
                    </a:lnTo>
                    <a:lnTo>
                      <a:pt x="3282" y="14"/>
                    </a:lnTo>
                    <a:lnTo>
                      <a:pt x="3367" y="7"/>
                    </a:lnTo>
                    <a:lnTo>
                      <a:pt x="3452" y="0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374" name="Freeform 137"/>
              <p:cNvSpPr>
                <a:spLocks noChangeArrowheads="1"/>
              </p:cNvSpPr>
              <p:nvPr/>
            </p:nvSpPr>
            <p:spPr bwMode="auto">
              <a:xfrm>
                <a:off x="1499" y="2889"/>
                <a:ext cx="3452" cy="751"/>
              </a:xfrm>
              <a:custGeom>
                <a:avLst/>
                <a:gdLst>
                  <a:gd name="T0" fmla="*/ 0 w 3452"/>
                  <a:gd name="T1" fmla="*/ 0 h 751"/>
                  <a:gd name="T2" fmla="*/ 78 w 3452"/>
                  <a:gd name="T3" fmla="*/ 7 h 751"/>
                  <a:gd name="T4" fmla="*/ 163 w 3452"/>
                  <a:gd name="T5" fmla="*/ 14 h 751"/>
                  <a:gd name="T6" fmla="*/ 248 w 3452"/>
                  <a:gd name="T7" fmla="*/ 21 h 751"/>
                  <a:gd name="T8" fmla="*/ 333 w 3452"/>
                  <a:gd name="T9" fmla="*/ 28 h 751"/>
                  <a:gd name="T10" fmla="*/ 418 w 3452"/>
                  <a:gd name="T11" fmla="*/ 35 h 751"/>
                  <a:gd name="T12" fmla="*/ 503 w 3452"/>
                  <a:gd name="T13" fmla="*/ 49 h 751"/>
                  <a:gd name="T14" fmla="*/ 588 w 3452"/>
                  <a:gd name="T15" fmla="*/ 64 h 751"/>
                  <a:gd name="T16" fmla="*/ 673 w 3452"/>
                  <a:gd name="T17" fmla="*/ 78 h 751"/>
                  <a:gd name="T18" fmla="*/ 751 w 3452"/>
                  <a:gd name="T19" fmla="*/ 92 h 751"/>
                  <a:gd name="T20" fmla="*/ 836 w 3452"/>
                  <a:gd name="T21" fmla="*/ 113 h 751"/>
                  <a:gd name="T22" fmla="*/ 922 w 3452"/>
                  <a:gd name="T23" fmla="*/ 135 h 751"/>
                  <a:gd name="T24" fmla="*/ 1007 w 3452"/>
                  <a:gd name="T25" fmla="*/ 156 h 751"/>
                  <a:gd name="T26" fmla="*/ 1092 w 3452"/>
                  <a:gd name="T27" fmla="*/ 184 h 751"/>
                  <a:gd name="T28" fmla="*/ 1177 w 3452"/>
                  <a:gd name="T29" fmla="*/ 205 h 751"/>
                  <a:gd name="T30" fmla="*/ 1262 w 3452"/>
                  <a:gd name="T31" fmla="*/ 234 h 751"/>
                  <a:gd name="T32" fmla="*/ 1347 w 3452"/>
                  <a:gd name="T33" fmla="*/ 262 h 751"/>
                  <a:gd name="T34" fmla="*/ 1425 w 3452"/>
                  <a:gd name="T35" fmla="*/ 283 h 751"/>
                  <a:gd name="T36" fmla="*/ 1510 w 3452"/>
                  <a:gd name="T37" fmla="*/ 312 h 751"/>
                  <a:gd name="T38" fmla="*/ 1595 w 3452"/>
                  <a:gd name="T39" fmla="*/ 333 h 751"/>
                  <a:gd name="T40" fmla="*/ 1680 w 3452"/>
                  <a:gd name="T41" fmla="*/ 361 h 751"/>
                  <a:gd name="T42" fmla="*/ 1722 w 3452"/>
                  <a:gd name="T43" fmla="*/ 375 h 751"/>
                  <a:gd name="T44" fmla="*/ 1765 w 3452"/>
                  <a:gd name="T45" fmla="*/ 390 h 751"/>
                  <a:gd name="T46" fmla="*/ 1850 w 3452"/>
                  <a:gd name="T47" fmla="*/ 411 h 751"/>
                  <a:gd name="T48" fmla="*/ 1935 w 3452"/>
                  <a:gd name="T49" fmla="*/ 439 h 751"/>
                  <a:gd name="T50" fmla="*/ 2020 w 3452"/>
                  <a:gd name="T51" fmla="*/ 460 h 751"/>
                  <a:gd name="T52" fmla="*/ 2098 w 3452"/>
                  <a:gd name="T53" fmla="*/ 489 h 751"/>
                  <a:gd name="T54" fmla="*/ 2183 w 3452"/>
                  <a:gd name="T55" fmla="*/ 517 h 751"/>
                  <a:gd name="T56" fmla="*/ 2268 w 3452"/>
                  <a:gd name="T57" fmla="*/ 538 h 751"/>
                  <a:gd name="T58" fmla="*/ 2353 w 3452"/>
                  <a:gd name="T59" fmla="*/ 567 h 751"/>
                  <a:gd name="T60" fmla="*/ 2438 w 3452"/>
                  <a:gd name="T61" fmla="*/ 588 h 751"/>
                  <a:gd name="T62" fmla="*/ 2523 w 3452"/>
                  <a:gd name="T63" fmla="*/ 616 h 751"/>
                  <a:gd name="T64" fmla="*/ 2608 w 3452"/>
                  <a:gd name="T65" fmla="*/ 638 h 751"/>
                  <a:gd name="T66" fmla="*/ 2693 w 3452"/>
                  <a:gd name="T67" fmla="*/ 652 h 751"/>
                  <a:gd name="T68" fmla="*/ 2771 w 3452"/>
                  <a:gd name="T69" fmla="*/ 673 h 751"/>
                  <a:gd name="T70" fmla="*/ 2856 w 3452"/>
                  <a:gd name="T71" fmla="*/ 687 h 751"/>
                  <a:gd name="T72" fmla="*/ 2941 w 3452"/>
                  <a:gd name="T73" fmla="*/ 701 h 751"/>
                  <a:gd name="T74" fmla="*/ 3027 w 3452"/>
                  <a:gd name="T75" fmla="*/ 708 h 751"/>
                  <a:gd name="T76" fmla="*/ 3112 w 3452"/>
                  <a:gd name="T77" fmla="*/ 723 h 751"/>
                  <a:gd name="T78" fmla="*/ 3197 w 3452"/>
                  <a:gd name="T79" fmla="*/ 730 h 751"/>
                  <a:gd name="T80" fmla="*/ 3282 w 3452"/>
                  <a:gd name="T81" fmla="*/ 737 h 751"/>
                  <a:gd name="T82" fmla="*/ 3367 w 3452"/>
                  <a:gd name="T83" fmla="*/ 744 h 751"/>
                  <a:gd name="T84" fmla="*/ 3452 w 3452"/>
                  <a:gd name="T85" fmla="*/ 751 h 75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751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21"/>
                    </a:lnTo>
                    <a:lnTo>
                      <a:pt x="333" y="28"/>
                    </a:lnTo>
                    <a:lnTo>
                      <a:pt x="418" y="35"/>
                    </a:lnTo>
                    <a:lnTo>
                      <a:pt x="503" y="49"/>
                    </a:lnTo>
                    <a:lnTo>
                      <a:pt x="588" y="64"/>
                    </a:lnTo>
                    <a:lnTo>
                      <a:pt x="673" y="78"/>
                    </a:lnTo>
                    <a:lnTo>
                      <a:pt x="751" y="92"/>
                    </a:lnTo>
                    <a:lnTo>
                      <a:pt x="836" y="113"/>
                    </a:lnTo>
                    <a:lnTo>
                      <a:pt x="922" y="135"/>
                    </a:lnTo>
                    <a:lnTo>
                      <a:pt x="1007" y="156"/>
                    </a:lnTo>
                    <a:lnTo>
                      <a:pt x="1092" y="184"/>
                    </a:lnTo>
                    <a:lnTo>
                      <a:pt x="1177" y="205"/>
                    </a:lnTo>
                    <a:lnTo>
                      <a:pt x="1262" y="234"/>
                    </a:lnTo>
                    <a:lnTo>
                      <a:pt x="1347" y="262"/>
                    </a:lnTo>
                    <a:lnTo>
                      <a:pt x="1425" y="283"/>
                    </a:lnTo>
                    <a:lnTo>
                      <a:pt x="1510" y="312"/>
                    </a:lnTo>
                    <a:lnTo>
                      <a:pt x="1595" y="333"/>
                    </a:lnTo>
                    <a:lnTo>
                      <a:pt x="1680" y="361"/>
                    </a:lnTo>
                    <a:lnTo>
                      <a:pt x="1722" y="375"/>
                    </a:lnTo>
                    <a:lnTo>
                      <a:pt x="1765" y="390"/>
                    </a:lnTo>
                    <a:lnTo>
                      <a:pt x="1850" y="411"/>
                    </a:lnTo>
                    <a:lnTo>
                      <a:pt x="1935" y="439"/>
                    </a:lnTo>
                    <a:lnTo>
                      <a:pt x="2020" y="460"/>
                    </a:lnTo>
                    <a:lnTo>
                      <a:pt x="2098" y="489"/>
                    </a:lnTo>
                    <a:lnTo>
                      <a:pt x="2183" y="517"/>
                    </a:lnTo>
                    <a:lnTo>
                      <a:pt x="2268" y="538"/>
                    </a:lnTo>
                    <a:lnTo>
                      <a:pt x="2353" y="567"/>
                    </a:lnTo>
                    <a:lnTo>
                      <a:pt x="2438" y="588"/>
                    </a:lnTo>
                    <a:lnTo>
                      <a:pt x="2523" y="616"/>
                    </a:lnTo>
                    <a:lnTo>
                      <a:pt x="2608" y="638"/>
                    </a:lnTo>
                    <a:lnTo>
                      <a:pt x="2693" y="652"/>
                    </a:lnTo>
                    <a:lnTo>
                      <a:pt x="2771" y="673"/>
                    </a:lnTo>
                    <a:lnTo>
                      <a:pt x="2856" y="687"/>
                    </a:lnTo>
                    <a:lnTo>
                      <a:pt x="2941" y="701"/>
                    </a:lnTo>
                    <a:lnTo>
                      <a:pt x="3027" y="708"/>
                    </a:lnTo>
                    <a:lnTo>
                      <a:pt x="3112" y="723"/>
                    </a:lnTo>
                    <a:lnTo>
                      <a:pt x="3197" y="730"/>
                    </a:lnTo>
                    <a:lnTo>
                      <a:pt x="3282" y="737"/>
                    </a:lnTo>
                    <a:lnTo>
                      <a:pt x="3367" y="744"/>
                    </a:lnTo>
                    <a:lnTo>
                      <a:pt x="3452" y="751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375" name="Freeform 138"/>
              <p:cNvSpPr>
                <a:spLocks noChangeArrowheads="1"/>
              </p:cNvSpPr>
              <p:nvPr/>
            </p:nvSpPr>
            <p:spPr bwMode="auto">
              <a:xfrm>
                <a:off x="1499" y="2081"/>
                <a:ext cx="3452" cy="751"/>
              </a:xfrm>
              <a:custGeom>
                <a:avLst/>
                <a:gdLst>
                  <a:gd name="T0" fmla="*/ 0 w 3452"/>
                  <a:gd name="T1" fmla="*/ 0 h 751"/>
                  <a:gd name="T2" fmla="*/ 78 w 3452"/>
                  <a:gd name="T3" fmla="*/ 7 h 751"/>
                  <a:gd name="T4" fmla="*/ 163 w 3452"/>
                  <a:gd name="T5" fmla="*/ 14 h 751"/>
                  <a:gd name="T6" fmla="*/ 248 w 3452"/>
                  <a:gd name="T7" fmla="*/ 21 h 751"/>
                  <a:gd name="T8" fmla="*/ 333 w 3452"/>
                  <a:gd name="T9" fmla="*/ 28 h 751"/>
                  <a:gd name="T10" fmla="*/ 418 w 3452"/>
                  <a:gd name="T11" fmla="*/ 43 h 751"/>
                  <a:gd name="T12" fmla="*/ 503 w 3452"/>
                  <a:gd name="T13" fmla="*/ 50 h 751"/>
                  <a:gd name="T14" fmla="*/ 588 w 3452"/>
                  <a:gd name="T15" fmla="*/ 64 h 751"/>
                  <a:gd name="T16" fmla="*/ 673 w 3452"/>
                  <a:gd name="T17" fmla="*/ 78 h 751"/>
                  <a:gd name="T18" fmla="*/ 751 w 3452"/>
                  <a:gd name="T19" fmla="*/ 99 h 751"/>
                  <a:gd name="T20" fmla="*/ 836 w 3452"/>
                  <a:gd name="T21" fmla="*/ 113 h 751"/>
                  <a:gd name="T22" fmla="*/ 922 w 3452"/>
                  <a:gd name="T23" fmla="*/ 135 h 751"/>
                  <a:gd name="T24" fmla="*/ 1007 w 3452"/>
                  <a:gd name="T25" fmla="*/ 163 h 751"/>
                  <a:gd name="T26" fmla="*/ 1092 w 3452"/>
                  <a:gd name="T27" fmla="*/ 184 h 751"/>
                  <a:gd name="T28" fmla="*/ 1177 w 3452"/>
                  <a:gd name="T29" fmla="*/ 213 h 751"/>
                  <a:gd name="T30" fmla="*/ 1262 w 3452"/>
                  <a:gd name="T31" fmla="*/ 234 h 751"/>
                  <a:gd name="T32" fmla="*/ 1347 w 3452"/>
                  <a:gd name="T33" fmla="*/ 262 h 751"/>
                  <a:gd name="T34" fmla="*/ 1425 w 3452"/>
                  <a:gd name="T35" fmla="*/ 291 h 751"/>
                  <a:gd name="T36" fmla="*/ 1510 w 3452"/>
                  <a:gd name="T37" fmla="*/ 312 h 751"/>
                  <a:gd name="T38" fmla="*/ 1595 w 3452"/>
                  <a:gd name="T39" fmla="*/ 340 h 751"/>
                  <a:gd name="T40" fmla="*/ 1680 w 3452"/>
                  <a:gd name="T41" fmla="*/ 361 h 751"/>
                  <a:gd name="T42" fmla="*/ 1722 w 3452"/>
                  <a:gd name="T43" fmla="*/ 376 h 751"/>
                  <a:gd name="T44" fmla="*/ 1765 w 3452"/>
                  <a:gd name="T45" fmla="*/ 390 h 751"/>
                  <a:gd name="T46" fmla="*/ 1850 w 3452"/>
                  <a:gd name="T47" fmla="*/ 418 h 751"/>
                  <a:gd name="T48" fmla="*/ 1935 w 3452"/>
                  <a:gd name="T49" fmla="*/ 439 h 751"/>
                  <a:gd name="T50" fmla="*/ 2020 w 3452"/>
                  <a:gd name="T51" fmla="*/ 468 h 751"/>
                  <a:gd name="T52" fmla="*/ 2098 w 3452"/>
                  <a:gd name="T53" fmla="*/ 489 h 751"/>
                  <a:gd name="T54" fmla="*/ 2183 w 3452"/>
                  <a:gd name="T55" fmla="*/ 517 h 751"/>
                  <a:gd name="T56" fmla="*/ 2268 w 3452"/>
                  <a:gd name="T57" fmla="*/ 546 h 751"/>
                  <a:gd name="T58" fmla="*/ 2353 w 3452"/>
                  <a:gd name="T59" fmla="*/ 567 h 751"/>
                  <a:gd name="T60" fmla="*/ 2438 w 3452"/>
                  <a:gd name="T61" fmla="*/ 595 h 751"/>
                  <a:gd name="T62" fmla="*/ 2523 w 3452"/>
                  <a:gd name="T63" fmla="*/ 617 h 751"/>
                  <a:gd name="T64" fmla="*/ 2608 w 3452"/>
                  <a:gd name="T65" fmla="*/ 638 h 751"/>
                  <a:gd name="T66" fmla="*/ 2693 w 3452"/>
                  <a:gd name="T67" fmla="*/ 659 h 751"/>
                  <a:gd name="T68" fmla="*/ 2771 w 3452"/>
                  <a:gd name="T69" fmla="*/ 673 h 751"/>
                  <a:gd name="T70" fmla="*/ 2856 w 3452"/>
                  <a:gd name="T71" fmla="*/ 687 h 751"/>
                  <a:gd name="T72" fmla="*/ 2941 w 3452"/>
                  <a:gd name="T73" fmla="*/ 702 h 751"/>
                  <a:gd name="T74" fmla="*/ 3027 w 3452"/>
                  <a:gd name="T75" fmla="*/ 716 h 751"/>
                  <a:gd name="T76" fmla="*/ 3112 w 3452"/>
                  <a:gd name="T77" fmla="*/ 723 h 751"/>
                  <a:gd name="T78" fmla="*/ 3197 w 3452"/>
                  <a:gd name="T79" fmla="*/ 730 h 751"/>
                  <a:gd name="T80" fmla="*/ 3282 w 3452"/>
                  <a:gd name="T81" fmla="*/ 737 h 751"/>
                  <a:gd name="T82" fmla="*/ 3367 w 3452"/>
                  <a:gd name="T83" fmla="*/ 744 h 751"/>
                  <a:gd name="T84" fmla="*/ 3452 w 3452"/>
                  <a:gd name="T85" fmla="*/ 751 h 75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751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21"/>
                    </a:lnTo>
                    <a:lnTo>
                      <a:pt x="333" y="28"/>
                    </a:lnTo>
                    <a:lnTo>
                      <a:pt x="418" y="43"/>
                    </a:lnTo>
                    <a:lnTo>
                      <a:pt x="503" y="50"/>
                    </a:lnTo>
                    <a:lnTo>
                      <a:pt x="588" y="64"/>
                    </a:lnTo>
                    <a:lnTo>
                      <a:pt x="673" y="78"/>
                    </a:lnTo>
                    <a:lnTo>
                      <a:pt x="751" y="99"/>
                    </a:lnTo>
                    <a:lnTo>
                      <a:pt x="836" y="113"/>
                    </a:lnTo>
                    <a:lnTo>
                      <a:pt x="922" y="135"/>
                    </a:lnTo>
                    <a:lnTo>
                      <a:pt x="1007" y="163"/>
                    </a:lnTo>
                    <a:lnTo>
                      <a:pt x="1092" y="184"/>
                    </a:lnTo>
                    <a:lnTo>
                      <a:pt x="1177" y="213"/>
                    </a:lnTo>
                    <a:lnTo>
                      <a:pt x="1262" y="234"/>
                    </a:lnTo>
                    <a:lnTo>
                      <a:pt x="1347" y="262"/>
                    </a:lnTo>
                    <a:lnTo>
                      <a:pt x="1425" y="291"/>
                    </a:lnTo>
                    <a:lnTo>
                      <a:pt x="1510" y="312"/>
                    </a:lnTo>
                    <a:lnTo>
                      <a:pt x="1595" y="340"/>
                    </a:lnTo>
                    <a:lnTo>
                      <a:pt x="1680" y="361"/>
                    </a:lnTo>
                    <a:lnTo>
                      <a:pt x="1722" y="376"/>
                    </a:lnTo>
                    <a:lnTo>
                      <a:pt x="1765" y="390"/>
                    </a:lnTo>
                    <a:lnTo>
                      <a:pt x="1850" y="418"/>
                    </a:lnTo>
                    <a:lnTo>
                      <a:pt x="1935" y="439"/>
                    </a:lnTo>
                    <a:lnTo>
                      <a:pt x="2020" y="468"/>
                    </a:lnTo>
                    <a:lnTo>
                      <a:pt x="2098" y="489"/>
                    </a:lnTo>
                    <a:lnTo>
                      <a:pt x="2183" y="517"/>
                    </a:lnTo>
                    <a:lnTo>
                      <a:pt x="2268" y="546"/>
                    </a:lnTo>
                    <a:lnTo>
                      <a:pt x="2353" y="567"/>
                    </a:lnTo>
                    <a:lnTo>
                      <a:pt x="2438" y="595"/>
                    </a:lnTo>
                    <a:lnTo>
                      <a:pt x="2523" y="617"/>
                    </a:lnTo>
                    <a:lnTo>
                      <a:pt x="2608" y="638"/>
                    </a:lnTo>
                    <a:lnTo>
                      <a:pt x="2693" y="659"/>
                    </a:lnTo>
                    <a:lnTo>
                      <a:pt x="2771" y="673"/>
                    </a:lnTo>
                    <a:lnTo>
                      <a:pt x="2856" y="687"/>
                    </a:lnTo>
                    <a:lnTo>
                      <a:pt x="2941" y="702"/>
                    </a:lnTo>
                    <a:lnTo>
                      <a:pt x="3027" y="716"/>
                    </a:lnTo>
                    <a:lnTo>
                      <a:pt x="3112" y="723"/>
                    </a:lnTo>
                    <a:lnTo>
                      <a:pt x="3197" y="730"/>
                    </a:lnTo>
                    <a:lnTo>
                      <a:pt x="3282" y="737"/>
                    </a:lnTo>
                    <a:lnTo>
                      <a:pt x="3367" y="744"/>
                    </a:lnTo>
                    <a:lnTo>
                      <a:pt x="3452" y="751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5372" name="Rectangle 139"/>
            <p:cNvSpPr>
              <a:spLocks noChangeArrowheads="1"/>
            </p:cNvSpPr>
            <p:nvPr/>
          </p:nvSpPr>
          <p:spPr bwMode="auto">
            <a:xfrm>
              <a:off x="2736" y="3792"/>
              <a:ext cx="1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</p:grpSp>
      <p:grpSp>
        <p:nvGrpSpPr>
          <p:cNvPr id="95235" name="Group 6"/>
          <p:cNvGrpSpPr>
            <a:grpSpLocks/>
          </p:cNvGrpSpPr>
          <p:nvPr/>
        </p:nvGrpSpPr>
        <p:grpSpPr bwMode="auto">
          <a:xfrm>
            <a:off x="827088" y="188913"/>
            <a:ext cx="7234237" cy="1101725"/>
            <a:chOff x="864" y="3137"/>
            <a:chExt cx="4557" cy="800"/>
          </a:xfrm>
        </p:grpSpPr>
        <p:sp>
          <p:nvSpPr>
            <p:cNvPr id="95237" name="Rectangle 7"/>
            <p:cNvSpPr>
              <a:spLocks noChangeArrowheads="1"/>
            </p:cNvSpPr>
            <p:nvPr/>
          </p:nvSpPr>
          <p:spPr bwMode="auto">
            <a:xfrm>
              <a:off x="864" y="3137"/>
              <a:ext cx="4484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5238" name="Object 8"/>
            <p:cNvGraphicFramePr>
              <a:graphicFrameLocks noChangeAspect="1"/>
            </p:cNvGraphicFramePr>
            <p:nvPr/>
          </p:nvGraphicFramePr>
          <p:xfrm>
            <a:off x="909" y="3399"/>
            <a:ext cx="4512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683000" imgH="431800" progId="Equation.3">
                    <p:embed/>
                  </p:oleObj>
                </mc:Choice>
                <mc:Fallback>
                  <p:oleObj r:id="rId3" imgW="36830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" y="3399"/>
                          <a:ext cx="4512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" name="Rectangle 141"/>
          <p:cNvSpPr>
            <a:spLocks noChangeArrowheads="1"/>
          </p:cNvSpPr>
          <p:nvPr/>
        </p:nvSpPr>
        <p:spPr bwMode="auto">
          <a:xfrm>
            <a:off x="1120775" y="5138738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最小相位系统的幅频特性与相频特性存在唯一确定的关系。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文本框 1"/>
          <p:cNvSpPr txBox="1">
            <a:spLocks noChangeArrowheads="1"/>
          </p:cNvSpPr>
          <p:nvPr/>
        </p:nvSpPr>
        <p:spPr bwMode="auto">
          <a:xfrm flipH="1">
            <a:off x="1547813" y="2492375"/>
            <a:ext cx="6048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/>
              <a:t>作业：</a:t>
            </a:r>
            <a:endParaRPr lang="en-US" altLang="zh-CN" sz="3200"/>
          </a:p>
          <a:p>
            <a:r>
              <a:rPr lang="en-US" altLang="zh-CN" sz="3200"/>
              <a:t>P226</a:t>
            </a:r>
            <a:r>
              <a:rPr lang="zh-CN" altLang="en-US" sz="3200"/>
              <a:t>：</a:t>
            </a:r>
            <a:r>
              <a:rPr lang="en-US" altLang="zh-CN" sz="3200"/>
              <a:t>5-12</a:t>
            </a:r>
            <a:r>
              <a:rPr lang="zh-CN" altLang="en-US" sz="3200"/>
              <a:t>（</a:t>
            </a:r>
            <a:r>
              <a:rPr lang="en-US" altLang="zh-CN" sz="3200"/>
              <a:t>2</a:t>
            </a:r>
            <a:r>
              <a:rPr lang="zh-CN" altLang="en-US" sz="3200"/>
              <a:t>）（</a:t>
            </a:r>
            <a:r>
              <a:rPr lang="en-US" altLang="zh-CN" sz="3200"/>
              <a:t>4</a:t>
            </a:r>
            <a:r>
              <a:rPr lang="zh-CN" altLang="en-US" sz="3200"/>
              <a:t>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558</TotalTime>
  <Words>2040</Words>
  <Application>Microsoft Office PowerPoint</Application>
  <PresentationFormat>全屏显示(4:3)</PresentationFormat>
  <Paragraphs>477</Paragraphs>
  <Slides>54</Slides>
  <Notes>48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宋体</vt:lpstr>
      <vt:lpstr>Arial</vt:lpstr>
      <vt:lpstr>Helvetica</vt:lpstr>
      <vt:lpstr>Symbol</vt:lpstr>
      <vt:lpstr>Times New Roman</vt:lpstr>
      <vt:lpstr>Verdana</vt:lpstr>
      <vt:lpstr>Wingdings</vt:lpstr>
      <vt:lpstr>Profile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159</cp:revision>
  <dcterms:created xsi:type="dcterms:W3CDTF">2011-07-28T08:27:52Z</dcterms:created>
  <dcterms:modified xsi:type="dcterms:W3CDTF">2025-10-11T05:39:44Z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