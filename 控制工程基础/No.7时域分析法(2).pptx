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2"/>
  </p:notesMasterIdLst>
  <p:handoutMasterIdLst>
    <p:handoutMasterId r:id="rId43"/>
  </p:handoutMasterIdLst>
  <p:sldIdLst>
    <p:sldId id="368" r:id="rId2"/>
    <p:sldId id="475" r:id="rId3"/>
    <p:sldId id="288" r:id="rId4"/>
    <p:sldId id="483" r:id="rId5"/>
    <p:sldId id="476" r:id="rId6"/>
    <p:sldId id="477" r:id="rId7"/>
    <p:sldId id="478" r:id="rId8"/>
    <p:sldId id="479" r:id="rId9"/>
    <p:sldId id="381" r:id="rId10"/>
    <p:sldId id="382" r:id="rId11"/>
    <p:sldId id="383" r:id="rId12"/>
    <p:sldId id="384" r:id="rId13"/>
    <p:sldId id="385" r:id="rId14"/>
    <p:sldId id="386" r:id="rId15"/>
    <p:sldId id="387" r:id="rId16"/>
    <p:sldId id="388" r:id="rId17"/>
    <p:sldId id="389" r:id="rId18"/>
    <p:sldId id="390" r:id="rId19"/>
    <p:sldId id="391" r:id="rId20"/>
    <p:sldId id="392" r:id="rId21"/>
    <p:sldId id="393" r:id="rId22"/>
    <p:sldId id="394" r:id="rId23"/>
    <p:sldId id="395" r:id="rId24"/>
    <p:sldId id="396" r:id="rId25"/>
    <p:sldId id="469" r:id="rId26"/>
    <p:sldId id="369" r:id="rId27"/>
    <p:sldId id="293" r:id="rId28"/>
    <p:sldId id="294" r:id="rId29"/>
    <p:sldId id="295" r:id="rId30"/>
    <p:sldId id="296" r:id="rId31"/>
    <p:sldId id="297" r:id="rId32"/>
    <p:sldId id="298" r:id="rId33"/>
    <p:sldId id="299" r:id="rId34"/>
    <p:sldId id="300" r:id="rId35"/>
    <p:sldId id="301" r:id="rId36"/>
    <p:sldId id="302" r:id="rId37"/>
    <p:sldId id="303" r:id="rId38"/>
    <p:sldId id="397" r:id="rId39"/>
    <p:sldId id="398" r:id="rId40"/>
    <p:sldId id="487" r:id="rId41"/>
  </p:sldIdLst>
  <p:sldSz cx="9144000" cy="6858000" type="screen4x3"/>
  <p:notesSz cx="6669088" cy="9926638"/>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74" d="100"/>
          <a:sy n="74" d="100"/>
        </p:scale>
        <p:origin x="1266" y="66"/>
      </p:cViewPr>
      <p:guideLst>
        <p:guide orient="horz" pos="2179"/>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4"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4"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7.wmf"/><Relationship Id="rId1" Type="http://schemas.openxmlformats.org/officeDocument/2006/relationships/image" Target="../media/image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CC74228-6FB8-BB5A-5A23-4F366CB44F9B}"/>
              </a:ext>
            </a:extLst>
          </p:cNvPr>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9219" name="Rectangle 3">
            <a:extLst>
              <a:ext uri="{FF2B5EF4-FFF2-40B4-BE49-F238E27FC236}">
                <a16:creationId xmlns:a16="http://schemas.microsoft.com/office/drawing/2014/main" id="{F70D7FB2-DA48-5D66-F79A-CED6F296AF19}"/>
              </a:ext>
            </a:extLst>
          </p:cNvPr>
          <p:cNvSpPr>
            <a:spLocks noGrp="1" noChangeArrowheads="1"/>
          </p:cNvSpPr>
          <p:nvPr>
            <p:ph type="dt" sz="quarter"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9220" name="Rectangle 4">
            <a:extLst>
              <a:ext uri="{FF2B5EF4-FFF2-40B4-BE49-F238E27FC236}">
                <a16:creationId xmlns:a16="http://schemas.microsoft.com/office/drawing/2014/main" id="{2C94D67E-1252-AECD-F0D8-1E102847C22D}"/>
              </a:ext>
            </a:extLst>
          </p:cNvPr>
          <p:cNvSpPr>
            <a:spLocks noGrp="1" noChangeArrowheads="1"/>
          </p:cNvSpPr>
          <p:nvPr>
            <p:ph type="ftr" sz="quarter" idx="2"/>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9221" name="Rectangle 5">
            <a:extLst>
              <a:ext uri="{FF2B5EF4-FFF2-40B4-BE49-F238E27FC236}">
                <a16:creationId xmlns:a16="http://schemas.microsoft.com/office/drawing/2014/main" id="{47ABC1CC-3C80-EA60-280C-0C9F39CA18F4}"/>
              </a:ext>
            </a:extLst>
          </p:cNvPr>
          <p:cNvSpPr>
            <a:spLocks noGrp="1" noChangeArrowheads="1"/>
          </p:cNvSpPr>
          <p:nvPr>
            <p:ph type="sldNum" sz="quarter" idx="3"/>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865AF954-6895-40A7-AEA1-7DD8E8BDC40A}"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F88E9F6-DAF6-6324-C47B-445D181FA844}"/>
              </a:ext>
            </a:extLst>
          </p:cNvPr>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8195" name="Rectangle 3">
            <a:extLst>
              <a:ext uri="{FF2B5EF4-FFF2-40B4-BE49-F238E27FC236}">
                <a16:creationId xmlns:a16="http://schemas.microsoft.com/office/drawing/2014/main" id="{450CF97F-F899-8FD9-5CE6-FCD3ED26D007}"/>
              </a:ext>
            </a:extLst>
          </p:cNvPr>
          <p:cNvSpPr>
            <a:spLocks noGrp="1" noChangeArrowheads="1"/>
          </p:cNvSpPr>
          <p:nvPr>
            <p:ph type="dt"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a:extLst>
              <a:ext uri="{FF2B5EF4-FFF2-40B4-BE49-F238E27FC236}">
                <a16:creationId xmlns:a16="http://schemas.microsoft.com/office/drawing/2014/main" id="{DBF5ED1E-401D-7E7F-5256-F9A8D53D7DBD}"/>
              </a:ext>
            </a:extLst>
          </p:cNvPr>
          <p:cNvSpPr>
            <a:spLocks noGrp="1" noRot="1" noChangeAspect="1" noChangeArrowheads="1" noTextEdit="1"/>
          </p:cNvSpPr>
          <p:nvPr>
            <p:ph type="sldImg" idx="4294967295"/>
          </p:nvPr>
        </p:nvSpPr>
        <p:spPr bwMode="auto">
          <a:xfrm>
            <a:off x="852488" y="744538"/>
            <a:ext cx="4964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7BBFAA5E-A1C8-BB8F-0C9A-B2BA4A9C1CA3}"/>
              </a:ext>
            </a:extLst>
          </p:cNvPr>
          <p:cNvSpPr>
            <a:spLocks noGrp="1" noChangeArrowheads="1"/>
          </p:cNvSpPr>
          <p:nvPr>
            <p:ph type="body" sz="quarter" idx="3"/>
          </p:nvPr>
        </p:nvSpPr>
        <p:spPr bwMode="auto">
          <a:xfrm>
            <a:off x="666750" y="4714875"/>
            <a:ext cx="5335588"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a:extLst>
              <a:ext uri="{FF2B5EF4-FFF2-40B4-BE49-F238E27FC236}">
                <a16:creationId xmlns:a16="http://schemas.microsoft.com/office/drawing/2014/main" id="{4AF1EB1C-558F-BECB-186C-887D0E678F36}"/>
              </a:ext>
            </a:extLst>
          </p:cNvPr>
          <p:cNvSpPr>
            <a:spLocks noGrp="1" noChangeArrowheads="1"/>
          </p:cNvSpPr>
          <p:nvPr>
            <p:ph type="ftr" sz="quarter" idx="4"/>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8199" name="Rectangle 7">
            <a:extLst>
              <a:ext uri="{FF2B5EF4-FFF2-40B4-BE49-F238E27FC236}">
                <a16:creationId xmlns:a16="http://schemas.microsoft.com/office/drawing/2014/main" id="{D8A4BD64-CBA2-AE76-FC3F-31C7BB0BF3CF}"/>
              </a:ext>
            </a:extLst>
          </p:cNvPr>
          <p:cNvSpPr>
            <a:spLocks noGrp="1" noChangeArrowheads="1"/>
          </p:cNvSpPr>
          <p:nvPr>
            <p:ph type="sldNum" sz="quarter" idx="5"/>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18C92B9E-0D10-46E4-A946-3EC06B3463AB}"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A71518F9-9ABA-E353-2C81-86093C0EB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69CF2C2-D857-4255-B228-1ABECF7A76A8}" type="slidenum">
              <a:rPr lang="en-US" altLang="zh-CN">
                <a:latin typeface="Arial" panose="020B0604020202020204" pitchFamily="34" charset="0"/>
              </a:rPr>
              <a:pPr/>
              <a:t>1</a:t>
            </a:fld>
            <a:endParaRPr lang="en-US" altLang="zh-CN">
              <a:latin typeface="Arial" panose="020B0604020202020204" pitchFamily="34" charset="0"/>
            </a:endParaRPr>
          </a:p>
        </p:txBody>
      </p:sp>
      <p:sp>
        <p:nvSpPr>
          <p:cNvPr id="6147" name="Rectangle 2">
            <a:extLst>
              <a:ext uri="{FF2B5EF4-FFF2-40B4-BE49-F238E27FC236}">
                <a16:creationId xmlns:a16="http://schemas.microsoft.com/office/drawing/2014/main" id="{F50A49C0-3B3B-C2CD-4638-D70463780BB1}"/>
              </a:ext>
            </a:extLst>
          </p:cNvPr>
          <p:cNvSpPr>
            <a:spLocks noGrp="1" noRot="1" noChangeAspect="1" noChangeArrowheads="1" noTextEdit="1"/>
          </p:cNvSpPr>
          <p:nvPr>
            <p:ph type="sldImg" idx="4294967295"/>
          </p:nvPr>
        </p:nvSpPr>
        <p:spPr>
          <a:ln/>
        </p:spPr>
      </p:sp>
      <p:sp>
        <p:nvSpPr>
          <p:cNvPr id="6148" name="Rectangle 3">
            <a:extLst>
              <a:ext uri="{FF2B5EF4-FFF2-40B4-BE49-F238E27FC236}">
                <a16:creationId xmlns:a16="http://schemas.microsoft.com/office/drawing/2014/main" id="{A30283EF-08B6-9C8F-CC75-2DF8FF3697EB}"/>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57F7EAB8-39BF-7AFA-C712-F1D06CE129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6803E4B-2D2D-44A3-8A65-9D5C9D322698}" type="slidenum">
              <a:rPr lang="en-US" altLang="zh-CN">
                <a:latin typeface="Arial" panose="020B0604020202020204" pitchFamily="34" charset="0"/>
              </a:rPr>
              <a:pPr/>
              <a:t>3</a:t>
            </a:fld>
            <a:endParaRPr lang="en-US" altLang="zh-CN">
              <a:latin typeface="Arial" panose="020B0604020202020204" pitchFamily="34" charset="0"/>
            </a:endParaRPr>
          </a:p>
        </p:txBody>
      </p:sp>
      <p:sp>
        <p:nvSpPr>
          <p:cNvPr id="9219" name="Rectangle 2">
            <a:extLst>
              <a:ext uri="{FF2B5EF4-FFF2-40B4-BE49-F238E27FC236}">
                <a16:creationId xmlns:a16="http://schemas.microsoft.com/office/drawing/2014/main" id="{85EA6E24-EDBB-E54B-13F5-78CD214C24A7}"/>
              </a:ext>
            </a:extLst>
          </p:cNvPr>
          <p:cNvSpPr>
            <a:spLocks noGrp="1" noRot="1" noChangeAspect="1" noChangeArrowheads="1" noTextEdit="1"/>
          </p:cNvSpPr>
          <p:nvPr>
            <p:ph type="sldImg" idx="4294967295"/>
          </p:nvPr>
        </p:nvSpPr>
        <p:spPr>
          <a:ln/>
        </p:spPr>
      </p:sp>
      <p:sp>
        <p:nvSpPr>
          <p:cNvPr id="9220" name="Rectangle 3">
            <a:extLst>
              <a:ext uri="{FF2B5EF4-FFF2-40B4-BE49-F238E27FC236}">
                <a16:creationId xmlns:a16="http://schemas.microsoft.com/office/drawing/2014/main" id="{EE094D24-0C34-D8CA-B2B2-BC4EA36100EF}"/>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612343-A0EB-E249-DDB3-0C3BBBBF77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7E8B032-7177-44F9-97AC-85D6ED46B321}" type="slidenum">
              <a:rPr lang="en-US" altLang="zh-CN"/>
              <a:pPr>
                <a:spcBef>
                  <a:spcPct val="0"/>
                </a:spcBef>
              </a:pPr>
              <a:t>4</a:t>
            </a:fld>
            <a:endParaRPr lang="en-US" altLang="zh-CN"/>
          </a:p>
        </p:txBody>
      </p:sp>
      <p:sp>
        <p:nvSpPr>
          <p:cNvPr id="15363" name="Rectangle 2">
            <a:extLst>
              <a:ext uri="{FF2B5EF4-FFF2-40B4-BE49-F238E27FC236}">
                <a16:creationId xmlns:a16="http://schemas.microsoft.com/office/drawing/2014/main" id="{E38A6787-409E-EE99-2DC6-10EC20CDE6E9}"/>
              </a:ext>
            </a:extLst>
          </p:cNvPr>
          <p:cNvSpPr>
            <a:spLocks noGrp="1" noRot="1" noChangeAspect="1" noChangeArrowheads="1" noTextEdit="1"/>
          </p:cNvSpPr>
          <p:nvPr>
            <p:ph type="sldImg" idx="4294967295"/>
          </p:nvPr>
        </p:nvSpPr>
        <p:spPr>
          <a:ln/>
        </p:spPr>
      </p:sp>
      <p:sp>
        <p:nvSpPr>
          <p:cNvPr id="15364" name="Rectangle 3">
            <a:extLst>
              <a:ext uri="{FF2B5EF4-FFF2-40B4-BE49-F238E27FC236}">
                <a16:creationId xmlns:a16="http://schemas.microsoft.com/office/drawing/2014/main" id="{B90FE220-9C1D-8ADA-9222-E7285C508D3F}"/>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01A33DDD-8410-75F8-D89D-C2E49D9E5F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643E011-508D-4E94-A32A-E46E2FC93309}" type="slidenum">
              <a:rPr lang="en-US" altLang="zh-CN">
                <a:latin typeface="Arial" panose="020B0604020202020204" pitchFamily="34" charset="0"/>
              </a:rPr>
              <a:pPr/>
              <a:t>5</a:t>
            </a:fld>
            <a:endParaRPr lang="en-US" altLang="zh-CN">
              <a:latin typeface="Arial" panose="020B0604020202020204" pitchFamily="34" charset="0"/>
            </a:endParaRPr>
          </a:p>
        </p:txBody>
      </p:sp>
      <p:sp>
        <p:nvSpPr>
          <p:cNvPr id="25603" name="Rectangle 2">
            <a:extLst>
              <a:ext uri="{FF2B5EF4-FFF2-40B4-BE49-F238E27FC236}">
                <a16:creationId xmlns:a16="http://schemas.microsoft.com/office/drawing/2014/main" id="{83190C5C-AD70-0749-765C-184019F0F645}"/>
              </a:ext>
            </a:extLst>
          </p:cNvPr>
          <p:cNvSpPr>
            <a:spLocks noGrp="1" noRot="1" noChangeAspect="1" noChangeArrowheads="1" noTextEdit="1"/>
          </p:cNvSpPr>
          <p:nvPr>
            <p:ph type="sldImg" idx="4294967295"/>
          </p:nvPr>
        </p:nvSpPr>
        <p:spPr>
          <a:ln/>
        </p:spPr>
      </p:sp>
      <p:sp>
        <p:nvSpPr>
          <p:cNvPr id="25604" name="Rectangle 3">
            <a:extLst>
              <a:ext uri="{FF2B5EF4-FFF2-40B4-BE49-F238E27FC236}">
                <a16:creationId xmlns:a16="http://schemas.microsoft.com/office/drawing/2014/main" id="{2A975824-AF6B-8DD3-1F2D-68AE95A37865}"/>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F92F796-0E24-5E02-4481-9560CC5E46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E00BCED-4AD2-4AE8-86C5-ED2711DE33F5}" type="slidenum">
              <a:rPr lang="en-US" altLang="zh-CN">
                <a:latin typeface="Arial" panose="020B0604020202020204" pitchFamily="34" charset="0"/>
              </a:rPr>
              <a:pPr/>
              <a:t>6</a:t>
            </a:fld>
            <a:endParaRPr lang="en-US" altLang="zh-CN">
              <a:latin typeface="Arial" panose="020B0604020202020204" pitchFamily="34" charset="0"/>
            </a:endParaRPr>
          </a:p>
        </p:txBody>
      </p:sp>
      <p:sp>
        <p:nvSpPr>
          <p:cNvPr id="27651" name="Rectangle 2">
            <a:extLst>
              <a:ext uri="{FF2B5EF4-FFF2-40B4-BE49-F238E27FC236}">
                <a16:creationId xmlns:a16="http://schemas.microsoft.com/office/drawing/2014/main" id="{B9B9FE78-9096-018A-CDC0-CF3E9B7212DE}"/>
              </a:ext>
            </a:extLst>
          </p:cNvPr>
          <p:cNvSpPr>
            <a:spLocks noGrp="1" noRot="1" noChangeAspect="1" noChangeArrowheads="1" noTextEdit="1"/>
          </p:cNvSpPr>
          <p:nvPr>
            <p:ph type="sldImg" idx="4294967295"/>
          </p:nvPr>
        </p:nvSpPr>
        <p:spPr>
          <a:ln/>
        </p:spPr>
      </p:sp>
      <p:sp>
        <p:nvSpPr>
          <p:cNvPr id="27652" name="Rectangle 3">
            <a:extLst>
              <a:ext uri="{FF2B5EF4-FFF2-40B4-BE49-F238E27FC236}">
                <a16:creationId xmlns:a16="http://schemas.microsoft.com/office/drawing/2014/main" id="{5D76EB05-7D29-C1F7-93A8-E5330D718872}"/>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3E8A0966-B02F-E592-548C-0407E2B5E2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721EB3A-C889-4313-A3A7-EF1BDEE4C8F9}" type="slidenum">
              <a:rPr lang="en-US" altLang="zh-CN">
                <a:latin typeface="Arial" panose="020B0604020202020204" pitchFamily="34" charset="0"/>
              </a:rPr>
              <a:pPr/>
              <a:t>7</a:t>
            </a:fld>
            <a:endParaRPr lang="en-US" altLang="zh-CN">
              <a:latin typeface="Arial" panose="020B0604020202020204" pitchFamily="34" charset="0"/>
            </a:endParaRPr>
          </a:p>
        </p:txBody>
      </p:sp>
      <p:sp>
        <p:nvSpPr>
          <p:cNvPr id="29699" name="Rectangle 2">
            <a:extLst>
              <a:ext uri="{FF2B5EF4-FFF2-40B4-BE49-F238E27FC236}">
                <a16:creationId xmlns:a16="http://schemas.microsoft.com/office/drawing/2014/main" id="{DDC5ACE6-4777-5CB1-29E5-6A9ADBDE8DE8}"/>
              </a:ext>
            </a:extLst>
          </p:cNvPr>
          <p:cNvSpPr>
            <a:spLocks noGrp="1" noRot="1" noChangeAspect="1" noChangeArrowheads="1" noTextEdit="1"/>
          </p:cNvSpPr>
          <p:nvPr>
            <p:ph type="sldImg" idx="4294967295"/>
          </p:nvPr>
        </p:nvSpPr>
        <p:spPr>
          <a:ln/>
        </p:spPr>
      </p:sp>
      <p:sp>
        <p:nvSpPr>
          <p:cNvPr id="29700" name="Rectangle 3">
            <a:extLst>
              <a:ext uri="{FF2B5EF4-FFF2-40B4-BE49-F238E27FC236}">
                <a16:creationId xmlns:a16="http://schemas.microsoft.com/office/drawing/2014/main" id="{153DB81F-76E6-43C0-4131-DB4D0CA06F54}"/>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937F38F-EA34-4504-713A-19424FD46F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9FAECA3-A47F-41C6-86CB-6DCF14730DD9}" type="slidenum">
              <a:rPr lang="en-US" altLang="zh-CN">
                <a:latin typeface="Arial" panose="020B0604020202020204" pitchFamily="34" charset="0"/>
              </a:rPr>
              <a:pPr/>
              <a:t>8</a:t>
            </a:fld>
            <a:endParaRPr lang="en-US" altLang="zh-CN">
              <a:latin typeface="Arial" panose="020B0604020202020204" pitchFamily="34" charset="0"/>
            </a:endParaRPr>
          </a:p>
        </p:txBody>
      </p:sp>
      <p:sp>
        <p:nvSpPr>
          <p:cNvPr id="31747" name="Rectangle 2">
            <a:extLst>
              <a:ext uri="{FF2B5EF4-FFF2-40B4-BE49-F238E27FC236}">
                <a16:creationId xmlns:a16="http://schemas.microsoft.com/office/drawing/2014/main" id="{95F230B6-176E-BB51-3F8A-DB7D23428102}"/>
              </a:ext>
            </a:extLst>
          </p:cNvPr>
          <p:cNvSpPr>
            <a:spLocks noGrp="1" noRot="1" noChangeAspect="1" noChangeArrowheads="1" noTextEdit="1"/>
          </p:cNvSpPr>
          <p:nvPr>
            <p:ph type="sldImg" idx="4294967295"/>
          </p:nvPr>
        </p:nvSpPr>
        <p:spPr>
          <a:ln/>
        </p:spPr>
      </p:sp>
      <p:sp>
        <p:nvSpPr>
          <p:cNvPr id="31748" name="Rectangle 3">
            <a:extLst>
              <a:ext uri="{FF2B5EF4-FFF2-40B4-BE49-F238E27FC236}">
                <a16:creationId xmlns:a16="http://schemas.microsoft.com/office/drawing/2014/main" id="{16108025-8384-1405-29B4-FB67727DCC38}"/>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1EB9F85-DAEF-6CC4-7D78-AA08E3862F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7C5E9CA-A1A1-49F4-BEA2-1D092A4B58B3}" type="slidenum">
              <a:rPr lang="en-US" altLang="zh-CN">
                <a:latin typeface="Arial" panose="020B0604020202020204" pitchFamily="34" charset="0"/>
              </a:rPr>
              <a:pPr/>
              <a:t>9</a:t>
            </a:fld>
            <a:endParaRPr lang="en-US" altLang="zh-CN">
              <a:latin typeface="Arial" panose="020B0604020202020204" pitchFamily="34" charset="0"/>
            </a:endParaRPr>
          </a:p>
        </p:txBody>
      </p:sp>
      <p:sp>
        <p:nvSpPr>
          <p:cNvPr id="33795" name="Rectangle 2">
            <a:extLst>
              <a:ext uri="{FF2B5EF4-FFF2-40B4-BE49-F238E27FC236}">
                <a16:creationId xmlns:a16="http://schemas.microsoft.com/office/drawing/2014/main" id="{C7A70295-315F-0A9B-7E03-798DEA6A0708}"/>
              </a:ext>
            </a:extLst>
          </p:cNvPr>
          <p:cNvSpPr>
            <a:spLocks noGrp="1" noRot="1" noChangeAspect="1" noChangeArrowheads="1" noTextEdit="1"/>
          </p:cNvSpPr>
          <p:nvPr>
            <p:ph type="sldImg" idx="4294967295"/>
          </p:nvPr>
        </p:nvSpPr>
        <p:spPr>
          <a:ln/>
        </p:spPr>
      </p:sp>
      <p:sp>
        <p:nvSpPr>
          <p:cNvPr id="33796" name="Rectangle 3">
            <a:extLst>
              <a:ext uri="{FF2B5EF4-FFF2-40B4-BE49-F238E27FC236}">
                <a16:creationId xmlns:a16="http://schemas.microsoft.com/office/drawing/2014/main" id="{0C92D4F9-3009-CA07-9876-0E64B4D569CC}"/>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ED91926-89CC-41C8-62A2-03F456E392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4B44260-C64C-43CC-8BF2-F42ECE1A89FC}" type="slidenum">
              <a:rPr lang="en-US" altLang="zh-CN">
                <a:latin typeface="Arial" panose="020B0604020202020204" pitchFamily="34" charset="0"/>
              </a:rPr>
              <a:pPr/>
              <a:t>10</a:t>
            </a:fld>
            <a:endParaRPr lang="en-US" altLang="zh-CN">
              <a:latin typeface="Arial" panose="020B0604020202020204" pitchFamily="34" charset="0"/>
            </a:endParaRPr>
          </a:p>
        </p:txBody>
      </p:sp>
      <p:sp>
        <p:nvSpPr>
          <p:cNvPr id="35843" name="Rectangle 2">
            <a:extLst>
              <a:ext uri="{FF2B5EF4-FFF2-40B4-BE49-F238E27FC236}">
                <a16:creationId xmlns:a16="http://schemas.microsoft.com/office/drawing/2014/main" id="{54C8BFC8-0998-C114-33C0-FFD5F93E0564}"/>
              </a:ext>
            </a:extLst>
          </p:cNvPr>
          <p:cNvSpPr>
            <a:spLocks noGrp="1" noRot="1" noChangeAspect="1" noChangeArrowheads="1" noTextEdit="1"/>
          </p:cNvSpPr>
          <p:nvPr>
            <p:ph type="sldImg" idx="4294967295"/>
          </p:nvPr>
        </p:nvSpPr>
        <p:spPr>
          <a:ln/>
        </p:spPr>
      </p:sp>
      <p:sp>
        <p:nvSpPr>
          <p:cNvPr id="35844" name="Rectangle 3">
            <a:extLst>
              <a:ext uri="{FF2B5EF4-FFF2-40B4-BE49-F238E27FC236}">
                <a16:creationId xmlns:a16="http://schemas.microsoft.com/office/drawing/2014/main" id="{9DB91E0B-DB52-5236-EF0B-62239F56A3F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6F528C45-CF39-C3FB-CF22-FAE73525A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1A27204-CF3B-4077-8EB3-0CC6C0899E38}" type="slidenum">
              <a:rPr lang="en-US" altLang="zh-CN">
                <a:latin typeface="Arial" panose="020B0604020202020204" pitchFamily="34" charset="0"/>
              </a:rPr>
              <a:pPr/>
              <a:t>11</a:t>
            </a:fld>
            <a:endParaRPr lang="en-US" altLang="zh-CN">
              <a:latin typeface="Arial" panose="020B0604020202020204" pitchFamily="34" charset="0"/>
            </a:endParaRPr>
          </a:p>
        </p:txBody>
      </p:sp>
      <p:sp>
        <p:nvSpPr>
          <p:cNvPr id="37891" name="Rectangle 2">
            <a:extLst>
              <a:ext uri="{FF2B5EF4-FFF2-40B4-BE49-F238E27FC236}">
                <a16:creationId xmlns:a16="http://schemas.microsoft.com/office/drawing/2014/main" id="{AE9EEAEC-AF36-EC52-8F18-61ED75B61B8F}"/>
              </a:ext>
            </a:extLst>
          </p:cNvPr>
          <p:cNvSpPr>
            <a:spLocks noGrp="1" noRot="1" noChangeAspect="1" noChangeArrowheads="1" noTextEdit="1"/>
          </p:cNvSpPr>
          <p:nvPr>
            <p:ph type="sldImg" idx="4294967295"/>
          </p:nvPr>
        </p:nvSpPr>
        <p:spPr>
          <a:ln/>
        </p:spPr>
      </p:sp>
      <p:sp>
        <p:nvSpPr>
          <p:cNvPr id="37892" name="Rectangle 3">
            <a:extLst>
              <a:ext uri="{FF2B5EF4-FFF2-40B4-BE49-F238E27FC236}">
                <a16:creationId xmlns:a16="http://schemas.microsoft.com/office/drawing/2014/main" id="{ADD20B6A-79B0-CA08-80D8-3AAFCC059F7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91DF23FA-3F81-D636-162A-C447C0DBD3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63E0236-CC62-4440-9DD5-55166E658D38}" type="slidenum">
              <a:rPr lang="en-US" altLang="zh-CN">
                <a:latin typeface="Arial" panose="020B0604020202020204" pitchFamily="34" charset="0"/>
              </a:rPr>
              <a:pPr/>
              <a:t>12</a:t>
            </a:fld>
            <a:endParaRPr lang="en-US" altLang="zh-CN">
              <a:latin typeface="Arial" panose="020B0604020202020204" pitchFamily="34" charset="0"/>
            </a:endParaRPr>
          </a:p>
        </p:txBody>
      </p:sp>
      <p:sp>
        <p:nvSpPr>
          <p:cNvPr id="39939" name="Rectangle 2">
            <a:extLst>
              <a:ext uri="{FF2B5EF4-FFF2-40B4-BE49-F238E27FC236}">
                <a16:creationId xmlns:a16="http://schemas.microsoft.com/office/drawing/2014/main" id="{DE78F4DE-71C6-A62E-C28B-47BA3670F64A}"/>
              </a:ext>
            </a:extLst>
          </p:cNvPr>
          <p:cNvSpPr>
            <a:spLocks noGrp="1" noRot="1" noChangeAspect="1" noChangeArrowheads="1" noTextEdit="1"/>
          </p:cNvSpPr>
          <p:nvPr>
            <p:ph type="sldImg" idx="4294967295"/>
          </p:nvPr>
        </p:nvSpPr>
        <p:spPr>
          <a:ln/>
        </p:spPr>
      </p:sp>
      <p:sp>
        <p:nvSpPr>
          <p:cNvPr id="39940" name="Rectangle 3">
            <a:extLst>
              <a:ext uri="{FF2B5EF4-FFF2-40B4-BE49-F238E27FC236}">
                <a16:creationId xmlns:a16="http://schemas.microsoft.com/office/drawing/2014/main" id="{3E682F6E-0227-42E0-CF1A-47DBAE67355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7C09926-C427-584C-70A2-F2E15C5ADB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37ABDFC-02BD-4544-B8B7-78772F5FE81E}" type="slidenum">
              <a:rPr lang="en-US" altLang="zh-CN">
                <a:latin typeface="Arial" panose="020B0604020202020204" pitchFamily="34" charset="0"/>
              </a:rPr>
              <a:pPr/>
              <a:t>13</a:t>
            </a:fld>
            <a:endParaRPr lang="en-US" altLang="zh-CN">
              <a:latin typeface="Arial" panose="020B0604020202020204" pitchFamily="34" charset="0"/>
            </a:endParaRPr>
          </a:p>
        </p:txBody>
      </p:sp>
      <p:sp>
        <p:nvSpPr>
          <p:cNvPr id="41987" name="Rectangle 2">
            <a:extLst>
              <a:ext uri="{FF2B5EF4-FFF2-40B4-BE49-F238E27FC236}">
                <a16:creationId xmlns:a16="http://schemas.microsoft.com/office/drawing/2014/main" id="{2E2D39E2-77BD-7E77-0012-902FDE528A62}"/>
              </a:ext>
            </a:extLst>
          </p:cNvPr>
          <p:cNvSpPr>
            <a:spLocks noGrp="1" noRot="1" noChangeAspect="1" noChangeArrowheads="1" noTextEdit="1"/>
          </p:cNvSpPr>
          <p:nvPr>
            <p:ph type="sldImg" idx="4294967295"/>
          </p:nvPr>
        </p:nvSpPr>
        <p:spPr>
          <a:ln/>
        </p:spPr>
      </p:sp>
      <p:sp>
        <p:nvSpPr>
          <p:cNvPr id="41988" name="Rectangle 3">
            <a:extLst>
              <a:ext uri="{FF2B5EF4-FFF2-40B4-BE49-F238E27FC236}">
                <a16:creationId xmlns:a16="http://schemas.microsoft.com/office/drawing/2014/main" id="{7A8413EB-1792-C2F1-F7A6-6FC934DE3BE0}"/>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6EE5EF27-AF50-291D-2588-C3EF781BCD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914A727-D4C2-46FA-AC45-50EDBB178D5B}" type="slidenum">
              <a:rPr lang="en-US" altLang="zh-CN">
                <a:latin typeface="Arial" panose="020B0604020202020204" pitchFamily="34" charset="0"/>
              </a:rPr>
              <a:pPr/>
              <a:t>14</a:t>
            </a:fld>
            <a:endParaRPr lang="en-US" altLang="zh-CN">
              <a:latin typeface="Arial" panose="020B0604020202020204" pitchFamily="34" charset="0"/>
            </a:endParaRPr>
          </a:p>
        </p:txBody>
      </p:sp>
      <p:sp>
        <p:nvSpPr>
          <p:cNvPr id="44035" name="Rectangle 2">
            <a:extLst>
              <a:ext uri="{FF2B5EF4-FFF2-40B4-BE49-F238E27FC236}">
                <a16:creationId xmlns:a16="http://schemas.microsoft.com/office/drawing/2014/main" id="{ED317636-9E2B-B941-A504-3F2A4B3CDC31}"/>
              </a:ext>
            </a:extLst>
          </p:cNvPr>
          <p:cNvSpPr>
            <a:spLocks noGrp="1" noRot="1" noChangeAspect="1" noChangeArrowheads="1" noTextEdit="1"/>
          </p:cNvSpPr>
          <p:nvPr>
            <p:ph type="sldImg" idx="4294967295"/>
          </p:nvPr>
        </p:nvSpPr>
        <p:spPr>
          <a:ln/>
        </p:spPr>
      </p:sp>
      <p:sp>
        <p:nvSpPr>
          <p:cNvPr id="44036" name="Rectangle 3">
            <a:extLst>
              <a:ext uri="{FF2B5EF4-FFF2-40B4-BE49-F238E27FC236}">
                <a16:creationId xmlns:a16="http://schemas.microsoft.com/office/drawing/2014/main" id="{720F46FF-B0C4-3EFE-E0EB-13E95CCBADF0}"/>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985C1204-8893-C0BA-66EE-F46470ECB4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CCF928D-932C-42E0-8845-69458B3498A1}" type="slidenum">
              <a:rPr lang="en-US" altLang="zh-CN">
                <a:latin typeface="Arial" panose="020B0604020202020204" pitchFamily="34" charset="0"/>
              </a:rPr>
              <a:pPr/>
              <a:t>15</a:t>
            </a:fld>
            <a:endParaRPr lang="en-US" altLang="zh-CN">
              <a:latin typeface="Arial" panose="020B0604020202020204" pitchFamily="34" charset="0"/>
            </a:endParaRPr>
          </a:p>
        </p:txBody>
      </p:sp>
      <p:sp>
        <p:nvSpPr>
          <p:cNvPr id="46083" name="Rectangle 2">
            <a:extLst>
              <a:ext uri="{FF2B5EF4-FFF2-40B4-BE49-F238E27FC236}">
                <a16:creationId xmlns:a16="http://schemas.microsoft.com/office/drawing/2014/main" id="{FAB6C8CF-4A45-7E34-2C82-8D38F634F7CE}"/>
              </a:ext>
            </a:extLst>
          </p:cNvPr>
          <p:cNvSpPr>
            <a:spLocks noGrp="1" noRot="1" noChangeAspect="1" noChangeArrowheads="1" noTextEdit="1"/>
          </p:cNvSpPr>
          <p:nvPr>
            <p:ph type="sldImg" idx="4294967295"/>
          </p:nvPr>
        </p:nvSpPr>
        <p:spPr>
          <a:ln/>
        </p:spPr>
      </p:sp>
      <p:sp>
        <p:nvSpPr>
          <p:cNvPr id="46084" name="Rectangle 3">
            <a:extLst>
              <a:ext uri="{FF2B5EF4-FFF2-40B4-BE49-F238E27FC236}">
                <a16:creationId xmlns:a16="http://schemas.microsoft.com/office/drawing/2014/main" id="{9D170903-5BC7-B218-F36D-4A4B68000FE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31EB0F04-F787-6018-C64B-6CCBE64F5F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6121115-DF04-43D2-8884-9F11B5C900B3}" type="slidenum">
              <a:rPr lang="en-US" altLang="zh-CN">
                <a:latin typeface="Arial" panose="020B0604020202020204" pitchFamily="34" charset="0"/>
              </a:rPr>
              <a:pPr/>
              <a:t>16</a:t>
            </a:fld>
            <a:endParaRPr lang="en-US" altLang="zh-CN">
              <a:latin typeface="Arial" panose="020B0604020202020204" pitchFamily="34" charset="0"/>
            </a:endParaRPr>
          </a:p>
        </p:txBody>
      </p:sp>
      <p:sp>
        <p:nvSpPr>
          <p:cNvPr id="48131" name="Rectangle 2">
            <a:extLst>
              <a:ext uri="{FF2B5EF4-FFF2-40B4-BE49-F238E27FC236}">
                <a16:creationId xmlns:a16="http://schemas.microsoft.com/office/drawing/2014/main" id="{B894CFAF-01B9-3892-B868-B06989603794}"/>
              </a:ext>
            </a:extLst>
          </p:cNvPr>
          <p:cNvSpPr>
            <a:spLocks noGrp="1" noRot="1" noChangeAspect="1" noChangeArrowheads="1" noTextEdit="1"/>
          </p:cNvSpPr>
          <p:nvPr>
            <p:ph type="sldImg" idx="4294967295"/>
          </p:nvPr>
        </p:nvSpPr>
        <p:spPr>
          <a:ln/>
        </p:spPr>
      </p:sp>
      <p:sp>
        <p:nvSpPr>
          <p:cNvPr id="48132" name="Rectangle 3">
            <a:extLst>
              <a:ext uri="{FF2B5EF4-FFF2-40B4-BE49-F238E27FC236}">
                <a16:creationId xmlns:a16="http://schemas.microsoft.com/office/drawing/2014/main" id="{B55A8EB0-876C-9FCD-EF6B-BC0C10FC2751}"/>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7E4E668-1A15-FFAB-641C-C586E4F37F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635C154-4E23-439F-BFE1-615ADE9CD8AC}" type="slidenum">
              <a:rPr lang="en-US" altLang="zh-CN">
                <a:latin typeface="Arial" panose="020B0604020202020204" pitchFamily="34" charset="0"/>
              </a:rPr>
              <a:pPr/>
              <a:t>17</a:t>
            </a:fld>
            <a:endParaRPr lang="en-US" altLang="zh-CN">
              <a:latin typeface="Arial" panose="020B0604020202020204" pitchFamily="34" charset="0"/>
            </a:endParaRPr>
          </a:p>
        </p:txBody>
      </p:sp>
      <p:sp>
        <p:nvSpPr>
          <p:cNvPr id="50179" name="Rectangle 2">
            <a:extLst>
              <a:ext uri="{FF2B5EF4-FFF2-40B4-BE49-F238E27FC236}">
                <a16:creationId xmlns:a16="http://schemas.microsoft.com/office/drawing/2014/main" id="{C65CA7EF-D36F-E922-42AD-FB2801A2BDB4}"/>
              </a:ext>
            </a:extLst>
          </p:cNvPr>
          <p:cNvSpPr>
            <a:spLocks noGrp="1" noRot="1" noChangeAspect="1" noChangeArrowheads="1" noTextEdit="1"/>
          </p:cNvSpPr>
          <p:nvPr>
            <p:ph type="sldImg" idx="4294967295"/>
          </p:nvPr>
        </p:nvSpPr>
        <p:spPr>
          <a:ln/>
        </p:spPr>
      </p:sp>
      <p:sp>
        <p:nvSpPr>
          <p:cNvPr id="50180" name="Rectangle 3">
            <a:extLst>
              <a:ext uri="{FF2B5EF4-FFF2-40B4-BE49-F238E27FC236}">
                <a16:creationId xmlns:a16="http://schemas.microsoft.com/office/drawing/2014/main" id="{2D1E8F02-8DF7-90D6-C454-93EC3297110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558BC859-4CB0-3C2A-166A-5B2434FA0C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9028102-57E5-4E1A-8C90-F690460490F2}" type="slidenum">
              <a:rPr lang="en-US" altLang="zh-CN">
                <a:latin typeface="Arial" panose="020B0604020202020204" pitchFamily="34" charset="0"/>
              </a:rPr>
              <a:pPr/>
              <a:t>18</a:t>
            </a:fld>
            <a:endParaRPr lang="en-US" altLang="zh-CN">
              <a:latin typeface="Arial" panose="020B0604020202020204" pitchFamily="34" charset="0"/>
            </a:endParaRPr>
          </a:p>
        </p:txBody>
      </p:sp>
      <p:sp>
        <p:nvSpPr>
          <p:cNvPr id="52227" name="Rectangle 2">
            <a:extLst>
              <a:ext uri="{FF2B5EF4-FFF2-40B4-BE49-F238E27FC236}">
                <a16:creationId xmlns:a16="http://schemas.microsoft.com/office/drawing/2014/main" id="{EE8FF9BC-8F2B-45F3-7ECE-F245E26A0CCF}"/>
              </a:ext>
            </a:extLst>
          </p:cNvPr>
          <p:cNvSpPr>
            <a:spLocks noGrp="1" noRot="1" noChangeAspect="1" noChangeArrowheads="1" noTextEdit="1"/>
          </p:cNvSpPr>
          <p:nvPr>
            <p:ph type="sldImg" idx="4294967295"/>
          </p:nvPr>
        </p:nvSpPr>
        <p:spPr>
          <a:ln/>
        </p:spPr>
      </p:sp>
      <p:sp>
        <p:nvSpPr>
          <p:cNvPr id="52228" name="Rectangle 3">
            <a:extLst>
              <a:ext uri="{FF2B5EF4-FFF2-40B4-BE49-F238E27FC236}">
                <a16:creationId xmlns:a16="http://schemas.microsoft.com/office/drawing/2014/main" id="{916EADEE-8A8A-963A-D487-260F48CB3608}"/>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02F23A52-B7CF-2611-11C4-9B1908FC69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617D193-187C-45D4-A9A0-8E6F78B68C46}" type="slidenum">
              <a:rPr lang="en-US" altLang="zh-CN">
                <a:latin typeface="Arial" panose="020B0604020202020204" pitchFamily="34" charset="0"/>
              </a:rPr>
              <a:pPr/>
              <a:t>19</a:t>
            </a:fld>
            <a:endParaRPr lang="en-US" altLang="zh-CN">
              <a:latin typeface="Arial" panose="020B0604020202020204" pitchFamily="34" charset="0"/>
            </a:endParaRPr>
          </a:p>
        </p:txBody>
      </p:sp>
      <p:sp>
        <p:nvSpPr>
          <p:cNvPr id="54275" name="Rectangle 2">
            <a:extLst>
              <a:ext uri="{FF2B5EF4-FFF2-40B4-BE49-F238E27FC236}">
                <a16:creationId xmlns:a16="http://schemas.microsoft.com/office/drawing/2014/main" id="{7C9B9696-E317-4B58-BCAD-17FA00FE99AC}"/>
              </a:ext>
            </a:extLst>
          </p:cNvPr>
          <p:cNvSpPr>
            <a:spLocks noGrp="1" noRot="1" noChangeAspect="1" noChangeArrowheads="1" noTextEdit="1"/>
          </p:cNvSpPr>
          <p:nvPr>
            <p:ph type="sldImg" idx="4294967295"/>
          </p:nvPr>
        </p:nvSpPr>
        <p:spPr>
          <a:ln/>
        </p:spPr>
      </p:sp>
      <p:sp>
        <p:nvSpPr>
          <p:cNvPr id="54276" name="Rectangle 3">
            <a:extLst>
              <a:ext uri="{FF2B5EF4-FFF2-40B4-BE49-F238E27FC236}">
                <a16:creationId xmlns:a16="http://schemas.microsoft.com/office/drawing/2014/main" id="{82288F67-28E5-FA5F-780B-FAB381C43D67}"/>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070B5E32-4364-6EBE-BB0B-CD106909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2A8E76B-7DB8-44BC-811B-CA059105538E}" type="slidenum">
              <a:rPr lang="en-US" altLang="zh-CN">
                <a:latin typeface="Arial" panose="020B0604020202020204" pitchFamily="34" charset="0"/>
              </a:rPr>
              <a:pPr/>
              <a:t>20</a:t>
            </a:fld>
            <a:endParaRPr lang="en-US" altLang="zh-CN">
              <a:latin typeface="Arial" panose="020B0604020202020204" pitchFamily="34" charset="0"/>
            </a:endParaRPr>
          </a:p>
        </p:txBody>
      </p:sp>
      <p:sp>
        <p:nvSpPr>
          <p:cNvPr id="56323" name="Rectangle 2">
            <a:extLst>
              <a:ext uri="{FF2B5EF4-FFF2-40B4-BE49-F238E27FC236}">
                <a16:creationId xmlns:a16="http://schemas.microsoft.com/office/drawing/2014/main" id="{AB824C20-3C86-EE37-741E-AEF1B5B3F6FA}"/>
              </a:ext>
            </a:extLst>
          </p:cNvPr>
          <p:cNvSpPr>
            <a:spLocks noGrp="1" noRot="1" noChangeAspect="1" noChangeArrowheads="1" noTextEdit="1"/>
          </p:cNvSpPr>
          <p:nvPr>
            <p:ph type="sldImg" idx="4294967295"/>
          </p:nvPr>
        </p:nvSpPr>
        <p:spPr>
          <a:ln/>
        </p:spPr>
      </p:sp>
      <p:sp>
        <p:nvSpPr>
          <p:cNvPr id="56324" name="Rectangle 3">
            <a:extLst>
              <a:ext uri="{FF2B5EF4-FFF2-40B4-BE49-F238E27FC236}">
                <a16:creationId xmlns:a16="http://schemas.microsoft.com/office/drawing/2014/main" id="{5FACF146-ADE1-5AB4-53FD-39FE879B5A7C}"/>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A9830E51-32F1-CE56-78DA-F8367ADFCF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495DAE8-F5A6-44F4-AD49-EBEF333635C5}" type="slidenum">
              <a:rPr lang="en-US" altLang="zh-CN">
                <a:latin typeface="Arial" panose="020B0604020202020204" pitchFamily="34" charset="0"/>
              </a:rPr>
              <a:pPr/>
              <a:t>21</a:t>
            </a:fld>
            <a:endParaRPr lang="en-US" altLang="zh-CN">
              <a:latin typeface="Arial" panose="020B0604020202020204" pitchFamily="34" charset="0"/>
            </a:endParaRPr>
          </a:p>
        </p:txBody>
      </p:sp>
      <p:sp>
        <p:nvSpPr>
          <p:cNvPr id="58371" name="Rectangle 2">
            <a:extLst>
              <a:ext uri="{FF2B5EF4-FFF2-40B4-BE49-F238E27FC236}">
                <a16:creationId xmlns:a16="http://schemas.microsoft.com/office/drawing/2014/main" id="{00861E96-9829-47CE-CFC5-84C51C697F56}"/>
              </a:ext>
            </a:extLst>
          </p:cNvPr>
          <p:cNvSpPr>
            <a:spLocks noGrp="1" noRot="1" noChangeAspect="1" noChangeArrowheads="1" noTextEdit="1"/>
          </p:cNvSpPr>
          <p:nvPr>
            <p:ph type="sldImg" idx="4294967295"/>
          </p:nvPr>
        </p:nvSpPr>
        <p:spPr>
          <a:ln/>
        </p:spPr>
      </p:sp>
      <p:sp>
        <p:nvSpPr>
          <p:cNvPr id="58372" name="Rectangle 3">
            <a:extLst>
              <a:ext uri="{FF2B5EF4-FFF2-40B4-BE49-F238E27FC236}">
                <a16:creationId xmlns:a16="http://schemas.microsoft.com/office/drawing/2014/main" id="{851F6183-BA5A-14A7-425F-69D38DF0EAFB}"/>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8D94FF0F-A50A-1F69-75AD-661741BCF0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CB148E9-F19F-410B-B2D6-A960BFC224C2}" type="slidenum">
              <a:rPr lang="en-US" altLang="zh-CN">
                <a:latin typeface="Arial" panose="020B0604020202020204" pitchFamily="34" charset="0"/>
              </a:rPr>
              <a:pPr/>
              <a:t>22</a:t>
            </a:fld>
            <a:endParaRPr lang="en-US" altLang="zh-CN">
              <a:latin typeface="Arial" panose="020B0604020202020204" pitchFamily="34" charset="0"/>
            </a:endParaRPr>
          </a:p>
        </p:txBody>
      </p:sp>
      <p:sp>
        <p:nvSpPr>
          <p:cNvPr id="60419" name="Rectangle 2">
            <a:extLst>
              <a:ext uri="{FF2B5EF4-FFF2-40B4-BE49-F238E27FC236}">
                <a16:creationId xmlns:a16="http://schemas.microsoft.com/office/drawing/2014/main" id="{5519FDD4-5074-316C-2FD2-3B71F97EAF79}"/>
              </a:ext>
            </a:extLst>
          </p:cNvPr>
          <p:cNvSpPr>
            <a:spLocks noGrp="1" noRot="1" noChangeAspect="1" noChangeArrowheads="1" noTextEdit="1"/>
          </p:cNvSpPr>
          <p:nvPr>
            <p:ph type="sldImg" idx="4294967295"/>
          </p:nvPr>
        </p:nvSpPr>
        <p:spPr>
          <a:ln/>
        </p:spPr>
      </p:sp>
      <p:sp>
        <p:nvSpPr>
          <p:cNvPr id="60420" name="Rectangle 3">
            <a:extLst>
              <a:ext uri="{FF2B5EF4-FFF2-40B4-BE49-F238E27FC236}">
                <a16:creationId xmlns:a16="http://schemas.microsoft.com/office/drawing/2014/main" id="{EF35B6BD-CC49-A302-F708-612396C8343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FA728B7-2AA1-711D-4664-C41644C4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0C24D62-529D-4BCA-BD04-8159500E1A7F}" type="slidenum">
              <a:rPr lang="en-US" altLang="zh-CN">
                <a:latin typeface="Arial" panose="020B0604020202020204" pitchFamily="34" charset="0"/>
              </a:rPr>
              <a:pPr/>
              <a:t>23</a:t>
            </a:fld>
            <a:endParaRPr lang="en-US" altLang="zh-CN">
              <a:latin typeface="Arial" panose="020B0604020202020204" pitchFamily="34" charset="0"/>
            </a:endParaRPr>
          </a:p>
        </p:txBody>
      </p:sp>
      <p:sp>
        <p:nvSpPr>
          <p:cNvPr id="62467" name="Rectangle 2">
            <a:extLst>
              <a:ext uri="{FF2B5EF4-FFF2-40B4-BE49-F238E27FC236}">
                <a16:creationId xmlns:a16="http://schemas.microsoft.com/office/drawing/2014/main" id="{0885922C-422F-4FE0-9AAD-BC86D7BC0822}"/>
              </a:ext>
            </a:extLst>
          </p:cNvPr>
          <p:cNvSpPr>
            <a:spLocks noGrp="1" noRot="1" noChangeAspect="1" noChangeArrowheads="1" noTextEdit="1"/>
          </p:cNvSpPr>
          <p:nvPr>
            <p:ph type="sldImg" idx="4294967295"/>
          </p:nvPr>
        </p:nvSpPr>
        <p:spPr>
          <a:ln/>
        </p:spPr>
      </p:sp>
      <p:sp>
        <p:nvSpPr>
          <p:cNvPr id="62468" name="Rectangle 3">
            <a:extLst>
              <a:ext uri="{FF2B5EF4-FFF2-40B4-BE49-F238E27FC236}">
                <a16:creationId xmlns:a16="http://schemas.microsoft.com/office/drawing/2014/main" id="{E58B55F2-9429-AB5A-A883-F5C4B4AF6955}"/>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B53AE078-1493-40F5-A78F-847997661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9EFFB14-0498-460F-9F67-73592E701C0D}" type="slidenum">
              <a:rPr lang="en-US" altLang="zh-CN">
                <a:latin typeface="Arial" panose="020B0604020202020204" pitchFamily="34" charset="0"/>
              </a:rPr>
              <a:pPr/>
              <a:t>24</a:t>
            </a:fld>
            <a:endParaRPr lang="en-US" altLang="zh-CN">
              <a:latin typeface="Arial" panose="020B0604020202020204" pitchFamily="34" charset="0"/>
            </a:endParaRPr>
          </a:p>
        </p:txBody>
      </p:sp>
      <p:sp>
        <p:nvSpPr>
          <p:cNvPr id="64515" name="Rectangle 2">
            <a:extLst>
              <a:ext uri="{FF2B5EF4-FFF2-40B4-BE49-F238E27FC236}">
                <a16:creationId xmlns:a16="http://schemas.microsoft.com/office/drawing/2014/main" id="{F64264F5-3479-F106-875A-7A34B823EDEF}"/>
              </a:ext>
            </a:extLst>
          </p:cNvPr>
          <p:cNvSpPr>
            <a:spLocks noGrp="1" noRot="1" noChangeAspect="1" noChangeArrowheads="1" noTextEdit="1"/>
          </p:cNvSpPr>
          <p:nvPr>
            <p:ph type="sldImg" idx="4294967295"/>
          </p:nvPr>
        </p:nvSpPr>
        <p:spPr>
          <a:ln/>
        </p:spPr>
      </p:sp>
      <p:sp>
        <p:nvSpPr>
          <p:cNvPr id="64516" name="Rectangle 3">
            <a:extLst>
              <a:ext uri="{FF2B5EF4-FFF2-40B4-BE49-F238E27FC236}">
                <a16:creationId xmlns:a16="http://schemas.microsoft.com/office/drawing/2014/main" id="{F160B5F5-E2C6-0A27-D418-D5CC857569B1}"/>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A7396EB1-DFEA-4DBA-888E-C7FF770231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DC77376-CC37-411D-BAB3-3E074FC3BD75}" type="slidenum">
              <a:rPr lang="en-US" altLang="zh-CN">
                <a:latin typeface="Arial" panose="020B0604020202020204" pitchFamily="34" charset="0"/>
              </a:rPr>
              <a:pPr/>
              <a:t>26</a:t>
            </a:fld>
            <a:endParaRPr lang="en-US" altLang="zh-CN">
              <a:latin typeface="Arial" panose="020B0604020202020204" pitchFamily="34" charset="0"/>
            </a:endParaRPr>
          </a:p>
        </p:txBody>
      </p:sp>
      <p:sp>
        <p:nvSpPr>
          <p:cNvPr id="67587" name="Rectangle 2">
            <a:extLst>
              <a:ext uri="{FF2B5EF4-FFF2-40B4-BE49-F238E27FC236}">
                <a16:creationId xmlns:a16="http://schemas.microsoft.com/office/drawing/2014/main" id="{5606E8BE-F49F-FD01-B578-E4BEBD2674DA}"/>
              </a:ext>
            </a:extLst>
          </p:cNvPr>
          <p:cNvSpPr>
            <a:spLocks noGrp="1" noRot="1" noChangeAspect="1" noChangeArrowheads="1" noTextEdit="1"/>
          </p:cNvSpPr>
          <p:nvPr>
            <p:ph type="sldImg" idx="4294967295"/>
          </p:nvPr>
        </p:nvSpPr>
        <p:spPr>
          <a:ln/>
        </p:spPr>
      </p:sp>
      <p:sp>
        <p:nvSpPr>
          <p:cNvPr id="67588" name="Rectangle 3">
            <a:extLst>
              <a:ext uri="{FF2B5EF4-FFF2-40B4-BE49-F238E27FC236}">
                <a16:creationId xmlns:a16="http://schemas.microsoft.com/office/drawing/2014/main" id="{2F361012-5F0B-2A07-55A0-9B479B040957}"/>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455041F9-423A-3442-95E5-8BFDD3C282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F23F905-292C-4B29-A333-3B58417B8F33}" type="slidenum">
              <a:rPr lang="en-US" altLang="zh-CN">
                <a:latin typeface="Arial" panose="020B0604020202020204" pitchFamily="34" charset="0"/>
              </a:rPr>
              <a:pPr/>
              <a:t>27</a:t>
            </a:fld>
            <a:endParaRPr lang="en-US" altLang="zh-CN">
              <a:latin typeface="Arial" panose="020B0604020202020204" pitchFamily="34" charset="0"/>
            </a:endParaRPr>
          </a:p>
        </p:txBody>
      </p:sp>
      <p:sp>
        <p:nvSpPr>
          <p:cNvPr id="69635" name="Rectangle 2">
            <a:extLst>
              <a:ext uri="{FF2B5EF4-FFF2-40B4-BE49-F238E27FC236}">
                <a16:creationId xmlns:a16="http://schemas.microsoft.com/office/drawing/2014/main" id="{43049393-4C50-27D6-144F-DB6BDB13F635}"/>
              </a:ext>
            </a:extLst>
          </p:cNvPr>
          <p:cNvSpPr>
            <a:spLocks noGrp="1" noRot="1" noChangeAspect="1" noChangeArrowheads="1" noTextEdit="1"/>
          </p:cNvSpPr>
          <p:nvPr>
            <p:ph type="sldImg" idx="4294967295"/>
          </p:nvPr>
        </p:nvSpPr>
        <p:spPr>
          <a:ln/>
        </p:spPr>
      </p:sp>
      <p:sp>
        <p:nvSpPr>
          <p:cNvPr id="69636" name="Rectangle 3">
            <a:extLst>
              <a:ext uri="{FF2B5EF4-FFF2-40B4-BE49-F238E27FC236}">
                <a16:creationId xmlns:a16="http://schemas.microsoft.com/office/drawing/2014/main" id="{8625B035-0832-C357-34E5-897F66845C2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E4CAB00F-513D-06DF-1F51-E8F0620598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09834DA-ACEF-49C1-8B89-513A342E4A5D}" type="slidenum">
              <a:rPr lang="en-US" altLang="zh-CN">
                <a:latin typeface="Arial" panose="020B0604020202020204" pitchFamily="34" charset="0"/>
              </a:rPr>
              <a:pPr/>
              <a:t>28</a:t>
            </a:fld>
            <a:endParaRPr lang="en-US" altLang="zh-CN">
              <a:latin typeface="Arial" panose="020B0604020202020204" pitchFamily="34" charset="0"/>
            </a:endParaRPr>
          </a:p>
        </p:txBody>
      </p:sp>
      <p:sp>
        <p:nvSpPr>
          <p:cNvPr id="71683" name="Rectangle 2">
            <a:extLst>
              <a:ext uri="{FF2B5EF4-FFF2-40B4-BE49-F238E27FC236}">
                <a16:creationId xmlns:a16="http://schemas.microsoft.com/office/drawing/2014/main" id="{CACAE2BE-CEE4-908D-1718-99D525E3A588}"/>
              </a:ext>
            </a:extLst>
          </p:cNvPr>
          <p:cNvSpPr>
            <a:spLocks noGrp="1" noRot="1" noChangeAspect="1" noChangeArrowheads="1" noTextEdit="1"/>
          </p:cNvSpPr>
          <p:nvPr>
            <p:ph type="sldImg" idx="4294967295"/>
          </p:nvPr>
        </p:nvSpPr>
        <p:spPr>
          <a:ln/>
        </p:spPr>
      </p:sp>
      <p:sp>
        <p:nvSpPr>
          <p:cNvPr id="71684" name="Rectangle 3">
            <a:extLst>
              <a:ext uri="{FF2B5EF4-FFF2-40B4-BE49-F238E27FC236}">
                <a16:creationId xmlns:a16="http://schemas.microsoft.com/office/drawing/2014/main" id="{53576321-3A61-E5F1-9740-24F7080C41C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958AFD28-6905-3A0F-AD71-E424B726F5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0B7880-ED0D-4F34-9F0C-0FF58FC3E258}" type="slidenum">
              <a:rPr lang="en-US" altLang="zh-CN">
                <a:latin typeface="Arial" panose="020B0604020202020204" pitchFamily="34" charset="0"/>
              </a:rPr>
              <a:pPr/>
              <a:t>29</a:t>
            </a:fld>
            <a:endParaRPr lang="en-US" altLang="zh-CN">
              <a:latin typeface="Arial" panose="020B0604020202020204" pitchFamily="34" charset="0"/>
            </a:endParaRPr>
          </a:p>
        </p:txBody>
      </p:sp>
      <p:sp>
        <p:nvSpPr>
          <p:cNvPr id="73731" name="Rectangle 2">
            <a:extLst>
              <a:ext uri="{FF2B5EF4-FFF2-40B4-BE49-F238E27FC236}">
                <a16:creationId xmlns:a16="http://schemas.microsoft.com/office/drawing/2014/main" id="{99F3B9FA-3564-F326-8E13-FCFC10A32647}"/>
              </a:ext>
            </a:extLst>
          </p:cNvPr>
          <p:cNvSpPr>
            <a:spLocks noGrp="1" noRot="1" noChangeAspect="1" noChangeArrowheads="1" noTextEdit="1"/>
          </p:cNvSpPr>
          <p:nvPr>
            <p:ph type="sldImg" idx="4294967295"/>
          </p:nvPr>
        </p:nvSpPr>
        <p:spPr>
          <a:ln/>
        </p:spPr>
      </p:sp>
      <p:sp>
        <p:nvSpPr>
          <p:cNvPr id="73732" name="Rectangle 3">
            <a:extLst>
              <a:ext uri="{FF2B5EF4-FFF2-40B4-BE49-F238E27FC236}">
                <a16:creationId xmlns:a16="http://schemas.microsoft.com/office/drawing/2014/main" id="{8A4F7583-7F0A-6870-6359-BEFAA63EB3BB}"/>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925B936C-56B4-EA93-8046-9FA849C290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F10B8DD-FB47-4687-9DBA-98533DF51018}" type="slidenum">
              <a:rPr lang="en-US" altLang="zh-CN">
                <a:latin typeface="Arial" panose="020B0604020202020204" pitchFamily="34" charset="0"/>
              </a:rPr>
              <a:pPr/>
              <a:t>30</a:t>
            </a:fld>
            <a:endParaRPr lang="en-US" altLang="zh-CN">
              <a:latin typeface="Arial" panose="020B0604020202020204" pitchFamily="34" charset="0"/>
            </a:endParaRPr>
          </a:p>
        </p:txBody>
      </p:sp>
      <p:sp>
        <p:nvSpPr>
          <p:cNvPr id="75779" name="Rectangle 2">
            <a:extLst>
              <a:ext uri="{FF2B5EF4-FFF2-40B4-BE49-F238E27FC236}">
                <a16:creationId xmlns:a16="http://schemas.microsoft.com/office/drawing/2014/main" id="{A70FFC89-3C54-C2A8-58A0-ED58E06C9ADF}"/>
              </a:ext>
            </a:extLst>
          </p:cNvPr>
          <p:cNvSpPr>
            <a:spLocks noGrp="1" noRot="1" noChangeAspect="1" noChangeArrowheads="1" noTextEdit="1"/>
          </p:cNvSpPr>
          <p:nvPr>
            <p:ph type="sldImg" idx="4294967295"/>
          </p:nvPr>
        </p:nvSpPr>
        <p:spPr>
          <a:ln/>
        </p:spPr>
      </p:sp>
      <p:sp>
        <p:nvSpPr>
          <p:cNvPr id="75780" name="Rectangle 3">
            <a:extLst>
              <a:ext uri="{FF2B5EF4-FFF2-40B4-BE49-F238E27FC236}">
                <a16:creationId xmlns:a16="http://schemas.microsoft.com/office/drawing/2014/main" id="{26B84472-E0CF-844C-1FE1-710C39914964}"/>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111E119E-CEE7-A17B-5CF4-8C205BBFBC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5F27931-8E8B-4C59-9F7B-62A3D9A6F517}" type="slidenum">
              <a:rPr lang="en-US" altLang="zh-CN">
                <a:latin typeface="Arial" panose="020B0604020202020204" pitchFamily="34" charset="0"/>
              </a:rPr>
              <a:pPr/>
              <a:t>31</a:t>
            </a:fld>
            <a:endParaRPr lang="en-US" altLang="zh-CN">
              <a:latin typeface="Arial" panose="020B0604020202020204" pitchFamily="34" charset="0"/>
            </a:endParaRPr>
          </a:p>
        </p:txBody>
      </p:sp>
      <p:sp>
        <p:nvSpPr>
          <p:cNvPr id="77827" name="Rectangle 2">
            <a:extLst>
              <a:ext uri="{FF2B5EF4-FFF2-40B4-BE49-F238E27FC236}">
                <a16:creationId xmlns:a16="http://schemas.microsoft.com/office/drawing/2014/main" id="{C6BD96B7-8915-624B-EB12-D88CD3232E02}"/>
              </a:ext>
            </a:extLst>
          </p:cNvPr>
          <p:cNvSpPr>
            <a:spLocks noGrp="1" noRot="1" noChangeAspect="1" noChangeArrowheads="1" noTextEdit="1"/>
          </p:cNvSpPr>
          <p:nvPr>
            <p:ph type="sldImg" idx="4294967295"/>
          </p:nvPr>
        </p:nvSpPr>
        <p:spPr>
          <a:ln/>
        </p:spPr>
      </p:sp>
      <p:sp>
        <p:nvSpPr>
          <p:cNvPr id="77828" name="Rectangle 3">
            <a:extLst>
              <a:ext uri="{FF2B5EF4-FFF2-40B4-BE49-F238E27FC236}">
                <a16:creationId xmlns:a16="http://schemas.microsoft.com/office/drawing/2014/main" id="{9EB5D8F9-94A6-5F1E-7ADD-7D72B7510761}"/>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5AC0E6B3-BC0D-275F-999E-29A7CD7C72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921B129-7060-4726-B367-60582F31EE1C}" type="slidenum">
              <a:rPr lang="en-US" altLang="zh-CN">
                <a:latin typeface="Arial" panose="020B0604020202020204" pitchFamily="34" charset="0"/>
              </a:rPr>
              <a:pPr/>
              <a:t>32</a:t>
            </a:fld>
            <a:endParaRPr lang="en-US" altLang="zh-CN">
              <a:latin typeface="Arial" panose="020B0604020202020204" pitchFamily="34" charset="0"/>
            </a:endParaRPr>
          </a:p>
        </p:txBody>
      </p:sp>
      <p:sp>
        <p:nvSpPr>
          <p:cNvPr id="79875" name="Rectangle 2">
            <a:extLst>
              <a:ext uri="{FF2B5EF4-FFF2-40B4-BE49-F238E27FC236}">
                <a16:creationId xmlns:a16="http://schemas.microsoft.com/office/drawing/2014/main" id="{52B4B280-F48E-E456-8DEA-A6AC98AEABD7}"/>
              </a:ext>
            </a:extLst>
          </p:cNvPr>
          <p:cNvSpPr>
            <a:spLocks noGrp="1" noRot="1" noChangeAspect="1" noChangeArrowheads="1" noTextEdit="1"/>
          </p:cNvSpPr>
          <p:nvPr>
            <p:ph type="sldImg" idx="4294967295"/>
          </p:nvPr>
        </p:nvSpPr>
        <p:spPr>
          <a:ln/>
        </p:spPr>
      </p:sp>
      <p:sp>
        <p:nvSpPr>
          <p:cNvPr id="79876" name="Rectangle 3">
            <a:extLst>
              <a:ext uri="{FF2B5EF4-FFF2-40B4-BE49-F238E27FC236}">
                <a16:creationId xmlns:a16="http://schemas.microsoft.com/office/drawing/2014/main" id="{AE0F2E16-DCE6-F243-0212-8C55C3E0913D}"/>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526716D4-BA53-AFCD-22F5-F7D051009F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8CE07D-9318-44CD-B2E6-87D68BAD32A6}" type="slidenum">
              <a:rPr lang="en-US" altLang="zh-CN">
                <a:latin typeface="Arial" panose="020B0604020202020204" pitchFamily="34" charset="0"/>
              </a:rPr>
              <a:pPr/>
              <a:t>33</a:t>
            </a:fld>
            <a:endParaRPr lang="en-US" altLang="zh-CN">
              <a:latin typeface="Arial" panose="020B0604020202020204" pitchFamily="34" charset="0"/>
            </a:endParaRPr>
          </a:p>
        </p:txBody>
      </p:sp>
      <p:sp>
        <p:nvSpPr>
          <p:cNvPr id="81923" name="Rectangle 2">
            <a:extLst>
              <a:ext uri="{FF2B5EF4-FFF2-40B4-BE49-F238E27FC236}">
                <a16:creationId xmlns:a16="http://schemas.microsoft.com/office/drawing/2014/main" id="{B21FEB28-6C6A-F7E3-93FD-9DA2FD3758AA}"/>
              </a:ext>
            </a:extLst>
          </p:cNvPr>
          <p:cNvSpPr>
            <a:spLocks noGrp="1" noRot="1" noChangeAspect="1" noChangeArrowheads="1" noTextEdit="1"/>
          </p:cNvSpPr>
          <p:nvPr>
            <p:ph type="sldImg" idx="4294967295"/>
          </p:nvPr>
        </p:nvSpPr>
        <p:spPr>
          <a:ln/>
        </p:spPr>
      </p:sp>
      <p:sp>
        <p:nvSpPr>
          <p:cNvPr id="81924" name="Rectangle 3">
            <a:extLst>
              <a:ext uri="{FF2B5EF4-FFF2-40B4-BE49-F238E27FC236}">
                <a16:creationId xmlns:a16="http://schemas.microsoft.com/office/drawing/2014/main" id="{8CBB3C1D-D894-5770-1FD5-4DC50F2D5FB6}"/>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CC49341B-3E6A-24FE-6827-549C5891F7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5232FC9-41CD-48D9-9808-FD1E0B1474F3}" type="slidenum">
              <a:rPr lang="en-US" altLang="zh-CN">
                <a:latin typeface="Arial" panose="020B0604020202020204" pitchFamily="34" charset="0"/>
              </a:rPr>
              <a:pPr/>
              <a:t>34</a:t>
            </a:fld>
            <a:endParaRPr lang="en-US" altLang="zh-CN">
              <a:latin typeface="Arial" panose="020B0604020202020204" pitchFamily="34" charset="0"/>
            </a:endParaRPr>
          </a:p>
        </p:txBody>
      </p:sp>
      <p:sp>
        <p:nvSpPr>
          <p:cNvPr id="83971" name="Rectangle 2">
            <a:extLst>
              <a:ext uri="{FF2B5EF4-FFF2-40B4-BE49-F238E27FC236}">
                <a16:creationId xmlns:a16="http://schemas.microsoft.com/office/drawing/2014/main" id="{CBC1BECF-DF99-CAE1-6646-E66543E266B8}"/>
              </a:ext>
            </a:extLst>
          </p:cNvPr>
          <p:cNvSpPr>
            <a:spLocks noGrp="1" noRot="1" noChangeAspect="1" noChangeArrowheads="1" noTextEdit="1"/>
          </p:cNvSpPr>
          <p:nvPr>
            <p:ph type="sldImg" idx="4294967295"/>
          </p:nvPr>
        </p:nvSpPr>
        <p:spPr>
          <a:ln/>
        </p:spPr>
      </p:sp>
      <p:sp>
        <p:nvSpPr>
          <p:cNvPr id="83972" name="Rectangle 3">
            <a:extLst>
              <a:ext uri="{FF2B5EF4-FFF2-40B4-BE49-F238E27FC236}">
                <a16:creationId xmlns:a16="http://schemas.microsoft.com/office/drawing/2014/main" id="{4596C39A-D254-6ED3-2E43-307C1E3AAA6F}"/>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E996AA30-0070-62E4-CC20-444923B328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B863883-CEFD-46C5-B119-2C559A9DD7A7}" type="slidenum">
              <a:rPr lang="en-US" altLang="zh-CN">
                <a:latin typeface="Arial" panose="020B0604020202020204" pitchFamily="34" charset="0"/>
              </a:rPr>
              <a:pPr/>
              <a:t>35</a:t>
            </a:fld>
            <a:endParaRPr lang="en-US" altLang="zh-CN">
              <a:latin typeface="Arial" panose="020B0604020202020204" pitchFamily="34" charset="0"/>
            </a:endParaRPr>
          </a:p>
        </p:txBody>
      </p:sp>
      <p:sp>
        <p:nvSpPr>
          <p:cNvPr id="86019" name="Rectangle 2">
            <a:extLst>
              <a:ext uri="{FF2B5EF4-FFF2-40B4-BE49-F238E27FC236}">
                <a16:creationId xmlns:a16="http://schemas.microsoft.com/office/drawing/2014/main" id="{FEE2243D-29C7-482D-2AC8-274905DF4B9F}"/>
              </a:ext>
            </a:extLst>
          </p:cNvPr>
          <p:cNvSpPr>
            <a:spLocks noGrp="1" noRot="1" noChangeAspect="1" noChangeArrowheads="1" noTextEdit="1"/>
          </p:cNvSpPr>
          <p:nvPr>
            <p:ph type="sldImg" idx="4294967295"/>
          </p:nvPr>
        </p:nvSpPr>
        <p:spPr>
          <a:ln/>
        </p:spPr>
      </p:sp>
      <p:sp>
        <p:nvSpPr>
          <p:cNvPr id="86020" name="Rectangle 3">
            <a:extLst>
              <a:ext uri="{FF2B5EF4-FFF2-40B4-BE49-F238E27FC236}">
                <a16:creationId xmlns:a16="http://schemas.microsoft.com/office/drawing/2014/main" id="{0184B1CD-5A90-3CE0-EEDA-FBB4D244246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05293810-13FA-EBC5-5AAC-BD0254F43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F798065-016F-4D53-B572-5DA161FF844E}" type="slidenum">
              <a:rPr lang="en-US" altLang="zh-CN">
                <a:latin typeface="Arial" panose="020B0604020202020204" pitchFamily="34" charset="0"/>
              </a:rPr>
              <a:pPr/>
              <a:t>36</a:t>
            </a:fld>
            <a:endParaRPr lang="en-US" altLang="zh-CN">
              <a:latin typeface="Arial" panose="020B0604020202020204" pitchFamily="34" charset="0"/>
            </a:endParaRPr>
          </a:p>
        </p:txBody>
      </p:sp>
      <p:sp>
        <p:nvSpPr>
          <p:cNvPr id="88067" name="Rectangle 2">
            <a:extLst>
              <a:ext uri="{FF2B5EF4-FFF2-40B4-BE49-F238E27FC236}">
                <a16:creationId xmlns:a16="http://schemas.microsoft.com/office/drawing/2014/main" id="{B945401C-54EA-3E3F-DC1D-312D29F72B93}"/>
              </a:ext>
            </a:extLst>
          </p:cNvPr>
          <p:cNvSpPr>
            <a:spLocks noGrp="1" noRot="1" noChangeAspect="1" noChangeArrowheads="1" noTextEdit="1"/>
          </p:cNvSpPr>
          <p:nvPr>
            <p:ph type="sldImg" idx="4294967295"/>
          </p:nvPr>
        </p:nvSpPr>
        <p:spPr>
          <a:ln/>
        </p:spPr>
      </p:sp>
      <p:sp>
        <p:nvSpPr>
          <p:cNvPr id="88068" name="Rectangle 3">
            <a:extLst>
              <a:ext uri="{FF2B5EF4-FFF2-40B4-BE49-F238E27FC236}">
                <a16:creationId xmlns:a16="http://schemas.microsoft.com/office/drawing/2014/main" id="{3CBA1EEA-046F-0870-5ED9-4E017FEB5A69}"/>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62143B83-88AC-C971-C014-D8E355D409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A2E3EB-22DB-4263-8B22-D268332EE4AD}" type="slidenum">
              <a:rPr lang="en-US" altLang="zh-CN">
                <a:latin typeface="Arial" panose="020B0604020202020204" pitchFamily="34" charset="0"/>
              </a:rPr>
              <a:pPr/>
              <a:t>37</a:t>
            </a:fld>
            <a:endParaRPr lang="en-US" altLang="zh-CN">
              <a:latin typeface="Arial" panose="020B0604020202020204" pitchFamily="34" charset="0"/>
            </a:endParaRPr>
          </a:p>
        </p:txBody>
      </p:sp>
      <p:sp>
        <p:nvSpPr>
          <p:cNvPr id="90115" name="Rectangle 2">
            <a:extLst>
              <a:ext uri="{FF2B5EF4-FFF2-40B4-BE49-F238E27FC236}">
                <a16:creationId xmlns:a16="http://schemas.microsoft.com/office/drawing/2014/main" id="{683A1457-F67A-D103-FD1F-5406419685A1}"/>
              </a:ext>
            </a:extLst>
          </p:cNvPr>
          <p:cNvSpPr>
            <a:spLocks noGrp="1" noRot="1" noChangeAspect="1" noChangeArrowheads="1" noTextEdit="1"/>
          </p:cNvSpPr>
          <p:nvPr>
            <p:ph type="sldImg" idx="4294967295"/>
          </p:nvPr>
        </p:nvSpPr>
        <p:spPr>
          <a:ln/>
        </p:spPr>
      </p:sp>
      <p:sp>
        <p:nvSpPr>
          <p:cNvPr id="90116" name="Rectangle 3">
            <a:extLst>
              <a:ext uri="{FF2B5EF4-FFF2-40B4-BE49-F238E27FC236}">
                <a16:creationId xmlns:a16="http://schemas.microsoft.com/office/drawing/2014/main" id="{733E3919-38DC-A344-1D90-E9B99091E4C4}"/>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BD01976-F5C6-403C-5AAC-F58D17994A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B158FA6-C29B-4789-BDE8-04F4C9BE8782}" type="slidenum">
              <a:rPr lang="en-US" altLang="zh-CN">
                <a:latin typeface="Arial" panose="020B0604020202020204" pitchFamily="34" charset="0"/>
              </a:rPr>
              <a:pPr/>
              <a:t>39</a:t>
            </a:fld>
            <a:endParaRPr lang="en-US" altLang="zh-CN">
              <a:latin typeface="Arial" panose="020B0604020202020204" pitchFamily="34" charset="0"/>
            </a:endParaRPr>
          </a:p>
        </p:txBody>
      </p:sp>
      <p:sp>
        <p:nvSpPr>
          <p:cNvPr id="93187" name="Rectangle 2">
            <a:extLst>
              <a:ext uri="{FF2B5EF4-FFF2-40B4-BE49-F238E27FC236}">
                <a16:creationId xmlns:a16="http://schemas.microsoft.com/office/drawing/2014/main" id="{19970C6C-1C72-AC1B-4853-06255EA79836}"/>
              </a:ext>
            </a:extLst>
          </p:cNvPr>
          <p:cNvSpPr>
            <a:spLocks noGrp="1" noRot="1" noChangeAspect="1" noChangeArrowheads="1" noTextEdit="1"/>
          </p:cNvSpPr>
          <p:nvPr>
            <p:ph type="sldImg" idx="4294967295"/>
          </p:nvPr>
        </p:nvSpPr>
        <p:spPr>
          <a:ln/>
        </p:spPr>
      </p:sp>
      <p:sp>
        <p:nvSpPr>
          <p:cNvPr id="93188" name="Rectangle 3">
            <a:extLst>
              <a:ext uri="{FF2B5EF4-FFF2-40B4-BE49-F238E27FC236}">
                <a16:creationId xmlns:a16="http://schemas.microsoft.com/office/drawing/2014/main" id="{A53CFD17-F025-102F-4815-E6E74502C1DF}"/>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70223CBD-B1FA-D6D4-DEF2-5EC68CB9C703}"/>
              </a:ext>
            </a:extLst>
          </p:cNvPr>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6146"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p>
        </p:txBody>
      </p:sp>
      <p:sp>
        <p:nvSpPr>
          <p:cNvPr id="6147"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3" name="Rectangle 4">
            <a:extLst>
              <a:ext uri="{FF2B5EF4-FFF2-40B4-BE49-F238E27FC236}">
                <a16:creationId xmlns:a16="http://schemas.microsoft.com/office/drawing/2014/main" id="{308B2DD7-2C03-6E64-5687-3D775C6B0B6D}"/>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301CD35-AB9C-3932-90D7-BD7C29F108BB}"/>
              </a:ext>
            </a:extLst>
          </p:cNvPr>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E0CF3EB-12DB-6C33-32DF-88A8BE9883FC}"/>
              </a:ext>
            </a:extLst>
          </p:cNvPr>
          <p:cNvSpPr>
            <a:spLocks noGrp="1" noChangeArrowheads="1"/>
          </p:cNvSpPr>
          <p:nvPr>
            <p:ph type="sldNum" sz="quarter" idx="12"/>
          </p:nvPr>
        </p:nvSpPr>
        <p:spPr>
          <a:xfrm>
            <a:off x="6553200" y="6248400"/>
            <a:ext cx="1905000" cy="457200"/>
          </a:xfrm>
        </p:spPr>
        <p:txBody>
          <a:bodyPr/>
          <a:lstStyle>
            <a:lvl1pPr>
              <a:defRPr/>
            </a:lvl1pPr>
          </a:lstStyle>
          <a:p>
            <a:fld id="{89873EC3-F541-48D4-A42C-694DA128464F}" type="slidenum">
              <a:rPr lang="en-US" altLang="zh-CN"/>
              <a:pPr/>
              <a:t>‹#›</a:t>
            </a:fld>
            <a:endParaRPr lang="en-US" altLang="zh-CN"/>
          </a:p>
        </p:txBody>
      </p:sp>
    </p:spTree>
    <p:extLst>
      <p:ext uri="{BB962C8B-B14F-4D97-AF65-F5344CB8AC3E}">
        <p14:creationId xmlns:p14="http://schemas.microsoft.com/office/powerpoint/2010/main" val="3320449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C2C2F973-E666-C03D-0073-B5EB757E67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6680F400-0E93-5F5B-81F1-791469CBF6A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00CC3C47-3FE0-EA1F-66B8-213C89751CE8}"/>
              </a:ext>
            </a:extLst>
          </p:cNvPr>
          <p:cNvSpPr>
            <a:spLocks noGrp="1" noChangeArrowheads="1"/>
          </p:cNvSpPr>
          <p:nvPr>
            <p:ph type="sldNum" sz="quarter" idx="12"/>
          </p:nvPr>
        </p:nvSpPr>
        <p:spPr>
          <a:ln/>
        </p:spPr>
        <p:txBody>
          <a:bodyPr/>
          <a:lstStyle>
            <a:lvl1pPr>
              <a:defRPr/>
            </a:lvl1pPr>
          </a:lstStyle>
          <a:p>
            <a:fld id="{DB6B02CE-88C6-4C1F-BF73-76BFC73F485C}" type="slidenum">
              <a:rPr lang="en-US" altLang="zh-CN"/>
              <a:pPr/>
              <a:t>‹#›</a:t>
            </a:fld>
            <a:endParaRPr lang="en-US" altLang="zh-CN"/>
          </a:p>
        </p:txBody>
      </p:sp>
    </p:spTree>
    <p:extLst>
      <p:ext uri="{BB962C8B-B14F-4D97-AF65-F5344CB8AC3E}">
        <p14:creationId xmlns:p14="http://schemas.microsoft.com/office/powerpoint/2010/main" val="1174097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a:extLst>
              <a:ext uri="{FF2B5EF4-FFF2-40B4-BE49-F238E27FC236}">
                <a16:creationId xmlns:a16="http://schemas.microsoft.com/office/drawing/2014/main" id="{C04D4D1F-489B-2F10-4696-53C84B7B7A9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64311BA6-24A7-1F9B-74A2-45DF502DFC4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E216DBAE-3F5E-3D85-15C1-8DD1D0C013A9}"/>
              </a:ext>
            </a:extLst>
          </p:cNvPr>
          <p:cNvSpPr>
            <a:spLocks noGrp="1" noChangeArrowheads="1"/>
          </p:cNvSpPr>
          <p:nvPr>
            <p:ph type="sldNum" sz="quarter" idx="12"/>
          </p:nvPr>
        </p:nvSpPr>
        <p:spPr>
          <a:ln/>
        </p:spPr>
        <p:txBody>
          <a:bodyPr/>
          <a:lstStyle>
            <a:lvl1pPr>
              <a:defRPr/>
            </a:lvl1pPr>
          </a:lstStyle>
          <a:p>
            <a:fld id="{52EF448D-70A4-4289-A0EF-2A1ADEA6B79F}" type="slidenum">
              <a:rPr lang="en-US" altLang="zh-CN"/>
              <a:pPr/>
              <a:t>‹#›</a:t>
            </a:fld>
            <a:endParaRPr lang="en-US" altLang="zh-CN"/>
          </a:p>
        </p:txBody>
      </p:sp>
    </p:spTree>
    <p:extLst>
      <p:ext uri="{BB962C8B-B14F-4D97-AF65-F5344CB8AC3E}">
        <p14:creationId xmlns:p14="http://schemas.microsoft.com/office/powerpoint/2010/main" val="371394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a:extLst>
              <a:ext uri="{FF2B5EF4-FFF2-40B4-BE49-F238E27FC236}">
                <a16:creationId xmlns:a16="http://schemas.microsoft.com/office/drawing/2014/main" id="{65999894-53A6-7C5F-37A5-6666230C257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86C7F796-64A5-7CCB-D839-D2855F0F511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7141CD07-3246-7161-CAAE-EBEDBA3A3420}"/>
              </a:ext>
            </a:extLst>
          </p:cNvPr>
          <p:cNvSpPr>
            <a:spLocks noGrp="1" noChangeArrowheads="1"/>
          </p:cNvSpPr>
          <p:nvPr>
            <p:ph type="sldNum" sz="quarter" idx="12"/>
          </p:nvPr>
        </p:nvSpPr>
        <p:spPr>
          <a:ln/>
        </p:spPr>
        <p:txBody>
          <a:bodyPr/>
          <a:lstStyle>
            <a:lvl1pPr>
              <a:defRPr/>
            </a:lvl1pPr>
          </a:lstStyle>
          <a:p>
            <a:fld id="{10C27B3A-EA70-44D9-BA9B-C5303D88EBED}" type="slidenum">
              <a:rPr lang="en-US" altLang="zh-CN"/>
              <a:pPr/>
              <a:t>‹#›</a:t>
            </a:fld>
            <a:endParaRPr lang="en-US" altLang="zh-CN"/>
          </a:p>
        </p:txBody>
      </p:sp>
    </p:spTree>
    <p:extLst>
      <p:ext uri="{BB962C8B-B14F-4D97-AF65-F5344CB8AC3E}">
        <p14:creationId xmlns:p14="http://schemas.microsoft.com/office/powerpoint/2010/main" val="272875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a:extLst>
              <a:ext uri="{FF2B5EF4-FFF2-40B4-BE49-F238E27FC236}">
                <a16:creationId xmlns:a16="http://schemas.microsoft.com/office/drawing/2014/main" id="{9502DAD9-4178-9041-A32A-EA1B3818D9D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a:extLst>
              <a:ext uri="{FF2B5EF4-FFF2-40B4-BE49-F238E27FC236}">
                <a16:creationId xmlns:a16="http://schemas.microsoft.com/office/drawing/2014/main" id="{11F75251-92CD-9518-E405-0B4E122180D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a:extLst>
              <a:ext uri="{FF2B5EF4-FFF2-40B4-BE49-F238E27FC236}">
                <a16:creationId xmlns:a16="http://schemas.microsoft.com/office/drawing/2014/main" id="{7D978B82-82D9-91A7-3464-5EC6060128C6}"/>
              </a:ext>
            </a:extLst>
          </p:cNvPr>
          <p:cNvSpPr>
            <a:spLocks noGrp="1" noChangeArrowheads="1"/>
          </p:cNvSpPr>
          <p:nvPr>
            <p:ph type="sldNum" sz="quarter" idx="12"/>
          </p:nvPr>
        </p:nvSpPr>
        <p:spPr>
          <a:ln/>
        </p:spPr>
        <p:txBody>
          <a:bodyPr/>
          <a:lstStyle>
            <a:lvl1pPr>
              <a:defRPr/>
            </a:lvl1pPr>
          </a:lstStyle>
          <a:p>
            <a:fld id="{A5FDB4B1-1A70-4151-A96F-95E0FD3AC410}" type="slidenum">
              <a:rPr lang="en-US" altLang="zh-CN"/>
              <a:pPr/>
              <a:t>‹#›</a:t>
            </a:fld>
            <a:endParaRPr lang="en-US" altLang="zh-CN"/>
          </a:p>
        </p:txBody>
      </p:sp>
    </p:spTree>
    <p:extLst>
      <p:ext uri="{BB962C8B-B14F-4D97-AF65-F5344CB8AC3E}">
        <p14:creationId xmlns:p14="http://schemas.microsoft.com/office/powerpoint/2010/main" val="696616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a:extLst>
              <a:ext uri="{FF2B5EF4-FFF2-40B4-BE49-F238E27FC236}">
                <a16:creationId xmlns:a16="http://schemas.microsoft.com/office/drawing/2014/main" id="{BB5A0587-4739-7CC4-7BDC-5EDA5D8FAEA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7">
            <a:extLst>
              <a:ext uri="{FF2B5EF4-FFF2-40B4-BE49-F238E27FC236}">
                <a16:creationId xmlns:a16="http://schemas.microsoft.com/office/drawing/2014/main" id="{0F84C5B9-7417-5308-5A8F-B24432B1087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a:extLst>
              <a:ext uri="{FF2B5EF4-FFF2-40B4-BE49-F238E27FC236}">
                <a16:creationId xmlns:a16="http://schemas.microsoft.com/office/drawing/2014/main" id="{B4F12580-DB50-EB07-29CD-9475F667A9A0}"/>
              </a:ext>
            </a:extLst>
          </p:cNvPr>
          <p:cNvSpPr>
            <a:spLocks noGrp="1" noChangeArrowheads="1"/>
          </p:cNvSpPr>
          <p:nvPr>
            <p:ph type="sldNum" sz="quarter" idx="12"/>
          </p:nvPr>
        </p:nvSpPr>
        <p:spPr>
          <a:ln/>
        </p:spPr>
        <p:txBody>
          <a:bodyPr/>
          <a:lstStyle>
            <a:lvl1pPr>
              <a:defRPr/>
            </a:lvl1pPr>
          </a:lstStyle>
          <a:p>
            <a:fld id="{BBDF966F-E7CA-4379-9585-FF03D6BE268B}" type="slidenum">
              <a:rPr lang="en-US" altLang="zh-CN"/>
              <a:pPr/>
              <a:t>‹#›</a:t>
            </a:fld>
            <a:endParaRPr lang="en-US" altLang="zh-CN"/>
          </a:p>
        </p:txBody>
      </p:sp>
    </p:spTree>
    <p:extLst>
      <p:ext uri="{BB962C8B-B14F-4D97-AF65-F5344CB8AC3E}">
        <p14:creationId xmlns:p14="http://schemas.microsoft.com/office/powerpoint/2010/main" val="503535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F5238FF-4C5D-3964-4C92-9C6E812BEEF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7">
            <a:extLst>
              <a:ext uri="{FF2B5EF4-FFF2-40B4-BE49-F238E27FC236}">
                <a16:creationId xmlns:a16="http://schemas.microsoft.com/office/drawing/2014/main" id="{2F0B78D2-662E-85F1-BFEB-09C1882E4E2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a:extLst>
              <a:ext uri="{FF2B5EF4-FFF2-40B4-BE49-F238E27FC236}">
                <a16:creationId xmlns:a16="http://schemas.microsoft.com/office/drawing/2014/main" id="{0E1F884C-8DF3-D3D5-9087-A2F86810E76E}"/>
              </a:ext>
            </a:extLst>
          </p:cNvPr>
          <p:cNvSpPr>
            <a:spLocks noGrp="1" noChangeArrowheads="1"/>
          </p:cNvSpPr>
          <p:nvPr>
            <p:ph type="sldNum" sz="quarter" idx="12"/>
          </p:nvPr>
        </p:nvSpPr>
        <p:spPr>
          <a:ln/>
        </p:spPr>
        <p:txBody>
          <a:bodyPr/>
          <a:lstStyle>
            <a:lvl1pPr>
              <a:defRPr/>
            </a:lvl1pPr>
          </a:lstStyle>
          <a:p>
            <a:fld id="{DB2BE9A0-D814-4623-A1F3-63AEF3B3C24C}" type="slidenum">
              <a:rPr lang="en-US" altLang="zh-CN"/>
              <a:pPr/>
              <a:t>‹#›</a:t>
            </a:fld>
            <a:endParaRPr lang="en-US" altLang="zh-CN"/>
          </a:p>
        </p:txBody>
      </p:sp>
    </p:spTree>
    <p:extLst>
      <p:ext uri="{BB962C8B-B14F-4D97-AF65-F5344CB8AC3E}">
        <p14:creationId xmlns:p14="http://schemas.microsoft.com/office/powerpoint/2010/main" val="3642238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74E7A4B4-D03F-7E2D-EBB6-4F905D94F5F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C363A4D2-33E9-3EC8-B5F0-4028EBA9BF4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035FF2D1-0CCA-343C-61A0-117FB967B716}"/>
              </a:ext>
            </a:extLst>
          </p:cNvPr>
          <p:cNvSpPr>
            <a:spLocks noGrp="1" noChangeArrowheads="1"/>
          </p:cNvSpPr>
          <p:nvPr>
            <p:ph type="sldNum" sz="quarter" idx="12"/>
          </p:nvPr>
        </p:nvSpPr>
        <p:spPr>
          <a:ln/>
        </p:spPr>
        <p:txBody>
          <a:bodyPr/>
          <a:lstStyle>
            <a:lvl1pPr>
              <a:defRPr/>
            </a:lvl1pPr>
          </a:lstStyle>
          <a:p>
            <a:fld id="{13015FC6-227A-4D8B-897E-EA9C6BF78A92}" type="slidenum">
              <a:rPr lang="en-US" altLang="zh-CN"/>
              <a:pPr/>
              <a:t>‹#›</a:t>
            </a:fld>
            <a:endParaRPr lang="en-US" altLang="zh-CN"/>
          </a:p>
        </p:txBody>
      </p:sp>
    </p:spTree>
    <p:extLst>
      <p:ext uri="{BB962C8B-B14F-4D97-AF65-F5344CB8AC3E}">
        <p14:creationId xmlns:p14="http://schemas.microsoft.com/office/powerpoint/2010/main" val="2012765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DEB710D1-51F1-0200-35CD-437ED85C8F9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35641841-2A8B-78B1-1927-78A90FCFB5E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0C6B6E01-64CA-5DF1-5B23-8D9BD4021D99}"/>
              </a:ext>
            </a:extLst>
          </p:cNvPr>
          <p:cNvSpPr>
            <a:spLocks noGrp="1" noChangeArrowheads="1"/>
          </p:cNvSpPr>
          <p:nvPr>
            <p:ph type="sldNum" sz="quarter" idx="12"/>
          </p:nvPr>
        </p:nvSpPr>
        <p:spPr>
          <a:ln/>
        </p:spPr>
        <p:txBody>
          <a:bodyPr/>
          <a:lstStyle>
            <a:lvl1pPr>
              <a:defRPr/>
            </a:lvl1pPr>
          </a:lstStyle>
          <a:p>
            <a:fld id="{359FF75D-F90C-4D57-8B3E-7BBF78C4DA3B}" type="slidenum">
              <a:rPr lang="en-US" altLang="zh-CN"/>
              <a:pPr/>
              <a:t>‹#›</a:t>
            </a:fld>
            <a:endParaRPr lang="en-US" altLang="zh-CN"/>
          </a:p>
        </p:txBody>
      </p:sp>
    </p:spTree>
    <p:extLst>
      <p:ext uri="{BB962C8B-B14F-4D97-AF65-F5344CB8AC3E}">
        <p14:creationId xmlns:p14="http://schemas.microsoft.com/office/powerpoint/2010/main" val="3160602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2DD10E12-9C56-AAEE-20A3-3A6A66C33FD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751F6004-A3E4-C9BC-84A6-584EE6CBB86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8987C462-60A1-307A-9CCB-EAC4E0FC73CA}"/>
              </a:ext>
            </a:extLst>
          </p:cNvPr>
          <p:cNvSpPr>
            <a:spLocks noGrp="1" noChangeArrowheads="1"/>
          </p:cNvSpPr>
          <p:nvPr>
            <p:ph type="sldNum" sz="quarter" idx="12"/>
          </p:nvPr>
        </p:nvSpPr>
        <p:spPr>
          <a:ln/>
        </p:spPr>
        <p:txBody>
          <a:bodyPr/>
          <a:lstStyle>
            <a:lvl1pPr>
              <a:defRPr/>
            </a:lvl1pPr>
          </a:lstStyle>
          <a:p>
            <a:fld id="{87CFC9DA-56F4-43EE-985F-6971B6037CA7}" type="slidenum">
              <a:rPr lang="en-US" altLang="zh-CN"/>
              <a:pPr/>
              <a:t>‹#›</a:t>
            </a:fld>
            <a:endParaRPr lang="en-US" altLang="zh-CN"/>
          </a:p>
        </p:txBody>
      </p:sp>
    </p:spTree>
    <p:extLst>
      <p:ext uri="{BB962C8B-B14F-4D97-AF65-F5344CB8AC3E}">
        <p14:creationId xmlns:p14="http://schemas.microsoft.com/office/powerpoint/2010/main" val="1479371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0E8D94FC-6B63-E3BF-AA61-A8B5F7C0863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41A24CB5-390A-9694-A1F4-391F5889289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1EDDAC76-1332-18B3-7E6D-1927D4EC132A}"/>
              </a:ext>
            </a:extLst>
          </p:cNvPr>
          <p:cNvSpPr>
            <a:spLocks noGrp="1" noChangeArrowheads="1"/>
          </p:cNvSpPr>
          <p:nvPr>
            <p:ph type="sldNum" sz="quarter" idx="12"/>
          </p:nvPr>
        </p:nvSpPr>
        <p:spPr>
          <a:ln/>
        </p:spPr>
        <p:txBody>
          <a:bodyPr/>
          <a:lstStyle>
            <a:lvl1pPr>
              <a:defRPr/>
            </a:lvl1pPr>
          </a:lstStyle>
          <a:p>
            <a:fld id="{F9008757-82E2-4647-BE4E-DD43CE62127B}" type="slidenum">
              <a:rPr lang="en-US" altLang="zh-CN"/>
              <a:pPr/>
              <a:t>‹#›</a:t>
            </a:fld>
            <a:endParaRPr lang="en-US" altLang="zh-CN"/>
          </a:p>
        </p:txBody>
      </p:sp>
    </p:spTree>
    <p:extLst>
      <p:ext uri="{BB962C8B-B14F-4D97-AF65-F5344CB8AC3E}">
        <p14:creationId xmlns:p14="http://schemas.microsoft.com/office/powerpoint/2010/main" val="2168850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66C0920-C56F-F0BA-95CD-D531610E17E7}"/>
              </a:ext>
            </a:extLst>
          </p:cNvPr>
          <p:cNvSpPr>
            <a:spLocks noGrp="1" noChangeArrowheads="1"/>
          </p:cNvSpPr>
          <p:nvPr>
            <p:ph type="title" idx="4294967295"/>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F3C52BA4-8FF0-AF73-4972-29428BE9F1A9}"/>
              </a:ext>
            </a:extLst>
          </p:cNvPr>
          <p:cNvSpPr>
            <a:spLocks noGrp="1" noChangeArrowheads="1"/>
          </p:cNvSpPr>
          <p:nvPr>
            <p:ph type="body" idx="4294967295"/>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4AD7585E-A508-4539-DFE3-449518F60AA2}"/>
              </a:ext>
            </a:extLst>
          </p:cNvPr>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Line 5">
            <a:extLst>
              <a:ext uri="{FF2B5EF4-FFF2-40B4-BE49-F238E27FC236}">
                <a16:creationId xmlns:a16="http://schemas.microsoft.com/office/drawing/2014/main" id="{6BA73D39-2479-5EBE-9275-30B1ABF70752}"/>
              </a:ext>
            </a:extLst>
          </p:cNvPr>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 name="Rectangle 6">
            <a:extLst>
              <a:ext uri="{FF2B5EF4-FFF2-40B4-BE49-F238E27FC236}">
                <a16:creationId xmlns:a16="http://schemas.microsoft.com/office/drawing/2014/main" id="{60209428-9EFE-E635-190B-722F35F44903}"/>
              </a:ext>
            </a:extLst>
          </p:cNvPr>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a:defRPr/>
            </a:pPr>
            <a:endParaRPr lang="en-US" altLang="zh-CN"/>
          </a:p>
        </p:txBody>
      </p:sp>
      <p:sp>
        <p:nvSpPr>
          <p:cNvPr id="5127" name="Rectangle 7">
            <a:extLst>
              <a:ext uri="{FF2B5EF4-FFF2-40B4-BE49-F238E27FC236}">
                <a16:creationId xmlns:a16="http://schemas.microsoft.com/office/drawing/2014/main" id="{FA32902C-0F73-85FF-DBC6-5F086C0A3FA6}"/>
              </a:ext>
            </a:extLst>
          </p:cNvPr>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a:defRPr/>
            </a:pPr>
            <a:endParaRPr lang="en-US" altLang="zh-CN"/>
          </a:p>
        </p:txBody>
      </p:sp>
      <p:sp>
        <p:nvSpPr>
          <p:cNvPr id="5128" name="Rectangle 8">
            <a:extLst>
              <a:ext uri="{FF2B5EF4-FFF2-40B4-BE49-F238E27FC236}">
                <a16:creationId xmlns:a16="http://schemas.microsoft.com/office/drawing/2014/main" id="{2DB97BD1-8F6F-2445-C44F-0C545A31A3CD}"/>
              </a:ext>
            </a:extLst>
          </p:cNvPr>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200"/>
            </a:lvl1pPr>
          </a:lstStyle>
          <a:p>
            <a:fld id="{8FB9792C-EF22-4B5F-819C-3D300A0DC40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43"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3.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5.xml"/><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4.wmf"/><Relationship Id="rId4" Type="http://schemas.openxmlformats.org/officeDocument/2006/relationships/oleObject" Target="../embeddings/oleObject3.bin"/><Relationship Id="rId9" Type="http://schemas.openxmlformats.org/officeDocument/2006/relationships/image" Target="../media/image6.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6.xml"/><Relationship Id="rId7"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10.wmf"/><Relationship Id="rId5" Type="http://schemas.openxmlformats.org/officeDocument/2006/relationships/image" Target="../media/image7.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1.wmf"/><Relationship Id="rId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7.wmf"/><Relationship Id="rId18" Type="http://schemas.openxmlformats.org/officeDocument/2006/relationships/oleObject" Target="../embeddings/oleObject19.bin"/><Relationship Id="rId3" Type="http://schemas.openxmlformats.org/officeDocument/2006/relationships/notesSlide" Target="../notesSlides/notesSlide10.xml"/><Relationship Id="rId7" Type="http://schemas.openxmlformats.org/officeDocument/2006/relationships/image" Target="../media/image14.wmf"/><Relationship Id="rId12" Type="http://schemas.openxmlformats.org/officeDocument/2006/relationships/oleObject" Target="../embeddings/oleObject16.bin"/><Relationship Id="rId17" Type="http://schemas.openxmlformats.org/officeDocument/2006/relationships/image" Target="../media/image19.wmf"/><Relationship Id="rId2" Type="http://schemas.openxmlformats.org/officeDocument/2006/relationships/slideLayout" Target="../slideLayouts/slideLayout7.xml"/><Relationship Id="rId16" Type="http://schemas.openxmlformats.org/officeDocument/2006/relationships/oleObject" Target="../embeddings/oleObject18.bin"/><Relationship Id="rId1" Type="http://schemas.openxmlformats.org/officeDocument/2006/relationships/vmlDrawing" Target="../drawings/vmlDrawing6.vml"/><Relationship Id="rId6" Type="http://schemas.openxmlformats.org/officeDocument/2006/relationships/oleObject" Target="../embeddings/oleObject13.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15.bin"/><Relationship Id="rId19" Type="http://schemas.openxmlformats.org/officeDocument/2006/relationships/image" Target="../media/image20.wmf"/><Relationship Id="rId4" Type="http://schemas.openxmlformats.org/officeDocument/2006/relationships/oleObject" Target="../embeddings/oleObject12.bin"/><Relationship Id="rId9" Type="http://schemas.openxmlformats.org/officeDocument/2006/relationships/image" Target="../media/image15.wmf"/><Relationship Id="rId14" Type="http://schemas.openxmlformats.org/officeDocument/2006/relationships/oleObject" Target="../embeddings/oleObject17.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2.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1.bin"/><Relationship Id="rId5" Type="http://schemas.openxmlformats.org/officeDocument/2006/relationships/image" Target="../media/image21.wmf"/><Relationship Id="rId4" Type="http://schemas.openxmlformats.org/officeDocument/2006/relationships/oleObject" Target="../embeddings/oleObject20.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23.wmf"/><Relationship Id="rId4" Type="http://schemas.openxmlformats.org/officeDocument/2006/relationships/oleObject" Target="../embeddings/oleObject22.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5.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4.bin"/><Relationship Id="rId5" Type="http://schemas.openxmlformats.org/officeDocument/2006/relationships/image" Target="../media/image24.wmf"/><Relationship Id="rId4" Type="http://schemas.openxmlformats.org/officeDocument/2006/relationships/oleObject" Target="../embeddings/oleObject23.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26.wmf"/><Relationship Id="rId4" Type="http://schemas.openxmlformats.org/officeDocument/2006/relationships/oleObject" Target="../embeddings/oleObject25.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15.xml"/><Relationship Id="rId7" Type="http://schemas.openxmlformats.org/officeDocument/2006/relationships/image" Target="../media/image28.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27.bin"/><Relationship Id="rId5" Type="http://schemas.openxmlformats.org/officeDocument/2006/relationships/image" Target="../media/image27.wmf"/><Relationship Id="rId4" Type="http://schemas.openxmlformats.org/officeDocument/2006/relationships/oleObject" Target="../embeddings/oleObject26.bin"/><Relationship Id="rId9" Type="http://schemas.openxmlformats.org/officeDocument/2006/relationships/image" Target="../media/image29.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notesSlide" Target="../notesSlides/notesSlide16.xml"/><Relationship Id="rId7"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30.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2.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34.wmf"/><Relationship Id="rId4"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notesSlide" Target="../notesSlides/notesSlide21.xml"/><Relationship Id="rId7" Type="http://schemas.openxmlformats.org/officeDocument/2006/relationships/image" Target="../media/image37.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35.bin"/><Relationship Id="rId5" Type="http://schemas.openxmlformats.org/officeDocument/2006/relationships/image" Target="../media/image36.wmf"/><Relationship Id="rId4" Type="http://schemas.openxmlformats.org/officeDocument/2006/relationships/oleObject" Target="../embeddings/oleObject34.bin"/><Relationship Id="rId9" Type="http://schemas.openxmlformats.org/officeDocument/2006/relationships/image" Target="../media/image38.w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38.bin"/><Relationship Id="rId5" Type="http://schemas.openxmlformats.org/officeDocument/2006/relationships/image" Target="../media/image39.wmf"/><Relationship Id="rId4" Type="http://schemas.openxmlformats.org/officeDocument/2006/relationships/oleObject" Target="../embeddings/oleObject37.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notesSlide" Target="../notesSlides/notesSlide23.xml"/><Relationship Id="rId7" Type="http://schemas.openxmlformats.org/officeDocument/2006/relationships/image" Target="../media/image42.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0.bin"/><Relationship Id="rId5" Type="http://schemas.openxmlformats.org/officeDocument/2006/relationships/image" Target="../media/image41.wmf"/><Relationship Id="rId4" Type="http://schemas.openxmlformats.org/officeDocument/2006/relationships/oleObject" Target="../embeddings/oleObject39.bin"/><Relationship Id="rId9" Type="http://schemas.openxmlformats.org/officeDocument/2006/relationships/image" Target="../media/image43.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notesSlide" Target="../notesSlides/notesSlide25.xml"/><Relationship Id="rId7" Type="http://schemas.openxmlformats.org/officeDocument/2006/relationships/image" Target="../media/image45.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43.bin"/><Relationship Id="rId5" Type="http://schemas.openxmlformats.org/officeDocument/2006/relationships/image" Target="../media/image44.wmf"/><Relationship Id="rId4" Type="http://schemas.openxmlformats.org/officeDocument/2006/relationships/oleObject" Target="../embeddings/oleObject42.bin"/><Relationship Id="rId9" Type="http://schemas.openxmlformats.org/officeDocument/2006/relationships/image" Target="../media/image46.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notesSlide" Target="../notesSlides/notesSlide26.xml"/><Relationship Id="rId7" Type="http://schemas.openxmlformats.org/officeDocument/2006/relationships/image" Target="../media/image48.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46.bin"/><Relationship Id="rId5" Type="http://schemas.openxmlformats.org/officeDocument/2006/relationships/image" Target="../media/image47.wmf"/><Relationship Id="rId4" Type="http://schemas.openxmlformats.org/officeDocument/2006/relationships/oleObject" Target="../embeddings/oleObject45.bin"/><Relationship Id="rId9" Type="http://schemas.openxmlformats.org/officeDocument/2006/relationships/image" Target="../media/image49.w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51.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49.bin"/><Relationship Id="rId5" Type="http://schemas.openxmlformats.org/officeDocument/2006/relationships/image" Target="../media/image50.wmf"/><Relationship Id="rId4" Type="http://schemas.openxmlformats.org/officeDocument/2006/relationships/oleObject" Target="../embeddings/oleObject48.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52.wmf"/><Relationship Id="rId4" Type="http://schemas.openxmlformats.org/officeDocument/2006/relationships/oleObject" Target="../embeddings/oleObject50.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52.wmf"/><Relationship Id="rId4" Type="http://schemas.openxmlformats.org/officeDocument/2006/relationships/oleObject" Target="../embeddings/oleObject51.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53.wmf"/><Relationship Id="rId4" Type="http://schemas.openxmlformats.org/officeDocument/2006/relationships/oleObject" Target="../embeddings/oleObject52.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55.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54.bin"/><Relationship Id="rId5" Type="http://schemas.openxmlformats.org/officeDocument/2006/relationships/image" Target="../media/image54.wmf"/><Relationship Id="rId4" Type="http://schemas.openxmlformats.org/officeDocument/2006/relationships/oleObject" Target="../embeddings/oleObject53.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55.wmf"/><Relationship Id="rId4" Type="http://schemas.openxmlformats.org/officeDocument/2006/relationships/oleObject" Target="../embeddings/oleObject54.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notesSlide" Target="../notesSlides/notesSlide34.xml"/><Relationship Id="rId7" Type="http://schemas.openxmlformats.org/officeDocument/2006/relationships/image" Target="../media/image57.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56.bin"/><Relationship Id="rId5" Type="http://schemas.openxmlformats.org/officeDocument/2006/relationships/image" Target="../media/image56.wmf"/><Relationship Id="rId4" Type="http://schemas.openxmlformats.org/officeDocument/2006/relationships/oleObject" Target="../embeddings/oleObject55.bin"/><Relationship Id="rId9" Type="http://schemas.openxmlformats.org/officeDocument/2006/relationships/image" Target="../media/image55.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a:extLst>
              <a:ext uri="{FF2B5EF4-FFF2-40B4-BE49-F238E27FC236}">
                <a16:creationId xmlns:a16="http://schemas.microsoft.com/office/drawing/2014/main" id="{48C800C6-30FC-43DE-84D1-50F5DFA5997E}"/>
              </a:ext>
            </a:extLst>
          </p:cNvPr>
          <p:cNvSpPr txBox="1">
            <a:spLocks noChangeArrowheads="1"/>
          </p:cNvSpPr>
          <p:nvPr/>
        </p:nvSpPr>
        <p:spPr bwMode="auto">
          <a:xfrm>
            <a:off x="2051050" y="720725"/>
            <a:ext cx="3878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3</a:t>
            </a:r>
            <a:r>
              <a:rPr lang="zh-CN" altLang="en-US" sz="3600">
                <a:latin typeface="Times New Roman" panose="02020603050405020304" pitchFamily="18" charset="0"/>
                <a:ea typeface="华文新魏" panose="02010800040101010101" pitchFamily="2" charset="-122"/>
              </a:rPr>
              <a:t>章  时域分析法</a:t>
            </a:r>
          </a:p>
        </p:txBody>
      </p:sp>
      <p:sp>
        <p:nvSpPr>
          <p:cNvPr id="5123" name="Rectangle 6">
            <a:extLst>
              <a:ext uri="{FF2B5EF4-FFF2-40B4-BE49-F238E27FC236}">
                <a16:creationId xmlns:a16="http://schemas.microsoft.com/office/drawing/2014/main" id="{8EDB67A8-2303-7413-6295-777E96102A26}"/>
              </a:ext>
            </a:extLst>
          </p:cNvPr>
          <p:cNvSpPr>
            <a:spLocks noChangeArrowheads="1"/>
          </p:cNvSpPr>
          <p:nvPr/>
        </p:nvSpPr>
        <p:spPr bwMode="auto">
          <a:xfrm>
            <a:off x="1689100" y="2089150"/>
            <a:ext cx="55626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 3.1   </a:t>
            </a:r>
            <a:r>
              <a:rPr lang="zh-CN" altLang="en-US" sz="2800">
                <a:latin typeface="Times New Roman" panose="02020603050405020304" pitchFamily="18" charset="0"/>
                <a:ea typeface="黑体" panose="02010609060101010101" pitchFamily="49" charset="-122"/>
              </a:rPr>
              <a:t>一阶系统的时间响应</a:t>
            </a:r>
          </a:p>
        </p:txBody>
      </p:sp>
      <p:sp>
        <p:nvSpPr>
          <p:cNvPr id="5124" name="Rectangle 7">
            <a:extLst>
              <a:ext uri="{FF2B5EF4-FFF2-40B4-BE49-F238E27FC236}">
                <a16:creationId xmlns:a16="http://schemas.microsoft.com/office/drawing/2014/main" id="{518CFAEA-73B6-4AD9-4B05-9ADF084A9A7E}"/>
              </a:ext>
            </a:extLst>
          </p:cNvPr>
          <p:cNvSpPr>
            <a:spLocks noChangeArrowheads="1"/>
          </p:cNvSpPr>
          <p:nvPr/>
        </p:nvSpPr>
        <p:spPr bwMode="auto">
          <a:xfrm>
            <a:off x="1762125" y="27051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solidFill>
                  <a:srgbClr val="FF0000"/>
                </a:solidFill>
                <a:latin typeface="Times New Roman" panose="02020603050405020304" pitchFamily="18" charset="0"/>
                <a:ea typeface="黑体" panose="02010609060101010101" pitchFamily="49" charset="-122"/>
              </a:rPr>
              <a:t>3.2   </a:t>
            </a:r>
            <a:r>
              <a:rPr lang="zh-CN" altLang="en-US" sz="2800">
                <a:solidFill>
                  <a:srgbClr val="FF0000"/>
                </a:solidFill>
                <a:latin typeface="Times New Roman" panose="02020603050405020304" pitchFamily="18" charset="0"/>
                <a:ea typeface="黑体" panose="02010609060101010101" pitchFamily="49" charset="-122"/>
              </a:rPr>
              <a:t>二阶系统的时间响应</a:t>
            </a:r>
          </a:p>
        </p:txBody>
      </p:sp>
      <p:sp>
        <p:nvSpPr>
          <p:cNvPr id="5125" name="Rectangle 8">
            <a:extLst>
              <a:ext uri="{FF2B5EF4-FFF2-40B4-BE49-F238E27FC236}">
                <a16:creationId xmlns:a16="http://schemas.microsoft.com/office/drawing/2014/main" id="{C8139091-C9AA-9439-843F-20F99DF91C3C}"/>
              </a:ext>
            </a:extLst>
          </p:cNvPr>
          <p:cNvSpPr>
            <a:spLocks noChangeArrowheads="1"/>
          </p:cNvSpPr>
          <p:nvPr/>
        </p:nvSpPr>
        <p:spPr bwMode="auto">
          <a:xfrm>
            <a:off x="1762125" y="3181350"/>
            <a:ext cx="53340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3.3   </a:t>
            </a:r>
            <a:r>
              <a:rPr lang="zh-CN" altLang="en-US" sz="2800">
                <a:latin typeface="Times New Roman" panose="02020603050405020304" pitchFamily="18" charset="0"/>
                <a:ea typeface="黑体" panose="02010609060101010101" pitchFamily="49" charset="-122"/>
              </a:rPr>
              <a:t>高阶系统的时间响应</a:t>
            </a:r>
          </a:p>
        </p:txBody>
      </p:sp>
      <p:sp>
        <p:nvSpPr>
          <p:cNvPr id="5126" name="Rectangle 9">
            <a:extLst>
              <a:ext uri="{FF2B5EF4-FFF2-40B4-BE49-F238E27FC236}">
                <a16:creationId xmlns:a16="http://schemas.microsoft.com/office/drawing/2014/main" id="{3CC0C79A-2BA5-B6C4-465F-E9E68F59EEC0}"/>
              </a:ext>
            </a:extLst>
          </p:cNvPr>
          <p:cNvSpPr>
            <a:spLocks noChangeArrowheads="1"/>
          </p:cNvSpPr>
          <p:nvPr/>
        </p:nvSpPr>
        <p:spPr bwMode="auto">
          <a:xfrm>
            <a:off x="1762125" y="3760788"/>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3.4   </a:t>
            </a:r>
            <a:r>
              <a:rPr lang="zh-CN" altLang="en-US" sz="2800">
                <a:latin typeface="Times New Roman" panose="02020603050405020304" pitchFamily="18" charset="0"/>
                <a:ea typeface="黑体" panose="02010609060101010101" pitchFamily="49" charset="-122"/>
              </a:rPr>
              <a:t>误差分析和计算</a:t>
            </a:r>
          </a:p>
        </p:txBody>
      </p:sp>
      <p:sp>
        <p:nvSpPr>
          <p:cNvPr id="5127" name="Rectangle 9">
            <a:extLst>
              <a:ext uri="{FF2B5EF4-FFF2-40B4-BE49-F238E27FC236}">
                <a16:creationId xmlns:a16="http://schemas.microsoft.com/office/drawing/2014/main" id="{4203D75E-D76B-B018-522B-466313C886CD}"/>
              </a:ext>
            </a:extLst>
          </p:cNvPr>
          <p:cNvSpPr>
            <a:spLocks noChangeArrowheads="1"/>
          </p:cNvSpPr>
          <p:nvPr/>
        </p:nvSpPr>
        <p:spPr bwMode="auto">
          <a:xfrm>
            <a:off x="1762125" y="4335463"/>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3.5   </a:t>
            </a:r>
            <a:r>
              <a:rPr lang="zh-CN" altLang="en-US" sz="2800">
                <a:latin typeface="Times New Roman" panose="02020603050405020304" pitchFamily="18" charset="0"/>
                <a:ea typeface="黑体" panose="02010609060101010101" pitchFamily="49" charset="-122"/>
              </a:rPr>
              <a:t>稳定性分析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8D6BCB-870F-D2AB-295B-0AEF41E94C46}"/>
              </a:ext>
            </a:extLst>
          </p:cNvPr>
          <p:cNvSpPr txBox="1">
            <a:spLocks noChangeArrowheads="1"/>
          </p:cNvSpPr>
          <p:nvPr/>
        </p:nvSpPr>
        <p:spPr bwMode="auto">
          <a:xfrm>
            <a:off x="639642" y="2989427"/>
            <a:ext cx="84016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dirty="0">
                <a:latin typeface="Calibri" panose="020F0502020204030204" pitchFamily="34" charset="0"/>
              </a:rPr>
              <a:t>2.  </a:t>
            </a:r>
            <a:r>
              <a:rPr lang="zh-CN" altLang="en-US" sz="2400" dirty="0">
                <a:latin typeface="Calibri" panose="020F0502020204030204" pitchFamily="34" charset="0"/>
              </a:rPr>
              <a:t>二阶系统的传递函数、特征根位置与阻尼比</a:t>
            </a:r>
            <a:r>
              <a:rPr lang="zh-CN" altLang="en-US" sz="2400" dirty="0">
                <a:latin typeface="Calibri" panose="020F0502020204030204" pitchFamily="34" charset="0"/>
                <a:sym typeface="Symbol" panose="05050102010706020507" pitchFamily="18" charset="2"/>
              </a:rPr>
              <a:t>取值的关系？</a:t>
            </a:r>
            <a:endParaRPr lang="zh-CN" altLang="en-US" sz="2400" dirty="0">
              <a:latin typeface="Calibri" panose="020F0502020204030204" pitchFamily="34" charset="0"/>
            </a:endParaRPr>
          </a:p>
        </p:txBody>
      </p:sp>
      <p:sp>
        <p:nvSpPr>
          <p:cNvPr id="5" name="TextBox 4">
            <a:extLst>
              <a:ext uri="{FF2B5EF4-FFF2-40B4-BE49-F238E27FC236}">
                <a16:creationId xmlns:a16="http://schemas.microsoft.com/office/drawing/2014/main" id="{596AAB6D-10AC-6BFC-A84F-4637EAA71A1F}"/>
              </a:ext>
            </a:extLst>
          </p:cNvPr>
          <p:cNvSpPr txBox="1">
            <a:spLocks noChangeArrowheads="1"/>
          </p:cNvSpPr>
          <p:nvPr/>
        </p:nvSpPr>
        <p:spPr bwMode="auto">
          <a:xfrm>
            <a:off x="683568" y="1972779"/>
            <a:ext cx="73263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dirty="0">
                <a:latin typeface="Calibri" panose="020F0502020204030204" pitchFamily="34" charset="0"/>
              </a:rPr>
              <a:t>1.  </a:t>
            </a:r>
            <a:r>
              <a:rPr lang="zh-CN" altLang="en-US" sz="2400" dirty="0">
                <a:latin typeface="Calibri" panose="020F0502020204030204" pitchFamily="34" charset="0"/>
              </a:rPr>
              <a:t>一阶系统的传递函数是什么？特征根位置与系统单位阶跃响应、单位斜坡响应性能</a:t>
            </a:r>
            <a:r>
              <a:rPr lang="zh-CN" altLang="en-US" sz="2400" dirty="0">
                <a:latin typeface="Calibri" panose="020F0502020204030204" pitchFamily="34" charset="0"/>
                <a:sym typeface="Symbol" panose="05050102010706020507" pitchFamily="18" charset="2"/>
              </a:rPr>
              <a:t>的关系？</a:t>
            </a:r>
            <a:endParaRPr lang="zh-CN" altLang="en-US" sz="2400" dirty="0">
              <a:latin typeface="Calibri" panose="020F0502020204030204" pitchFamily="34" charset="0"/>
            </a:endParaRPr>
          </a:p>
        </p:txBody>
      </p:sp>
      <p:sp>
        <p:nvSpPr>
          <p:cNvPr id="6" name="TextBox 5">
            <a:extLst>
              <a:ext uri="{FF2B5EF4-FFF2-40B4-BE49-F238E27FC236}">
                <a16:creationId xmlns:a16="http://schemas.microsoft.com/office/drawing/2014/main" id="{2ABAA1F2-3E50-7698-643F-7EAFA25325E2}"/>
              </a:ext>
            </a:extLst>
          </p:cNvPr>
          <p:cNvSpPr txBox="1">
            <a:spLocks noChangeArrowheads="1"/>
          </p:cNvSpPr>
          <p:nvPr/>
        </p:nvSpPr>
        <p:spPr bwMode="auto">
          <a:xfrm>
            <a:off x="629495" y="3774689"/>
            <a:ext cx="7326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dirty="0">
                <a:latin typeface="Calibri" panose="020F0502020204030204" pitchFamily="34" charset="0"/>
              </a:rPr>
              <a:t>3.  </a:t>
            </a:r>
            <a:r>
              <a:rPr lang="zh-CN" altLang="en-US" sz="2400" dirty="0">
                <a:latin typeface="Calibri" panose="020F0502020204030204" pitchFamily="34" charset="0"/>
              </a:rPr>
              <a:t>二阶系统特征根位置与系统阶跃响应性能</a:t>
            </a:r>
            <a:r>
              <a:rPr lang="zh-CN" altLang="en-US" sz="2400" dirty="0">
                <a:latin typeface="Calibri" panose="020F0502020204030204" pitchFamily="34" charset="0"/>
                <a:sym typeface="Symbol" panose="05050102010706020507" pitchFamily="18" charset="2"/>
              </a:rPr>
              <a:t>的关系？</a:t>
            </a:r>
            <a:endParaRPr lang="zh-CN" altLang="en-US" sz="2400" dirty="0">
              <a:latin typeface="Calibri" panose="020F0502020204030204" pitchFamily="34" charset="0"/>
            </a:endParaRPr>
          </a:p>
        </p:txBody>
      </p:sp>
      <p:sp>
        <p:nvSpPr>
          <p:cNvPr id="7173" name="文本框 1">
            <a:extLst>
              <a:ext uri="{FF2B5EF4-FFF2-40B4-BE49-F238E27FC236}">
                <a16:creationId xmlns:a16="http://schemas.microsoft.com/office/drawing/2014/main" id="{E4A1C5E6-047D-54D9-3886-E5F77320FD51}"/>
              </a:ext>
            </a:extLst>
          </p:cNvPr>
          <p:cNvSpPr txBox="1">
            <a:spLocks noChangeArrowheads="1"/>
          </p:cNvSpPr>
          <p:nvPr/>
        </p:nvSpPr>
        <p:spPr bwMode="auto">
          <a:xfrm>
            <a:off x="611560" y="764704"/>
            <a:ext cx="901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复习</a:t>
            </a:r>
          </a:p>
        </p:txBody>
      </p:sp>
      <p:sp>
        <p:nvSpPr>
          <p:cNvPr id="2" name="TextBox 5">
            <a:extLst>
              <a:ext uri="{FF2B5EF4-FFF2-40B4-BE49-F238E27FC236}">
                <a16:creationId xmlns:a16="http://schemas.microsoft.com/office/drawing/2014/main" id="{28EBF2A3-B7FF-7F8C-1CEC-E42ECD1F3309}"/>
              </a:ext>
            </a:extLst>
          </p:cNvPr>
          <p:cNvSpPr txBox="1">
            <a:spLocks noChangeArrowheads="1"/>
          </p:cNvSpPr>
          <p:nvPr/>
        </p:nvSpPr>
        <p:spPr bwMode="auto">
          <a:xfrm>
            <a:off x="683568" y="4653136"/>
            <a:ext cx="793524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457200" indent="-457200" eaLnBrk="1" hangingPunct="1">
              <a:buAutoNum type="arabicPeriod" startAt="4"/>
            </a:pPr>
            <a:r>
              <a:rPr lang="zh-CN" altLang="en-US" sz="2400" dirty="0">
                <a:latin typeface="Calibri" panose="020F0502020204030204" pitchFamily="34" charset="0"/>
              </a:rPr>
              <a:t>评价系统</a:t>
            </a:r>
            <a:r>
              <a:rPr lang="zh-CN" altLang="en-US" sz="2400" dirty="0">
                <a:latin typeface="Calibri" panose="020F0502020204030204" pitchFamily="34" charset="0"/>
                <a:sym typeface="Symbol" panose="05050102010706020507" pitchFamily="18" charset="2"/>
              </a:rPr>
              <a:t>的动态性能指标有哪些？哪些指标和系统的平稳性相关？</a:t>
            </a:r>
            <a:endParaRPr lang="zh-CN" altLang="en-US" sz="240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Text Box 4">
            <a:extLst>
              <a:ext uri="{FF2B5EF4-FFF2-40B4-BE49-F238E27FC236}">
                <a16:creationId xmlns:a16="http://schemas.microsoft.com/office/drawing/2014/main" id="{45EF0660-75E8-8B76-BFE6-700892C2CA61}"/>
              </a:ext>
            </a:extLst>
          </p:cNvPr>
          <p:cNvSpPr txBox="1">
            <a:spLocks noChangeArrowheads="1"/>
          </p:cNvSpPr>
          <p:nvPr/>
        </p:nvSpPr>
        <p:spPr bwMode="auto">
          <a:xfrm>
            <a:off x="971550" y="981075"/>
            <a:ext cx="73152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buFont typeface="Wingdings" panose="05000000000000000000" pitchFamily="2" charset="2"/>
              <a:buNone/>
            </a:pPr>
            <a:r>
              <a:rPr lang="zh-CN" altLang="en-US" sz="2800">
                <a:latin typeface="宋体" panose="02010600030101010101" pitchFamily="2" charset="-122"/>
              </a:rPr>
              <a:t>二阶系统的阻尼比</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zh-CN" altLang="en-US" sz="2800">
                <a:latin typeface="宋体" panose="02010600030101010101" pitchFamily="2" charset="-122"/>
              </a:rPr>
              <a:t>决定了其振荡特性：</a:t>
            </a:r>
            <a:endParaRPr lang="zh-CN" altLang="en-US" sz="2800">
              <a:latin typeface="Times New Roman" panose="02020603050405020304" pitchFamily="18" charset="0"/>
            </a:endParaRPr>
          </a:p>
        </p:txBody>
      </p:sp>
      <p:sp>
        <p:nvSpPr>
          <p:cNvPr id="75781" name="Text Box 5">
            <a:extLst>
              <a:ext uri="{FF2B5EF4-FFF2-40B4-BE49-F238E27FC236}">
                <a16:creationId xmlns:a16="http://schemas.microsoft.com/office/drawing/2014/main" id="{B4564E6F-9CEB-3B20-6A11-0A6DC2CE26F2}"/>
              </a:ext>
            </a:extLst>
          </p:cNvPr>
          <p:cNvSpPr txBox="1">
            <a:spLocks noChangeArrowheads="1"/>
          </p:cNvSpPr>
          <p:nvPr/>
        </p:nvSpPr>
        <p:spPr bwMode="auto">
          <a:xfrm>
            <a:off x="900113" y="1916113"/>
            <a:ext cx="7739062" cy="112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rPr>
              <a:t>&lt; 0 </a:t>
            </a:r>
            <a:r>
              <a:rPr lang="zh-CN" altLang="en-US" sz="2800">
                <a:latin typeface="Times New Roman" panose="02020603050405020304" pitchFamily="18" charset="0"/>
              </a:rPr>
              <a:t>（负阻尼）</a:t>
            </a:r>
            <a:r>
              <a:rPr lang="zh-CN" altLang="en-US" sz="2800">
                <a:latin typeface="宋体" panose="02010600030101010101" pitchFamily="2" charset="-122"/>
              </a:rPr>
              <a:t>时，特征根在右半</a:t>
            </a:r>
            <a:r>
              <a:rPr lang="en-US" altLang="zh-CN" sz="2800">
                <a:latin typeface="宋体" panose="02010600030101010101" pitchFamily="2" charset="-122"/>
              </a:rPr>
              <a:t>s</a:t>
            </a:r>
            <a:r>
              <a:rPr lang="zh-CN" altLang="en-US" sz="2800">
                <a:latin typeface="宋体" panose="02010600030101010101" pitchFamily="2" charset="-122"/>
              </a:rPr>
              <a:t>平面，阶跃响应发散，系统不稳定；</a:t>
            </a:r>
            <a:endParaRPr lang="zh-CN" altLang="en-US" sz="2800">
              <a:latin typeface="Times New Roman" panose="02020603050405020304" pitchFamily="18" charset="0"/>
            </a:endParaRPr>
          </a:p>
        </p:txBody>
      </p:sp>
      <p:sp>
        <p:nvSpPr>
          <p:cNvPr id="75782" name="Text Box 6">
            <a:extLst>
              <a:ext uri="{FF2B5EF4-FFF2-40B4-BE49-F238E27FC236}">
                <a16:creationId xmlns:a16="http://schemas.microsoft.com/office/drawing/2014/main" id="{B00B30DA-DD74-18AA-C562-666F24E41A3D}"/>
              </a:ext>
            </a:extLst>
          </p:cNvPr>
          <p:cNvSpPr txBox="1">
            <a:spLocks noChangeArrowheads="1"/>
          </p:cNvSpPr>
          <p:nvPr/>
        </p:nvSpPr>
        <p:spPr bwMode="auto">
          <a:xfrm>
            <a:off x="900113" y="3140075"/>
            <a:ext cx="7878762"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1</a:t>
            </a:r>
            <a:r>
              <a:rPr lang="zh-CN" altLang="en-US" sz="2800">
                <a:latin typeface="Times New Roman" panose="02020603050405020304" pitchFamily="18" charset="0"/>
              </a:rPr>
              <a:t>（临界阻尼和过阻尼）</a:t>
            </a:r>
            <a:r>
              <a:rPr lang="en-US" altLang="zh-CN" sz="2800">
                <a:latin typeface="Times New Roman" panose="02020603050405020304" pitchFamily="18" charset="0"/>
              </a:rPr>
              <a:t> </a:t>
            </a:r>
            <a:r>
              <a:rPr lang="zh-CN" altLang="en-US" sz="2800">
                <a:latin typeface="宋体" panose="02010600030101010101" pitchFamily="2" charset="-122"/>
              </a:rPr>
              <a:t>时，特征根在左半</a:t>
            </a:r>
            <a:r>
              <a:rPr lang="en-US" altLang="zh-CN" sz="2800">
                <a:latin typeface="宋体" panose="02010600030101010101" pitchFamily="2" charset="-122"/>
              </a:rPr>
              <a:t>s</a:t>
            </a:r>
            <a:r>
              <a:rPr lang="zh-CN" altLang="en-US" sz="2800">
                <a:latin typeface="宋体" panose="02010600030101010101" pitchFamily="2" charset="-122"/>
              </a:rPr>
              <a:t>平面实轴上，无振荡、无超调，过渡过程长；</a:t>
            </a:r>
          </a:p>
        </p:txBody>
      </p:sp>
      <p:sp>
        <p:nvSpPr>
          <p:cNvPr id="75783" name="Text Box 7">
            <a:extLst>
              <a:ext uri="{FF2B5EF4-FFF2-40B4-BE49-F238E27FC236}">
                <a16:creationId xmlns:a16="http://schemas.microsoft.com/office/drawing/2014/main" id="{D0461059-6978-D76A-D522-FC097D2E81DC}"/>
              </a:ext>
            </a:extLst>
          </p:cNvPr>
          <p:cNvSpPr txBox="1">
            <a:spLocks noChangeArrowheads="1"/>
          </p:cNvSpPr>
          <p:nvPr/>
        </p:nvSpPr>
        <p:spPr bwMode="auto">
          <a:xfrm>
            <a:off x="971550" y="4292600"/>
            <a:ext cx="7958138"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en-US" altLang="zh-CN" sz="2800">
                <a:latin typeface="Times New Roman" panose="02020603050405020304" pitchFamily="18" charset="0"/>
              </a:rPr>
              <a:t>0&lt;</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&lt;1</a:t>
            </a:r>
            <a:r>
              <a:rPr lang="zh-CN" altLang="en-US" sz="2800">
                <a:latin typeface="Times New Roman" panose="02020603050405020304" pitchFamily="18" charset="0"/>
              </a:rPr>
              <a:t>（欠阻尼）</a:t>
            </a:r>
            <a:r>
              <a:rPr lang="en-US" altLang="zh-CN" sz="2800">
                <a:latin typeface="Times New Roman" panose="02020603050405020304" pitchFamily="18" charset="0"/>
              </a:rPr>
              <a:t>时，</a:t>
            </a:r>
            <a:r>
              <a:rPr lang="zh-CN" altLang="en-US" sz="2800">
                <a:latin typeface="Times New Roman" panose="02020603050405020304" pitchFamily="18" charset="0"/>
              </a:rPr>
              <a:t>特征根在左半</a:t>
            </a:r>
            <a:r>
              <a:rPr lang="en-US" altLang="zh-CN" sz="2800">
                <a:latin typeface="Times New Roman" panose="02020603050405020304" pitchFamily="18" charset="0"/>
              </a:rPr>
              <a:t>s</a:t>
            </a:r>
            <a:r>
              <a:rPr lang="zh-CN" altLang="en-US" sz="2800">
                <a:latin typeface="Times New Roman" panose="02020603050405020304" pitchFamily="18" charset="0"/>
              </a:rPr>
              <a:t>平面复平面内，</a:t>
            </a:r>
            <a:r>
              <a:rPr lang="en-US" altLang="zh-CN" sz="2800">
                <a:latin typeface="Times New Roman" panose="02020603050405020304" pitchFamily="18" charset="0"/>
              </a:rPr>
              <a:t>有振荡，</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愈小，振荡愈严重，但响应愈快</a:t>
            </a:r>
            <a:r>
              <a:rPr lang="zh-CN" altLang="en-US" sz="2800">
                <a:latin typeface="Times New Roman" panose="02020603050405020304" pitchFamily="18" charset="0"/>
              </a:rPr>
              <a:t>；</a:t>
            </a:r>
          </a:p>
        </p:txBody>
      </p:sp>
      <p:sp>
        <p:nvSpPr>
          <p:cNvPr id="75784" name="Text Box 8">
            <a:extLst>
              <a:ext uri="{FF2B5EF4-FFF2-40B4-BE49-F238E27FC236}">
                <a16:creationId xmlns:a16="http://schemas.microsoft.com/office/drawing/2014/main" id="{BFC038A0-BB93-5A52-7B55-73A4178B912D}"/>
              </a:ext>
            </a:extLst>
          </p:cNvPr>
          <p:cNvSpPr txBox="1">
            <a:spLocks noChangeArrowheads="1"/>
          </p:cNvSpPr>
          <p:nvPr/>
        </p:nvSpPr>
        <p:spPr bwMode="auto">
          <a:xfrm>
            <a:off x="939800" y="5516563"/>
            <a:ext cx="7264400" cy="112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 0</a:t>
            </a:r>
            <a:r>
              <a:rPr lang="zh-CN" altLang="en-US" sz="2800">
                <a:latin typeface="Times New Roman" panose="02020603050405020304" pitchFamily="18" charset="0"/>
              </a:rPr>
              <a:t>（无阻尼）时</a:t>
            </a:r>
            <a:r>
              <a:rPr lang="zh-CN" altLang="en-US" sz="2800">
                <a:latin typeface="宋体" panose="02010600030101010101" pitchFamily="2" charset="-122"/>
              </a:rPr>
              <a:t>，特征根在虚轴上，出现等幅振荡。</a:t>
            </a:r>
            <a:r>
              <a:rPr lang="zh-CN" altLang="en-US" sz="2800">
                <a:latin typeface="Times New Roman" panose="02020603050405020304" pitchFamily="18"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3">
            <a:extLst>
              <a:ext uri="{FF2B5EF4-FFF2-40B4-BE49-F238E27FC236}">
                <a16:creationId xmlns:a16="http://schemas.microsoft.com/office/drawing/2014/main" id="{33BC8974-DD60-32C8-91C9-6C5782E541B4}"/>
              </a:ext>
            </a:extLst>
          </p:cNvPr>
          <p:cNvGrpSpPr>
            <a:grpSpLocks/>
          </p:cNvGrpSpPr>
          <p:nvPr/>
        </p:nvGrpSpPr>
        <p:grpSpPr bwMode="auto">
          <a:xfrm>
            <a:off x="899592" y="158155"/>
            <a:ext cx="7472363" cy="5268912"/>
            <a:chOff x="813" y="540"/>
            <a:chExt cx="4707" cy="3319"/>
          </a:xfrm>
        </p:grpSpPr>
        <p:sp>
          <p:nvSpPr>
            <p:cNvPr id="14339" name="Rectangle 4">
              <a:extLst>
                <a:ext uri="{FF2B5EF4-FFF2-40B4-BE49-F238E27FC236}">
                  <a16:creationId xmlns:a16="http://schemas.microsoft.com/office/drawing/2014/main" id="{67B81D98-5003-C55C-B472-E3127CC5A674}"/>
                </a:ext>
              </a:extLst>
            </p:cNvPr>
            <p:cNvSpPr>
              <a:spLocks noChangeArrowheads="1"/>
            </p:cNvSpPr>
            <p:nvPr/>
          </p:nvSpPr>
          <p:spPr bwMode="auto">
            <a:xfrm>
              <a:off x="1021" y="1772"/>
              <a:ext cx="1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solidFill>
                    <a:srgbClr val="000000"/>
                  </a:solidFill>
                  <a:latin typeface="Helvetica" panose="020B0604020202020204" pitchFamily="34" charset="0"/>
                </a:rPr>
                <a:t>1</a:t>
              </a:r>
              <a:endParaRPr lang="en-US" altLang="zh-CN" sz="2800">
                <a:latin typeface="Times New Roman" panose="02020603050405020304" pitchFamily="18" charset="0"/>
              </a:endParaRPr>
            </a:p>
          </p:txBody>
        </p:sp>
        <p:sp>
          <p:nvSpPr>
            <p:cNvPr id="14340" name="Line 5">
              <a:extLst>
                <a:ext uri="{FF2B5EF4-FFF2-40B4-BE49-F238E27FC236}">
                  <a16:creationId xmlns:a16="http://schemas.microsoft.com/office/drawing/2014/main" id="{9100ABE8-A21E-2EA8-241E-C9B7910FC856}"/>
                </a:ext>
              </a:extLst>
            </p:cNvPr>
            <p:cNvSpPr>
              <a:spLocks noChangeShapeType="1"/>
            </p:cNvSpPr>
            <p:nvPr/>
          </p:nvSpPr>
          <p:spPr bwMode="auto">
            <a:xfrm>
              <a:off x="1260" y="3589"/>
              <a:ext cx="41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1" name="Line 6">
              <a:extLst>
                <a:ext uri="{FF2B5EF4-FFF2-40B4-BE49-F238E27FC236}">
                  <a16:creationId xmlns:a16="http://schemas.microsoft.com/office/drawing/2014/main" id="{A3291EA8-B241-9662-9628-5831F300E49F}"/>
                </a:ext>
              </a:extLst>
            </p:cNvPr>
            <p:cNvSpPr>
              <a:spLocks noChangeShapeType="1"/>
            </p:cNvSpPr>
            <p:nvPr/>
          </p:nvSpPr>
          <p:spPr bwMode="auto">
            <a:xfrm flipV="1">
              <a:off x="1260" y="868"/>
              <a:ext cx="0" cy="272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2" name="Line 7">
              <a:extLst>
                <a:ext uri="{FF2B5EF4-FFF2-40B4-BE49-F238E27FC236}">
                  <a16:creationId xmlns:a16="http://schemas.microsoft.com/office/drawing/2014/main" id="{4FD444AA-5340-1281-63A7-A445AB262763}"/>
                </a:ext>
              </a:extLst>
            </p:cNvPr>
            <p:cNvSpPr>
              <a:spLocks noChangeShapeType="1"/>
            </p:cNvSpPr>
            <p:nvPr/>
          </p:nvSpPr>
          <p:spPr bwMode="auto">
            <a:xfrm>
              <a:off x="2250" y="1853"/>
              <a:ext cx="0" cy="2"/>
            </a:xfrm>
            <a:prstGeom prst="line">
              <a:avLst/>
            </a:prstGeom>
            <a:noFill/>
            <a:ln w="158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3" name="Line 8">
              <a:extLst>
                <a:ext uri="{FF2B5EF4-FFF2-40B4-BE49-F238E27FC236}">
                  <a16:creationId xmlns:a16="http://schemas.microsoft.com/office/drawing/2014/main" id="{CC465CDB-E76C-BE85-FCA9-513D3CE8B66A}"/>
                </a:ext>
              </a:extLst>
            </p:cNvPr>
            <p:cNvSpPr>
              <a:spLocks noChangeShapeType="1"/>
            </p:cNvSpPr>
            <p:nvPr/>
          </p:nvSpPr>
          <p:spPr bwMode="auto">
            <a:xfrm>
              <a:off x="2363" y="1853"/>
              <a:ext cx="3" cy="2"/>
            </a:xfrm>
            <a:prstGeom prst="line">
              <a:avLst/>
            </a:prstGeom>
            <a:noFill/>
            <a:ln w="15875">
              <a:solidFill>
                <a:srgbClr val="BFB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4" name="Line 9">
              <a:extLst>
                <a:ext uri="{FF2B5EF4-FFF2-40B4-BE49-F238E27FC236}">
                  <a16:creationId xmlns:a16="http://schemas.microsoft.com/office/drawing/2014/main" id="{82550879-3281-9A08-E859-492862154CC7}"/>
                </a:ext>
              </a:extLst>
            </p:cNvPr>
            <p:cNvSpPr>
              <a:spLocks noChangeShapeType="1"/>
            </p:cNvSpPr>
            <p:nvPr/>
          </p:nvSpPr>
          <p:spPr bwMode="auto">
            <a:xfrm>
              <a:off x="1259" y="1975"/>
              <a:ext cx="4198" cy="1"/>
            </a:xfrm>
            <a:prstGeom prst="line">
              <a:avLst/>
            </a:prstGeom>
            <a:noFill/>
            <a:ln w="38100">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5" name="Text Box 10">
              <a:extLst>
                <a:ext uri="{FF2B5EF4-FFF2-40B4-BE49-F238E27FC236}">
                  <a16:creationId xmlns:a16="http://schemas.microsoft.com/office/drawing/2014/main" id="{9C0D51BA-0481-70BC-EE00-BED3D9E74B8C}"/>
                </a:ext>
              </a:extLst>
            </p:cNvPr>
            <p:cNvSpPr txBox="1">
              <a:spLocks noChangeArrowheads="1"/>
            </p:cNvSpPr>
            <p:nvPr/>
          </p:nvSpPr>
          <p:spPr bwMode="auto">
            <a:xfrm>
              <a:off x="1282" y="3120"/>
              <a:ext cx="1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zh-CN" sz="2800">
                <a:latin typeface="Times New Roman" panose="02020603050405020304" pitchFamily="18" charset="0"/>
              </a:endParaRPr>
            </a:p>
          </p:txBody>
        </p:sp>
        <p:sp>
          <p:nvSpPr>
            <p:cNvPr id="14346" name="Rectangle 11">
              <a:extLst>
                <a:ext uri="{FF2B5EF4-FFF2-40B4-BE49-F238E27FC236}">
                  <a16:creationId xmlns:a16="http://schemas.microsoft.com/office/drawing/2014/main" id="{BA50AE08-AD73-8D91-A03E-4B91D2E410F7}"/>
                </a:ext>
              </a:extLst>
            </p:cNvPr>
            <p:cNvSpPr>
              <a:spLocks noChangeArrowheads="1"/>
            </p:cNvSpPr>
            <p:nvPr/>
          </p:nvSpPr>
          <p:spPr bwMode="auto">
            <a:xfrm>
              <a:off x="1041" y="3563"/>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latin typeface="Times New Roman" panose="02020603050405020304" pitchFamily="18" charset="0"/>
                </a:rPr>
                <a:t>0</a:t>
              </a:r>
            </a:p>
          </p:txBody>
        </p:sp>
        <p:sp>
          <p:nvSpPr>
            <p:cNvPr id="14347" name="Rectangle 12">
              <a:extLst>
                <a:ext uri="{FF2B5EF4-FFF2-40B4-BE49-F238E27FC236}">
                  <a16:creationId xmlns:a16="http://schemas.microsoft.com/office/drawing/2014/main" id="{A46C2D97-0208-E5A7-7B7F-2B18BB963910}"/>
                </a:ext>
              </a:extLst>
            </p:cNvPr>
            <p:cNvSpPr>
              <a:spLocks noChangeArrowheads="1"/>
            </p:cNvSpPr>
            <p:nvPr/>
          </p:nvSpPr>
          <p:spPr bwMode="auto">
            <a:xfrm>
              <a:off x="5295" y="3589"/>
              <a:ext cx="225"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i="1">
                  <a:latin typeface="Times New Roman" panose="02020603050405020304" pitchFamily="18" charset="0"/>
                </a:rPr>
                <a:t>t</a:t>
              </a:r>
              <a:endParaRPr lang="en-US" altLang="zh-CN" sz="2800">
                <a:latin typeface="Times New Roman" panose="02020603050405020304" pitchFamily="18" charset="0"/>
              </a:endParaRPr>
            </a:p>
          </p:txBody>
        </p:sp>
        <p:sp>
          <p:nvSpPr>
            <p:cNvPr id="14348" name="Line 13">
              <a:extLst>
                <a:ext uri="{FF2B5EF4-FFF2-40B4-BE49-F238E27FC236}">
                  <a16:creationId xmlns:a16="http://schemas.microsoft.com/office/drawing/2014/main" id="{0D6F3FC1-FA4D-4184-8C02-BCC9551B4B12}"/>
                </a:ext>
              </a:extLst>
            </p:cNvPr>
            <p:cNvSpPr>
              <a:spLocks noChangeShapeType="1"/>
            </p:cNvSpPr>
            <p:nvPr/>
          </p:nvSpPr>
          <p:spPr bwMode="auto">
            <a:xfrm flipH="1">
              <a:off x="1524" y="1138"/>
              <a:ext cx="64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9" name="Line 14">
              <a:extLst>
                <a:ext uri="{FF2B5EF4-FFF2-40B4-BE49-F238E27FC236}">
                  <a16:creationId xmlns:a16="http://schemas.microsoft.com/office/drawing/2014/main" id="{D8D694C6-AF49-D835-C9EB-D486B13EF67F}"/>
                </a:ext>
              </a:extLst>
            </p:cNvPr>
            <p:cNvSpPr>
              <a:spLocks noChangeShapeType="1"/>
            </p:cNvSpPr>
            <p:nvPr/>
          </p:nvSpPr>
          <p:spPr bwMode="auto">
            <a:xfrm>
              <a:off x="1708" y="1107"/>
              <a:ext cx="3" cy="861"/>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0" name="Rectangle 15">
              <a:extLst>
                <a:ext uri="{FF2B5EF4-FFF2-40B4-BE49-F238E27FC236}">
                  <a16:creationId xmlns:a16="http://schemas.microsoft.com/office/drawing/2014/main" id="{676B3EFD-4705-63E5-5E8E-E3A08007451A}"/>
                </a:ext>
              </a:extLst>
            </p:cNvPr>
            <p:cNvSpPr>
              <a:spLocks noChangeArrowheads="1"/>
            </p:cNvSpPr>
            <p:nvPr/>
          </p:nvSpPr>
          <p:spPr bwMode="auto">
            <a:xfrm>
              <a:off x="1417" y="1344"/>
              <a:ext cx="27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i="1">
                  <a:solidFill>
                    <a:srgbClr val="000000"/>
                  </a:solidFill>
                  <a:latin typeface="Helvetica" panose="020B0604020202020204" pitchFamily="34" charset="0"/>
                </a:rPr>
                <a:t>M</a:t>
              </a:r>
              <a:r>
                <a:rPr lang="en-US" altLang="zh-CN" sz="2900" i="1" baseline="-12000">
                  <a:solidFill>
                    <a:srgbClr val="000000"/>
                  </a:solidFill>
                  <a:latin typeface="Helvetica" panose="020B0604020202020204" pitchFamily="34" charset="0"/>
                </a:rPr>
                <a:t>p</a:t>
              </a:r>
              <a:endParaRPr lang="en-US" altLang="zh-CN" sz="2800" i="1">
                <a:latin typeface="Times New Roman" panose="02020603050405020304" pitchFamily="18" charset="0"/>
              </a:endParaRPr>
            </a:p>
          </p:txBody>
        </p:sp>
        <p:sp>
          <p:nvSpPr>
            <p:cNvPr id="14351" name="Line 16">
              <a:extLst>
                <a:ext uri="{FF2B5EF4-FFF2-40B4-BE49-F238E27FC236}">
                  <a16:creationId xmlns:a16="http://schemas.microsoft.com/office/drawing/2014/main" id="{E6DF7E5E-7273-F8BF-FFE3-5A7A93D4D196}"/>
                </a:ext>
              </a:extLst>
            </p:cNvPr>
            <p:cNvSpPr>
              <a:spLocks noChangeShapeType="1"/>
            </p:cNvSpPr>
            <p:nvPr/>
          </p:nvSpPr>
          <p:spPr bwMode="auto">
            <a:xfrm>
              <a:off x="1799" y="1988"/>
              <a:ext cx="0" cy="1598"/>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17">
              <a:extLst>
                <a:ext uri="{FF2B5EF4-FFF2-40B4-BE49-F238E27FC236}">
                  <a16:creationId xmlns:a16="http://schemas.microsoft.com/office/drawing/2014/main" id="{425DC04E-1E5D-D29E-EDD8-6A100FCC6C97}"/>
                </a:ext>
              </a:extLst>
            </p:cNvPr>
            <p:cNvSpPr>
              <a:spLocks noChangeShapeType="1"/>
            </p:cNvSpPr>
            <p:nvPr/>
          </p:nvSpPr>
          <p:spPr bwMode="auto">
            <a:xfrm>
              <a:off x="2163" y="1141"/>
              <a:ext cx="2" cy="2448"/>
            </a:xfrm>
            <a:prstGeom prst="line">
              <a:avLst/>
            </a:prstGeom>
            <a:noFill/>
            <a:ln w="28575">
              <a:solidFill>
                <a:srgbClr val="339933"/>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3" name="Line 18">
              <a:extLst>
                <a:ext uri="{FF2B5EF4-FFF2-40B4-BE49-F238E27FC236}">
                  <a16:creationId xmlns:a16="http://schemas.microsoft.com/office/drawing/2014/main" id="{48E0BFF6-88B8-2627-1F81-3655B12C8FCF}"/>
                </a:ext>
              </a:extLst>
            </p:cNvPr>
            <p:cNvSpPr>
              <a:spLocks noChangeShapeType="1"/>
            </p:cNvSpPr>
            <p:nvPr/>
          </p:nvSpPr>
          <p:spPr bwMode="auto">
            <a:xfrm>
              <a:off x="3373" y="1739"/>
              <a:ext cx="1805" cy="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19">
              <a:extLst>
                <a:ext uri="{FF2B5EF4-FFF2-40B4-BE49-F238E27FC236}">
                  <a16:creationId xmlns:a16="http://schemas.microsoft.com/office/drawing/2014/main" id="{5493865F-0963-2C23-0AC8-A8EA789F6FC1}"/>
                </a:ext>
              </a:extLst>
            </p:cNvPr>
            <p:cNvSpPr>
              <a:spLocks noChangeShapeType="1"/>
            </p:cNvSpPr>
            <p:nvPr/>
          </p:nvSpPr>
          <p:spPr bwMode="auto">
            <a:xfrm>
              <a:off x="3397" y="2190"/>
              <a:ext cx="1805"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Line 20">
              <a:extLst>
                <a:ext uri="{FF2B5EF4-FFF2-40B4-BE49-F238E27FC236}">
                  <a16:creationId xmlns:a16="http://schemas.microsoft.com/office/drawing/2014/main" id="{1E889069-1853-F407-7CD2-28859FF9A19F}"/>
                </a:ext>
              </a:extLst>
            </p:cNvPr>
            <p:cNvSpPr>
              <a:spLocks noChangeShapeType="1"/>
            </p:cNvSpPr>
            <p:nvPr/>
          </p:nvSpPr>
          <p:spPr bwMode="auto">
            <a:xfrm flipH="1">
              <a:off x="3397" y="2182"/>
              <a:ext cx="0" cy="1415"/>
            </a:xfrm>
            <a:prstGeom prst="line">
              <a:avLst/>
            </a:prstGeom>
            <a:noFill/>
            <a:ln w="28575">
              <a:solidFill>
                <a:srgbClr val="990033"/>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6" name="Line 21">
              <a:extLst>
                <a:ext uri="{FF2B5EF4-FFF2-40B4-BE49-F238E27FC236}">
                  <a16:creationId xmlns:a16="http://schemas.microsoft.com/office/drawing/2014/main" id="{577FEC1A-E994-BBB7-35AC-E16E04D7DF5C}"/>
                </a:ext>
              </a:extLst>
            </p:cNvPr>
            <p:cNvSpPr>
              <a:spLocks noChangeShapeType="1"/>
            </p:cNvSpPr>
            <p:nvPr/>
          </p:nvSpPr>
          <p:spPr bwMode="auto">
            <a:xfrm>
              <a:off x="3486" y="1366"/>
              <a:ext cx="391" cy="563"/>
            </a:xfrm>
            <a:prstGeom prst="line">
              <a:avLst/>
            </a:prstGeom>
            <a:noFill/>
            <a:ln w="22225">
              <a:solidFill>
                <a:srgbClr val="9900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7" name="Text Box 22">
              <a:extLst>
                <a:ext uri="{FF2B5EF4-FFF2-40B4-BE49-F238E27FC236}">
                  <a16:creationId xmlns:a16="http://schemas.microsoft.com/office/drawing/2014/main" id="{94696FDA-9359-B4EB-B323-F33041170336}"/>
                </a:ext>
              </a:extLst>
            </p:cNvPr>
            <p:cNvSpPr txBox="1">
              <a:spLocks noChangeArrowheads="1"/>
            </p:cNvSpPr>
            <p:nvPr/>
          </p:nvSpPr>
          <p:spPr bwMode="auto">
            <a:xfrm>
              <a:off x="2828" y="1056"/>
              <a:ext cx="101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允许误差</a:t>
              </a:r>
            </a:p>
          </p:txBody>
        </p:sp>
        <p:sp>
          <p:nvSpPr>
            <p:cNvPr id="14358" name="Line 23">
              <a:extLst>
                <a:ext uri="{FF2B5EF4-FFF2-40B4-BE49-F238E27FC236}">
                  <a16:creationId xmlns:a16="http://schemas.microsoft.com/office/drawing/2014/main" id="{501C8825-7608-FD39-C562-6A85AEAC7F77}"/>
                </a:ext>
              </a:extLst>
            </p:cNvPr>
            <p:cNvSpPr>
              <a:spLocks noChangeShapeType="1"/>
            </p:cNvSpPr>
            <p:nvPr/>
          </p:nvSpPr>
          <p:spPr bwMode="auto">
            <a:xfrm flipH="1">
              <a:off x="3984" y="1968"/>
              <a:ext cx="624" cy="672"/>
            </a:xfrm>
            <a:prstGeom prst="line">
              <a:avLst/>
            </a:prstGeom>
            <a:noFill/>
            <a:ln w="22225">
              <a:solidFill>
                <a:srgbClr val="66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9" name="Line 24">
              <a:extLst>
                <a:ext uri="{FF2B5EF4-FFF2-40B4-BE49-F238E27FC236}">
                  <a16:creationId xmlns:a16="http://schemas.microsoft.com/office/drawing/2014/main" id="{5BACC030-B4E6-0E06-0CCC-89FD1351401C}"/>
                </a:ext>
              </a:extLst>
            </p:cNvPr>
            <p:cNvSpPr>
              <a:spLocks noChangeShapeType="1"/>
            </p:cNvSpPr>
            <p:nvPr/>
          </p:nvSpPr>
          <p:spPr bwMode="auto">
            <a:xfrm flipH="1">
              <a:off x="3984" y="1929"/>
              <a:ext cx="851" cy="711"/>
            </a:xfrm>
            <a:prstGeom prst="line">
              <a:avLst/>
            </a:prstGeom>
            <a:noFill/>
            <a:ln w="2222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0" name="Text Box 25">
              <a:extLst>
                <a:ext uri="{FF2B5EF4-FFF2-40B4-BE49-F238E27FC236}">
                  <a16:creationId xmlns:a16="http://schemas.microsoft.com/office/drawing/2014/main" id="{51BA0BD6-52DB-1257-A7C5-E42A00C960A3}"/>
                </a:ext>
              </a:extLst>
            </p:cNvPr>
            <p:cNvSpPr txBox="1">
              <a:spLocks noChangeArrowheads="1"/>
            </p:cNvSpPr>
            <p:nvPr/>
          </p:nvSpPr>
          <p:spPr bwMode="auto">
            <a:xfrm>
              <a:off x="3434" y="2601"/>
              <a:ext cx="15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=0.05</a:t>
              </a:r>
              <a:r>
                <a:rPr lang="zh-CN" altLang="en-US" sz="2800">
                  <a:latin typeface="Times New Roman" panose="02020603050405020304" pitchFamily="18" charset="0"/>
                </a:rPr>
                <a:t>或</a:t>
              </a:r>
              <a:r>
                <a:rPr lang="en-US" altLang="zh-CN" sz="2800">
                  <a:latin typeface="Times New Roman" panose="02020603050405020304" pitchFamily="18" charset="0"/>
                </a:rPr>
                <a:t>0.02</a:t>
              </a:r>
            </a:p>
          </p:txBody>
        </p:sp>
        <p:sp>
          <p:nvSpPr>
            <p:cNvPr id="14361" name="Rectangle 26">
              <a:extLst>
                <a:ext uri="{FF2B5EF4-FFF2-40B4-BE49-F238E27FC236}">
                  <a16:creationId xmlns:a16="http://schemas.microsoft.com/office/drawing/2014/main" id="{172D0FA2-1B22-36BB-6B36-BE76C3A26A46}"/>
                </a:ext>
              </a:extLst>
            </p:cNvPr>
            <p:cNvSpPr>
              <a:spLocks noChangeArrowheads="1"/>
            </p:cNvSpPr>
            <p:nvPr/>
          </p:nvSpPr>
          <p:spPr bwMode="auto">
            <a:xfrm>
              <a:off x="1707" y="3554"/>
              <a:ext cx="12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i="1">
                  <a:latin typeface="Times New Roman" panose="02020603050405020304" pitchFamily="18" charset="0"/>
                </a:rPr>
                <a:t>t</a:t>
              </a:r>
              <a:r>
                <a:rPr lang="en-US" altLang="zh-CN" sz="2900" i="1" baseline="-12000">
                  <a:latin typeface="Times New Roman" panose="02020603050405020304" pitchFamily="18" charset="0"/>
                </a:rPr>
                <a:t>r</a:t>
              </a:r>
              <a:endParaRPr lang="en-US" altLang="zh-CN" sz="2800">
                <a:latin typeface="Times New Roman" panose="02020603050405020304" pitchFamily="18" charset="0"/>
              </a:endParaRPr>
            </a:p>
          </p:txBody>
        </p:sp>
        <p:sp>
          <p:nvSpPr>
            <p:cNvPr id="14362" name="Rectangle 27">
              <a:extLst>
                <a:ext uri="{FF2B5EF4-FFF2-40B4-BE49-F238E27FC236}">
                  <a16:creationId xmlns:a16="http://schemas.microsoft.com/office/drawing/2014/main" id="{CAC8FFBC-0469-3625-7EFD-FB5CFDBF6DB9}"/>
                </a:ext>
              </a:extLst>
            </p:cNvPr>
            <p:cNvSpPr>
              <a:spLocks noChangeArrowheads="1"/>
            </p:cNvSpPr>
            <p:nvPr/>
          </p:nvSpPr>
          <p:spPr bwMode="auto">
            <a:xfrm>
              <a:off x="2052" y="3554"/>
              <a:ext cx="13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i="1">
                  <a:latin typeface="Times New Roman" panose="02020603050405020304" pitchFamily="18" charset="0"/>
                </a:rPr>
                <a:t>t</a:t>
              </a:r>
              <a:r>
                <a:rPr lang="en-US" altLang="zh-CN" sz="2900" i="1" baseline="-12000">
                  <a:latin typeface="Times New Roman" panose="02020603050405020304" pitchFamily="18" charset="0"/>
                </a:rPr>
                <a:t>p</a:t>
              </a:r>
              <a:endParaRPr lang="en-US" altLang="zh-CN" sz="2800">
                <a:latin typeface="Times New Roman" panose="02020603050405020304" pitchFamily="18" charset="0"/>
              </a:endParaRPr>
            </a:p>
          </p:txBody>
        </p:sp>
        <p:sp>
          <p:nvSpPr>
            <p:cNvPr id="14363" name="Rectangle 28">
              <a:extLst>
                <a:ext uri="{FF2B5EF4-FFF2-40B4-BE49-F238E27FC236}">
                  <a16:creationId xmlns:a16="http://schemas.microsoft.com/office/drawing/2014/main" id="{62A40936-E06D-07A3-729F-A12261C85C32}"/>
                </a:ext>
              </a:extLst>
            </p:cNvPr>
            <p:cNvSpPr>
              <a:spLocks noChangeArrowheads="1"/>
            </p:cNvSpPr>
            <p:nvPr/>
          </p:nvSpPr>
          <p:spPr bwMode="auto">
            <a:xfrm>
              <a:off x="3243" y="3554"/>
              <a:ext cx="12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i="1">
                  <a:latin typeface="Times New Roman" panose="02020603050405020304" pitchFamily="18" charset="0"/>
                </a:rPr>
                <a:t>t</a:t>
              </a:r>
              <a:r>
                <a:rPr lang="en-US" altLang="zh-CN" sz="2900" i="1" baseline="-12000">
                  <a:latin typeface="Times New Roman" panose="02020603050405020304" pitchFamily="18" charset="0"/>
                </a:rPr>
                <a:t>s</a:t>
              </a:r>
              <a:endParaRPr lang="en-US" altLang="zh-CN" sz="2800">
                <a:latin typeface="Times New Roman" panose="02020603050405020304" pitchFamily="18" charset="0"/>
              </a:endParaRPr>
            </a:p>
          </p:txBody>
        </p:sp>
        <p:sp>
          <p:nvSpPr>
            <p:cNvPr id="14364" name="Line 29">
              <a:extLst>
                <a:ext uri="{FF2B5EF4-FFF2-40B4-BE49-F238E27FC236}">
                  <a16:creationId xmlns:a16="http://schemas.microsoft.com/office/drawing/2014/main" id="{F6474D61-D211-CD9D-474E-3ADCDA3AAA65}"/>
                </a:ext>
              </a:extLst>
            </p:cNvPr>
            <p:cNvSpPr>
              <a:spLocks noChangeShapeType="1"/>
            </p:cNvSpPr>
            <p:nvPr/>
          </p:nvSpPr>
          <p:spPr bwMode="auto">
            <a:xfrm>
              <a:off x="1247" y="3398"/>
              <a:ext cx="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5" name="Line 30">
              <a:extLst>
                <a:ext uri="{FF2B5EF4-FFF2-40B4-BE49-F238E27FC236}">
                  <a16:creationId xmlns:a16="http://schemas.microsoft.com/office/drawing/2014/main" id="{F00B87D7-7951-2365-FF72-071E3FBADCE7}"/>
                </a:ext>
              </a:extLst>
            </p:cNvPr>
            <p:cNvSpPr>
              <a:spLocks noChangeShapeType="1"/>
            </p:cNvSpPr>
            <p:nvPr/>
          </p:nvSpPr>
          <p:spPr bwMode="auto">
            <a:xfrm>
              <a:off x="1247" y="2190"/>
              <a:ext cx="7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6" name="Rectangle 31">
              <a:extLst>
                <a:ext uri="{FF2B5EF4-FFF2-40B4-BE49-F238E27FC236}">
                  <a16:creationId xmlns:a16="http://schemas.microsoft.com/office/drawing/2014/main" id="{DA8DB05E-D3BA-D1CE-B908-F7973B3F961F}"/>
                </a:ext>
              </a:extLst>
            </p:cNvPr>
            <p:cNvSpPr>
              <a:spLocks noChangeArrowheads="1"/>
            </p:cNvSpPr>
            <p:nvPr/>
          </p:nvSpPr>
          <p:spPr bwMode="auto">
            <a:xfrm>
              <a:off x="919" y="3236"/>
              <a:ext cx="28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latin typeface="Times New Roman" panose="02020603050405020304" pitchFamily="18" charset="0"/>
                </a:rPr>
                <a:t>0.1</a:t>
              </a:r>
            </a:p>
          </p:txBody>
        </p:sp>
        <p:sp>
          <p:nvSpPr>
            <p:cNvPr id="14367" name="Rectangle 32">
              <a:extLst>
                <a:ext uri="{FF2B5EF4-FFF2-40B4-BE49-F238E27FC236}">
                  <a16:creationId xmlns:a16="http://schemas.microsoft.com/office/drawing/2014/main" id="{188A06D8-5C8A-0286-F087-092A7921064A}"/>
                </a:ext>
              </a:extLst>
            </p:cNvPr>
            <p:cNvSpPr>
              <a:spLocks noChangeArrowheads="1"/>
            </p:cNvSpPr>
            <p:nvPr/>
          </p:nvSpPr>
          <p:spPr bwMode="auto">
            <a:xfrm>
              <a:off x="907" y="2057"/>
              <a:ext cx="28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latin typeface="Times New Roman" panose="02020603050405020304" pitchFamily="18" charset="0"/>
                </a:rPr>
                <a:t>0.9</a:t>
              </a:r>
            </a:p>
          </p:txBody>
        </p:sp>
        <p:sp>
          <p:nvSpPr>
            <p:cNvPr id="14368" name="Rectangle 33">
              <a:extLst>
                <a:ext uri="{FF2B5EF4-FFF2-40B4-BE49-F238E27FC236}">
                  <a16:creationId xmlns:a16="http://schemas.microsoft.com/office/drawing/2014/main" id="{91B08E0E-325D-8B61-1288-2E3E8C57D21E}"/>
                </a:ext>
              </a:extLst>
            </p:cNvPr>
            <p:cNvSpPr>
              <a:spLocks noChangeArrowheads="1"/>
            </p:cNvSpPr>
            <p:nvPr/>
          </p:nvSpPr>
          <p:spPr bwMode="auto">
            <a:xfrm>
              <a:off x="813" y="786"/>
              <a:ext cx="31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i="1">
                  <a:latin typeface="Times New Roman" panose="02020603050405020304" pitchFamily="18" charset="0"/>
                </a:rPr>
                <a:t>c</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14369" name="Freeform 34">
              <a:extLst>
                <a:ext uri="{FF2B5EF4-FFF2-40B4-BE49-F238E27FC236}">
                  <a16:creationId xmlns:a16="http://schemas.microsoft.com/office/drawing/2014/main" id="{334FBD55-0C0A-46D4-E76C-813DE2521592}"/>
                </a:ext>
              </a:extLst>
            </p:cNvPr>
            <p:cNvSpPr>
              <a:spLocks noChangeAspect="1" noChangeArrowheads="1"/>
            </p:cNvSpPr>
            <p:nvPr/>
          </p:nvSpPr>
          <p:spPr bwMode="auto">
            <a:xfrm>
              <a:off x="1275" y="1147"/>
              <a:ext cx="4177" cy="2426"/>
            </a:xfrm>
            <a:custGeom>
              <a:avLst/>
              <a:gdLst>
                <a:gd name="T0" fmla="*/ 43 w 4519"/>
                <a:gd name="T1" fmla="*/ 1763 h 2620"/>
                <a:gd name="T2" fmla="*/ 99 w 4519"/>
                <a:gd name="T3" fmla="*/ 1646 h 2620"/>
                <a:gd name="T4" fmla="*/ 162 w 4519"/>
                <a:gd name="T5" fmla="*/ 1461 h 2620"/>
                <a:gd name="T6" fmla="*/ 226 w 4519"/>
                <a:gd name="T7" fmla="*/ 1228 h 2620"/>
                <a:gd name="T8" fmla="*/ 282 w 4519"/>
                <a:gd name="T9" fmla="*/ 968 h 2620"/>
                <a:gd name="T10" fmla="*/ 345 w 4519"/>
                <a:gd name="T11" fmla="*/ 707 h 2620"/>
                <a:gd name="T12" fmla="*/ 409 w 4519"/>
                <a:gd name="T13" fmla="*/ 467 h 2620"/>
                <a:gd name="T14" fmla="*/ 465 w 4519"/>
                <a:gd name="T15" fmla="*/ 268 h 2620"/>
                <a:gd name="T16" fmla="*/ 528 w 4519"/>
                <a:gd name="T17" fmla="*/ 117 h 2620"/>
                <a:gd name="T18" fmla="*/ 592 w 4519"/>
                <a:gd name="T19" fmla="*/ 28 h 2620"/>
                <a:gd name="T20" fmla="*/ 648 w 4519"/>
                <a:gd name="T21" fmla="*/ 0 h 2620"/>
                <a:gd name="T22" fmla="*/ 711 w 4519"/>
                <a:gd name="T23" fmla="*/ 21 h 2620"/>
                <a:gd name="T24" fmla="*/ 775 w 4519"/>
                <a:gd name="T25" fmla="*/ 96 h 2620"/>
                <a:gd name="T26" fmla="*/ 831 w 4519"/>
                <a:gd name="T27" fmla="*/ 206 h 2620"/>
                <a:gd name="T28" fmla="*/ 895 w 4519"/>
                <a:gd name="T29" fmla="*/ 336 h 2620"/>
                <a:gd name="T30" fmla="*/ 958 w 4519"/>
                <a:gd name="T31" fmla="*/ 473 h 2620"/>
                <a:gd name="T32" fmla="*/ 1014 w 4519"/>
                <a:gd name="T33" fmla="*/ 610 h 2620"/>
                <a:gd name="T34" fmla="*/ 1078 w 4519"/>
                <a:gd name="T35" fmla="*/ 727 h 2620"/>
                <a:gd name="T36" fmla="*/ 1142 w 4519"/>
                <a:gd name="T37" fmla="*/ 822 h 2620"/>
                <a:gd name="T38" fmla="*/ 1197 w 4519"/>
                <a:gd name="T39" fmla="*/ 892 h 2620"/>
                <a:gd name="T40" fmla="*/ 1260 w 4519"/>
                <a:gd name="T41" fmla="*/ 932 h 2620"/>
                <a:gd name="T42" fmla="*/ 1325 w 4519"/>
                <a:gd name="T43" fmla="*/ 940 h 2620"/>
                <a:gd name="T44" fmla="*/ 1381 w 4519"/>
                <a:gd name="T45" fmla="*/ 912 h 2620"/>
                <a:gd name="T46" fmla="*/ 1443 w 4519"/>
                <a:gd name="T47" fmla="*/ 871 h 2620"/>
                <a:gd name="T48" fmla="*/ 1507 w 4519"/>
                <a:gd name="T49" fmla="*/ 809 h 2620"/>
                <a:gd name="T50" fmla="*/ 1564 w 4519"/>
                <a:gd name="T51" fmla="*/ 740 h 2620"/>
                <a:gd name="T52" fmla="*/ 1627 w 4519"/>
                <a:gd name="T53" fmla="*/ 666 h 2620"/>
                <a:gd name="T54" fmla="*/ 1690 w 4519"/>
                <a:gd name="T55" fmla="*/ 596 h 2620"/>
                <a:gd name="T56" fmla="*/ 1746 w 4519"/>
                <a:gd name="T57" fmla="*/ 535 h 2620"/>
                <a:gd name="T58" fmla="*/ 1810 w 4519"/>
                <a:gd name="T59" fmla="*/ 488 h 2620"/>
                <a:gd name="T60" fmla="*/ 1873 w 4519"/>
                <a:gd name="T61" fmla="*/ 459 h 2620"/>
                <a:gd name="T62" fmla="*/ 1929 w 4519"/>
                <a:gd name="T63" fmla="*/ 445 h 2620"/>
                <a:gd name="T64" fmla="*/ 1993 w 4519"/>
                <a:gd name="T65" fmla="*/ 445 h 2620"/>
                <a:gd name="T66" fmla="*/ 2056 w 4519"/>
                <a:gd name="T67" fmla="*/ 459 h 2620"/>
                <a:gd name="T68" fmla="*/ 2113 w 4519"/>
                <a:gd name="T69" fmla="*/ 488 h 2620"/>
                <a:gd name="T70" fmla="*/ 2176 w 4519"/>
                <a:gd name="T71" fmla="*/ 521 h 2620"/>
                <a:gd name="T72" fmla="*/ 2240 w 4519"/>
                <a:gd name="T73" fmla="*/ 562 h 2620"/>
                <a:gd name="T74" fmla="*/ 2296 w 4519"/>
                <a:gd name="T75" fmla="*/ 596 h 2620"/>
                <a:gd name="T76" fmla="*/ 2358 w 4519"/>
                <a:gd name="T77" fmla="*/ 631 h 2620"/>
                <a:gd name="T78" fmla="*/ 2422 w 4519"/>
                <a:gd name="T79" fmla="*/ 666 h 2620"/>
                <a:gd name="T80" fmla="*/ 2478 w 4519"/>
                <a:gd name="T81" fmla="*/ 686 h 2620"/>
                <a:gd name="T82" fmla="*/ 2541 w 4519"/>
                <a:gd name="T83" fmla="*/ 701 h 2620"/>
                <a:gd name="T84" fmla="*/ 2599 w 4519"/>
                <a:gd name="T85" fmla="*/ 707 h 2620"/>
                <a:gd name="T86" fmla="*/ 2661 w 4519"/>
                <a:gd name="T87" fmla="*/ 701 h 2620"/>
                <a:gd name="T88" fmla="*/ 2725 w 4519"/>
                <a:gd name="T89" fmla="*/ 693 h 2620"/>
                <a:gd name="T90" fmla="*/ 2781 w 4519"/>
                <a:gd name="T91" fmla="*/ 672 h 2620"/>
                <a:gd name="T92" fmla="*/ 2844 w 4519"/>
                <a:gd name="T93" fmla="*/ 659 h 2620"/>
                <a:gd name="T94" fmla="*/ 2907 w 4519"/>
                <a:gd name="T95" fmla="*/ 638 h 2620"/>
                <a:gd name="T96" fmla="*/ 2964 w 4519"/>
                <a:gd name="T97" fmla="*/ 618 h 2620"/>
                <a:gd name="T98" fmla="*/ 3027 w 4519"/>
                <a:gd name="T99" fmla="*/ 596 h 26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519" h="2620">
                  <a:moveTo>
                    <a:pt x="0" y="2620"/>
                  </a:moveTo>
                  <a:lnTo>
                    <a:pt x="32" y="2610"/>
                  </a:lnTo>
                  <a:lnTo>
                    <a:pt x="63" y="2590"/>
                  </a:lnTo>
                  <a:lnTo>
                    <a:pt x="94" y="2549"/>
                  </a:lnTo>
                  <a:lnTo>
                    <a:pt x="126" y="2489"/>
                  </a:lnTo>
                  <a:lnTo>
                    <a:pt x="146" y="2418"/>
                  </a:lnTo>
                  <a:lnTo>
                    <a:pt x="178" y="2338"/>
                  </a:lnTo>
                  <a:lnTo>
                    <a:pt x="209" y="2247"/>
                  </a:lnTo>
                  <a:lnTo>
                    <a:pt x="240" y="2146"/>
                  </a:lnTo>
                  <a:lnTo>
                    <a:pt x="272" y="2035"/>
                  </a:lnTo>
                  <a:lnTo>
                    <a:pt x="303" y="1925"/>
                  </a:lnTo>
                  <a:lnTo>
                    <a:pt x="334" y="1804"/>
                  </a:lnTo>
                  <a:lnTo>
                    <a:pt x="366" y="1673"/>
                  </a:lnTo>
                  <a:lnTo>
                    <a:pt x="397" y="1552"/>
                  </a:lnTo>
                  <a:lnTo>
                    <a:pt x="418" y="1421"/>
                  </a:lnTo>
                  <a:lnTo>
                    <a:pt x="449" y="1290"/>
                  </a:lnTo>
                  <a:lnTo>
                    <a:pt x="480" y="1159"/>
                  </a:lnTo>
                  <a:lnTo>
                    <a:pt x="512" y="1038"/>
                  </a:lnTo>
                  <a:lnTo>
                    <a:pt x="543" y="917"/>
                  </a:lnTo>
                  <a:lnTo>
                    <a:pt x="574" y="796"/>
                  </a:lnTo>
                  <a:lnTo>
                    <a:pt x="606" y="685"/>
                  </a:lnTo>
                  <a:lnTo>
                    <a:pt x="637" y="575"/>
                  </a:lnTo>
                  <a:lnTo>
                    <a:pt x="668" y="484"/>
                  </a:lnTo>
                  <a:lnTo>
                    <a:pt x="689" y="393"/>
                  </a:lnTo>
                  <a:lnTo>
                    <a:pt x="720" y="313"/>
                  </a:lnTo>
                  <a:lnTo>
                    <a:pt x="752" y="232"/>
                  </a:lnTo>
                  <a:lnTo>
                    <a:pt x="783" y="172"/>
                  </a:lnTo>
                  <a:lnTo>
                    <a:pt x="814" y="121"/>
                  </a:lnTo>
                  <a:lnTo>
                    <a:pt x="846" y="71"/>
                  </a:lnTo>
                  <a:lnTo>
                    <a:pt x="877" y="41"/>
                  </a:lnTo>
                  <a:lnTo>
                    <a:pt x="908" y="21"/>
                  </a:lnTo>
                  <a:lnTo>
                    <a:pt x="929" y="0"/>
                  </a:lnTo>
                  <a:lnTo>
                    <a:pt x="960" y="0"/>
                  </a:lnTo>
                  <a:lnTo>
                    <a:pt x="992" y="0"/>
                  </a:lnTo>
                  <a:lnTo>
                    <a:pt x="1023" y="10"/>
                  </a:lnTo>
                  <a:lnTo>
                    <a:pt x="1054" y="31"/>
                  </a:lnTo>
                  <a:lnTo>
                    <a:pt x="1086" y="61"/>
                  </a:lnTo>
                  <a:lnTo>
                    <a:pt x="1117" y="101"/>
                  </a:lnTo>
                  <a:lnTo>
                    <a:pt x="1148" y="141"/>
                  </a:lnTo>
                  <a:lnTo>
                    <a:pt x="1179" y="192"/>
                  </a:lnTo>
                  <a:lnTo>
                    <a:pt x="1200" y="242"/>
                  </a:lnTo>
                  <a:lnTo>
                    <a:pt x="1232" y="303"/>
                  </a:lnTo>
                  <a:lnTo>
                    <a:pt x="1263" y="363"/>
                  </a:lnTo>
                  <a:lnTo>
                    <a:pt x="1294" y="424"/>
                  </a:lnTo>
                  <a:lnTo>
                    <a:pt x="1326" y="494"/>
                  </a:lnTo>
                  <a:lnTo>
                    <a:pt x="1357" y="554"/>
                  </a:lnTo>
                  <a:lnTo>
                    <a:pt x="1388" y="625"/>
                  </a:lnTo>
                  <a:lnTo>
                    <a:pt x="1419" y="696"/>
                  </a:lnTo>
                  <a:lnTo>
                    <a:pt x="1451" y="766"/>
                  </a:lnTo>
                  <a:lnTo>
                    <a:pt x="1472" y="826"/>
                  </a:lnTo>
                  <a:lnTo>
                    <a:pt x="1503" y="897"/>
                  </a:lnTo>
                  <a:lnTo>
                    <a:pt x="1534" y="957"/>
                  </a:lnTo>
                  <a:lnTo>
                    <a:pt x="1566" y="1018"/>
                  </a:lnTo>
                  <a:lnTo>
                    <a:pt x="1597" y="1068"/>
                  </a:lnTo>
                  <a:lnTo>
                    <a:pt x="1628" y="1119"/>
                  </a:lnTo>
                  <a:lnTo>
                    <a:pt x="1659" y="1169"/>
                  </a:lnTo>
                  <a:lnTo>
                    <a:pt x="1691" y="1209"/>
                  </a:lnTo>
                  <a:lnTo>
                    <a:pt x="1722" y="1250"/>
                  </a:lnTo>
                  <a:lnTo>
                    <a:pt x="1743" y="1280"/>
                  </a:lnTo>
                  <a:lnTo>
                    <a:pt x="1774" y="1310"/>
                  </a:lnTo>
                  <a:lnTo>
                    <a:pt x="1806" y="1340"/>
                  </a:lnTo>
                  <a:lnTo>
                    <a:pt x="1837" y="1350"/>
                  </a:lnTo>
                  <a:lnTo>
                    <a:pt x="1868" y="1371"/>
                  </a:lnTo>
                  <a:lnTo>
                    <a:pt x="1899" y="1371"/>
                  </a:lnTo>
                  <a:lnTo>
                    <a:pt x="1931" y="1381"/>
                  </a:lnTo>
                  <a:lnTo>
                    <a:pt x="1962" y="1381"/>
                  </a:lnTo>
                  <a:lnTo>
                    <a:pt x="1993" y="1371"/>
                  </a:lnTo>
                  <a:lnTo>
                    <a:pt x="2014" y="1360"/>
                  </a:lnTo>
                  <a:lnTo>
                    <a:pt x="2046" y="1340"/>
                  </a:lnTo>
                  <a:lnTo>
                    <a:pt x="2077" y="1330"/>
                  </a:lnTo>
                  <a:lnTo>
                    <a:pt x="2108" y="1300"/>
                  </a:lnTo>
                  <a:lnTo>
                    <a:pt x="2139" y="1280"/>
                  </a:lnTo>
                  <a:lnTo>
                    <a:pt x="2171" y="1250"/>
                  </a:lnTo>
                  <a:lnTo>
                    <a:pt x="2202" y="1219"/>
                  </a:lnTo>
                  <a:lnTo>
                    <a:pt x="2233" y="1189"/>
                  </a:lnTo>
                  <a:lnTo>
                    <a:pt x="2265" y="1159"/>
                  </a:lnTo>
                  <a:lnTo>
                    <a:pt x="2286" y="1119"/>
                  </a:lnTo>
                  <a:lnTo>
                    <a:pt x="2317" y="1088"/>
                  </a:lnTo>
                  <a:lnTo>
                    <a:pt x="2348" y="1048"/>
                  </a:lnTo>
                  <a:lnTo>
                    <a:pt x="2379" y="1018"/>
                  </a:lnTo>
                  <a:lnTo>
                    <a:pt x="2411" y="978"/>
                  </a:lnTo>
                  <a:lnTo>
                    <a:pt x="2442" y="947"/>
                  </a:lnTo>
                  <a:lnTo>
                    <a:pt x="2473" y="907"/>
                  </a:lnTo>
                  <a:lnTo>
                    <a:pt x="2505" y="877"/>
                  </a:lnTo>
                  <a:lnTo>
                    <a:pt x="2526" y="847"/>
                  </a:lnTo>
                  <a:lnTo>
                    <a:pt x="2557" y="816"/>
                  </a:lnTo>
                  <a:lnTo>
                    <a:pt x="2588" y="786"/>
                  </a:lnTo>
                  <a:lnTo>
                    <a:pt x="2619" y="766"/>
                  </a:lnTo>
                  <a:lnTo>
                    <a:pt x="2651" y="736"/>
                  </a:lnTo>
                  <a:lnTo>
                    <a:pt x="2682" y="716"/>
                  </a:lnTo>
                  <a:lnTo>
                    <a:pt x="2713" y="706"/>
                  </a:lnTo>
                  <a:lnTo>
                    <a:pt x="2745" y="685"/>
                  </a:lnTo>
                  <a:lnTo>
                    <a:pt x="2776" y="675"/>
                  </a:lnTo>
                  <a:lnTo>
                    <a:pt x="2797" y="665"/>
                  </a:lnTo>
                  <a:lnTo>
                    <a:pt x="2828" y="655"/>
                  </a:lnTo>
                  <a:lnTo>
                    <a:pt x="2859" y="655"/>
                  </a:lnTo>
                  <a:lnTo>
                    <a:pt x="2891" y="655"/>
                  </a:lnTo>
                  <a:lnTo>
                    <a:pt x="2922" y="655"/>
                  </a:lnTo>
                  <a:lnTo>
                    <a:pt x="2953" y="655"/>
                  </a:lnTo>
                  <a:lnTo>
                    <a:pt x="2985" y="665"/>
                  </a:lnTo>
                  <a:lnTo>
                    <a:pt x="3016" y="665"/>
                  </a:lnTo>
                  <a:lnTo>
                    <a:pt x="3047" y="675"/>
                  </a:lnTo>
                  <a:lnTo>
                    <a:pt x="3068" y="685"/>
                  </a:lnTo>
                  <a:lnTo>
                    <a:pt x="3099" y="706"/>
                  </a:lnTo>
                  <a:lnTo>
                    <a:pt x="3131" y="716"/>
                  </a:lnTo>
                  <a:lnTo>
                    <a:pt x="3162" y="736"/>
                  </a:lnTo>
                  <a:lnTo>
                    <a:pt x="3193" y="746"/>
                  </a:lnTo>
                  <a:lnTo>
                    <a:pt x="3225" y="766"/>
                  </a:lnTo>
                  <a:lnTo>
                    <a:pt x="3256" y="786"/>
                  </a:lnTo>
                  <a:lnTo>
                    <a:pt x="3287" y="806"/>
                  </a:lnTo>
                  <a:lnTo>
                    <a:pt x="3319" y="826"/>
                  </a:lnTo>
                  <a:lnTo>
                    <a:pt x="3339" y="847"/>
                  </a:lnTo>
                  <a:lnTo>
                    <a:pt x="3371" y="857"/>
                  </a:lnTo>
                  <a:lnTo>
                    <a:pt x="3402" y="877"/>
                  </a:lnTo>
                  <a:lnTo>
                    <a:pt x="3433" y="897"/>
                  </a:lnTo>
                  <a:lnTo>
                    <a:pt x="3465" y="917"/>
                  </a:lnTo>
                  <a:lnTo>
                    <a:pt x="3496" y="927"/>
                  </a:lnTo>
                  <a:lnTo>
                    <a:pt x="3527" y="947"/>
                  </a:lnTo>
                  <a:lnTo>
                    <a:pt x="3559" y="957"/>
                  </a:lnTo>
                  <a:lnTo>
                    <a:pt x="3590" y="978"/>
                  </a:lnTo>
                  <a:lnTo>
                    <a:pt x="3611" y="988"/>
                  </a:lnTo>
                  <a:lnTo>
                    <a:pt x="3642" y="998"/>
                  </a:lnTo>
                  <a:lnTo>
                    <a:pt x="3673" y="1008"/>
                  </a:lnTo>
                  <a:lnTo>
                    <a:pt x="3705" y="1018"/>
                  </a:lnTo>
                  <a:lnTo>
                    <a:pt x="3736" y="1018"/>
                  </a:lnTo>
                  <a:lnTo>
                    <a:pt x="3767" y="1028"/>
                  </a:lnTo>
                  <a:lnTo>
                    <a:pt x="3799" y="1028"/>
                  </a:lnTo>
                  <a:lnTo>
                    <a:pt x="3830" y="1038"/>
                  </a:lnTo>
                  <a:lnTo>
                    <a:pt x="3851" y="1038"/>
                  </a:lnTo>
                  <a:lnTo>
                    <a:pt x="3882" y="1038"/>
                  </a:lnTo>
                  <a:lnTo>
                    <a:pt x="3913" y="1028"/>
                  </a:lnTo>
                  <a:lnTo>
                    <a:pt x="3945" y="1028"/>
                  </a:lnTo>
                  <a:lnTo>
                    <a:pt x="3976" y="1028"/>
                  </a:lnTo>
                  <a:lnTo>
                    <a:pt x="4007" y="1018"/>
                  </a:lnTo>
                  <a:lnTo>
                    <a:pt x="4039" y="1018"/>
                  </a:lnTo>
                  <a:lnTo>
                    <a:pt x="4070" y="1008"/>
                  </a:lnTo>
                  <a:lnTo>
                    <a:pt x="4101" y="998"/>
                  </a:lnTo>
                  <a:lnTo>
                    <a:pt x="4122" y="988"/>
                  </a:lnTo>
                  <a:lnTo>
                    <a:pt x="4153" y="988"/>
                  </a:lnTo>
                  <a:lnTo>
                    <a:pt x="4185" y="978"/>
                  </a:lnTo>
                  <a:lnTo>
                    <a:pt x="4216" y="968"/>
                  </a:lnTo>
                  <a:lnTo>
                    <a:pt x="4247" y="957"/>
                  </a:lnTo>
                  <a:lnTo>
                    <a:pt x="4279" y="947"/>
                  </a:lnTo>
                  <a:lnTo>
                    <a:pt x="4310" y="937"/>
                  </a:lnTo>
                  <a:lnTo>
                    <a:pt x="4341" y="927"/>
                  </a:lnTo>
                  <a:lnTo>
                    <a:pt x="4372" y="917"/>
                  </a:lnTo>
                  <a:lnTo>
                    <a:pt x="4393" y="907"/>
                  </a:lnTo>
                  <a:lnTo>
                    <a:pt x="4425" y="897"/>
                  </a:lnTo>
                  <a:lnTo>
                    <a:pt x="4456" y="887"/>
                  </a:lnTo>
                  <a:lnTo>
                    <a:pt x="4487" y="877"/>
                  </a:lnTo>
                  <a:lnTo>
                    <a:pt x="4519" y="867"/>
                  </a:lnTo>
                </a:path>
              </a:pathLst>
            </a:custGeom>
            <a:noFill/>
            <a:ln w="38100">
              <a:solidFill>
                <a:srgbClr val="1C12D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70" name="Rectangle 35">
              <a:extLst>
                <a:ext uri="{FF2B5EF4-FFF2-40B4-BE49-F238E27FC236}">
                  <a16:creationId xmlns:a16="http://schemas.microsoft.com/office/drawing/2014/main" id="{1E83768B-C2E0-EF28-9355-7AD3B64D8589}"/>
                </a:ext>
              </a:extLst>
            </p:cNvPr>
            <p:cNvSpPr>
              <a:spLocks noChangeArrowheads="1"/>
            </p:cNvSpPr>
            <p:nvPr/>
          </p:nvSpPr>
          <p:spPr bwMode="auto">
            <a:xfrm>
              <a:off x="1902" y="540"/>
              <a:ext cx="25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dirty="0">
                  <a:latin typeface="宋体" panose="02010600030101010101" pitchFamily="2" charset="-122"/>
                </a:rPr>
                <a:t>控制系统的时域性能指标</a:t>
              </a:r>
            </a:p>
          </p:txBody>
        </p:sp>
        <p:grpSp>
          <p:nvGrpSpPr>
            <p:cNvPr id="14371" name="Group 36">
              <a:extLst>
                <a:ext uri="{FF2B5EF4-FFF2-40B4-BE49-F238E27FC236}">
                  <a16:creationId xmlns:a16="http://schemas.microsoft.com/office/drawing/2014/main" id="{84942B98-D096-9FB2-D0AF-906203A56B77}"/>
                </a:ext>
              </a:extLst>
            </p:cNvPr>
            <p:cNvGrpSpPr>
              <a:grpSpLocks/>
            </p:cNvGrpSpPr>
            <p:nvPr/>
          </p:nvGrpSpPr>
          <p:grpSpPr bwMode="auto">
            <a:xfrm>
              <a:off x="3860" y="1360"/>
              <a:ext cx="12" cy="1194"/>
              <a:chOff x="3860" y="1360"/>
              <a:chExt cx="12" cy="1194"/>
            </a:xfrm>
          </p:grpSpPr>
          <p:sp>
            <p:nvSpPr>
              <p:cNvPr id="14380" name="Line 37">
                <a:extLst>
                  <a:ext uri="{FF2B5EF4-FFF2-40B4-BE49-F238E27FC236}">
                    <a16:creationId xmlns:a16="http://schemas.microsoft.com/office/drawing/2014/main" id="{A10E2634-D8D9-A121-474F-CC5B1ACF1B48}"/>
                  </a:ext>
                </a:extLst>
              </p:cNvPr>
              <p:cNvSpPr>
                <a:spLocks noChangeShapeType="1"/>
              </p:cNvSpPr>
              <p:nvPr/>
            </p:nvSpPr>
            <p:spPr bwMode="auto">
              <a:xfrm>
                <a:off x="3868" y="1360"/>
                <a:ext cx="1" cy="384"/>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81" name="Line 38">
                <a:extLst>
                  <a:ext uri="{FF2B5EF4-FFF2-40B4-BE49-F238E27FC236}">
                    <a16:creationId xmlns:a16="http://schemas.microsoft.com/office/drawing/2014/main" id="{D9AD0B46-C131-0E32-00E0-2F72F935AE11}"/>
                  </a:ext>
                </a:extLst>
              </p:cNvPr>
              <p:cNvSpPr>
                <a:spLocks noChangeShapeType="1"/>
              </p:cNvSpPr>
              <p:nvPr/>
            </p:nvSpPr>
            <p:spPr bwMode="auto">
              <a:xfrm flipV="1">
                <a:off x="3860" y="2170"/>
                <a:ext cx="1" cy="384"/>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82" name="Line 39">
                <a:extLst>
                  <a:ext uri="{FF2B5EF4-FFF2-40B4-BE49-F238E27FC236}">
                    <a16:creationId xmlns:a16="http://schemas.microsoft.com/office/drawing/2014/main" id="{DC05333C-261E-60C3-6B09-0DA8F087E242}"/>
                  </a:ext>
                </a:extLst>
              </p:cNvPr>
              <p:cNvSpPr>
                <a:spLocks noChangeShapeType="1"/>
              </p:cNvSpPr>
              <p:nvPr/>
            </p:nvSpPr>
            <p:spPr bwMode="auto">
              <a:xfrm>
                <a:off x="3872" y="1744"/>
                <a:ext cx="0" cy="432"/>
              </a:xfrm>
              <a:prstGeom prst="line">
                <a:avLst/>
              </a:prstGeom>
              <a:noFill/>
              <a:ln w="22225">
                <a:solidFill>
                  <a:srgbClr val="990033"/>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372" name="Group 40">
              <a:extLst>
                <a:ext uri="{FF2B5EF4-FFF2-40B4-BE49-F238E27FC236}">
                  <a16:creationId xmlns:a16="http://schemas.microsoft.com/office/drawing/2014/main" id="{569213CB-0053-61C6-D785-726C7F91DE48}"/>
                </a:ext>
              </a:extLst>
            </p:cNvPr>
            <p:cNvGrpSpPr>
              <a:grpSpLocks/>
            </p:cNvGrpSpPr>
            <p:nvPr/>
          </p:nvGrpSpPr>
          <p:grpSpPr bwMode="auto">
            <a:xfrm>
              <a:off x="4597" y="1573"/>
              <a:ext cx="11" cy="989"/>
              <a:chOff x="4597" y="1573"/>
              <a:chExt cx="11" cy="989"/>
            </a:xfrm>
          </p:grpSpPr>
          <p:sp>
            <p:nvSpPr>
              <p:cNvPr id="14377" name="Line 41">
                <a:extLst>
                  <a:ext uri="{FF2B5EF4-FFF2-40B4-BE49-F238E27FC236}">
                    <a16:creationId xmlns:a16="http://schemas.microsoft.com/office/drawing/2014/main" id="{717F1CEE-55E4-A257-4ECB-F9135C5AADD8}"/>
                  </a:ext>
                </a:extLst>
              </p:cNvPr>
              <p:cNvSpPr>
                <a:spLocks noChangeShapeType="1"/>
              </p:cNvSpPr>
              <p:nvPr/>
            </p:nvSpPr>
            <p:spPr bwMode="auto">
              <a:xfrm>
                <a:off x="4597" y="1573"/>
                <a:ext cx="1" cy="384"/>
              </a:xfrm>
              <a:prstGeom prst="line">
                <a:avLst/>
              </a:prstGeom>
              <a:noFill/>
              <a:ln w="28575">
                <a:solidFill>
                  <a:srgbClr val="66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78" name="Line 42">
                <a:extLst>
                  <a:ext uri="{FF2B5EF4-FFF2-40B4-BE49-F238E27FC236}">
                    <a16:creationId xmlns:a16="http://schemas.microsoft.com/office/drawing/2014/main" id="{C1DDCDEC-A139-243F-EEF3-42D4DD356F0F}"/>
                  </a:ext>
                </a:extLst>
              </p:cNvPr>
              <p:cNvSpPr>
                <a:spLocks noChangeShapeType="1"/>
              </p:cNvSpPr>
              <p:nvPr/>
            </p:nvSpPr>
            <p:spPr bwMode="auto">
              <a:xfrm flipV="1">
                <a:off x="4597" y="2178"/>
                <a:ext cx="1" cy="384"/>
              </a:xfrm>
              <a:prstGeom prst="line">
                <a:avLst/>
              </a:prstGeom>
              <a:noFill/>
              <a:ln w="28575">
                <a:solidFill>
                  <a:srgbClr val="66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79" name="Line 43">
                <a:extLst>
                  <a:ext uri="{FF2B5EF4-FFF2-40B4-BE49-F238E27FC236}">
                    <a16:creationId xmlns:a16="http://schemas.microsoft.com/office/drawing/2014/main" id="{56F0CE68-B850-FCB3-F99E-8154ABBF166D}"/>
                  </a:ext>
                </a:extLst>
              </p:cNvPr>
              <p:cNvSpPr>
                <a:spLocks noChangeShapeType="1"/>
              </p:cNvSpPr>
              <p:nvPr/>
            </p:nvSpPr>
            <p:spPr bwMode="auto">
              <a:xfrm>
                <a:off x="4608" y="1968"/>
                <a:ext cx="0" cy="240"/>
              </a:xfrm>
              <a:prstGeom prst="line">
                <a:avLst/>
              </a:prstGeom>
              <a:noFill/>
              <a:ln w="22225">
                <a:solidFill>
                  <a:srgbClr val="66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373" name="Group 44">
              <a:extLst>
                <a:ext uri="{FF2B5EF4-FFF2-40B4-BE49-F238E27FC236}">
                  <a16:creationId xmlns:a16="http://schemas.microsoft.com/office/drawing/2014/main" id="{F6ED7AC4-F662-2434-4143-39AA063BE047}"/>
                </a:ext>
              </a:extLst>
            </p:cNvPr>
            <p:cNvGrpSpPr>
              <a:grpSpLocks/>
            </p:cNvGrpSpPr>
            <p:nvPr/>
          </p:nvGrpSpPr>
          <p:grpSpPr bwMode="auto">
            <a:xfrm>
              <a:off x="4828" y="1360"/>
              <a:ext cx="4" cy="992"/>
              <a:chOff x="4828" y="1360"/>
              <a:chExt cx="4" cy="992"/>
            </a:xfrm>
          </p:grpSpPr>
          <p:sp>
            <p:nvSpPr>
              <p:cNvPr id="14374" name="Line 45">
                <a:extLst>
                  <a:ext uri="{FF2B5EF4-FFF2-40B4-BE49-F238E27FC236}">
                    <a16:creationId xmlns:a16="http://schemas.microsoft.com/office/drawing/2014/main" id="{BD8B6429-547B-04F5-7EF7-5CE26523F75E}"/>
                  </a:ext>
                </a:extLst>
              </p:cNvPr>
              <p:cNvSpPr>
                <a:spLocks noChangeShapeType="1"/>
              </p:cNvSpPr>
              <p:nvPr/>
            </p:nvSpPr>
            <p:spPr bwMode="auto">
              <a:xfrm flipV="1">
                <a:off x="4828" y="1968"/>
                <a:ext cx="2" cy="384"/>
              </a:xfrm>
              <a:prstGeom prst="line">
                <a:avLst/>
              </a:prstGeom>
              <a:noFill/>
              <a:ln w="28575">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75" name="Line 46">
                <a:extLst>
                  <a:ext uri="{FF2B5EF4-FFF2-40B4-BE49-F238E27FC236}">
                    <a16:creationId xmlns:a16="http://schemas.microsoft.com/office/drawing/2014/main" id="{CE2BC538-64C4-A1C8-CF3B-5FC37A228977}"/>
                  </a:ext>
                </a:extLst>
              </p:cNvPr>
              <p:cNvSpPr>
                <a:spLocks noChangeShapeType="1"/>
              </p:cNvSpPr>
              <p:nvPr/>
            </p:nvSpPr>
            <p:spPr bwMode="auto">
              <a:xfrm>
                <a:off x="4828" y="1360"/>
                <a:ext cx="2" cy="384"/>
              </a:xfrm>
              <a:prstGeom prst="line">
                <a:avLst/>
              </a:prstGeom>
              <a:noFill/>
              <a:ln w="28575">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76" name="Line 47">
                <a:extLst>
                  <a:ext uri="{FF2B5EF4-FFF2-40B4-BE49-F238E27FC236}">
                    <a16:creationId xmlns:a16="http://schemas.microsoft.com/office/drawing/2014/main" id="{CF8E7379-908F-39E7-4191-8E152399E891}"/>
                  </a:ext>
                </a:extLst>
              </p:cNvPr>
              <p:cNvSpPr>
                <a:spLocks noChangeShapeType="1"/>
              </p:cNvSpPr>
              <p:nvPr/>
            </p:nvSpPr>
            <p:spPr bwMode="auto">
              <a:xfrm>
                <a:off x="4832" y="1736"/>
                <a:ext cx="0" cy="240"/>
              </a:xfrm>
              <a:prstGeom prst="line">
                <a:avLst/>
              </a:prstGeom>
              <a:noFill/>
              <a:ln w="22225">
                <a:solidFill>
                  <a:srgbClr val="3399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3" name="文本框 2">
            <a:extLst>
              <a:ext uri="{FF2B5EF4-FFF2-40B4-BE49-F238E27FC236}">
                <a16:creationId xmlns:a16="http://schemas.microsoft.com/office/drawing/2014/main" id="{F9150DC2-ADA7-2D89-BDB5-F86B98691178}"/>
              </a:ext>
            </a:extLst>
          </p:cNvPr>
          <p:cNvSpPr txBox="1"/>
          <p:nvPr/>
        </p:nvSpPr>
        <p:spPr>
          <a:xfrm>
            <a:off x="682759" y="5745758"/>
            <a:ext cx="7778482" cy="400110"/>
          </a:xfrm>
          <a:prstGeom prst="rect">
            <a:avLst/>
          </a:prstGeom>
          <a:noFill/>
        </p:spPr>
        <p:txBody>
          <a:bodyPr wrap="square">
            <a:spAutoFit/>
          </a:bodyPr>
          <a:lstStyle/>
          <a:p>
            <a:r>
              <a:rPr lang="zh-CN" altLang="en-US" sz="2000" dirty="0">
                <a:solidFill>
                  <a:srgbClr val="FF0000"/>
                </a:solidFill>
                <a:latin typeface="+mj-ea"/>
                <a:ea typeface="+mj-ea"/>
              </a:rPr>
              <a:t>上升时间</a:t>
            </a:r>
            <a:r>
              <a:rPr lang="en-US" altLang="zh-CN" sz="2000" i="1" dirty="0">
                <a:solidFill>
                  <a:srgbClr val="FF0000"/>
                </a:solidFill>
                <a:latin typeface="+mj-ea"/>
                <a:ea typeface="+mj-ea"/>
              </a:rPr>
              <a:t>t</a:t>
            </a:r>
            <a:r>
              <a:rPr lang="en-US" altLang="zh-CN" sz="2000" i="1" baseline="-18000" dirty="0">
                <a:solidFill>
                  <a:srgbClr val="FF0000"/>
                </a:solidFill>
                <a:latin typeface="+mj-ea"/>
                <a:ea typeface="+mj-ea"/>
              </a:rPr>
              <a:t>r</a:t>
            </a:r>
            <a:r>
              <a:rPr lang="zh-CN" altLang="en-US" sz="2000" dirty="0">
                <a:latin typeface="+mj-ea"/>
                <a:ea typeface="+mj-ea"/>
              </a:rPr>
              <a:t>、</a:t>
            </a:r>
            <a:r>
              <a:rPr lang="zh-CN" altLang="en-US" sz="2000" dirty="0">
                <a:solidFill>
                  <a:srgbClr val="FF0000"/>
                </a:solidFill>
                <a:latin typeface="+mj-ea"/>
                <a:ea typeface="+mj-ea"/>
              </a:rPr>
              <a:t>峰值时间</a:t>
            </a:r>
            <a:r>
              <a:rPr lang="en-US" altLang="zh-CN" sz="2000" i="1" dirty="0" err="1">
                <a:solidFill>
                  <a:srgbClr val="FF0000"/>
                </a:solidFill>
                <a:latin typeface="+mj-ea"/>
                <a:ea typeface="+mj-ea"/>
              </a:rPr>
              <a:t>t</a:t>
            </a:r>
            <a:r>
              <a:rPr lang="en-US" altLang="zh-CN" sz="2000" i="1" baseline="-18000" dirty="0" err="1">
                <a:solidFill>
                  <a:srgbClr val="FF0000"/>
                </a:solidFill>
                <a:latin typeface="+mj-ea"/>
                <a:ea typeface="+mj-ea"/>
              </a:rPr>
              <a:t>p</a:t>
            </a:r>
            <a:r>
              <a:rPr lang="zh-CN" altLang="en-US" sz="2000" dirty="0">
                <a:latin typeface="+mj-ea"/>
                <a:ea typeface="+mj-ea"/>
              </a:rPr>
              <a:t>、</a:t>
            </a:r>
            <a:r>
              <a:rPr lang="zh-CN" altLang="en-US" sz="2000" dirty="0">
                <a:solidFill>
                  <a:srgbClr val="FF0000"/>
                </a:solidFill>
                <a:latin typeface="+mj-ea"/>
                <a:ea typeface="+mj-ea"/>
              </a:rPr>
              <a:t>调整时间</a:t>
            </a:r>
            <a:r>
              <a:rPr lang="en-US" altLang="zh-CN" sz="2000" i="1" dirty="0" err="1">
                <a:solidFill>
                  <a:srgbClr val="FF0000"/>
                </a:solidFill>
                <a:latin typeface="+mj-ea"/>
                <a:ea typeface="+mj-ea"/>
              </a:rPr>
              <a:t>t</a:t>
            </a:r>
            <a:r>
              <a:rPr lang="en-US" altLang="zh-CN" sz="2000" i="1" baseline="-18000" dirty="0" err="1">
                <a:solidFill>
                  <a:srgbClr val="FF0000"/>
                </a:solidFill>
                <a:latin typeface="+mj-ea"/>
                <a:ea typeface="+mj-ea"/>
              </a:rPr>
              <a:t>s</a:t>
            </a:r>
            <a:r>
              <a:rPr lang="zh-CN" altLang="en-US" sz="2000" dirty="0">
                <a:latin typeface="+mj-ea"/>
                <a:ea typeface="+mj-ea"/>
              </a:rPr>
              <a:t>、</a:t>
            </a:r>
            <a:r>
              <a:rPr lang="zh-CN" altLang="en-US" sz="2000" dirty="0">
                <a:solidFill>
                  <a:srgbClr val="FF0000"/>
                </a:solidFill>
                <a:latin typeface="+mj-ea"/>
                <a:ea typeface="+mj-ea"/>
              </a:rPr>
              <a:t>最大超调量</a:t>
            </a:r>
            <a:r>
              <a:rPr lang="en-US" altLang="zh-CN" sz="2000" i="1" dirty="0" err="1">
                <a:solidFill>
                  <a:srgbClr val="FF0000"/>
                </a:solidFill>
                <a:latin typeface="+mj-ea"/>
                <a:ea typeface="+mj-ea"/>
              </a:rPr>
              <a:t>M</a:t>
            </a:r>
            <a:r>
              <a:rPr lang="en-US" altLang="zh-CN" sz="2000" i="1" baseline="-18000" dirty="0" err="1">
                <a:solidFill>
                  <a:srgbClr val="FF0000"/>
                </a:solidFill>
                <a:latin typeface="+mj-ea"/>
                <a:ea typeface="+mj-ea"/>
              </a:rPr>
              <a:t>p</a:t>
            </a:r>
            <a:r>
              <a:rPr lang="zh-CN" altLang="en-US" sz="2000" dirty="0">
                <a:latin typeface="+mj-ea"/>
                <a:ea typeface="+mj-ea"/>
              </a:rPr>
              <a:t>、</a:t>
            </a:r>
            <a:r>
              <a:rPr lang="zh-CN" altLang="en-US" sz="2000" dirty="0">
                <a:solidFill>
                  <a:srgbClr val="FF0000"/>
                </a:solidFill>
                <a:latin typeface="+mj-ea"/>
                <a:ea typeface="+mj-ea"/>
              </a:rPr>
              <a:t>振荡次数</a:t>
            </a:r>
            <a:r>
              <a:rPr lang="en-US" altLang="zh-CN" sz="2000" i="1" dirty="0">
                <a:solidFill>
                  <a:srgbClr val="FF0000"/>
                </a:solidFill>
                <a:latin typeface="+mj-ea"/>
                <a:ea typeface="+mj-ea"/>
              </a:rPr>
              <a:t>N</a:t>
            </a:r>
            <a:r>
              <a:rPr lang="zh-CN" altLang="en-US" sz="2000" dirty="0">
                <a:latin typeface="+mj-ea"/>
                <a:ea typeface="+mj-ea"/>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D15024C4-705E-C909-49F4-D427CFE2D5CA}"/>
              </a:ext>
            </a:extLst>
          </p:cNvPr>
          <p:cNvSpPr>
            <a:spLocks noChangeArrowheads="1"/>
          </p:cNvSpPr>
          <p:nvPr/>
        </p:nvSpPr>
        <p:spPr bwMode="auto">
          <a:xfrm>
            <a:off x="539750" y="908050"/>
            <a:ext cx="8353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欠阻尼二阶</a:t>
            </a:r>
            <a:r>
              <a:rPr lang="zh-CN" altLang="en-US" sz="2800">
                <a:latin typeface="宋体" panose="02010600030101010101" pitchFamily="2" charset="-122"/>
              </a:rPr>
              <a:t>系统瞬态响应指标与系统参数的关系</a:t>
            </a:r>
            <a:r>
              <a:rPr lang="zh-CN" altLang="en-US" sz="2800">
                <a:latin typeface="Times New Roman" panose="02020603050405020304" pitchFamily="18" charset="0"/>
              </a:rPr>
              <a:t> </a:t>
            </a:r>
          </a:p>
        </p:txBody>
      </p:sp>
      <p:sp>
        <p:nvSpPr>
          <p:cNvPr id="124932" name="Rectangle 4">
            <a:extLst>
              <a:ext uri="{FF2B5EF4-FFF2-40B4-BE49-F238E27FC236}">
                <a16:creationId xmlns:a16="http://schemas.microsoft.com/office/drawing/2014/main" id="{39F143EB-C388-7752-371D-05AACF15709D}"/>
              </a:ext>
            </a:extLst>
          </p:cNvPr>
          <p:cNvSpPr>
            <a:spLocks noChangeArrowheads="1"/>
          </p:cNvSpPr>
          <p:nvPr/>
        </p:nvSpPr>
        <p:spPr bwMode="auto">
          <a:xfrm>
            <a:off x="1295400" y="1981200"/>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ü"/>
            </a:pPr>
            <a:r>
              <a:rPr lang="en-US" altLang="zh-CN" sz="2800">
                <a:latin typeface="Times New Roman" panose="02020603050405020304" pitchFamily="18" charset="0"/>
              </a:rPr>
              <a:t> </a:t>
            </a:r>
            <a:r>
              <a:rPr lang="zh-CN" altLang="en-US" sz="2800">
                <a:latin typeface="Times New Roman" panose="02020603050405020304" pitchFamily="18" charset="0"/>
              </a:rPr>
              <a:t>上升时间</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r</a:t>
            </a:r>
          </a:p>
        </p:txBody>
      </p:sp>
      <p:graphicFrame>
        <p:nvGraphicFramePr>
          <p:cNvPr id="124933" name="Object 5">
            <a:extLst>
              <a:ext uri="{FF2B5EF4-FFF2-40B4-BE49-F238E27FC236}">
                <a16:creationId xmlns:a16="http://schemas.microsoft.com/office/drawing/2014/main" id="{803D22B4-6365-A794-7051-1E34E19DE9D9}"/>
              </a:ext>
            </a:extLst>
          </p:cNvPr>
          <p:cNvGraphicFramePr>
            <a:graphicFrameLocks noChangeAspect="1"/>
          </p:cNvGraphicFramePr>
          <p:nvPr/>
        </p:nvGraphicFramePr>
        <p:xfrm>
          <a:off x="2339975" y="5084763"/>
          <a:ext cx="4541838" cy="1068387"/>
        </p:xfrm>
        <a:graphic>
          <a:graphicData uri="http://schemas.openxmlformats.org/presentationml/2006/ole">
            <mc:AlternateContent xmlns:mc="http://schemas.openxmlformats.org/markup-compatibility/2006">
              <mc:Choice xmlns:v="urn:schemas-microsoft-com:vml" Requires="v">
                <p:oleObj spid="_x0000_s1028" r:id="rId4" imgW="2108200" imgH="495300" progId="Equation.3">
                  <p:embed/>
                </p:oleObj>
              </mc:Choice>
              <mc:Fallback>
                <p:oleObj r:id="rId4" imgW="2108200" imgH="4953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5084763"/>
                        <a:ext cx="4541838"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4934" name="Rectangle 6">
            <a:extLst>
              <a:ext uri="{FF2B5EF4-FFF2-40B4-BE49-F238E27FC236}">
                <a16:creationId xmlns:a16="http://schemas.microsoft.com/office/drawing/2014/main" id="{51B15C0E-B952-9CDA-F32B-F6A1EB2F3502}"/>
              </a:ext>
            </a:extLst>
          </p:cNvPr>
          <p:cNvSpPr>
            <a:spLocks noChangeArrowheads="1"/>
          </p:cNvSpPr>
          <p:nvPr/>
        </p:nvSpPr>
        <p:spPr bwMode="auto">
          <a:xfrm>
            <a:off x="1676400" y="4446588"/>
            <a:ext cx="68580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pPr>
            <a:r>
              <a:rPr lang="zh-CN" altLang="en-US" sz="2800">
                <a:latin typeface="Times New Roman" panose="02020603050405020304" pitchFamily="18" charset="0"/>
              </a:rPr>
              <a:t>根据上升时间的定义有：</a:t>
            </a:r>
          </a:p>
        </p:txBody>
      </p:sp>
      <p:sp>
        <p:nvSpPr>
          <p:cNvPr id="124935" name="Rectangle 7">
            <a:extLst>
              <a:ext uri="{FF2B5EF4-FFF2-40B4-BE49-F238E27FC236}">
                <a16:creationId xmlns:a16="http://schemas.microsoft.com/office/drawing/2014/main" id="{E61489D4-3EAD-187D-7A7D-A150B8C93C1F}"/>
              </a:ext>
            </a:extLst>
          </p:cNvPr>
          <p:cNvSpPr>
            <a:spLocks noChangeArrowheads="1"/>
          </p:cNvSpPr>
          <p:nvPr/>
        </p:nvSpPr>
        <p:spPr bwMode="auto">
          <a:xfrm>
            <a:off x="1635125" y="2590800"/>
            <a:ext cx="5162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欠阻尼二阶系统的阶跃响应为：</a:t>
            </a:r>
          </a:p>
        </p:txBody>
      </p:sp>
      <p:graphicFrame>
        <p:nvGraphicFramePr>
          <p:cNvPr id="124936" name="Object 8">
            <a:extLst>
              <a:ext uri="{FF2B5EF4-FFF2-40B4-BE49-F238E27FC236}">
                <a16:creationId xmlns:a16="http://schemas.microsoft.com/office/drawing/2014/main" id="{09D38092-E4D2-E47E-237C-EDB4A501EB8B}"/>
              </a:ext>
            </a:extLst>
          </p:cNvPr>
          <p:cNvGraphicFramePr>
            <a:graphicFrameLocks noChangeAspect="1"/>
          </p:cNvGraphicFramePr>
          <p:nvPr/>
        </p:nvGraphicFramePr>
        <p:xfrm>
          <a:off x="2239963" y="3311525"/>
          <a:ext cx="4217987" cy="919163"/>
        </p:xfrm>
        <a:graphic>
          <a:graphicData uri="http://schemas.openxmlformats.org/presentationml/2006/ole">
            <mc:AlternateContent xmlns:mc="http://schemas.openxmlformats.org/markup-compatibility/2006">
              <mc:Choice xmlns:v="urn:schemas-microsoft-com:vml" Requires="v">
                <p:oleObj spid="_x0000_s1029" r:id="rId6" imgW="2273300" imgH="495300" progId="Equation.3">
                  <p:embed/>
                </p:oleObj>
              </mc:Choice>
              <mc:Fallback>
                <p:oleObj r:id="rId6" imgW="2273300" imgH="4953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9963" y="3311525"/>
                        <a:ext cx="4217987"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4932"/>
                                        </p:tgtEl>
                                        <p:attrNameLst>
                                          <p:attrName>style.visibility</p:attrName>
                                        </p:attrNameLst>
                                      </p:cBhvr>
                                      <p:to>
                                        <p:strVal val="visible"/>
                                      </p:to>
                                    </p:set>
                                    <p:anim calcmode="lin" valueType="num">
                                      <p:cBhvr additive="base">
                                        <p:cTn id="7" dur="500" fill="hold"/>
                                        <p:tgtEl>
                                          <p:spTgt spid="124932"/>
                                        </p:tgtEl>
                                        <p:attrNameLst>
                                          <p:attrName>ppt_x</p:attrName>
                                        </p:attrNameLst>
                                      </p:cBhvr>
                                      <p:tavLst>
                                        <p:tav tm="0">
                                          <p:val>
                                            <p:strVal val="#ppt_x"/>
                                          </p:val>
                                        </p:tav>
                                        <p:tav tm="100000">
                                          <p:val>
                                            <p:strVal val="#ppt_x"/>
                                          </p:val>
                                        </p:tav>
                                      </p:tavLst>
                                    </p:anim>
                                    <p:anim calcmode="lin" valueType="num">
                                      <p:cBhvr additive="base">
                                        <p:cTn id="8" dur="500" fill="hold"/>
                                        <p:tgtEl>
                                          <p:spTgt spid="1249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4935"/>
                                        </p:tgtEl>
                                        <p:attrNameLst>
                                          <p:attrName>style.visibility</p:attrName>
                                        </p:attrNameLst>
                                      </p:cBhvr>
                                      <p:to>
                                        <p:strVal val="visible"/>
                                      </p:to>
                                    </p:set>
                                    <p:anim calcmode="lin" valueType="num">
                                      <p:cBhvr additive="base">
                                        <p:cTn id="13" dur="500" fill="hold"/>
                                        <p:tgtEl>
                                          <p:spTgt spid="124935"/>
                                        </p:tgtEl>
                                        <p:attrNameLst>
                                          <p:attrName>ppt_x</p:attrName>
                                        </p:attrNameLst>
                                      </p:cBhvr>
                                      <p:tavLst>
                                        <p:tav tm="0">
                                          <p:val>
                                            <p:strVal val="#ppt_x"/>
                                          </p:val>
                                        </p:tav>
                                        <p:tav tm="100000">
                                          <p:val>
                                            <p:strVal val="#ppt_x"/>
                                          </p:val>
                                        </p:tav>
                                      </p:tavLst>
                                    </p:anim>
                                    <p:anim calcmode="lin" valueType="num">
                                      <p:cBhvr additive="base">
                                        <p:cTn id="14" dur="500" fill="hold"/>
                                        <p:tgtEl>
                                          <p:spTgt spid="12493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4936"/>
                                        </p:tgtEl>
                                        <p:attrNameLst>
                                          <p:attrName>style.visibility</p:attrName>
                                        </p:attrNameLst>
                                      </p:cBhvr>
                                      <p:to>
                                        <p:strVal val="visible"/>
                                      </p:to>
                                    </p:set>
                                    <p:anim calcmode="lin" valueType="num">
                                      <p:cBhvr additive="base">
                                        <p:cTn id="19" dur="500" fill="hold"/>
                                        <p:tgtEl>
                                          <p:spTgt spid="124936"/>
                                        </p:tgtEl>
                                        <p:attrNameLst>
                                          <p:attrName>ppt_x</p:attrName>
                                        </p:attrNameLst>
                                      </p:cBhvr>
                                      <p:tavLst>
                                        <p:tav tm="0">
                                          <p:val>
                                            <p:strVal val="#ppt_x"/>
                                          </p:val>
                                        </p:tav>
                                        <p:tav tm="100000">
                                          <p:val>
                                            <p:strVal val="#ppt_x"/>
                                          </p:val>
                                        </p:tav>
                                      </p:tavLst>
                                    </p:anim>
                                    <p:anim calcmode="lin" valueType="num">
                                      <p:cBhvr additive="base">
                                        <p:cTn id="20" dur="500" fill="hold"/>
                                        <p:tgtEl>
                                          <p:spTgt spid="12493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4934"/>
                                        </p:tgtEl>
                                        <p:attrNameLst>
                                          <p:attrName>style.visibility</p:attrName>
                                        </p:attrNameLst>
                                      </p:cBhvr>
                                      <p:to>
                                        <p:strVal val="visible"/>
                                      </p:to>
                                    </p:set>
                                    <p:anim calcmode="lin" valueType="num">
                                      <p:cBhvr additive="base">
                                        <p:cTn id="25" dur="500" fill="hold"/>
                                        <p:tgtEl>
                                          <p:spTgt spid="124934"/>
                                        </p:tgtEl>
                                        <p:attrNameLst>
                                          <p:attrName>ppt_x</p:attrName>
                                        </p:attrNameLst>
                                      </p:cBhvr>
                                      <p:tavLst>
                                        <p:tav tm="0">
                                          <p:val>
                                            <p:strVal val="#ppt_x"/>
                                          </p:val>
                                        </p:tav>
                                        <p:tav tm="100000">
                                          <p:val>
                                            <p:strVal val="#ppt_x"/>
                                          </p:val>
                                        </p:tav>
                                      </p:tavLst>
                                    </p:anim>
                                    <p:anim calcmode="lin" valueType="num">
                                      <p:cBhvr additive="base">
                                        <p:cTn id="26" dur="500" fill="hold"/>
                                        <p:tgtEl>
                                          <p:spTgt spid="12493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24933"/>
                                        </p:tgtEl>
                                        <p:attrNameLst>
                                          <p:attrName>style.visibility</p:attrName>
                                        </p:attrNameLst>
                                      </p:cBhvr>
                                      <p:to>
                                        <p:strVal val="visible"/>
                                      </p:to>
                                    </p:set>
                                    <p:anim calcmode="lin" valueType="num">
                                      <p:cBhvr additive="base">
                                        <p:cTn id="31" dur="500" fill="hold"/>
                                        <p:tgtEl>
                                          <p:spTgt spid="124933"/>
                                        </p:tgtEl>
                                        <p:attrNameLst>
                                          <p:attrName>ppt_x</p:attrName>
                                        </p:attrNameLst>
                                      </p:cBhvr>
                                      <p:tavLst>
                                        <p:tav tm="0">
                                          <p:val>
                                            <p:strVal val="#ppt_x"/>
                                          </p:val>
                                        </p:tav>
                                        <p:tav tm="100000">
                                          <p:val>
                                            <p:strVal val="#ppt_x"/>
                                          </p:val>
                                        </p:tav>
                                      </p:tavLst>
                                    </p:anim>
                                    <p:anim calcmode="lin" valueType="num">
                                      <p:cBhvr additive="base">
                                        <p:cTn id="32" dur="500" fill="hold"/>
                                        <p:tgtEl>
                                          <p:spTgt spid="1249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p:bldP spid="124934" grpId="0"/>
      <p:bldP spid="1249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46219948-3985-8F67-9353-728E2E3EFBBD}"/>
              </a:ext>
            </a:extLst>
          </p:cNvPr>
          <p:cNvGrpSpPr>
            <a:grpSpLocks/>
          </p:cNvGrpSpPr>
          <p:nvPr/>
        </p:nvGrpSpPr>
        <p:grpSpPr bwMode="auto">
          <a:xfrm>
            <a:off x="1546225" y="3062288"/>
            <a:ext cx="6378575" cy="1419225"/>
            <a:chOff x="1070" y="1632"/>
            <a:chExt cx="4018" cy="894"/>
          </a:xfrm>
        </p:grpSpPr>
        <p:graphicFrame>
          <p:nvGraphicFramePr>
            <p:cNvPr id="26633" name="Object 4">
              <a:extLst>
                <a:ext uri="{FF2B5EF4-FFF2-40B4-BE49-F238E27FC236}">
                  <a16:creationId xmlns:a16="http://schemas.microsoft.com/office/drawing/2014/main" id="{D84E0DE7-BE09-DB7E-1B5E-406A1EABFEE6}"/>
                </a:ext>
              </a:extLst>
            </p:cNvPr>
            <p:cNvGraphicFramePr>
              <a:graphicFrameLocks noChangeAspect="1"/>
            </p:cNvGraphicFramePr>
            <p:nvPr/>
          </p:nvGraphicFramePr>
          <p:xfrm>
            <a:off x="1776" y="1632"/>
            <a:ext cx="3312" cy="894"/>
          </p:xfrm>
          <a:graphic>
            <a:graphicData uri="http://schemas.openxmlformats.org/presentationml/2006/ole">
              <mc:AlternateContent xmlns:mc="http://schemas.openxmlformats.org/markup-compatibility/2006">
                <mc:Choice xmlns:v="urn:schemas-microsoft-com:vml" Requires="v">
                  <p:oleObj spid="_x0000_s2053" r:id="rId4" imgW="3289300" imgH="889000" progId="Equation.3">
                    <p:embed/>
                  </p:oleObj>
                </mc:Choice>
                <mc:Fallback>
                  <p:oleObj r:id="rId4" imgW="3289300" imgH="889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6" y="1632"/>
                          <a:ext cx="3312" cy="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34" name="Rectangle 5">
              <a:extLst>
                <a:ext uri="{FF2B5EF4-FFF2-40B4-BE49-F238E27FC236}">
                  <a16:creationId xmlns:a16="http://schemas.microsoft.com/office/drawing/2014/main" id="{445EBE7F-C137-13BB-D4EB-AEAD6B8E2406}"/>
                </a:ext>
              </a:extLst>
            </p:cNvPr>
            <p:cNvSpPr>
              <a:spLocks noChangeArrowheads="1"/>
            </p:cNvSpPr>
            <p:nvPr/>
          </p:nvSpPr>
          <p:spPr bwMode="auto">
            <a:xfrm>
              <a:off x="1070" y="1998"/>
              <a:ext cx="9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从而：</a:t>
              </a:r>
            </a:p>
          </p:txBody>
        </p:sp>
      </p:grpSp>
      <p:sp>
        <p:nvSpPr>
          <p:cNvPr id="126982" name="Rectangle 6">
            <a:extLst>
              <a:ext uri="{FF2B5EF4-FFF2-40B4-BE49-F238E27FC236}">
                <a16:creationId xmlns:a16="http://schemas.microsoft.com/office/drawing/2014/main" id="{BFC9E5E8-387A-31A9-2DFB-78B2AFDA8BD6}"/>
              </a:ext>
            </a:extLst>
          </p:cNvPr>
          <p:cNvSpPr>
            <a:spLocks noChangeArrowheads="1"/>
          </p:cNvSpPr>
          <p:nvPr/>
        </p:nvSpPr>
        <p:spPr bwMode="auto">
          <a:xfrm>
            <a:off x="1524000" y="4738688"/>
            <a:ext cx="685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显然， </a:t>
            </a:r>
            <a:r>
              <a:rPr lang="zh-CN" altLang="en-US"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一定时，</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zh-CN" altLang="en-US" sz="2800">
                <a:latin typeface="宋体" panose="02010600030101010101" pitchFamily="2" charset="-122"/>
              </a:rPr>
              <a:t>越大，</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r</a:t>
            </a:r>
            <a:r>
              <a:rPr lang="zh-CN" altLang="en-US" sz="2800">
                <a:latin typeface="宋体" panose="02010600030101010101" pitchFamily="2" charset="-122"/>
              </a:rPr>
              <a:t>越小；</a:t>
            </a:r>
            <a:endParaRPr lang="zh-CN" altLang="en-US" sz="2800">
              <a:latin typeface="Times New Roman" panose="02020603050405020304" pitchFamily="18" charset="0"/>
            </a:endParaRPr>
          </a:p>
        </p:txBody>
      </p:sp>
      <p:grpSp>
        <p:nvGrpSpPr>
          <p:cNvPr id="26628" name="Group 7">
            <a:extLst>
              <a:ext uri="{FF2B5EF4-FFF2-40B4-BE49-F238E27FC236}">
                <a16:creationId xmlns:a16="http://schemas.microsoft.com/office/drawing/2014/main" id="{67A666C9-4856-4425-AD96-93E877CB152C}"/>
              </a:ext>
            </a:extLst>
          </p:cNvPr>
          <p:cNvGrpSpPr>
            <a:grpSpLocks/>
          </p:cNvGrpSpPr>
          <p:nvPr/>
        </p:nvGrpSpPr>
        <p:grpSpPr bwMode="auto">
          <a:xfrm>
            <a:off x="1546225" y="1766888"/>
            <a:ext cx="5387975" cy="1066800"/>
            <a:chOff x="1070" y="864"/>
            <a:chExt cx="3394" cy="672"/>
          </a:xfrm>
        </p:grpSpPr>
        <p:sp>
          <p:nvSpPr>
            <p:cNvPr id="26630" name="Rectangle 8">
              <a:extLst>
                <a:ext uri="{FF2B5EF4-FFF2-40B4-BE49-F238E27FC236}">
                  <a16:creationId xmlns:a16="http://schemas.microsoft.com/office/drawing/2014/main" id="{FC39C406-F627-AFAB-3367-A352B6049958}"/>
                </a:ext>
              </a:extLst>
            </p:cNvPr>
            <p:cNvSpPr>
              <a:spLocks noChangeArrowheads="1"/>
            </p:cNvSpPr>
            <p:nvPr/>
          </p:nvSpPr>
          <p:spPr bwMode="auto">
            <a:xfrm>
              <a:off x="1070" y="864"/>
              <a:ext cx="9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即：</a:t>
              </a:r>
            </a:p>
          </p:txBody>
        </p:sp>
        <p:graphicFrame>
          <p:nvGraphicFramePr>
            <p:cNvPr id="26631" name="Object 9">
              <a:extLst>
                <a:ext uri="{FF2B5EF4-FFF2-40B4-BE49-F238E27FC236}">
                  <a16:creationId xmlns:a16="http://schemas.microsoft.com/office/drawing/2014/main" id="{A4F20657-E5C7-34E1-24E9-C2BE4AB6A94B}"/>
                </a:ext>
              </a:extLst>
            </p:cNvPr>
            <p:cNvGraphicFramePr>
              <a:graphicFrameLocks noChangeAspect="1"/>
            </p:cNvGraphicFramePr>
            <p:nvPr/>
          </p:nvGraphicFramePr>
          <p:xfrm>
            <a:off x="1817" y="929"/>
            <a:ext cx="1255" cy="271"/>
          </p:xfrm>
          <a:graphic>
            <a:graphicData uri="http://schemas.openxmlformats.org/presentationml/2006/ole">
              <mc:AlternateContent xmlns:mc="http://schemas.openxmlformats.org/markup-compatibility/2006">
                <mc:Choice xmlns:v="urn:schemas-microsoft-com:vml" Requires="v">
                  <p:oleObj spid="_x0000_s2054" r:id="rId6" imgW="1054100" imgH="228600" progId="Equation.3">
                    <p:embed/>
                  </p:oleObj>
                </mc:Choice>
                <mc:Fallback>
                  <p:oleObj r:id="rId6" imgW="1054100" imgH="2286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7" y="929"/>
                          <a:ext cx="125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632" name="Object 10">
              <a:extLst>
                <a:ext uri="{FF2B5EF4-FFF2-40B4-BE49-F238E27FC236}">
                  <a16:creationId xmlns:a16="http://schemas.microsoft.com/office/drawing/2014/main" id="{E7EEFC14-FCA4-E15B-0989-EED76B85FB28}"/>
                </a:ext>
              </a:extLst>
            </p:cNvPr>
            <p:cNvGraphicFramePr>
              <a:graphicFrameLocks noChangeAspect="1"/>
            </p:cNvGraphicFramePr>
            <p:nvPr/>
          </p:nvGraphicFramePr>
          <p:xfrm>
            <a:off x="1833" y="1265"/>
            <a:ext cx="2631" cy="271"/>
          </p:xfrm>
          <a:graphic>
            <a:graphicData uri="http://schemas.openxmlformats.org/presentationml/2006/ole">
              <mc:AlternateContent xmlns:mc="http://schemas.openxmlformats.org/markup-compatibility/2006">
                <mc:Choice xmlns:v="urn:schemas-microsoft-com:vml" Requires="v">
                  <p:oleObj spid="_x0000_s2055" r:id="rId8" imgW="2209800" imgH="228600" progId="Equation.3">
                    <p:embed/>
                  </p:oleObj>
                </mc:Choice>
                <mc:Fallback>
                  <p:oleObj r:id="rId8" imgW="2209800" imgH="2286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3" y="1265"/>
                          <a:ext cx="263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26987" name="Rectangle 11">
            <a:extLst>
              <a:ext uri="{FF2B5EF4-FFF2-40B4-BE49-F238E27FC236}">
                <a16:creationId xmlns:a16="http://schemas.microsoft.com/office/drawing/2014/main" id="{7B7C782D-251B-FF4C-114B-8688E756FBBC}"/>
              </a:ext>
            </a:extLst>
          </p:cNvPr>
          <p:cNvSpPr>
            <a:spLocks noChangeArrowheads="1"/>
          </p:cNvSpPr>
          <p:nvPr/>
        </p:nvSpPr>
        <p:spPr bwMode="auto">
          <a:xfrm>
            <a:off x="2590800" y="5348288"/>
            <a:ext cx="4621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zh-CN" altLang="en-US" sz="2800">
                <a:latin typeface="宋体" panose="02010600030101010101" pitchFamily="2" charset="-122"/>
              </a:rPr>
              <a:t>一定时，</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zh-CN" altLang="en-US" sz="2800">
                <a:latin typeface="宋体" panose="02010600030101010101" pitchFamily="2" charset="-122"/>
              </a:rPr>
              <a:t>越大，</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r </a:t>
            </a:r>
            <a:r>
              <a:rPr lang="zh-CN" altLang="en-US" sz="2800">
                <a:latin typeface="宋体" panose="02010600030101010101" pitchFamily="2" charset="-122"/>
              </a:rPr>
              <a:t>越大。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6982"/>
                                        </p:tgtEl>
                                        <p:attrNameLst>
                                          <p:attrName>style.visibility</p:attrName>
                                        </p:attrNameLst>
                                      </p:cBhvr>
                                      <p:to>
                                        <p:strVal val="visible"/>
                                      </p:to>
                                    </p:set>
                                    <p:anim calcmode="lin" valueType="num">
                                      <p:cBhvr additive="base">
                                        <p:cTn id="13" dur="500" fill="hold"/>
                                        <p:tgtEl>
                                          <p:spTgt spid="126982"/>
                                        </p:tgtEl>
                                        <p:attrNameLst>
                                          <p:attrName>ppt_x</p:attrName>
                                        </p:attrNameLst>
                                      </p:cBhvr>
                                      <p:tavLst>
                                        <p:tav tm="0">
                                          <p:val>
                                            <p:strVal val="#ppt_x"/>
                                          </p:val>
                                        </p:tav>
                                        <p:tav tm="100000">
                                          <p:val>
                                            <p:strVal val="#ppt_x"/>
                                          </p:val>
                                        </p:tav>
                                      </p:tavLst>
                                    </p:anim>
                                    <p:anim calcmode="lin" valueType="num">
                                      <p:cBhvr additive="base">
                                        <p:cTn id="14" dur="500" fill="hold"/>
                                        <p:tgtEl>
                                          <p:spTgt spid="12698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6987"/>
                                        </p:tgtEl>
                                        <p:attrNameLst>
                                          <p:attrName>style.visibility</p:attrName>
                                        </p:attrNameLst>
                                      </p:cBhvr>
                                      <p:to>
                                        <p:strVal val="visible"/>
                                      </p:to>
                                    </p:set>
                                    <p:anim calcmode="lin" valueType="num">
                                      <p:cBhvr additive="base">
                                        <p:cTn id="19" dur="500" fill="hold"/>
                                        <p:tgtEl>
                                          <p:spTgt spid="126987"/>
                                        </p:tgtEl>
                                        <p:attrNameLst>
                                          <p:attrName>ppt_x</p:attrName>
                                        </p:attrNameLst>
                                      </p:cBhvr>
                                      <p:tavLst>
                                        <p:tav tm="0">
                                          <p:val>
                                            <p:strVal val="#ppt_x"/>
                                          </p:val>
                                        </p:tav>
                                        <p:tav tm="100000">
                                          <p:val>
                                            <p:strVal val="#ppt_x"/>
                                          </p:val>
                                        </p:tav>
                                      </p:tavLst>
                                    </p:anim>
                                    <p:anim calcmode="lin" valueType="num">
                                      <p:cBhvr additive="base">
                                        <p:cTn id="20" dur="500" fill="hold"/>
                                        <p:tgtEl>
                                          <p:spTgt spid="1269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2" grpId="0"/>
      <p:bldP spid="12698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95D1FBE8-6D9A-E5D5-5AD8-2D531EEEDEBD}"/>
              </a:ext>
            </a:extLst>
          </p:cNvPr>
          <p:cNvSpPr>
            <a:spLocks noChangeArrowheads="1"/>
          </p:cNvSpPr>
          <p:nvPr/>
        </p:nvSpPr>
        <p:spPr bwMode="auto">
          <a:xfrm>
            <a:off x="1187450" y="981075"/>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ü"/>
            </a:pPr>
            <a:r>
              <a:rPr lang="en-US" altLang="zh-CN" sz="2800">
                <a:latin typeface="Times New Roman" panose="02020603050405020304" pitchFamily="18" charset="0"/>
              </a:rPr>
              <a:t> </a:t>
            </a:r>
            <a:r>
              <a:rPr lang="zh-CN" altLang="en-US" sz="2800">
                <a:latin typeface="Times New Roman" panose="02020603050405020304" pitchFamily="18" charset="0"/>
              </a:rPr>
              <a:t>峰值时间</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a:t>
            </a:r>
          </a:p>
        </p:txBody>
      </p:sp>
      <p:grpSp>
        <p:nvGrpSpPr>
          <p:cNvPr id="2" name="Group 4">
            <a:extLst>
              <a:ext uri="{FF2B5EF4-FFF2-40B4-BE49-F238E27FC236}">
                <a16:creationId xmlns:a16="http://schemas.microsoft.com/office/drawing/2014/main" id="{4D8599CA-072B-83CB-A829-63AF0BEDC023}"/>
              </a:ext>
            </a:extLst>
          </p:cNvPr>
          <p:cNvGrpSpPr>
            <a:grpSpLocks/>
          </p:cNvGrpSpPr>
          <p:nvPr/>
        </p:nvGrpSpPr>
        <p:grpSpPr bwMode="auto">
          <a:xfrm>
            <a:off x="1219200" y="2214563"/>
            <a:ext cx="5743575" cy="700087"/>
            <a:chOff x="990" y="1299"/>
            <a:chExt cx="3618" cy="441"/>
          </a:xfrm>
        </p:grpSpPr>
        <p:sp>
          <p:nvSpPr>
            <p:cNvPr id="28681" name="Rectangle 5">
              <a:extLst>
                <a:ext uri="{FF2B5EF4-FFF2-40B4-BE49-F238E27FC236}">
                  <a16:creationId xmlns:a16="http://schemas.microsoft.com/office/drawing/2014/main" id="{D123F56F-3017-9A00-5C3E-7BE8EB15EEAA}"/>
                </a:ext>
              </a:extLst>
            </p:cNvPr>
            <p:cNvSpPr>
              <a:spLocks noChangeArrowheads="1"/>
            </p:cNvSpPr>
            <p:nvPr/>
          </p:nvSpPr>
          <p:spPr bwMode="auto">
            <a:xfrm>
              <a:off x="2256" y="1344"/>
              <a:ext cx="23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，并将</a:t>
              </a:r>
              <a:r>
                <a:rPr lang="en-US" altLang="zh-CN" sz="2800" i="1">
                  <a:latin typeface="Times New Roman" panose="02020603050405020304" pitchFamily="18" charset="0"/>
                </a:rPr>
                <a:t>t </a:t>
              </a:r>
              <a:r>
                <a:rPr lang="en-US" altLang="zh-CN" sz="2800">
                  <a:latin typeface="Times New Roman" panose="02020603050405020304" pitchFamily="18" charset="0"/>
                </a:rPr>
                <a:t>= </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a:t>
              </a:r>
              <a:r>
                <a:rPr lang="zh-CN" altLang="en-US" sz="2800">
                  <a:latin typeface="宋体" panose="02010600030101010101" pitchFamily="2" charset="-122"/>
                </a:rPr>
                <a:t>代入可得：</a:t>
              </a:r>
              <a:r>
                <a:rPr lang="zh-CN" altLang="en-US" sz="2800">
                  <a:latin typeface="Times New Roman" panose="02020603050405020304" pitchFamily="18" charset="0"/>
                </a:rPr>
                <a:t> </a:t>
              </a:r>
            </a:p>
          </p:txBody>
        </p:sp>
        <p:graphicFrame>
          <p:nvGraphicFramePr>
            <p:cNvPr id="28682" name="Object 6">
              <a:extLst>
                <a:ext uri="{FF2B5EF4-FFF2-40B4-BE49-F238E27FC236}">
                  <a16:creationId xmlns:a16="http://schemas.microsoft.com/office/drawing/2014/main" id="{B3645D0F-4031-CDF1-57E3-2FB358556BE7}"/>
                </a:ext>
              </a:extLst>
            </p:cNvPr>
            <p:cNvGraphicFramePr>
              <a:graphicFrameLocks noChangeAspect="1"/>
            </p:cNvGraphicFramePr>
            <p:nvPr/>
          </p:nvGraphicFramePr>
          <p:xfrm>
            <a:off x="1443" y="1299"/>
            <a:ext cx="666" cy="441"/>
          </p:xfrm>
          <a:graphic>
            <a:graphicData uri="http://schemas.openxmlformats.org/presentationml/2006/ole">
              <mc:AlternateContent xmlns:mc="http://schemas.openxmlformats.org/markup-compatibility/2006">
                <mc:Choice xmlns:v="urn:schemas-microsoft-com:vml" Requires="v">
                  <p:oleObj spid="_x0000_s3078" r:id="rId4" imgW="596641" imgH="393529" progId="Equation.3">
                    <p:embed/>
                  </p:oleObj>
                </mc:Choice>
                <mc:Fallback>
                  <p:oleObj r:id="rId4" imgW="596641" imgH="39352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3" y="1299"/>
                          <a:ext cx="666"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683" name="Rectangle 7">
              <a:extLst>
                <a:ext uri="{FF2B5EF4-FFF2-40B4-BE49-F238E27FC236}">
                  <a16:creationId xmlns:a16="http://schemas.microsoft.com/office/drawing/2014/main" id="{90D84D1F-8592-CBFE-A4AD-C730FA589F75}"/>
                </a:ext>
              </a:extLst>
            </p:cNvPr>
            <p:cNvSpPr>
              <a:spLocks noChangeArrowheads="1"/>
            </p:cNvSpPr>
            <p:nvPr/>
          </p:nvSpPr>
          <p:spPr bwMode="auto">
            <a:xfrm>
              <a:off x="990" y="1353"/>
              <a:ext cx="4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令</a:t>
              </a:r>
            </a:p>
          </p:txBody>
        </p:sp>
      </p:grpSp>
      <p:graphicFrame>
        <p:nvGraphicFramePr>
          <p:cNvPr id="129032" name="Object 8">
            <a:extLst>
              <a:ext uri="{FF2B5EF4-FFF2-40B4-BE49-F238E27FC236}">
                <a16:creationId xmlns:a16="http://schemas.microsoft.com/office/drawing/2014/main" id="{874D740D-BD3D-A4A7-20EE-DA4EDC7A6824}"/>
              </a:ext>
            </a:extLst>
          </p:cNvPr>
          <p:cNvGraphicFramePr>
            <a:graphicFrameLocks noChangeAspect="1"/>
          </p:cNvGraphicFramePr>
          <p:nvPr/>
        </p:nvGraphicFramePr>
        <p:xfrm>
          <a:off x="1371600" y="3243263"/>
          <a:ext cx="7543800" cy="871537"/>
        </p:xfrm>
        <a:graphic>
          <a:graphicData uri="http://schemas.openxmlformats.org/presentationml/2006/ole">
            <mc:AlternateContent xmlns:mc="http://schemas.openxmlformats.org/markup-compatibility/2006">
              <mc:Choice xmlns:v="urn:schemas-microsoft-com:vml" Requires="v">
                <p:oleObj spid="_x0000_s3079" r:id="rId6" imgW="4864100" imgH="558800" progId="Equation.3">
                  <p:embed/>
                </p:oleObj>
              </mc:Choice>
              <mc:Fallback>
                <p:oleObj r:id="rId6" imgW="4864100" imgH="5588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3243263"/>
                        <a:ext cx="75438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9">
            <a:extLst>
              <a:ext uri="{FF2B5EF4-FFF2-40B4-BE49-F238E27FC236}">
                <a16:creationId xmlns:a16="http://schemas.microsoft.com/office/drawing/2014/main" id="{96DD5B88-9ED4-C4FB-7F5D-E4BF1C8DE182}"/>
              </a:ext>
            </a:extLst>
          </p:cNvPr>
          <p:cNvGrpSpPr>
            <a:grpSpLocks/>
          </p:cNvGrpSpPr>
          <p:nvPr/>
        </p:nvGrpSpPr>
        <p:grpSpPr bwMode="auto">
          <a:xfrm>
            <a:off x="1295400" y="4494213"/>
            <a:ext cx="4267200" cy="923925"/>
            <a:chOff x="816" y="2831"/>
            <a:chExt cx="2688" cy="582"/>
          </a:xfrm>
        </p:grpSpPr>
        <p:sp>
          <p:nvSpPr>
            <p:cNvPr id="28679" name="Rectangle 10">
              <a:extLst>
                <a:ext uri="{FF2B5EF4-FFF2-40B4-BE49-F238E27FC236}">
                  <a16:creationId xmlns:a16="http://schemas.microsoft.com/office/drawing/2014/main" id="{34FBA966-BE81-D524-B76B-56F346A478EF}"/>
                </a:ext>
              </a:extLst>
            </p:cNvPr>
            <p:cNvSpPr>
              <a:spLocks noChangeArrowheads="1"/>
            </p:cNvSpPr>
            <p:nvPr/>
          </p:nvSpPr>
          <p:spPr bwMode="auto">
            <a:xfrm>
              <a:off x="816" y="2981"/>
              <a:ext cx="7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即：</a:t>
              </a:r>
              <a:r>
                <a:rPr lang="zh-CN" altLang="en-US" sz="2800">
                  <a:latin typeface="Times New Roman" panose="02020603050405020304" pitchFamily="18" charset="0"/>
                </a:rPr>
                <a:t> </a:t>
              </a:r>
            </a:p>
          </p:txBody>
        </p:sp>
        <p:graphicFrame>
          <p:nvGraphicFramePr>
            <p:cNvPr id="28680" name="Object 11">
              <a:extLst>
                <a:ext uri="{FF2B5EF4-FFF2-40B4-BE49-F238E27FC236}">
                  <a16:creationId xmlns:a16="http://schemas.microsoft.com/office/drawing/2014/main" id="{D7E724C7-BF7D-7490-09C1-D98C67EF751F}"/>
                </a:ext>
              </a:extLst>
            </p:cNvPr>
            <p:cNvGraphicFramePr>
              <a:graphicFrameLocks noChangeAspect="1"/>
            </p:cNvGraphicFramePr>
            <p:nvPr/>
          </p:nvGraphicFramePr>
          <p:xfrm>
            <a:off x="1361" y="2831"/>
            <a:ext cx="2143" cy="582"/>
          </p:xfrm>
          <a:graphic>
            <a:graphicData uri="http://schemas.openxmlformats.org/presentationml/2006/ole">
              <mc:AlternateContent xmlns:mc="http://schemas.openxmlformats.org/markup-compatibility/2006">
                <mc:Choice xmlns:v="urn:schemas-microsoft-com:vml" Requires="v">
                  <p:oleObj spid="_x0000_s3080" r:id="rId8" imgW="1828800" imgH="495300" progId="Equation.3">
                    <p:embed/>
                  </p:oleObj>
                </mc:Choice>
                <mc:Fallback>
                  <p:oleObj r:id="rId8" imgW="1828800" imgH="4953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1" y="2831"/>
                          <a:ext cx="214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29036" name="Object 12">
            <a:extLst>
              <a:ext uri="{FF2B5EF4-FFF2-40B4-BE49-F238E27FC236}">
                <a16:creationId xmlns:a16="http://schemas.microsoft.com/office/drawing/2014/main" id="{DD930E63-1DDB-700E-30D7-8B8980FA856B}"/>
              </a:ext>
            </a:extLst>
          </p:cNvPr>
          <p:cNvGraphicFramePr>
            <a:graphicFrameLocks noChangeAspect="1"/>
          </p:cNvGraphicFramePr>
          <p:nvPr/>
        </p:nvGraphicFramePr>
        <p:xfrm>
          <a:off x="2133600" y="5570538"/>
          <a:ext cx="4583113" cy="449262"/>
        </p:xfrm>
        <a:graphic>
          <a:graphicData uri="http://schemas.openxmlformats.org/presentationml/2006/ole">
            <mc:AlternateContent xmlns:mc="http://schemas.openxmlformats.org/markup-compatibility/2006">
              <mc:Choice xmlns:v="urn:schemas-microsoft-com:vml" Requires="v">
                <p:oleObj spid="_x0000_s3081" r:id="rId10" imgW="2463800" imgH="241300" progId="Equation.3">
                  <p:embed/>
                </p:oleObj>
              </mc:Choice>
              <mc:Fallback>
                <p:oleObj r:id="rId10" imgW="2463800" imgH="24130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33600" y="5570538"/>
                        <a:ext cx="458311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9032"/>
                                        </p:tgtEl>
                                        <p:attrNameLst>
                                          <p:attrName>style.visibility</p:attrName>
                                        </p:attrNameLst>
                                      </p:cBhvr>
                                      <p:to>
                                        <p:strVal val="visible"/>
                                      </p:to>
                                    </p:set>
                                    <p:anim calcmode="lin" valueType="num">
                                      <p:cBhvr additive="base">
                                        <p:cTn id="13" dur="500" fill="hold"/>
                                        <p:tgtEl>
                                          <p:spTgt spid="129032"/>
                                        </p:tgtEl>
                                        <p:attrNameLst>
                                          <p:attrName>ppt_x</p:attrName>
                                        </p:attrNameLst>
                                      </p:cBhvr>
                                      <p:tavLst>
                                        <p:tav tm="0">
                                          <p:val>
                                            <p:strVal val="#ppt_x"/>
                                          </p:val>
                                        </p:tav>
                                        <p:tav tm="100000">
                                          <p:val>
                                            <p:strVal val="#ppt_x"/>
                                          </p:val>
                                        </p:tav>
                                      </p:tavLst>
                                    </p:anim>
                                    <p:anim calcmode="lin" valueType="num">
                                      <p:cBhvr additive="base">
                                        <p:cTn id="14" dur="500" fill="hold"/>
                                        <p:tgtEl>
                                          <p:spTgt spid="12903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9036"/>
                                        </p:tgtEl>
                                        <p:attrNameLst>
                                          <p:attrName>style.visibility</p:attrName>
                                        </p:attrNameLst>
                                      </p:cBhvr>
                                      <p:to>
                                        <p:strVal val="visible"/>
                                      </p:to>
                                    </p:set>
                                    <p:anim calcmode="lin" valueType="num">
                                      <p:cBhvr additive="base">
                                        <p:cTn id="25" dur="500" fill="hold"/>
                                        <p:tgtEl>
                                          <p:spTgt spid="129036"/>
                                        </p:tgtEl>
                                        <p:attrNameLst>
                                          <p:attrName>ppt_x</p:attrName>
                                        </p:attrNameLst>
                                      </p:cBhvr>
                                      <p:tavLst>
                                        <p:tav tm="0">
                                          <p:val>
                                            <p:strVal val="#ppt_x"/>
                                          </p:val>
                                        </p:tav>
                                        <p:tav tm="100000">
                                          <p:val>
                                            <p:strVal val="#ppt_x"/>
                                          </p:val>
                                        </p:tav>
                                      </p:tavLst>
                                    </p:anim>
                                    <p:anim calcmode="lin" valueType="num">
                                      <p:cBhvr additive="base">
                                        <p:cTn id="26" dur="500" fill="hold"/>
                                        <p:tgtEl>
                                          <p:spTgt spid="129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F5C64297-8E9D-BED1-AFBE-B6C3E5590D33}"/>
              </a:ext>
            </a:extLst>
          </p:cNvPr>
          <p:cNvSpPr>
            <a:spLocks noChangeArrowheads="1"/>
          </p:cNvSpPr>
          <p:nvPr/>
        </p:nvSpPr>
        <p:spPr bwMode="auto">
          <a:xfrm>
            <a:off x="1295400" y="1865313"/>
            <a:ext cx="49323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根据</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a:t>
            </a:r>
            <a:r>
              <a:rPr lang="zh-CN" altLang="en-US" sz="2800">
                <a:latin typeface="宋体" panose="02010600030101010101" pitchFamily="2" charset="-122"/>
              </a:rPr>
              <a:t>的定义解上方程可得：</a:t>
            </a:r>
            <a:r>
              <a:rPr lang="zh-CN" altLang="en-US" sz="2800">
                <a:latin typeface="Times New Roman" panose="02020603050405020304" pitchFamily="18" charset="0"/>
              </a:rPr>
              <a:t> </a:t>
            </a:r>
          </a:p>
        </p:txBody>
      </p:sp>
      <p:graphicFrame>
        <p:nvGraphicFramePr>
          <p:cNvPr id="131076" name="Object 4">
            <a:extLst>
              <a:ext uri="{FF2B5EF4-FFF2-40B4-BE49-F238E27FC236}">
                <a16:creationId xmlns:a16="http://schemas.microsoft.com/office/drawing/2014/main" id="{54CEAE53-400B-433F-CB73-FE3E04DB5CBE}"/>
              </a:ext>
            </a:extLst>
          </p:cNvPr>
          <p:cNvGraphicFramePr>
            <a:graphicFrameLocks noChangeAspect="1"/>
          </p:cNvGraphicFramePr>
          <p:nvPr/>
        </p:nvGraphicFramePr>
        <p:xfrm>
          <a:off x="2057400" y="2590800"/>
          <a:ext cx="2743200" cy="957263"/>
        </p:xfrm>
        <a:graphic>
          <a:graphicData uri="http://schemas.openxmlformats.org/presentationml/2006/ole">
            <mc:AlternateContent xmlns:mc="http://schemas.openxmlformats.org/markup-compatibility/2006">
              <mc:Choice xmlns:v="urn:schemas-microsoft-com:vml" Requires="v">
                <p:oleObj spid="_x0000_s4099" r:id="rId4" imgW="1612900" imgH="558800" progId="Equation.3">
                  <p:embed/>
                </p:oleObj>
              </mc:Choice>
              <mc:Fallback>
                <p:oleObj r:id="rId4" imgW="1612900" imgH="558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590800"/>
                        <a:ext cx="2743200"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1077" name="Rectangle 5">
            <a:extLst>
              <a:ext uri="{FF2B5EF4-FFF2-40B4-BE49-F238E27FC236}">
                <a16:creationId xmlns:a16="http://schemas.microsoft.com/office/drawing/2014/main" id="{58C4755E-6CAA-0792-A7CF-6264A2E6508B}"/>
              </a:ext>
            </a:extLst>
          </p:cNvPr>
          <p:cNvSpPr>
            <a:spLocks noChangeArrowheads="1"/>
          </p:cNvSpPr>
          <p:nvPr/>
        </p:nvSpPr>
        <p:spPr bwMode="auto">
          <a:xfrm>
            <a:off x="1295400" y="3770313"/>
            <a:ext cx="73152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pPr>
            <a:r>
              <a:rPr lang="zh-CN" altLang="en-US" sz="2800">
                <a:latin typeface="宋体" panose="02010600030101010101" pitchFamily="2" charset="-122"/>
              </a:rPr>
              <a:t>可见，峰值时间等于阻尼振荡周期</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d</a:t>
            </a:r>
            <a:r>
              <a:rPr lang="zh-CN" altLang="en-US" sz="2800">
                <a:latin typeface="宋体" panose="02010600030101010101" pitchFamily="2" charset="-122"/>
              </a:rPr>
              <a:t>＝</a:t>
            </a:r>
            <a:r>
              <a:rPr lang="en-US" altLang="zh-CN" sz="2800">
                <a:latin typeface="宋体" panose="02010600030101010101" pitchFamily="2" charset="-122"/>
              </a:rPr>
              <a:t>2</a:t>
            </a:r>
            <a:r>
              <a:rPr lang="en-US" altLang="zh-CN" sz="2800">
                <a:latin typeface="宋体" panose="02010600030101010101" pitchFamily="2" charset="-122"/>
                <a:sym typeface="Symbol" panose="05050102010706020507" pitchFamily="18" charset="2"/>
              </a:rPr>
              <a:t></a:t>
            </a:r>
            <a:r>
              <a:rPr lang="en-US" altLang="zh-CN" sz="2800">
                <a:latin typeface="宋体" panose="02010600030101010101" pitchFamily="2" charset="-122"/>
              </a:rPr>
              <a:t>/</a:t>
            </a:r>
            <a:r>
              <a:rPr lang="en-US" altLang="zh-CN" sz="2800">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d</a:t>
            </a:r>
            <a:r>
              <a:rPr lang="zh-CN" altLang="en-US" sz="2800">
                <a:latin typeface="宋体" panose="02010600030101010101" pitchFamily="2" charset="-122"/>
              </a:rPr>
              <a:t>的一半。且</a:t>
            </a:r>
            <a:r>
              <a:rPr lang="zh-CN" altLang="en-US"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一定，</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zh-CN" altLang="en-US" sz="2800">
                <a:latin typeface="宋体" panose="02010600030101010101" pitchFamily="2" charset="-122"/>
              </a:rPr>
              <a:t>越大，</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a:t>
            </a:r>
            <a:r>
              <a:rPr lang="zh-CN" altLang="en-US" sz="2800">
                <a:latin typeface="宋体" panose="02010600030101010101" pitchFamily="2" charset="-122"/>
              </a:rPr>
              <a:t>越小；</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zh-CN" altLang="en-US" sz="2800">
                <a:latin typeface="宋体" panose="02010600030101010101" pitchFamily="2" charset="-122"/>
              </a:rPr>
              <a:t>一定，</a:t>
            </a:r>
            <a:r>
              <a:rPr lang="zh-CN" altLang="en-US"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 </a:t>
            </a:r>
            <a:r>
              <a:rPr lang="zh-CN" altLang="en-US" sz="2800">
                <a:latin typeface="宋体" panose="02010600030101010101" pitchFamily="2" charset="-122"/>
              </a:rPr>
              <a:t>越大，</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 </a:t>
            </a:r>
            <a:r>
              <a:rPr lang="zh-CN" altLang="en-US" sz="2800">
                <a:latin typeface="宋体" panose="02010600030101010101" pitchFamily="2" charset="-122"/>
              </a:rPr>
              <a:t>越大。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1076"/>
                                        </p:tgtEl>
                                        <p:attrNameLst>
                                          <p:attrName>style.visibility</p:attrName>
                                        </p:attrNameLst>
                                      </p:cBhvr>
                                      <p:to>
                                        <p:strVal val="visible"/>
                                      </p:to>
                                    </p:set>
                                    <p:anim calcmode="lin" valueType="num">
                                      <p:cBhvr additive="base">
                                        <p:cTn id="7" dur="500" fill="hold"/>
                                        <p:tgtEl>
                                          <p:spTgt spid="131076"/>
                                        </p:tgtEl>
                                        <p:attrNameLst>
                                          <p:attrName>ppt_x</p:attrName>
                                        </p:attrNameLst>
                                      </p:cBhvr>
                                      <p:tavLst>
                                        <p:tav tm="0">
                                          <p:val>
                                            <p:strVal val="#ppt_x"/>
                                          </p:val>
                                        </p:tav>
                                        <p:tav tm="100000">
                                          <p:val>
                                            <p:strVal val="#ppt_x"/>
                                          </p:val>
                                        </p:tav>
                                      </p:tavLst>
                                    </p:anim>
                                    <p:anim calcmode="lin" valueType="num">
                                      <p:cBhvr additive="base">
                                        <p:cTn id="8" dur="500" fill="hold"/>
                                        <p:tgtEl>
                                          <p:spTgt spid="13107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1077"/>
                                        </p:tgtEl>
                                        <p:attrNameLst>
                                          <p:attrName>style.visibility</p:attrName>
                                        </p:attrNameLst>
                                      </p:cBhvr>
                                      <p:to>
                                        <p:strVal val="visible"/>
                                      </p:to>
                                    </p:set>
                                    <p:anim calcmode="lin" valueType="num">
                                      <p:cBhvr additive="base">
                                        <p:cTn id="13" dur="500" fill="hold"/>
                                        <p:tgtEl>
                                          <p:spTgt spid="131077"/>
                                        </p:tgtEl>
                                        <p:attrNameLst>
                                          <p:attrName>ppt_x</p:attrName>
                                        </p:attrNameLst>
                                      </p:cBhvr>
                                      <p:tavLst>
                                        <p:tav tm="0">
                                          <p:val>
                                            <p:strVal val="#ppt_x"/>
                                          </p:val>
                                        </p:tav>
                                        <p:tav tm="100000">
                                          <p:val>
                                            <p:strVal val="#ppt_x"/>
                                          </p:val>
                                        </p:tav>
                                      </p:tavLst>
                                    </p:anim>
                                    <p:anim calcmode="lin" valueType="num">
                                      <p:cBhvr additive="base">
                                        <p:cTn id="14" dur="500" fill="hold"/>
                                        <p:tgtEl>
                                          <p:spTgt spid="1310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0F7E6ED8-D84C-AD68-D6B0-9600726EF803}"/>
              </a:ext>
            </a:extLst>
          </p:cNvPr>
          <p:cNvSpPr>
            <a:spLocks noChangeArrowheads="1"/>
          </p:cNvSpPr>
          <p:nvPr/>
        </p:nvSpPr>
        <p:spPr bwMode="auto">
          <a:xfrm>
            <a:off x="1187450" y="908050"/>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最大超调量</a:t>
            </a:r>
            <a:r>
              <a:rPr lang="zh-CN" altLang="en-US" sz="2800">
                <a:latin typeface="Times New Roman" panose="02020603050405020304" pitchFamily="18" charset="0"/>
              </a:rPr>
              <a:t> </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a:t>
            </a:r>
          </a:p>
        </p:txBody>
      </p:sp>
      <p:graphicFrame>
        <p:nvGraphicFramePr>
          <p:cNvPr id="133124" name="Object 4">
            <a:extLst>
              <a:ext uri="{FF2B5EF4-FFF2-40B4-BE49-F238E27FC236}">
                <a16:creationId xmlns:a16="http://schemas.microsoft.com/office/drawing/2014/main" id="{0DC5DF5C-74F6-EA55-1E94-BE38436542E4}"/>
              </a:ext>
            </a:extLst>
          </p:cNvPr>
          <p:cNvGraphicFramePr>
            <a:graphicFrameLocks noChangeAspect="1"/>
          </p:cNvGraphicFramePr>
          <p:nvPr/>
        </p:nvGraphicFramePr>
        <p:xfrm>
          <a:off x="1908175" y="2133600"/>
          <a:ext cx="3640138" cy="1657350"/>
        </p:xfrm>
        <a:graphic>
          <a:graphicData uri="http://schemas.openxmlformats.org/presentationml/2006/ole">
            <mc:AlternateContent xmlns:mc="http://schemas.openxmlformats.org/markup-compatibility/2006">
              <mc:Choice xmlns:v="urn:schemas-microsoft-com:vml" Requires="v">
                <p:oleObj spid="_x0000_s5123" r:id="rId4" imgW="1625600" imgH="736600" progId="Equation.3">
                  <p:embed/>
                </p:oleObj>
              </mc:Choice>
              <mc:Fallback>
                <p:oleObj r:id="rId4" imgW="1625600" imgH="736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2133600"/>
                        <a:ext cx="3640138"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125" name="Rectangle 5">
            <a:extLst>
              <a:ext uri="{FF2B5EF4-FFF2-40B4-BE49-F238E27FC236}">
                <a16:creationId xmlns:a16="http://schemas.microsoft.com/office/drawing/2014/main" id="{D66F6DAF-3263-0DEE-92B6-9CC533E19D3A}"/>
              </a:ext>
            </a:extLst>
          </p:cNvPr>
          <p:cNvSpPr>
            <a:spLocks noChangeArrowheads="1"/>
          </p:cNvSpPr>
          <p:nvPr/>
        </p:nvSpPr>
        <p:spPr bwMode="auto">
          <a:xfrm>
            <a:off x="1219200" y="4117975"/>
            <a:ext cx="73152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显然，</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a:t>
            </a:r>
            <a:r>
              <a:rPr lang="zh-CN" altLang="en-US" sz="2800">
                <a:latin typeface="宋体" panose="02010600030101010101" pitchFamily="2" charset="-122"/>
              </a:rPr>
              <a:t>仅与阻尼比</a:t>
            </a:r>
            <a:r>
              <a:rPr lang="zh-CN" altLang="en-US"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有关。最大超调量直接说明了系统的阻尼特性。</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zh-CN" altLang="en-US" sz="2800">
                <a:latin typeface="宋体" panose="02010600030101010101" pitchFamily="2" charset="-122"/>
              </a:rPr>
              <a:t>越大， </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  </a:t>
            </a:r>
            <a:r>
              <a:rPr lang="zh-CN" altLang="en-US" sz="2800">
                <a:latin typeface="宋体" panose="02010600030101010101" pitchFamily="2" charset="-122"/>
              </a:rPr>
              <a:t>越小，系统的平稳性越好，当</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en-US" altLang="zh-CN" sz="2800">
                <a:latin typeface="Times New Roman" panose="02020603050405020304" pitchFamily="18" charset="0"/>
              </a:rPr>
              <a:t>= 0.4~0.8</a:t>
            </a:r>
            <a:r>
              <a:rPr lang="zh-CN" altLang="en-US" sz="2800">
                <a:latin typeface="宋体" panose="02010600030101010101" pitchFamily="2" charset="-122"/>
              </a:rPr>
              <a:t>时，可以求得相应的 </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a:t>
            </a:r>
            <a:r>
              <a:rPr lang="en-US" altLang="zh-CN" sz="2900" i="1" baseline="-30000">
                <a:latin typeface="Times New Roman" panose="02020603050405020304" pitchFamily="18" charset="0"/>
              </a:rPr>
              <a:t> </a:t>
            </a:r>
            <a:r>
              <a:rPr lang="en-US" altLang="zh-CN" sz="2800">
                <a:latin typeface="Times New Roman" panose="02020603050405020304" pitchFamily="18" charset="0"/>
              </a:rPr>
              <a:t>= 25.4%~1.5%</a:t>
            </a:r>
            <a:r>
              <a:rPr lang="zh-CN" altLang="en-US" sz="2800">
                <a:latin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24"/>
                                        </p:tgtEl>
                                        <p:attrNameLst>
                                          <p:attrName>style.visibility</p:attrName>
                                        </p:attrNameLst>
                                      </p:cBhvr>
                                      <p:to>
                                        <p:strVal val="visible"/>
                                      </p:to>
                                    </p:set>
                                    <p:anim calcmode="lin" valueType="num">
                                      <p:cBhvr additive="base">
                                        <p:cTn id="7" dur="500" fill="hold"/>
                                        <p:tgtEl>
                                          <p:spTgt spid="133124"/>
                                        </p:tgtEl>
                                        <p:attrNameLst>
                                          <p:attrName>ppt_x</p:attrName>
                                        </p:attrNameLst>
                                      </p:cBhvr>
                                      <p:tavLst>
                                        <p:tav tm="0">
                                          <p:val>
                                            <p:strVal val="#ppt_x"/>
                                          </p:val>
                                        </p:tav>
                                        <p:tav tm="100000">
                                          <p:val>
                                            <p:strVal val="#ppt_x"/>
                                          </p:val>
                                        </p:tav>
                                      </p:tavLst>
                                    </p:anim>
                                    <p:anim calcmode="lin" valueType="num">
                                      <p:cBhvr additive="base">
                                        <p:cTn id="8" dur="500" fill="hold"/>
                                        <p:tgtEl>
                                          <p:spTgt spid="13312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25"/>
                                        </p:tgtEl>
                                        <p:attrNameLst>
                                          <p:attrName>style.visibility</p:attrName>
                                        </p:attrNameLst>
                                      </p:cBhvr>
                                      <p:to>
                                        <p:strVal val="visible"/>
                                      </p:to>
                                    </p:set>
                                    <p:anim calcmode="lin" valueType="num">
                                      <p:cBhvr additive="base">
                                        <p:cTn id="13" dur="500" fill="hold"/>
                                        <p:tgtEl>
                                          <p:spTgt spid="133125"/>
                                        </p:tgtEl>
                                        <p:attrNameLst>
                                          <p:attrName>ppt_x</p:attrName>
                                        </p:attrNameLst>
                                      </p:cBhvr>
                                      <p:tavLst>
                                        <p:tav tm="0">
                                          <p:val>
                                            <p:strVal val="#ppt_x"/>
                                          </p:val>
                                        </p:tav>
                                        <p:tav tm="100000">
                                          <p:val>
                                            <p:strVal val="#ppt_x"/>
                                          </p:val>
                                        </p:tav>
                                      </p:tavLst>
                                    </p:anim>
                                    <p:anim calcmode="lin" valueType="num">
                                      <p:cBhvr additive="base">
                                        <p:cTn id="14" dur="500" fill="hold"/>
                                        <p:tgtEl>
                                          <p:spTgt spid="133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3">
            <a:extLst>
              <a:ext uri="{FF2B5EF4-FFF2-40B4-BE49-F238E27FC236}">
                <a16:creationId xmlns:a16="http://schemas.microsoft.com/office/drawing/2014/main" id="{C54CCA42-7484-C809-08EC-D4709E601B05}"/>
              </a:ext>
            </a:extLst>
          </p:cNvPr>
          <p:cNvGrpSpPr>
            <a:grpSpLocks/>
          </p:cNvGrpSpPr>
          <p:nvPr/>
        </p:nvGrpSpPr>
        <p:grpSpPr bwMode="auto">
          <a:xfrm>
            <a:off x="1066800" y="1825625"/>
            <a:ext cx="6859588" cy="4803775"/>
            <a:chOff x="764" y="1150"/>
            <a:chExt cx="3764" cy="3026"/>
          </a:xfrm>
        </p:grpSpPr>
        <p:sp>
          <p:nvSpPr>
            <p:cNvPr id="34819" name="Rectangle 4">
              <a:extLst>
                <a:ext uri="{FF2B5EF4-FFF2-40B4-BE49-F238E27FC236}">
                  <a16:creationId xmlns:a16="http://schemas.microsoft.com/office/drawing/2014/main" id="{1B4CD4A3-51EE-EF6A-379C-DA57B1DECC99}"/>
                </a:ext>
              </a:extLst>
            </p:cNvPr>
            <p:cNvSpPr>
              <a:spLocks noChangeAspect="1" noChangeArrowheads="1"/>
            </p:cNvSpPr>
            <p:nvPr/>
          </p:nvSpPr>
          <p:spPr bwMode="auto">
            <a:xfrm>
              <a:off x="1333" y="1243"/>
              <a:ext cx="3163" cy="2498"/>
            </a:xfrm>
            <a:prstGeom prst="rect">
              <a:avLst/>
            </a:prstGeom>
            <a:noFill/>
            <a:ln w="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34820" name="Freeform 5">
              <a:extLst>
                <a:ext uri="{FF2B5EF4-FFF2-40B4-BE49-F238E27FC236}">
                  <a16:creationId xmlns:a16="http://schemas.microsoft.com/office/drawing/2014/main" id="{F43E84CE-B609-5948-1940-B0E0607B2087}"/>
                </a:ext>
              </a:extLst>
            </p:cNvPr>
            <p:cNvSpPr>
              <a:spLocks noChangeAspect="1" noChangeArrowheads="1"/>
            </p:cNvSpPr>
            <p:nvPr/>
          </p:nvSpPr>
          <p:spPr bwMode="auto">
            <a:xfrm>
              <a:off x="1333" y="1243"/>
              <a:ext cx="1"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1" name="Freeform 6">
              <a:extLst>
                <a:ext uri="{FF2B5EF4-FFF2-40B4-BE49-F238E27FC236}">
                  <a16:creationId xmlns:a16="http://schemas.microsoft.com/office/drawing/2014/main" id="{2A6A9266-26A3-561D-2BFE-E1E50356B2EE}"/>
                </a:ext>
              </a:extLst>
            </p:cNvPr>
            <p:cNvSpPr>
              <a:spLocks noChangeAspect="1" noChangeArrowheads="1"/>
            </p:cNvSpPr>
            <p:nvPr/>
          </p:nvSpPr>
          <p:spPr bwMode="auto">
            <a:xfrm>
              <a:off x="1646" y="1243"/>
              <a:ext cx="1"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2" name="Freeform 7">
              <a:extLst>
                <a:ext uri="{FF2B5EF4-FFF2-40B4-BE49-F238E27FC236}">
                  <a16:creationId xmlns:a16="http://schemas.microsoft.com/office/drawing/2014/main" id="{D55BA27E-37FA-0C38-9717-3F76CE97C44C}"/>
                </a:ext>
              </a:extLst>
            </p:cNvPr>
            <p:cNvSpPr>
              <a:spLocks noChangeAspect="1" noChangeArrowheads="1"/>
            </p:cNvSpPr>
            <p:nvPr/>
          </p:nvSpPr>
          <p:spPr bwMode="auto">
            <a:xfrm>
              <a:off x="1965" y="1243"/>
              <a:ext cx="1"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3" name="Freeform 8">
              <a:extLst>
                <a:ext uri="{FF2B5EF4-FFF2-40B4-BE49-F238E27FC236}">
                  <a16:creationId xmlns:a16="http://schemas.microsoft.com/office/drawing/2014/main" id="{F1C674B8-623E-4F7C-BB52-C46AC07088C5}"/>
                </a:ext>
              </a:extLst>
            </p:cNvPr>
            <p:cNvSpPr>
              <a:spLocks noChangeAspect="1" noChangeArrowheads="1"/>
            </p:cNvSpPr>
            <p:nvPr/>
          </p:nvSpPr>
          <p:spPr bwMode="auto">
            <a:xfrm>
              <a:off x="2279" y="1243"/>
              <a:ext cx="0"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4" name="Freeform 9">
              <a:extLst>
                <a:ext uri="{FF2B5EF4-FFF2-40B4-BE49-F238E27FC236}">
                  <a16:creationId xmlns:a16="http://schemas.microsoft.com/office/drawing/2014/main" id="{4271A2E4-146C-AFDD-1524-CC2E1EEA0B05}"/>
                </a:ext>
              </a:extLst>
            </p:cNvPr>
            <p:cNvSpPr>
              <a:spLocks noChangeAspect="1" noChangeArrowheads="1"/>
            </p:cNvSpPr>
            <p:nvPr/>
          </p:nvSpPr>
          <p:spPr bwMode="auto">
            <a:xfrm>
              <a:off x="2597" y="1243"/>
              <a:ext cx="1"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5" name="Freeform 10">
              <a:extLst>
                <a:ext uri="{FF2B5EF4-FFF2-40B4-BE49-F238E27FC236}">
                  <a16:creationId xmlns:a16="http://schemas.microsoft.com/office/drawing/2014/main" id="{17B43DF1-101F-531C-E068-3A2AA8C4096A}"/>
                </a:ext>
              </a:extLst>
            </p:cNvPr>
            <p:cNvSpPr>
              <a:spLocks noChangeAspect="1" noChangeArrowheads="1"/>
            </p:cNvSpPr>
            <p:nvPr/>
          </p:nvSpPr>
          <p:spPr bwMode="auto">
            <a:xfrm>
              <a:off x="2912" y="1243"/>
              <a:ext cx="0"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6" name="Freeform 11">
              <a:extLst>
                <a:ext uri="{FF2B5EF4-FFF2-40B4-BE49-F238E27FC236}">
                  <a16:creationId xmlns:a16="http://schemas.microsoft.com/office/drawing/2014/main" id="{26077002-29E1-D1BA-5368-60AF9C5861E7}"/>
                </a:ext>
              </a:extLst>
            </p:cNvPr>
            <p:cNvSpPr>
              <a:spLocks noChangeAspect="1" noChangeArrowheads="1"/>
            </p:cNvSpPr>
            <p:nvPr/>
          </p:nvSpPr>
          <p:spPr bwMode="auto">
            <a:xfrm>
              <a:off x="3230" y="1243"/>
              <a:ext cx="1"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7" name="Freeform 12">
              <a:extLst>
                <a:ext uri="{FF2B5EF4-FFF2-40B4-BE49-F238E27FC236}">
                  <a16:creationId xmlns:a16="http://schemas.microsoft.com/office/drawing/2014/main" id="{F5FEAC79-594B-A1F8-59D7-5DE5EC5D737F}"/>
                </a:ext>
              </a:extLst>
            </p:cNvPr>
            <p:cNvSpPr>
              <a:spLocks noChangeAspect="1" noChangeArrowheads="1"/>
            </p:cNvSpPr>
            <p:nvPr/>
          </p:nvSpPr>
          <p:spPr bwMode="auto">
            <a:xfrm>
              <a:off x="3544" y="1243"/>
              <a:ext cx="1"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8" name="Freeform 13">
              <a:extLst>
                <a:ext uri="{FF2B5EF4-FFF2-40B4-BE49-F238E27FC236}">
                  <a16:creationId xmlns:a16="http://schemas.microsoft.com/office/drawing/2014/main" id="{BB94D6BE-F2B7-31BE-4390-98C1F8A5A09A}"/>
                </a:ext>
              </a:extLst>
            </p:cNvPr>
            <p:cNvSpPr>
              <a:spLocks noChangeAspect="1" noChangeArrowheads="1"/>
            </p:cNvSpPr>
            <p:nvPr/>
          </p:nvSpPr>
          <p:spPr bwMode="auto">
            <a:xfrm>
              <a:off x="3863" y="1243"/>
              <a:ext cx="0"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9" name="Freeform 14">
              <a:extLst>
                <a:ext uri="{FF2B5EF4-FFF2-40B4-BE49-F238E27FC236}">
                  <a16:creationId xmlns:a16="http://schemas.microsoft.com/office/drawing/2014/main" id="{4DB64C26-8E94-A465-0951-58275391B729}"/>
                </a:ext>
              </a:extLst>
            </p:cNvPr>
            <p:cNvSpPr>
              <a:spLocks noChangeAspect="1" noChangeArrowheads="1"/>
            </p:cNvSpPr>
            <p:nvPr/>
          </p:nvSpPr>
          <p:spPr bwMode="auto">
            <a:xfrm>
              <a:off x="4176" y="1243"/>
              <a:ext cx="1"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0" name="Freeform 15">
              <a:extLst>
                <a:ext uri="{FF2B5EF4-FFF2-40B4-BE49-F238E27FC236}">
                  <a16:creationId xmlns:a16="http://schemas.microsoft.com/office/drawing/2014/main" id="{0D7CCB8D-CC6E-5BE5-1C7E-D326F06DD20A}"/>
                </a:ext>
              </a:extLst>
            </p:cNvPr>
            <p:cNvSpPr>
              <a:spLocks noChangeAspect="1" noChangeArrowheads="1"/>
            </p:cNvSpPr>
            <p:nvPr/>
          </p:nvSpPr>
          <p:spPr bwMode="auto">
            <a:xfrm>
              <a:off x="4496" y="1243"/>
              <a:ext cx="0" cy="2498"/>
            </a:xfrm>
            <a:custGeom>
              <a:avLst/>
              <a:gdLst>
                <a:gd name="T0" fmla="*/ 0 w 1"/>
                <a:gd name="T1" fmla="*/ 1993356 h 470"/>
                <a:gd name="T2" fmla="*/ 0 w 1"/>
                <a:gd name="T3" fmla="*/ 0 h 470"/>
                <a:gd name="T4" fmla="*/ 0 60000 65536"/>
                <a:gd name="T5" fmla="*/ 0 60000 65536"/>
              </a:gdLst>
              <a:ahLst/>
              <a:cxnLst>
                <a:cxn ang="T4">
                  <a:pos x="T0" y="T1"/>
                </a:cxn>
                <a:cxn ang="T5">
                  <a:pos x="T2" y="T3"/>
                </a:cxn>
              </a:cxnLst>
              <a:rect l="0" t="0" r="r" b="b"/>
              <a:pathLst>
                <a:path w="1" h="470">
                  <a:moveTo>
                    <a:pt x="0" y="470"/>
                  </a:moveTo>
                  <a:lnTo>
                    <a:pt x="0"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1" name="Freeform 16">
              <a:extLst>
                <a:ext uri="{FF2B5EF4-FFF2-40B4-BE49-F238E27FC236}">
                  <a16:creationId xmlns:a16="http://schemas.microsoft.com/office/drawing/2014/main" id="{FB7FA951-7E05-1CD6-9E0D-1A6795B743EC}"/>
                </a:ext>
              </a:extLst>
            </p:cNvPr>
            <p:cNvSpPr>
              <a:spLocks noChangeAspect="1" noChangeArrowheads="1"/>
            </p:cNvSpPr>
            <p:nvPr/>
          </p:nvSpPr>
          <p:spPr bwMode="auto">
            <a:xfrm>
              <a:off x="1333" y="3741"/>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2" name="Freeform 17">
              <a:extLst>
                <a:ext uri="{FF2B5EF4-FFF2-40B4-BE49-F238E27FC236}">
                  <a16:creationId xmlns:a16="http://schemas.microsoft.com/office/drawing/2014/main" id="{346AE746-2C95-B4A7-8262-A9C754E72893}"/>
                </a:ext>
              </a:extLst>
            </p:cNvPr>
            <p:cNvSpPr>
              <a:spLocks noChangeAspect="1" noChangeArrowheads="1"/>
            </p:cNvSpPr>
            <p:nvPr/>
          </p:nvSpPr>
          <p:spPr bwMode="auto">
            <a:xfrm>
              <a:off x="1333" y="3490"/>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3" name="Freeform 18">
              <a:extLst>
                <a:ext uri="{FF2B5EF4-FFF2-40B4-BE49-F238E27FC236}">
                  <a16:creationId xmlns:a16="http://schemas.microsoft.com/office/drawing/2014/main" id="{56FD8630-6373-BA0E-59E9-4E113B0B3838}"/>
                </a:ext>
              </a:extLst>
            </p:cNvPr>
            <p:cNvSpPr>
              <a:spLocks noChangeAspect="1" noChangeArrowheads="1"/>
            </p:cNvSpPr>
            <p:nvPr/>
          </p:nvSpPr>
          <p:spPr bwMode="auto">
            <a:xfrm>
              <a:off x="1333" y="3241"/>
              <a:ext cx="3163" cy="0"/>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4" name="Freeform 19">
              <a:extLst>
                <a:ext uri="{FF2B5EF4-FFF2-40B4-BE49-F238E27FC236}">
                  <a16:creationId xmlns:a16="http://schemas.microsoft.com/office/drawing/2014/main" id="{C274F59C-D079-4414-F88D-191ADA111F99}"/>
                </a:ext>
              </a:extLst>
            </p:cNvPr>
            <p:cNvSpPr>
              <a:spLocks noChangeAspect="1" noChangeArrowheads="1"/>
            </p:cNvSpPr>
            <p:nvPr/>
          </p:nvSpPr>
          <p:spPr bwMode="auto">
            <a:xfrm>
              <a:off x="1333" y="2991"/>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5" name="Freeform 20">
              <a:extLst>
                <a:ext uri="{FF2B5EF4-FFF2-40B4-BE49-F238E27FC236}">
                  <a16:creationId xmlns:a16="http://schemas.microsoft.com/office/drawing/2014/main" id="{FD9DE407-424C-B913-6224-CC612E4F6DDE}"/>
                </a:ext>
              </a:extLst>
            </p:cNvPr>
            <p:cNvSpPr>
              <a:spLocks noChangeAspect="1" noChangeArrowheads="1"/>
            </p:cNvSpPr>
            <p:nvPr/>
          </p:nvSpPr>
          <p:spPr bwMode="auto">
            <a:xfrm>
              <a:off x="1333" y="2741"/>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6" name="Freeform 21">
              <a:extLst>
                <a:ext uri="{FF2B5EF4-FFF2-40B4-BE49-F238E27FC236}">
                  <a16:creationId xmlns:a16="http://schemas.microsoft.com/office/drawing/2014/main" id="{E418C1FC-81F3-8A2F-933B-24F081B6601F}"/>
                </a:ext>
              </a:extLst>
            </p:cNvPr>
            <p:cNvSpPr>
              <a:spLocks noChangeAspect="1" noChangeArrowheads="1"/>
            </p:cNvSpPr>
            <p:nvPr/>
          </p:nvSpPr>
          <p:spPr bwMode="auto">
            <a:xfrm>
              <a:off x="1333" y="2491"/>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7" name="Freeform 22">
              <a:extLst>
                <a:ext uri="{FF2B5EF4-FFF2-40B4-BE49-F238E27FC236}">
                  <a16:creationId xmlns:a16="http://schemas.microsoft.com/office/drawing/2014/main" id="{63A2A477-8D58-B056-B2FF-F9C7E822F89A}"/>
                </a:ext>
              </a:extLst>
            </p:cNvPr>
            <p:cNvSpPr>
              <a:spLocks noChangeAspect="1" noChangeArrowheads="1"/>
            </p:cNvSpPr>
            <p:nvPr/>
          </p:nvSpPr>
          <p:spPr bwMode="auto">
            <a:xfrm>
              <a:off x="1333" y="2242"/>
              <a:ext cx="3163" cy="0"/>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8" name="Freeform 23">
              <a:extLst>
                <a:ext uri="{FF2B5EF4-FFF2-40B4-BE49-F238E27FC236}">
                  <a16:creationId xmlns:a16="http://schemas.microsoft.com/office/drawing/2014/main" id="{3C230753-5EC9-9DC2-FFB7-E073B31883EF}"/>
                </a:ext>
              </a:extLst>
            </p:cNvPr>
            <p:cNvSpPr>
              <a:spLocks noChangeAspect="1" noChangeArrowheads="1"/>
            </p:cNvSpPr>
            <p:nvPr/>
          </p:nvSpPr>
          <p:spPr bwMode="auto">
            <a:xfrm>
              <a:off x="1333" y="1992"/>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39" name="Freeform 24">
              <a:extLst>
                <a:ext uri="{FF2B5EF4-FFF2-40B4-BE49-F238E27FC236}">
                  <a16:creationId xmlns:a16="http://schemas.microsoft.com/office/drawing/2014/main" id="{0D473E6B-72E4-364B-CFD3-08E9E2DB1BA2}"/>
                </a:ext>
              </a:extLst>
            </p:cNvPr>
            <p:cNvSpPr>
              <a:spLocks noChangeAspect="1" noChangeArrowheads="1"/>
            </p:cNvSpPr>
            <p:nvPr/>
          </p:nvSpPr>
          <p:spPr bwMode="auto">
            <a:xfrm>
              <a:off x="1333" y="1742"/>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40" name="Freeform 25">
              <a:extLst>
                <a:ext uri="{FF2B5EF4-FFF2-40B4-BE49-F238E27FC236}">
                  <a16:creationId xmlns:a16="http://schemas.microsoft.com/office/drawing/2014/main" id="{9D56F80D-68BB-D0DB-8957-D5ACB764058B}"/>
                </a:ext>
              </a:extLst>
            </p:cNvPr>
            <p:cNvSpPr>
              <a:spLocks noChangeAspect="1" noChangeArrowheads="1"/>
            </p:cNvSpPr>
            <p:nvPr/>
          </p:nvSpPr>
          <p:spPr bwMode="auto">
            <a:xfrm>
              <a:off x="1333" y="1492"/>
              <a:ext cx="3163" cy="1"/>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41" name="Freeform 26">
              <a:extLst>
                <a:ext uri="{FF2B5EF4-FFF2-40B4-BE49-F238E27FC236}">
                  <a16:creationId xmlns:a16="http://schemas.microsoft.com/office/drawing/2014/main" id="{2A62D096-3BCD-A37B-39FC-43BDC08596C4}"/>
                </a:ext>
              </a:extLst>
            </p:cNvPr>
            <p:cNvSpPr>
              <a:spLocks noChangeAspect="1" noChangeArrowheads="1"/>
            </p:cNvSpPr>
            <p:nvPr/>
          </p:nvSpPr>
          <p:spPr bwMode="auto">
            <a:xfrm>
              <a:off x="1333" y="1243"/>
              <a:ext cx="3163" cy="0"/>
            </a:xfrm>
            <a:custGeom>
              <a:avLst/>
              <a:gdLst>
                <a:gd name="T0" fmla="*/ 0 w 595"/>
                <a:gd name="T1" fmla="*/ 0 h 1"/>
                <a:gd name="T2" fmla="*/ 2525919 w 595"/>
                <a:gd name="T3" fmla="*/ 0 h 1"/>
                <a:gd name="T4" fmla="*/ 0 60000 65536"/>
                <a:gd name="T5" fmla="*/ 0 60000 65536"/>
              </a:gdLst>
              <a:ahLst/>
              <a:cxnLst>
                <a:cxn ang="T4">
                  <a:pos x="T0" y="T1"/>
                </a:cxn>
                <a:cxn ang="T5">
                  <a:pos x="T2" y="T3"/>
                </a:cxn>
              </a:cxnLst>
              <a:rect l="0" t="0" r="r" b="b"/>
              <a:pathLst>
                <a:path w="595" h="1">
                  <a:moveTo>
                    <a:pt x="0" y="0"/>
                  </a:moveTo>
                  <a:lnTo>
                    <a:pt x="595" y="0"/>
                  </a:lnTo>
                </a:path>
              </a:pathLst>
            </a:custGeom>
            <a:noFill/>
            <a:ln w="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42" name="Line 27">
              <a:extLst>
                <a:ext uri="{FF2B5EF4-FFF2-40B4-BE49-F238E27FC236}">
                  <a16:creationId xmlns:a16="http://schemas.microsoft.com/office/drawing/2014/main" id="{17F7202C-F7E5-DF80-0966-53526C6C1B26}"/>
                </a:ext>
              </a:extLst>
            </p:cNvPr>
            <p:cNvSpPr>
              <a:spLocks noChangeAspect="1" noChangeShapeType="1"/>
            </p:cNvSpPr>
            <p:nvPr/>
          </p:nvSpPr>
          <p:spPr bwMode="auto">
            <a:xfrm>
              <a:off x="1333" y="1243"/>
              <a:ext cx="316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3" name="Freeform 28">
              <a:extLst>
                <a:ext uri="{FF2B5EF4-FFF2-40B4-BE49-F238E27FC236}">
                  <a16:creationId xmlns:a16="http://schemas.microsoft.com/office/drawing/2014/main" id="{9B77B3AB-CA1D-1DF3-5585-57246F3844C3}"/>
                </a:ext>
              </a:extLst>
            </p:cNvPr>
            <p:cNvSpPr>
              <a:spLocks noChangeAspect="1" noChangeArrowheads="1"/>
            </p:cNvSpPr>
            <p:nvPr/>
          </p:nvSpPr>
          <p:spPr bwMode="auto">
            <a:xfrm>
              <a:off x="1333" y="1243"/>
              <a:ext cx="3163" cy="2498"/>
            </a:xfrm>
            <a:custGeom>
              <a:avLst/>
              <a:gdLst>
                <a:gd name="T0" fmla="*/ 0 w 595"/>
                <a:gd name="T1" fmla="*/ 1993356 h 470"/>
                <a:gd name="T2" fmla="*/ 2525919 w 595"/>
                <a:gd name="T3" fmla="*/ 1993356 h 470"/>
                <a:gd name="T4" fmla="*/ 2525919 w 595"/>
                <a:gd name="T5" fmla="*/ 0 h 470"/>
                <a:gd name="T6" fmla="*/ 0 60000 65536"/>
                <a:gd name="T7" fmla="*/ 0 60000 65536"/>
                <a:gd name="T8" fmla="*/ 0 60000 65536"/>
              </a:gdLst>
              <a:ahLst/>
              <a:cxnLst>
                <a:cxn ang="T6">
                  <a:pos x="T0" y="T1"/>
                </a:cxn>
                <a:cxn ang="T7">
                  <a:pos x="T2" y="T3"/>
                </a:cxn>
                <a:cxn ang="T8">
                  <a:pos x="T4" y="T5"/>
                </a:cxn>
              </a:cxnLst>
              <a:rect l="0" t="0" r="r" b="b"/>
              <a:pathLst>
                <a:path w="595" h="470">
                  <a:moveTo>
                    <a:pt x="0" y="470"/>
                  </a:moveTo>
                  <a:lnTo>
                    <a:pt x="595" y="470"/>
                  </a:lnTo>
                  <a:lnTo>
                    <a:pt x="59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44" name="Line 29">
              <a:extLst>
                <a:ext uri="{FF2B5EF4-FFF2-40B4-BE49-F238E27FC236}">
                  <a16:creationId xmlns:a16="http://schemas.microsoft.com/office/drawing/2014/main" id="{F1CFDE1A-C976-00FD-2236-49B10D3CF8E9}"/>
                </a:ext>
              </a:extLst>
            </p:cNvPr>
            <p:cNvSpPr>
              <a:spLocks noChangeAspect="1" noChangeShapeType="1"/>
            </p:cNvSpPr>
            <p:nvPr/>
          </p:nvSpPr>
          <p:spPr bwMode="auto">
            <a:xfrm flipV="1">
              <a:off x="1333" y="1243"/>
              <a:ext cx="1" cy="24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5" name="Line 30">
              <a:extLst>
                <a:ext uri="{FF2B5EF4-FFF2-40B4-BE49-F238E27FC236}">
                  <a16:creationId xmlns:a16="http://schemas.microsoft.com/office/drawing/2014/main" id="{ED850A28-031F-BD75-FF34-8F41B447D240}"/>
                </a:ext>
              </a:extLst>
            </p:cNvPr>
            <p:cNvSpPr>
              <a:spLocks noChangeAspect="1" noChangeShapeType="1"/>
            </p:cNvSpPr>
            <p:nvPr/>
          </p:nvSpPr>
          <p:spPr bwMode="auto">
            <a:xfrm>
              <a:off x="1333" y="3741"/>
              <a:ext cx="316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6" name="Line 31">
              <a:extLst>
                <a:ext uri="{FF2B5EF4-FFF2-40B4-BE49-F238E27FC236}">
                  <a16:creationId xmlns:a16="http://schemas.microsoft.com/office/drawing/2014/main" id="{786069F4-9F3F-62EE-6FBD-0482E7E2523D}"/>
                </a:ext>
              </a:extLst>
            </p:cNvPr>
            <p:cNvSpPr>
              <a:spLocks noChangeAspect="1" noChangeShapeType="1"/>
            </p:cNvSpPr>
            <p:nvPr/>
          </p:nvSpPr>
          <p:spPr bwMode="auto">
            <a:xfrm flipV="1">
              <a:off x="1333" y="1243"/>
              <a:ext cx="1" cy="24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7" name="Line 32">
              <a:extLst>
                <a:ext uri="{FF2B5EF4-FFF2-40B4-BE49-F238E27FC236}">
                  <a16:creationId xmlns:a16="http://schemas.microsoft.com/office/drawing/2014/main" id="{438159A8-970B-5A3C-2015-B163A1924711}"/>
                </a:ext>
              </a:extLst>
            </p:cNvPr>
            <p:cNvSpPr>
              <a:spLocks noChangeAspect="1" noChangeShapeType="1"/>
            </p:cNvSpPr>
            <p:nvPr/>
          </p:nvSpPr>
          <p:spPr bwMode="auto">
            <a:xfrm flipV="1">
              <a:off x="1333" y="3709"/>
              <a:ext cx="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8" name="Line 33">
              <a:extLst>
                <a:ext uri="{FF2B5EF4-FFF2-40B4-BE49-F238E27FC236}">
                  <a16:creationId xmlns:a16="http://schemas.microsoft.com/office/drawing/2014/main" id="{49938819-E251-20D2-4E68-96F0EAE1ACB2}"/>
                </a:ext>
              </a:extLst>
            </p:cNvPr>
            <p:cNvSpPr>
              <a:spLocks noChangeAspect="1" noChangeShapeType="1"/>
            </p:cNvSpPr>
            <p:nvPr/>
          </p:nvSpPr>
          <p:spPr bwMode="auto">
            <a:xfrm>
              <a:off x="1333" y="1243"/>
              <a:ext cx="1"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9" name="Rectangle 34">
              <a:extLst>
                <a:ext uri="{FF2B5EF4-FFF2-40B4-BE49-F238E27FC236}">
                  <a16:creationId xmlns:a16="http://schemas.microsoft.com/office/drawing/2014/main" id="{4DF6D4F5-8944-C8FE-FAC6-102503D2EF91}"/>
                </a:ext>
              </a:extLst>
            </p:cNvPr>
            <p:cNvSpPr>
              <a:spLocks noChangeAspect="1" noChangeArrowheads="1"/>
            </p:cNvSpPr>
            <p:nvPr/>
          </p:nvSpPr>
          <p:spPr bwMode="auto">
            <a:xfrm>
              <a:off x="1296" y="3744"/>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a:t>
              </a:r>
              <a:endParaRPr lang="en-US" altLang="zh-CN" sz="2000">
                <a:latin typeface="Times New Roman" panose="02020603050405020304" pitchFamily="18" charset="0"/>
              </a:endParaRPr>
            </a:p>
          </p:txBody>
        </p:sp>
        <p:sp>
          <p:nvSpPr>
            <p:cNvPr id="34850" name="Line 35">
              <a:extLst>
                <a:ext uri="{FF2B5EF4-FFF2-40B4-BE49-F238E27FC236}">
                  <a16:creationId xmlns:a16="http://schemas.microsoft.com/office/drawing/2014/main" id="{44A94C28-62A7-2465-3DAE-DFC7C38FC685}"/>
                </a:ext>
              </a:extLst>
            </p:cNvPr>
            <p:cNvSpPr>
              <a:spLocks noChangeAspect="1" noChangeShapeType="1"/>
            </p:cNvSpPr>
            <p:nvPr/>
          </p:nvSpPr>
          <p:spPr bwMode="auto">
            <a:xfrm flipV="1">
              <a:off x="1646" y="3709"/>
              <a:ext cx="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1" name="Line 36">
              <a:extLst>
                <a:ext uri="{FF2B5EF4-FFF2-40B4-BE49-F238E27FC236}">
                  <a16:creationId xmlns:a16="http://schemas.microsoft.com/office/drawing/2014/main" id="{B4D6D512-73EA-E09B-E812-616BA5AA62AA}"/>
                </a:ext>
              </a:extLst>
            </p:cNvPr>
            <p:cNvSpPr>
              <a:spLocks noChangeAspect="1" noChangeShapeType="1"/>
            </p:cNvSpPr>
            <p:nvPr/>
          </p:nvSpPr>
          <p:spPr bwMode="auto">
            <a:xfrm>
              <a:off x="1646" y="1243"/>
              <a:ext cx="1"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2" name="Rectangle 37">
              <a:extLst>
                <a:ext uri="{FF2B5EF4-FFF2-40B4-BE49-F238E27FC236}">
                  <a16:creationId xmlns:a16="http://schemas.microsoft.com/office/drawing/2014/main" id="{251DA189-CA0F-EB01-BCC7-3E0B90A25E3F}"/>
                </a:ext>
              </a:extLst>
            </p:cNvPr>
            <p:cNvSpPr>
              <a:spLocks noChangeAspect="1" noChangeArrowheads="1"/>
            </p:cNvSpPr>
            <p:nvPr/>
          </p:nvSpPr>
          <p:spPr bwMode="auto">
            <a:xfrm>
              <a:off x="1578" y="3744"/>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0.1</a:t>
              </a:r>
              <a:endParaRPr lang="en-US" altLang="zh-CN" sz="2000">
                <a:latin typeface="Times New Roman" panose="02020603050405020304" pitchFamily="18" charset="0"/>
              </a:endParaRPr>
            </a:p>
          </p:txBody>
        </p:sp>
        <p:sp>
          <p:nvSpPr>
            <p:cNvPr id="34853" name="Line 38">
              <a:extLst>
                <a:ext uri="{FF2B5EF4-FFF2-40B4-BE49-F238E27FC236}">
                  <a16:creationId xmlns:a16="http://schemas.microsoft.com/office/drawing/2014/main" id="{77D9030A-A959-89A8-9E6D-2F2E4B34A5E5}"/>
                </a:ext>
              </a:extLst>
            </p:cNvPr>
            <p:cNvSpPr>
              <a:spLocks noChangeAspect="1" noChangeShapeType="1"/>
            </p:cNvSpPr>
            <p:nvPr/>
          </p:nvSpPr>
          <p:spPr bwMode="auto">
            <a:xfrm flipV="1">
              <a:off x="1965" y="3709"/>
              <a:ext cx="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4" name="Line 39">
              <a:extLst>
                <a:ext uri="{FF2B5EF4-FFF2-40B4-BE49-F238E27FC236}">
                  <a16:creationId xmlns:a16="http://schemas.microsoft.com/office/drawing/2014/main" id="{FF8C26D2-42EE-950A-B991-26FAD1678EAF}"/>
                </a:ext>
              </a:extLst>
            </p:cNvPr>
            <p:cNvSpPr>
              <a:spLocks noChangeAspect="1" noChangeShapeType="1"/>
            </p:cNvSpPr>
            <p:nvPr/>
          </p:nvSpPr>
          <p:spPr bwMode="auto">
            <a:xfrm>
              <a:off x="1965" y="1243"/>
              <a:ext cx="1"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5" name="Rectangle 40">
              <a:extLst>
                <a:ext uri="{FF2B5EF4-FFF2-40B4-BE49-F238E27FC236}">
                  <a16:creationId xmlns:a16="http://schemas.microsoft.com/office/drawing/2014/main" id="{DCCD1E95-AF42-3356-51D2-50B4038A40EC}"/>
                </a:ext>
              </a:extLst>
            </p:cNvPr>
            <p:cNvSpPr>
              <a:spLocks noChangeAspect="1" noChangeArrowheads="1"/>
            </p:cNvSpPr>
            <p:nvPr/>
          </p:nvSpPr>
          <p:spPr bwMode="auto">
            <a:xfrm>
              <a:off x="1897" y="3744"/>
              <a:ext cx="17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0.2</a:t>
              </a:r>
              <a:endParaRPr lang="en-US" altLang="zh-CN" sz="2000">
                <a:latin typeface="Times New Roman" panose="02020603050405020304" pitchFamily="18" charset="0"/>
              </a:endParaRPr>
            </a:p>
          </p:txBody>
        </p:sp>
        <p:sp>
          <p:nvSpPr>
            <p:cNvPr id="34856" name="Line 41">
              <a:extLst>
                <a:ext uri="{FF2B5EF4-FFF2-40B4-BE49-F238E27FC236}">
                  <a16:creationId xmlns:a16="http://schemas.microsoft.com/office/drawing/2014/main" id="{0A13A481-1875-ADBA-C320-F0A56D63E276}"/>
                </a:ext>
              </a:extLst>
            </p:cNvPr>
            <p:cNvSpPr>
              <a:spLocks noChangeAspect="1" noChangeShapeType="1"/>
            </p:cNvSpPr>
            <p:nvPr/>
          </p:nvSpPr>
          <p:spPr bwMode="auto">
            <a:xfrm flipV="1">
              <a:off x="2279" y="3709"/>
              <a:ext cx="0"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7" name="Line 42">
              <a:extLst>
                <a:ext uri="{FF2B5EF4-FFF2-40B4-BE49-F238E27FC236}">
                  <a16:creationId xmlns:a16="http://schemas.microsoft.com/office/drawing/2014/main" id="{BB01525F-EC52-B8C5-0DF8-D645AB919C95}"/>
                </a:ext>
              </a:extLst>
            </p:cNvPr>
            <p:cNvSpPr>
              <a:spLocks noChangeAspect="1" noChangeShapeType="1"/>
            </p:cNvSpPr>
            <p:nvPr/>
          </p:nvSpPr>
          <p:spPr bwMode="auto">
            <a:xfrm>
              <a:off x="2279" y="1243"/>
              <a:ext cx="0"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8" name="Rectangle 43">
              <a:extLst>
                <a:ext uri="{FF2B5EF4-FFF2-40B4-BE49-F238E27FC236}">
                  <a16:creationId xmlns:a16="http://schemas.microsoft.com/office/drawing/2014/main" id="{10076D12-D71A-4619-61AF-0B8604E7C217}"/>
                </a:ext>
              </a:extLst>
            </p:cNvPr>
            <p:cNvSpPr>
              <a:spLocks noChangeAspect="1" noChangeArrowheads="1"/>
            </p:cNvSpPr>
            <p:nvPr/>
          </p:nvSpPr>
          <p:spPr bwMode="auto">
            <a:xfrm>
              <a:off x="2211" y="3744"/>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0.3</a:t>
              </a:r>
              <a:endParaRPr lang="en-US" altLang="zh-CN" sz="2000">
                <a:latin typeface="Times New Roman" panose="02020603050405020304" pitchFamily="18" charset="0"/>
              </a:endParaRPr>
            </a:p>
          </p:txBody>
        </p:sp>
        <p:sp>
          <p:nvSpPr>
            <p:cNvPr id="34859" name="Line 44">
              <a:extLst>
                <a:ext uri="{FF2B5EF4-FFF2-40B4-BE49-F238E27FC236}">
                  <a16:creationId xmlns:a16="http://schemas.microsoft.com/office/drawing/2014/main" id="{8D94CD49-6763-6AEB-9E37-C9B35E4C95EB}"/>
                </a:ext>
              </a:extLst>
            </p:cNvPr>
            <p:cNvSpPr>
              <a:spLocks noChangeAspect="1" noChangeShapeType="1"/>
            </p:cNvSpPr>
            <p:nvPr/>
          </p:nvSpPr>
          <p:spPr bwMode="auto">
            <a:xfrm flipV="1">
              <a:off x="2597" y="3709"/>
              <a:ext cx="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0" name="Line 45">
              <a:extLst>
                <a:ext uri="{FF2B5EF4-FFF2-40B4-BE49-F238E27FC236}">
                  <a16:creationId xmlns:a16="http://schemas.microsoft.com/office/drawing/2014/main" id="{6384AFCE-7E10-31B7-2A7A-3427EA0DA1A3}"/>
                </a:ext>
              </a:extLst>
            </p:cNvPr>
            <p:cNvSpPr>
              <a:spLocks noChangeAspect="1" noChangeShapeType="1"/>
            </p:cNvSpPr>
            <p:nvPr/>
          </p:nvSpPr>
          <p:spPr bwMode="auto">
            <a:xfrm>
              <a:off x="2597" y="1243"/>
              <a:ext cx="1"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1" name="Rectangle 46">
              <a:extLst>
                <a:ext uri="{FF2B5EF4-FFF2-40B4-BE49-F238E27FC236}">
                  <a16:creationId xmlns:a16="http://schemas.microsoft.com/office/drawing/2014/main" id="{8ED6F083-D471-C0B0-CD9E-6776735F4502}"/>
                </a:ext>
              </a:extLst>
            </p:cNvPr>
            <p:cNvSpPr>
              <a:spLocks noChangeAspect="1" noChangeArrowheads="1"/>
            </p:cNvSpPr>
            <p:nvPr/>
          </p:nvSpPr>
          <p:spPr bwMode="auto">
            <a:xfrm>
              <a:off x="2530" y="3744"/>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0.4</a:t>
              </a:r>
              <a:endParaRPr lang="en-US" altLang="zh-CN" sz="2000">
                <a:latin typeface="Times New Roman" panose="02020603050405020304" pitchFamily="18" charset="0"/>
              </a:endParaRPr>
            </a:p>
          </p:txBody>
        </p:sp>
        <p:sp>
          <p:nvSpPr>
            <p:cNvPr id="34862" name="Line 47">
              <a:extLst>
                <a:ext uri="{FF2B5EF4-FFF2-40B4-BE49-F238E27FC236}">
                  <a16:creationId xmlns:a16="http://schemas.microsoft.com/office/drawing/2014/main" id="{444FAB35-816C-D84D-4C34-C55BC20459B6}"/>
                </a:ext>
              </a:extLst>
            </p:cNvPr>
            <p:cNvSpPr>
              <a:spLocks noChangeAspect="1" noChangeShapeType="1"/>
            </p:cNvSpPr>
            <p:nvPr/>
          </p:nvSpPr>
          <p:spPr bwMode="auto">
            <a:xfrm flipV="1">
              <a:off x="2912" y="3709"/>
              <a:ext cx="0"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3" name="Line 48">
              <a:extLst>
                <a:ext uri="{FF2B5EF4-FFF2-40B4-BE49-F238E27FC236}">
                  <a16:creationId xmlns:a16="http://schemas.microsoft.com/office/drawing/2014/main" id="{F33A392A-14CB-517D-477A-A83CF7F57A16}"/>
                </a:ext>
              </a:extLst>
            </p:cNvPr>
            <p:cNvSpPr>
              <a:spLocks noChangeAspect="1" noChangeShapeType="1"/>
            </p:cNvSpPr>
            <p:nvPr/>
          </p:nvSpPr>
          <p:spPr bwMode="auto">
            <a:xfrm>
              <a:off x="2912" y="1243"/>
              <a:ext cx="0"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4" name="Rectangle 49">
              <a:extLst>
                <a:ext uri="{FF2B5EF4-FFF2-40B4-BE49-F238E27FC236}">
                  <a16:creationId xmlns:a16="http://schemas.microsoft.com/office/drawing/2014/main" id="{7912B6B8-C2DA-09BD-5575-8EF58F2ABE41}"/>
                </a:ext>
              </a:extLst>
            </p:cNvPr>
            <p:cNvSpPr>
              <a:spLocks noChangeAspect="1" noChangeArrowheads="1"/>
            </p:cNvSpPr>
            <p:nvPr/>
          </p:nvSpPr>
          <p:spPr bwMode="auto">
            <a:xfrm>
              <a:off x="2844" y="3744"/>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0.5</a:t>
              </a:r>
              <a:endParaRPr lang="en-US" altLang="zh-CN" sz="2000">
                <a:latin typeface="Times New Roman" panose="02020603050405020304" pitchFamily="18" charset="0"/>
              </a:endParaRPr>
            </a:p>
          </p:txBody>
        </p:sp>
        <p:sp>
          <p:nvSpPr>
            <p:cNvPr id="34865" name="Line 50">
              <a:extLst>
                <a:ext uri="{FF2B5EF4-FFF2-40B4-BE49-F238E27FC236}">
                  <a16:creationId xmlns:a16="http://schemas.microsoft.com/office/drawing/2014/main" id="{72D6A026-8A45-9B28-1D34-045F9B921CF7}"/>
                </a:ext>
              </a:extLst>
            </p:cNvPr>
            <p:cNvSpPr>
              <a:spLocks noChangeAspect="1" noChangeShapeType="1"/>
            </p:cNvSpPr>
            <p:nvPr/>
          </p:nvSpPr>
          <p:spPr bwMode="auto">
            <a:xfrm flipV="1">
              <a:off x="3230" y="3709"/>
              <a:ext cx="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6" name="Line 51">
              <a:extLst>
                <a:ext uri="{FF2B5EF4-FFF2-40B4-BE49-F238E27FC236}">
                  <a16:creationId xmlns:a16="http://schemas.microsoft.com/office/drawing/2014/main" id="{210B19D6-2C37-688A-48F0-74BE73200484}"/>
                </a:ext>
              </a:extLst>
            </p:cNvPr>
            <p:cNvSpPr>
              <a:spLocks noChangeAspect="1" noChangeShapeType="1"/>
            </p:cNvSpPr>
            <p:nvPr/>
          </p:nvSpPr>
          <p:spPr bwMode="auto">
            <a:xfrm>
              <a:off x="3230" y="1243"/>
              <a:ext cx="1"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7" name="Rectangle 52">
              <a:extLst>
                <a:ext uri="{FF2B5EF4-FFF2-40B4-BE49-F238E27FC236}">
                  <a16:creationId xmlns:a16="http://schemas.microsoft.com/office/drawing/2014/main" id="{E7F7D70B-16E4-7DD2-8262-A0C6E0886C7A}"/>
                </a:ext>
              </a:extLst>
            </p:cNvPr>
            <p:cNvSpPr>
              <a:spLocks noChangeAspect="1" noChangeArrowheads="1"/>
            </p:cNvSpPr>
            <p:nvPr/>
          </p:nvSpPr>
          <p:spPr bwMode="auto">
            <a:xfrm>
              <a:off x="3162" y="3744"/>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0.6</a:t>
              </a:r>
              <a:endParaRPr lang="en-US" altLang="zh-CN" sz="2000">
                <a:latin typeface="Times New Roman" panose="02020603050405020304" pitchFamily="18" charset="0"/>
              </a:endParaRPr>
            </a:p>
          </p:txBody>
        </p:sp>
        <p:sp>
          <p:nvSpPr>
            <p:cNvPr id="34868" name="Line 53">
              <a:extLst>
                <a:ext uri="{FF2B5EF4-FFF2-40B4-BE49-F238E27FC236}">
                  <a16:creationId xmlns:a16="http://schemas.microsoft.com/office/drawing/2014/main" id="{A8B97C3F-CCE0-B1EB-36EE-919859016A48}"/>
                </a:ext>
              </a:extLst>
            </p:cNvPr>
            <p:cNvSpPr>
              <a:spLocks noChangeAspect="1" noChangeShapeType="1"/>
            </p:cNvSpPr>
            <p:nvPr/>
          </p:nvSpPr>
          <p:spPr bwMode="auto">
            <a:xfrm flipV="1">
              <a:off x="3544" y="3709"/>
              <a:ext cx="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9" name="Line 54">
              <a:extLst>
                <a:ext uri="{FF2B5EF4-FFF2-40B4-BE49-F238E27FC236}">
                  <a16:creationId xmlns:a16="http://schemas.microsoft.com/office/drawing/2014/main" id="{3D30A91E-5E25-972F-6950-0EEFDDB32C41}"/>
                </a:ext>
              </a:extLst>
            </p:cNvPr>
            <p:cNvSpPr>
              <a:spLocks noChangeAspect="1" noChangeShapeType="1"/>
            </p:cNvSpPr>
            <p:nvPr/>
          </p:nvSpPr>
          <p:spPr bwMode="auto">
            <a:xfrm>
              <a:off x="3544" y="1243"/>
              <a:ext cx="1"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0" name="Rectangle 55">
              <a:extLst>
                <a:ext uri="{FF2B5EF4-FFF2-40B4-BE49-F238E27FC236}">
                  <a16:creationId xmlns:a16="http://schemas.microsoft.com/office/drawing/2014/main" id="{56FFFAF0-559B-6804-DCD1-56D193E2938B}"/>
                </a:ext>
              </a:extLst>
            </p:cNvPr>
            <p:cNvSpPr>
              <a:spLocks noChangeAspect="1" noChangeArrowheads="1"/>
            </p:cNvSpPr>
            <p:nvPr/>
          </p:nvSpPr>
          <p:spPr bwMode="auto">
            <a:xfrm>
              <a:off x="3476" y="3744"/>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0.7</a:t>
              </a:r>
              <a:endParaRPr lang="en-US" altLang="zh-CN" sz="2000">
                <a:latin typeface="Times New Roman" panose="02020603050405020304" pitchFamily="18" charset="0"/>
              </a:endParaRPr>
            </a:p>
          </p:txBody>
        </p:sp>
        <p:sp>
          <p:nvSpPr>
            <p:cNvPr id="34871" name="Line 56">
              <a:extLst>
                <a:ext uri="{FF2B5EF4-FFF2-40B4-BE49-F238E27FC236}">
                  <a16:creationId xmlns:a16="http://schemas.microsoft.com/office/drawing/2014/main" id="{CD496851-0DCE-F4BB-1542-9D6E5D088AA4}"/>
                </a:ext>
              </a:extLst>
            </p:cNvPr>
            <p:cNvSpPr>
              <a:spLocks noChangeAspect="1" noChangeShapeType="1"/>
            </p:cNvSpPr>
            <p:nvPr/>
          </p:nvSpPr>
          <p:spPr bwMode="auto">
            <a:xfrm flipV="1">
              <a:off x="3863" y="3709"/>
              <a:ext cx="0"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2" name="Line 57">
              <a:extLst>
                <a:ext uri="{FF2B5EF4-FFF2-40B4-BE49-F238E27FC236}">
                  <a16:creationId xmlns:a16="http://schemas.microsoft.com/office/drawing/2014/main" id="{6DD66622-D814-A81D-56B2-17A7D4328682}"/>
                </a:ext>
              </a:extLst>
            </p:cNvPr>
            <p:cNvSpPr>
              <a:spLocks noChangeAspect="1" noChangeShapeType="1"/>
            </p:cNvSpPr>
            <p:nvPr/>
          </p:nvSpPr>
          <p:spPr bwMode="auto">
            <a:xfrm>
              <a:off x="3863" y="1243"/>
              <a:ext cx="0"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3" name="Rectangle 58">
              <a:extLst>
                <a:ext uri="{FF2B5EF4-FFF2-40B4-BE49-F238E27FC236}">
                  <a16:creationId xmlns:a16="http://schemas.microsoft.com/office/drawing/2014/main" id="{717DC35F-9788-682B-1261-AE653EC96424}"/>
                </a:ext>
              </a:extLst>
            </p:cNvPr>
            <p:cNvSpPr>
              <a:spLocks noChangeAspect="1" noChangeArrowheads="1"/>
            </p:cNvSpPr>
            <p:nvPr/>
          </p:nvSpPr>
          <p:spPr bwMode="auto">
            <a:xfrm>
              <a:off x="3795" y="3744"/>
              <a:ext cx="17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0.8</a:t>
              </a:r>
              <a:endParaRPr lang="en-US" altLang="zh-CN" sz="2000">
                <a:latin typeface="Times New Roman" panose="02020603050405020304" pitchFamily="18" charset="0"/>
              </a:endParaRPr>
            </a:p>
          </p:txBody>
        </p:sp>
        <p:sp>
          <p:nvSpPr>
            <p:cNvPr id="34874" name="Line 59">
              <a:extLst>
                <a:ext uri="{FF2B5EF4-FFF2-40B4-BE49-F238E27FC236}">
                  <a16:creationId xmlns:a16="http://schemas.microsoft.com/office/drawing/2014/main" id="{0706D831-4F56-F299-3161-492F686ADA55}"/>
                </a:ext>
              </a:extLst>
            </p:cNvPr>
            <p:cNvSpPr>
              <a:spLocks noChangeAspect="1" noChangeShapeType="1"/>
            </p:cNvSpPr>
            <p:nvPr/>
          </p:nvSpPr>
          <p:spPr bwMode="auto">
            <a:xfrm flipV="1">
              <a:off x="4176" y="3709"/>
              <a:ext cx="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5" name="Line 60">
              <a:extLst>
                <a:ext uri="{FF2B5EF4-FFF2-40B4-BE49-F238E27FC236}">
                  <a16:creationId xmlns:a16="http://schemas.microsoft.com/office/drawing/2014/main" id="{353284CE-F3FD-16F6-4A5A-7BDA0FB72A62}"/>
                </a:ext>
              </a:extLst>
            </p:cNvPr>
            <p:cNvSpPr>
              <a:spLocks noChangeAspect="1" noChangeShapeType="1"/>
            </p:cNvSpPr>
            <p:nvPr/>
          </p:nvSpPr>
          <p:spPr bwMode="auto">
            <a:xfrm>
              <a:off x="4176" y="1243"/>
              <a:ext cx="1"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6" name="Rectangle 61">
              <a:extLst>
                <a:ext uri="{FF2B5EF4-FFF2-40B4-BE49-F238E27FC236}">
                  <a16:creationId xmlns:a16="http://schemas.microsoft.com/office/drawing/2014/main" id="{225734D4-6124-4A1C-29DF-F01603810027}"/>
                </a:ext>
              </a:extLst>
            </p:cNvPr>
            <p:cNvSpPr>
              <a:spLocks noChangeAspect="1" noChangeArrowheads="1"/>
            </p:cNvSpPr>
            <p:nvPr/>
          </p:nvSpPr>
          <p:spPr bwMode="auto">
            <a:xfrm>
              <a:off x="4109" y="3744"/>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0.9</a:t>
              </a:r>
              <a:endParaRPr lang="en-US" altLang="zh-CN" sz="2000">
                <a:latin typeface="Times New Roman" panose="02020603050405020304" pitchFamily="18" charset="0"/>
              </a:endParaRPr>
            </a:p>
          </p:txBody>
        </p:sp>
        <p:sp>
          <p:nvSpPr>
            <p:cNvPr id="34877" name="Line 62">
              <a:extLst>
                <a:ext uri="{FF2B5EF4-FFF2-40B4-BE49-F238E27FC236}">
                  <a16:creationId xmlns:a16="http://schemas.microsoft.com/office/drawing/2014/main" id="{3B06A472-C2B4-9596-5632-CD3B8A28EBA4}"/>
                </a:ext>
              </a:extLst>
            </p:cNvPr>
            <p:cNvSpPr>
              <a:spLocks noChangeAspect="1" noChangeShapeType="1"/>
            </p:cNvSpPr>
            <p:nvPr/>
          </p:nvSpPr>
          <p:spPr bwMode="auto">
            <a:xfrm flipV="1">
              <a:off x="4496" y="3709"/>
              <a:ext cx="0"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8" name="Line 63">
              <a:extLst>
                <a:ext uri="{FF2B5EF4-FFF2-40B4-BE49-F238E27FC236}">
                  <a16:creationId xmlns:a16="http://schemas.microsoft.com/office/drawing/2014/main" id="{EC9C5CAF-9F2F-019D-502D-06239627C9B6}"/>
                </a:ext>
              </a:extLst>
            </p:cNvPr>
            <p:cNvSpPr>
              <a:spLocks noChangeAspect="1" noChangeShapeType="1"/>
            </p:cNvSpPr>
            <p:nvPr/>
          </p:nvSpPr>
          <p:spPr bwMode="auto">
            <a:xfrm>
              <a:off x="4496" y="1243"/>
              <a:ext cx="0"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9" name="Rectangle 64">
              <a:extLst>
                <a:ext uri="{FF2B5EF4-FFF2-40B4-BE49-F238E27FC236}">
                  <a16:creationId xmlns:a16="http://schemas.microsoft.com/office/drawing/2014/main" id="{2B080B52-2E6C-2A4B-E789-AE037144820F}"/>
                </a:ext>
              </a:extLst>
            </p:cNvPr>
            <p:cNvSpPr>
              <a:spLocks noChangeAspect="1" noChangeArrowheads="1"/>
            </p:cNvSpPr>
            <p:nvPr/>
          </p:nvSpPr>
          <p:spPr bwMode="auto">
            <a:xfrm>
              <a:off x="4459" y="3744"/>
              <a:ext cx="6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1</a:t>
              </a:r>
              <a:endParaRPr lang="en-US" altLang="zh-CN" sz="2000">
                <a:latin typeface="Times New Roman" panose="02020603050405020304" pitchFamily="18" charset="0"/>
              </a:endParaRPr>
            </a:p>
          </p:txBody>
        </p:sp>
        <p:sp>
          <p:nvSpPr>
            <p:cNvPr id="34880" name="Line 65">
              <a:extLst>
                <a:ext uri="{FF2B5EF4-FFF2-40B4-BE49-F238E27FC236}">
                  <a16:creationId xmlns:a16="http://schemas.microsoft.com/office/drawing/2014/main" id="{CCA7B692-CB4A-A519-E966-FC0735F61E0D}"/>
                </a:ext>
              </a:extLst>
            </p:cNvPr>
            <p:cNvSpPr>
              <a:spLocks noChangeAspect="1" noChangeShapeType="1"/>
            </p:cNvSpPr>
            <p:nvPr/>
          </p:nvSpPr>
          <p:spPr bwMode="auto">
            <a:xfrm>
              <a:off x="1333" y="3741"/>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1" name="Line 66">
              <a:extLst>
                <a:ext uri="{FF2B5EF4-FFF2-40B4-BE49-F238E27FC236}">
                  <a16:creationId xmlns:a16="http://schemas.microsoft.com/office/drawing/2014/main" id="{D24E79D1-FED0-BC8E-C0F7-D0F283221989}"/>
                </a:ext>
              </a:extLst>
            </p:cNvPr>
            <p:cNvSpPr>
              <a:spLocks noChangeAspect="1" noChangeShapeType="1"/>
            </p:cNvSpPr>
            <p:nvPr/>
          </p:nvSpPr>
          <p:spPr bwMode="auto">
            <a:xfrm flipH="1">
              <a:off x="4463" y="3741"/>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2" name="Rectangle 67">
              <a:extLst>
                <a:ext uri="{FF2B5EF4-FFF2-40B4-BE49-F238E27FC236}">
                  <a16:creationId xmlns:a16="http://schemas.microsoft.com/office/drawing/2014/main" id="{76E60102-7DCB-79AE-D589-045B0B915200}"/>
                </a:ext>
              </a:extLst>
            </p:cNvPr>
            <p:cNvSpPr>
              <a:spLocks noChangeAspect="1" noChangeArrowheads="1"/>
            </p:cNvSpPr>
            <p:nvPr/>
          </p:nvSpPr>
          <p:spPr bwMode="auto">
            <a:xfrm>
              <a:off x="1130" y="3648"/>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0</a:t>
              </a:r>
              <a:endParaRPr lang="en-US" altLang="zh-CN" sz="2000">
                <a:latin typeface="Times New Roman" panose="02020603050405020304" pitchFamily="18" charset="0"/>
              </a:endParaRPr>
            </a:p>
          </p:txBody>
        </p:sp>
        <p:sp>
          <p:nvSpPr>
            <p:cNvPr id="34883" name="Line 68">
              <a:extLst>
                <a:ext uri="{FF2B5EF4-FFF2-40B4-BE49-F238E27FC236}">
                  <a16:creationId xmlns:a16="http://schemas.microsoft.com/office/drawing/2014/main" id="{BB4F60E1-F11B-812F-C9D6-F5268EE87CF6}"/>
                </a:ext>
              </a:extLst>
            </p:cNvPr>
            <p:cNvSpPr>
              <a:spLocks noChangeAspect="1" noChangeShapeType="1"/>
            </p:cNvSpPr>
            <p:nvPr/>
          </p:nvSpPr>
          <p:spPr bwMode="auto">
            <a:xfrm>
              <a:off x="1333" y="3490"/>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4" name="Line 69">
              <a:extLst>
                <a:ext uri="{FF2B5EF4-FFF2-40B4-BE49-F238E27FC236}">
                  <a16:creationId xmlns:a16="http://schemas.microsoft.com/office/drawing/2014/main" id="{A913DEB1-4626-07EC-C4DE-866C3066BE56}"/>
                </a:ext>
              </a:extLst>
            </p:cNvPr>
            <p:cNvSpPr>
              <a:spLocks noChangeAspect="1" noChangeShapeType="1"/>
            </p:cNvSpPr>
            <p:nvPr/>
          </p:nvSpPr>
          <p:spPr bwMode="auto">
            <a:xfrm flipH="1">
              <a:off x="4463" y="3490"/>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5" name="Rectangle 70">
              <a:extLst>
                <a:ext uri="{FF2B5EF4-FFF2-40B4-BE49-F238E27FC236}">
                  <a16:creationId xmlns:a16="http://schemas.microsoft.com/office/drawing/2014/main" id="{BA7306E7-459A-8998-53E9-72022EA3BDF7}"/>
                </a:ext>
              </a:extLst>
            </p:cNvPr>
            <p:cNvSpPr>
              <a:spLocks noChangeAspect="1" noChangeArrowheads="1"/>
            </p:cNvSpPr>
            <p:nvPr/>
          </p:nvSpPr>
          <p:spPr bwMode="auto">
            <a:xfrm>
              <a:off x="1093" y="3399"/>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10</a:t>
              </a:r>
              <a:endParaRPr lang="en-US" altLang="zh-CN" sz="2000">
                <a:latin typeface="Times New Roman" panose="02020603050405020304" pitchFamily="18" charset="0"/>
              </a:endParaRPr>
            </a:p>
          </p:txBody>
        </p:sp>
        <p:sp>
          <p:nvSpPr>
            <p:cNvPr id="34886" name="Line 71">
              <a:extLst>
                <a:ext uri="{FF2B5EF4-FFF2-40B4-BE49-F238E27FC236}">
                  <a16:creationId xmlns:a16="http://schemas.microsoft.com/office/drawing/2014/main" id="{B10DAC29-67D2-5D2A-EF6F-919823FF4561}"/>
                </a:ext>
              </a:extLst>
            </p:cNvPr>
            <p:cNvSpPr>
              <a:spLocks noChangeAspect="1" noChangeShapeType="1"/>
            </p:cNvSpPr>
            <p:nvPr/>
          </p:nvSpPr>
          <p:spPr bwMode="auto">
            <a:xfrm>
              <a:off x="1333" y="3241"/>
              <a:ext cx="2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7" name="Line 72">
              <a:extLst>
                <a:ext uri="{FF2B5EF4-FFF2-40B4-BE49-F238E27FC236}">
                  <a16:creationId xmlns:a16="http://schemas.microsoft.com/office/drawing/2014/main" id="{B0F68F0A-DF03-9DE2-2663-4D1FE6862B7E}"/>
                </a:ext>
              </a:extLst>
            </p:cNvPr>
            <p:cNvSpPr>
              <a:spLocks noChangeAspect="1" noChangeShapeType="1"/>
            </p:cNvSpPr>
            <p:nvPr/>
          </p:nvSpPr>
          <p:spPr bwMode="auto">
            <a:xfrm flipH="1">
              <a:off x="4463" y="3241"/>
              <a:ext cx="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8" name="Rectangle 73">
              <a:extLst>
                <a:ext uri="{FF2B5EF4-FFF2-40B4-BE49-F238E27FC236}">
                  <a16:creationId xmlns:a16="http://schemas.microsoft.com/office/drawing/2014/main" id="{B3ED7F41-E695-C1A1-0946-477B5FFB1D65}"/>
                </a:ext>
              </a:extLst>
            </p:cNvPr>
            <p:cNvSpPr>
              <a:spLocks noChangeAspect="1" noChangeArrowheads="1"/>
            </p:cNvSpPr>
            <p:nvPr/>
          </p:nvSpPr>
          <p:spPr bwMode="auto">
            <a:xfrm>
              <a:off x="1093" y="3149"/>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20</a:t>
              </a:r>
              <a:endParaRPr lang="en-US" altLang="zh-CN" sz="2000">
                <a:latin typeface="Times New Roman" panose="02020603050405020304" pitchFamily="18" charset="0"/>
              </a:endParaRPr>
            </a:p>
          </p:txBody>
        </p:sp>
        <p:sp>
          <p:nvSpPr>
            <p:cNvPr id="34889" name="Line 74">
              <a:extLst>
                <a:ext uri="{FF2B5EF4-FFF2-40B4-BE49-F238E27FC236}">
                  <a16:creationId xmlns:a16="http://schemas.microsoft.com/office/drawing/2014/main" id="{185F37D4-916F-35F1-E2BE-2ECD145AF65C}"/>
                </a:ext>
              </a:extLst>
            </p:cNvPr>
            <p:cNvSpPr>
              <a:spLocks noChangeAspect="1" noChangeShapeType="1"/>
            </p:cNvSpPr>
            <p:nvPr/>
          </p:nvSpPr>
          <p:spPr bwMode="auto">
            <a:xfrm>
              <a:off x="1333" y="2991"/>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0" name="Line 75">
              <a:extLst>
                <a:ext uri="{FF2B5EF4-FFF2-40B4-BE49-F238E27FC236}">
                  <a16:creationId xmlns:a16="http://schemas.microsoft.com/office/drawing/2014/main" id="{09475D2E-942E-E9BB-6C45-4DC555C8FC23}"/>
                </a:ext>
              </a:extLst>
            </p:cNvPr>
            <p:cNvSpPr>
              <a:spLocks noChangeAspect="1" noChangeShapeType="1"/>
            </p:cNvSpPr>
            <p:nvPr/>
          </p:nvSpPr>
          <p:spPr bwMode="auto">
            <a:xfrm flipH="1">
              <a:off x="4463" y="2991"/>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1" name="Rectangle 76">
              <a:extLst>
                <a:ext uri="{FF2B5EF4-FFF2-40B4-BE49-F238E27FC236}">
                  <a16:creationId xmlns:a16="http://schemas.microsoft.com/office/drawing/2014/main" id="{1172AD1D-860D-CA48-5997-FEB2C248E6F0}"/>
                </a:ext>
              </a:extLst>
            </p:cNvPr>
            <p:cNvSpPr>
              <a:spLocks noChangeAspect="1" noChangeArrowheads="1"/>
            </p:cNvSpPr>
            <p:nvPr/>
          </p:nvSpPr>
          <p:spPr bwMode="auto">
            <a:xfrm>
              <a:off x="1093" y="2899"/>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30</a:t>
              </a:r>
              <a:endParaRPr lang="en-US" altLang="zh-CN" sz="2000">
                <a:latin typeface="Times New Roman" panose="02020603050405020304" pitchFamily="18" charset="0"/>
              </a:endParaRPr>
            </a:p>
          </p:txBody>
        </p:sp>
        <p:sp>
          <p:nvSpPr>
            <p:cNvPr id="34892" name="Line 77">
              <a:extLst>
                <a:ext uri="{FF2B5EF4-FFF2-40B4-BE49-F238E27FC236}">
                  <a16:creationId xmlns:a16="http://schemas.microsoft.com/office/drawing/2014/main" id="{9B1CED21-399A-7474-F869-1593C15D7304}"/>
                </a:ext>
              </a:extLst>
            </p:cNvPr>
            <p:cNvSpPr>
              <a:spLocks noChangeAspect="1" noChangeShapeType="1"/>
            </p:cNvSpPr>
            <p:nvPr/>
          </p:nvSpPr>
          <p:spPr bwMode="auto">
            <a:xfrm>
              <a:off x="1333" y="2741"/>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3" name="Line 78">
              <a:extLst>
                <a:ext uri="{FF2B5EF4-FFF2-40B4-BE49-F238E27FC236}">
                  <a16:creationId xmlns:a16="http://schemas.microsoft.com/office/drawing/2014/main" id="{3800DD03-B987-8F16-45FE-91A0FF1A0F42}"/>
                </a:ext>
              </a:extLst>
            </p:cNvPr>
            <p:cNvSpPr>
              <a:spLocks noChangeAspect="1" noChangeShapeType="1"/>
            </p:cNvSpPr>
            <p:nvPr/>
          </p:nvSpPr>
          <p:spPr bwMode="auto">
            <a:xfrm flipH="1">
              <a:off x="4463" y="2741"/>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4" name="Rectangle 79">
              <a:extLst>
                <a:ext uri="{FF2B5EF4-FFF2-40B4-BE49-F238E27FC236}">
                  <a16:creationId xmlns:a16="http://schemas.microsoft.com/office/drawing/2014/main" id="{97DC9A4D-6D42-86E3-7299-B5F767256596}"/>
                </a:ext>
              </a:extLst>
            </p:cNvPr>
            <p:cNvSpPr>
              <a:spLocks noChangeAspect="1" noChangeArrowheads="1"/>
            </p:cNvSpPr>
            <p:nvPr/>
          </p:nvSpPr>
          <p:spPr bwMode="auto">
            <a:xfrm>
              <a:off x="1093" y="2649"/>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40</a:t>
              </a:r>
              <a:endParaRPr lang="en-US" altLang="zh-CN" sz="2000">
                <a:latin typeface="Times New Roman" panose="02020603050405020304" pitchFamily="18" charset="0"/>
              </a:endParaRPr>
            </a:p>
          </p:txBody>
        </p:sp>
        <p:sp>
          <p:nvSpPr>
            <p:cNvPr id="34895" name="Line 80">
              <a:extLst>
                <a:ext uri="{FF2B5EF4-FFF2-40B4-BE49-F238E27FC236}">
                  <a16:creationId xmlns:a16="http://schemas.microsoft.com/office/drawing/2014/main" id="{2592B626-7AE2-8FD6-509B-6726D3444D07}"/>
                </a:ext>
              </a:extLst>
            </p:cNvPr>
            <p:cNvSpPr>
              <a:spLocks noChangeAspect="1" noChangeShapeType="1"/>
            </p:cNvSpPr>
            <p:nvPr/>
          </p:nvSpPr>
          <p:spPr bwMode="auto">
            <a:xfrm>
              <a:off x="1333" y="2491"/>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6" name="Line 81">
              <a:extLst>
                <a:ext uri="{FF2B5EF4-FFF2-40B4-BE49-F238E27FC236}">
                  <a16:creationId xmlns:a16="http://schemas.microsoft.com/office/drawing/2014/main" id="{9D148317-9B95-CD74-50AA-9D62A1077A58}"/>
                </a:ext>
              </a:extLst>
            </p:cNvPr>
            <p:cNvSpPr>
              <a:spLocks noChangeAspect="1" noChangeShapeType="1"/>
            </p:cNvSpPr>
            <p:nvPr/>
          </p:nvSpPr>
          <p:spPr bwMode="auto">
            <a:xfrm flipH="1">
              <a:off x="4463" y="2491"/>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7" name="Rectangle 82">
              <a:extLst>
                <a:ext uri="{FF2B5EF4-FFF2-40B4-BE49-F238E27FC236}">
                  <a16:creationId xmlns:a16="http://schemas.microsoft.com/office/drawing/2014/main" id="{8B05E4EB-A09B-7033-C698-39889B7C4D15}"/>
                </a:ext>
              </a:extLst>
            </p:cNvPr>
            <p:cNvSpPr>
              <a:spLocks noChangeAspect="1" noChangeArrowheads="1"/>
            </p:cNvSpPr>
            <p:nvPr/>
          </p:nvSpPr>
          <p:spPr bwMode="auto">
            <a:xfrm>
              <a:off x="1093" y="2399"/>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50</a:t>
              </a:r>
              <a:endParaRPr lang="en-US" altLang="zh-CN" sz="2000">
                <a:latin typeface="Times New Roman" panose="02020603050405020304" pitchFamily="18" charset="0"/>
              </a:endParaRPr>
            </a:p>
          </p:txBody>
        </p:sp>
        <p:sp>
          <p:nvSpPr>
            <p:cNvPr id="34898" name="Line 83">
              <a:extLst>
                <a:ext uri="{FF2B5EF4-FFF2-40B4-BE49-F238E27FC236}">
                  <a16:creationId xmlns:a16="http://schemas.microsoft.com/office/drawing/2014/main" id="{1C869B5D-DF3F-D95D-9A92-1AB68ADADD73}"/>
                </a:ext>
              </a:extLst>
            </p:cNvPr>
            <p:cNvSpPr>
              <a:spLocks noChangeAspect="1" noChangeShapeType="1"/>
            </p:cNvSpPr>
            <p:nvPr/>
          </p:nvSpPr>
          <p:spPr bwMode="auto">
            <a:xfrm>
              <a:off x="1333" y="2242"/>
              <a:ext cx="2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9" name="Line 84">
              <a:extLst>
                <a:ext uri="{FF2B5EF4-FFF2-40B4-BE49-F238E27FC236}">
                  <a16:creationId xmlns:a16="http://schemas.microsoft.com/office/drawing/2014/main" id="{DD55B161-987E-72AA-38A8-E3406FA92B26}"/>
                </a:ext>
              </a:extLst>
            </p:cNvPr>
            <p:cNvSpPr>
              <a:spLocks noChangeAspect="1" noChangeShapeType="1"/>
            </p:cNvSpPr>
            <p:nvPr/>
          </p:nvSpPr>
          <p:spPr bwMode="auto">
            <a:xfrm flipH="1">
              <a:off x="4463" y="2242"/>
              <a:ext cx="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0" name="Rectangle 85">
              <a:extLst>
                <a:ext uri="{FF2B5EF4-FFF2-40B4-BE49-F238E27FC236}">
                  <a16:creationId xmlns:a16="http://schemas.microsoft.com/office/drawing/2014/main" id="{455BFDCA-2375-7EDF-7DBE-7C500ECB473A}"/>
                </a:ext>
              </a:extLst>
            </p:cNvPr>
            <p:cNvSpPr>
              <a:spLocks noChangeAspect="1" noChangeArrowheads="1"/>
            </p:cNvSpPr>
            <p:nvPr/>
          </p:nvSpPr>
          <p:spPr bwMode="auto">
            <a:xfrm>
              <a:off x="1093" y="2149"/>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60</a:t>
              </a:r>
              <a:endParaRPr lang="en-US" altLang="zh-CN" sz="2000">
                <a:latin typeface="Times New Roman" panose="02020603050405020304" pitchFamily="18" charset="0"/>
              </a:endParaRPr>
            </a:p>
          </p:txBody>
        </p:sp>
        <p:sp>
          <p:nvSpPr>
            <p:cNvPr id="34901" name="Line 86">
              <a:extLst>
                <a:ext uri="{FF2B5EF4-FFF2-40B4-BE49-F238E27FC236}">
                  <a16:creationId xmlns:a16="http://schemas.microsoft.com/office/drawing/2014/main" id="{66FF19DD-E768-51CC-2D54-3215B20EA4DF}"/>
                </a:ext>
              </a:extLst>
            </p:cNvPr>
            <p:cNvSpPr>
              <a:spLocks noChangeAspect="1" noChangeShapeType="1"/>
            </p:cNvSpPr>
            <p:nvPr/>
          </p:nvSpPr>
          <p:spPr bwMode="auto">
            <a:xfrm>
              <a:off x="1333" y="1992"/>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2" name="Line 87">
              <a:extLst>
                <a:ext uri="{FF2B5EF4-FFF2-40B4-BE49-F238E27FC236}">
                  <a16:creationId xmlns:a16="http://schemas.microsoft.com/office/drawing/2014/main" id="{D49BE0B5-9679-8603-E126-A14954B110D9}"/>
                </a:ext>
              </a:extLst>
            </p:cNvPr>
            <p:cNvSpPr>
              <a:spLocks noChangeAspect="1" noChangeShapeType="1"/>
            </p:cNvSpPr>
            <p:nvPr/>
          </p:nvSpPr>
          <p:spPr bwMode="auto">
            <a:xfrm flipH="1">
              <a:off x="4463" y="1992"/>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3" name="Rectangle 88">
              <a:extLst>
                <a:ext uri="{FF2B5EF4-FFF2-40B4-BE49-F238E27FC236}">
                  <a16:creationId xmlns:a16="http://schemas.microsoft.com/office/drawing/2014/main" id="{2E61ED27-8BB6-03F8-E60C-C7EC753D43B9}"/>
                </a:ext>
              </a:extLst>
            </p:cNvPr>
            <p:cNvSpPr>
              <a:spLocks noChangeAspect="1" noChangeArrowheads="1"/>
            </p:cNvSpPr>
            <p:nvPr/>
          </p:nvSpPr>
          <p:spPr bwMode="auto">
            <a:xfrm>
              <a:off x="1093" y="1899"/>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70</a:t>
              </a:r>
              <a:endParaRPr lang="en-US" altLang="zh-CN" sz="2000">
                <a:latin typeface="Times New Roman" panose="02020603050405020304" pitchFamily="18" charset="0"/>
              </a:endParaRPr>
            </a:p>
          </p:txBody>
        </p:sp>
        <p:sp>
          <p:nvSpPr>
            <p:cNvPr id="34904" name="Line 89">
              <a:extLst>
                <a:ext uri="{FF2B5EF4-FFF2-40B4-BE49-F238E27FC236}">
                  <a16:creationId xmlns:a16="http://schemas.microsoft.com/office/drawing/2014/main" id="{957ADB7B-B521-633C-70F5-751E731B5D74}"/>
                </a:ext>
              </a:extLst>
            </p:cNvPr>
            <p:cNvSpPr>
              <a:spLocks noChangeAspect="1" noChangeShapeType="1"/>
            </p:cNvSpPr>
            <p:nvPr/>
          </p:nvSpPr>
          <p:spPr bwMode="auto">
            <a:xfrm>
              <a:off x="1333" y="1742"/>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5" name="Line 90">
              <a:extLst>
                <a:ext uri="{FF2B5EF4-FFF2-40B4-BE49-F238E27FC236}">
                  <a16:creationId xmlns:a16="http://schemas.microsoft.com/office/drawing/2014/main" id="{9AE1944F-ABCF-342F-FC19-E2F7BDAF8F2E}"/>
                </a:ext>
              </a:extLst>
            </p:cNvPr>
            <p:cNvSpPr>
              <a:spLocks noChangeAspect="1" noChangeShapeType="1"/>
            </p:cNvSpPr>
            <p:nvPr/>
          </p:nvSpPr>
          <p:spPr bwMode="auto">
            <a:xfrm flipH="1">
              <a:off x="4463" y="1742"/>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6" name="Rectangle 91">
              <a:extLst>
                <a:ext uri="{FF2B5EF4-FFF2-40B4-BE49-F238E27FC236}">
                  <a16:creationId xmlns:a16="http://schemas.microsoft.com/office/drawing/2014/main" id="{CFAB114C-77BD-D37D-404E-11BFB8AC380B}"/>
                </a:ext>
              </a:extLst>
            </p:cNvPr>
            <p:cNvSpPr>
              <a:spLocks noChangeAspect="1" noChangeArrowheads="1"/>
            </p:cNvSpPr>
            <p:nvPr/>
          </p:nvSpPr>
          <p:spPr bwMode="auto">
            <a:xfrm>
              <a:off x="1093" y="1650"/>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80</a:t>
              </a:r>
              <a:endParaRPr lang="en-US" altLang="zh-CN" sz="2000">
                <a:latin typeface="Times New Roman" panose="02020603050405020304" pitchFamily="18" charset="0"/>
              </a:endParaRPr>
            </a:p>
          </p:txBody>
        </p:sp>
        <p:sp>
          <p:nvSpPr>
            <p:cNvPr id="34907" name="Line 92">
              <a:extLst>
                <a:ext uri="{FF2B5EF4-FFF2-40B4-BE49-F238E27FC236}">
                  <a16:creationId xmlns:a16="http://schemas.microsoft.com/office/drawing/2014/main" id="{8C5B42BE-310E-A295-3024-E6FBFBECD306}"/>
                </a:ext>
              </a:extLst>
            </p:cNvPr>
            <p:cNvSpPr>
              <a:spLocks noChangeAspect="1" noChangeShapeType="1"/>
            </p:cNvSpPr>
            <p:nvPr/>
          </p:nvSpPr>
          <p:spPr bwMode="auto">
            <a:xfrm>
              <a:off x="1333" y="1492"/>
              <a:ext cx="2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8" name="Line 93">
              <a:extLst>
                <a:ext uri="{FF2B5EF4-FFF2-40B4-BE49-F238E27FC236}">
                  <a16:creationId xmlns:a16="http://schemas.microsoft.com/office/drawing/2014/main" id="{81A62298-C24D-56DA-405A-FF19AE332D6B}"/>
                </a:ext>
              </a:extLst>
            </p:cNvPr>
            <p:cNvSpPr>
              <a:spLocks noChangeAspect="1" noChangeShapeType="1"/>
            </p:cNvSpPr>
            <p:nvPr/>
          </p:nvSpPr>
          <p:spPr bwMode="auto">
            <a:xfrm flipH="1">
              <a:off x="4463" y="1492"/>
              <a:ext cx="3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09" name="Rectangle 94">
              <a:extLst>
                <a:ext uri="{FF2B5EF4-FFF2-40B4-BE49-F238E27FC236}">
                  <a16:creationId xmlns:a16="http://schemas.microsoft.com/office/drawing/2014/main" id="{6224D330-0065-7413-84FC-F4D7DB069467}"/>
                </a:ext>
              </a:extLst>
            </p:cNvPr>
            <p:cNvSpPr>
              <a:spLocks noChangeAspect="1" noChangeArrowheads="1"/>
            </p:cNvSpPr>
            <p:nvPr/>
          </p:nvSpPr>
          <p:spPr bwMode="auto">
            <a:xfrm>
              <a:off x="1093" y="1400"/>
              <a:ext cx="1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90</a:t>
              </a:r>
              <a:endParaRPr lang="en-US" altLang="zh-CN" sz="2000">
                <a:latin typeface="Times New Roman" panose="02020603050405020304" pitchFamily="18" charset="0"/>
              </a:endParaRPr>
            </a:p>
          </p:txBody>
        </p:sp>
        <p:sp>
          <p:nvSpPr>
            <p:cNvPr id="34910" name="Line 95">
              <a:extLst>
                <a:ext uri="{FF2B5EF4-FFF2-40B4-BE49-F238E27FC236}">
                  <a16:creationId xmlns:a16="http://schemas.microsoft.com/office/drawing/2014/main" id="{ECB44762-0640-B79A-46AC-A4A6320ABFAC}"/>
                </a:ext>
              </a:extLst>
            </p:cNvPr>
            <p:cNvSpPr>
              <a:spLocks noChangeAspect="1" noChangeShapeType="1"/>
            </p:cNvSpPr>
            <p:nvPr/>
          </p:nvSpPr>
          <p:spPr bwMode="auto">
            <a:xfrm>
              <a:off x="1333" y="1243"/>
              <a:ext cx="2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11" name="Line 96">
              <a:extLst>
                <a:ext uri="{FF2B5EF4-FFF2-40B4-BE49-F238E27FC236}">
                  <a16:creationId xmlns:a16="http://schemas.microsoft.com/office/drawing/2014/main" id="{5E87EB8D-8838-A4F9-5BC5-1E65B23303EF}"/>
                </a:ext>
              </a:extLst>
            </p:cNvPr>
            <p:cNvSpPr>
              <a:spLocks noChangeAspect="1" noChangeShapeType="1"/>
            </p:cNvSpPr>
            <p:nvPr/>
          </p:nvSpPr>
          <p:spPr bwMode="auto">
            <a:xfrm flipH="1">
              <a:off x="4463" y="1243"/>
              <a:ext cx="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12" name="Rectangle 97">
              <a:extLst>
                <a:ext uri="{FF2B5EF4-FFF2-40B4-BE49-F238E27FC236}">
                  <a16:creationId xmlns:a16="http://schemas.microsoft.com/office/drawing/2014/main" id="{39677460-FBE8-C800-2D22-76925F5CCE6F}"/>
                </a:ext>
              </a:extLst>
            </p:cNvPr>
            <p:cNvSpPr>
              <a:spLocks noChangeAspect="1" noChangeArrowheads="1"/>
            </p:cNvSpPr>
            <p:nvPr/>
          </p:nvSpPr>
          <p:spPr bwMode="auto">
            <a:xfrm>
              <a:off x="1056" y="1150"/>
              <a:ext cx="20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000000"/>
                  </a:solidFill>
                  <a:latin typeface="Helvetica" panose="020B0604020202020204" pitchFamily="34" charset="0"/>
                </a:rPr>
                <a:t>100</a:t>
              </a:r>
              <a:endParaRPr lang="en-US" altLang="zh-CN" sz="2000">
                <a:latin typeface="Times New Roman" panose="02020603050405020304" pitchFamily="18" charset="0"/>
              </a:endParaRPr>
            </a:p>
          </p:txBody>
        </p:sp>
        <p:sp>
          <p:nvSpPr>
            <p:cNvPr id="34913" name="Line 98">
              <a:extLst>
                <a:ext uri="{FF2B5EF4-FFF2-40B4-BE49-F238E27FC236}">
                  <a16:creationId xmlns:a16="http://schemas.microsoft.com/office/drawing/2014/main" id="{8222FB95-6BEE-A288-7455-13DAA6B08DCC}"/>
                </a:ext>
              </a:extLst>
            </p:cNvPr>
            <p:cNvSpPr>
              <a:spLocks noChangeAspect="1" noChangeShapeType="1"/>
            </p:cNvSpPr>
            <p:nvPr/>
          </p:nvSpPr>
          <p:spPr bwMode="auto">
            <a:xfrm>
              <a:off x="1333" y="1243"/>
              <a:ext cx="316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914" name="Freeform 99">
              <a:extLst>
                <a:ext uri="{FF2B5EF4-FFF2-40B4-BE49-F238E27FC236}">
                  <a16:creationId xmlns:a16="http://schemas.microsoft.com/office/drawing/2014/main" id="{3FAB603A-2196-F04D-87CC-1138CCAF51EC}"/>
                </a:ext>
              </a:extLst>
            </p:cNvPr>
            <p:cNvSpPr>
              <a:spLocks noChangeAspect="1" noChangeArrowheads="1"/>
            </p:cNvSpPr>
            <p:nvPr/>
          </p:nvSpPr>
          <p:spPr bwMode="auto">
            <a:xfrm>
              <a:off x="1333" y="1243"/>
              <a:ext cx="3163" cy="2498"/>
            </a:xfrm>
            <a:custGeom>
              <a:avLst/>
              <a:gdLst>
                <a:gd name="T0" fmla="*/ 0 w 595"/>
                <a:gd name="T1" fmla="*/ 1993356 h 470"/>
                <a:gd name="T2" fmla="*/ 2525919 w 595"/>
                <a:gd name="T3" fmla="*/ 1993356 h 470"/>
                <a:gd name="T4" fmla="*/ 2525919 w 595"/>
                <a:gd name="T5" fmla="*/ 0 h 470"/>
                <a:gd name="T6" fmla="*/ 0 60000 65536"/>
                <a:gd name="T7" fmla="*/ 0 60000 65536"/>
                <a:gd name="T8" fmla="*/ 0 60000 65536"/>
              </a:gdLst>
              <a:ahLst/>
              <a:cxnLst>
                <a:cxn ang="T6">
                  <a:pos x="T0" y="T1"/>
                </a:cxn>
                <a:cxn ang="T7">
                  <a:pos x="T2" y="T3"/>
                </a:cxn>
                <a:cxn ang="T8">
                  <a:pos x="T4" y="T5"/>
                </a:cxn>
              </a:cxnLst>
              <a:rect l="0" t="0" r="r" b="b"/>
              <a:pathLst>
                <a:path w="595" h="470">
                  <a:moveTo>
                    <a:pt x="0" y="470"/>
                  </a:moveTo>
                  <a:lnTo>
                    <a:pt x="595" y="470"/>
                  </a:lnTo>
                  <a:lnTo>
                    <a:pt x="595"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15" name="Line 100">
              <a:extLst>
                <a:ext uri="{FF2B5EF4-FFF2-40B4-BE49-F238E27FC236}">
                  <a16:creationId xmlns:a16="http://schemas.microsoft.com/office/drawing/2014/main" id="{8829F9A9-6D81-0EB3-EA46-0FECD6D2741D}"/>
                </a:ext>
              </a:extLst>
            </p:cNvPr>
            <p:cNvSpPr>
              <a:spLocks noChangeAspect="1" noChangeShapeType="1"/>
            </p:cNvSpPr>
            <p:nvPr/>
          </p:nvSpPr>
          <p:spPr bwMode="auto">
            <a:xfrm flipV="1">
              <a:off x="1333" y="1243"/>
              <a:ext cx="1" cy="249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4916" name="Group 101">
              <a:extLst>
                <a:ext uri="{FF2B5EF4-FFF2-40B4-BE49-F238E27FC236}">
                  <a16:creationId xmlns:a16="http://schemas.microsoft.com/office/drawing/2014/main" id="{B341B0EE-ED56-C8AC-BD40-A091586C0B4E}"/>
                </a:ext>
              </a:extLst>
            </p:cNvPr>
            <p:cNvGrpSpPr>
              <a:grpSpLocks/>
            </p:cNvGrpSpPr>
            <p:nvPr/>
          </p:nvGrpSpPr>
          <p:grpSpPr bwMode="auto">
            <a:xfrm>
              <a:off x="1333" y="1243"/>
              <a:ext cx="2929" cy="2492"/>
              <a:chOff x="1333" y="1243"/>
              <a:chExt cx="2929" cy="2492"/>
            </a:xfrm>
          </p:grpSpPr>
          <p:sp>
            <p:nvSpPr>
              <p:cNvPr id="34921" name="Freeform 102">
                <a:extLst>
                  <a:ext uri="{FF2B5EF4-FFF2-40B4-BE49-F238E27FC236}">
                    <a16:creationId xmlns:a16="http://schemas.microsoft.com/office/drawing/2014/main" id="{BD29E434-85F5-A6B1-CA83-588F90B39B39}"/>
                  </a:ext>
                </a:extLst>
              </p:cNvPr>
              <p:cNvSpPr>
                <a:spLocks noChangeAspect="1" noChangeArrowheads="1"/>
              </p:cNvSpPr>
              <p:nvPr/>
            </p:nvSpPr>
            <p:spPr bwMode="auto">
              <a:xfrm>
                <a:off x="1333" y="1243"/>
                <a:ext cx="398" cy="823"/>
              </a:xfrm>
              <a:custGeom>
                <a:avLst/>
                <a:gdLst>
                  <a:gd name="T0" fmla="*/ 1 w 531"/>
                  <a:gd name="T1" fmla="*/ 3 h 1098"/>
                  <a:gd name="T2" fmla="*/ 3 w 531"/>
                  <a:gd name="T3" fmla="*/ 12 h 1098"/>
                  <a:gd name="T4" fmla="*/ 7 w 531"/>
                  <a:gd name="T5" fmla="*/ 18 h 1098"/>
                  <a:gd name="T6" fmla="*/ 10 w 531"/>
                  <a:gd name="T7" fmla="*/ 25 h 1098"/>
                  <a:gd name="T8" fmla="*/ 13 w 531"/>
                  <a:gd name="T9" fmla="*/ 33 h 1098"/>
                  <a:gd name="T10" fmla="*/ 16 w 531"/>
                  <a:gd name="T11" fmla="*/ 40 h 1098"/>
                  <a:gd name="T12" fmla="*/ 18 w 531"/>
                  <a:gd name="T13" fmla="*/ 46 h 1098"/>
                  <a:gd name="T14" fmla="*/ 22 w 531"/>
                  <a:gd name="T15" fmla="*/ 53 h 1098"/>
                  <a:gd name="T16" fmla="*/ 25 w 531"/>
                  <a:gd name="T17" fmla="*/ 60 h 1098"/>
                  <a:gd name="T18" fmla="*/ 28 w 531"/>
                  <a:gd name="T19" fmla="*/ 67 h 1098"/>
                  <a:gd name="T20" fmla="*/ 31 w 531"/>
                  <a:gd name="T21" fmla="*/ 73 h 1098"/>
                  <a:gd name="T22" fmla="*/ 33 w 531"/>
                  <a:gd name="T23" fmla="*/ 80 h 1098"/>
                  <a:gd name="T24" fmla="*/ 37 w 531"/>
                  <a:gd name="T25" fmla="*/ 87 h 1098"/>
                  <a:gd name="T26" fmla="*/ 40 w 531"/>
                  <a:gd name="T27" fmla="*/ 94 h 1098"/>
                  <a:gd name="T28" fmla="*/ 43 w 531"/>
                  <a:gd name="T29" fmla="*/ 100 h 1098"/>
                  <a:gd name="T30" fmla="*/ 45 w 531"/>
                  <a:gd name="T31" fmla="*/ 107 h 1098"/>
                  <a:gd name="T32" fmla="*/ 48 w 531"/>
                  <a:gd name="T33" fmla="*/ 114 h 1098"/>
                  <a:gd name="T34" fmla="*/ 52 w 531"/>
                  <a:gd name="T35" fmla="*/ 120 h 1098"/>
                  <a:gd name="T36" fmla="*/ 55 w 531"/>
                  <a:gd name="T37" fmla="*/ 125 h 1098"/>
                  <a:gd name="T38" fmla="*/ 58 w 531"/>
                  <a:gd name="T39" fmla="*/ 133 h 1098"/>
                  <a:gd name="T40" fmla="*/ 60 w 531"/>
                  <a:gd name="T41" fmla="*/ 139 h 1098"/>
                  <a:gd name="T42" fmla="*/ 64 w 531"/>
                  <a:gd name="T43" fmla="*/ 144 h 1098"/>
                  <a:gd name="T44" fmla="*/ 67 w 531"/>
                  <a:gd name="T45" fmla="*/ 151 h 1098"/>
                  <a:gd name="T46" fmla="*/ 70 w 531"/>
                  <a:gd name="T47" fmla="*/ 157 h 1098"/>
                  <a:gd name="T48" fmla="*/ 73 w 531"/>
                  <a:gd name="T49" fmla="*/ 163 h 1098"/>
                  <a:gd name="T50" fmla="*/ 75 w 531"/>
                  <a:gd name="T51" fmla="*/ 169 h 1098"/>
                  <a:gd name="T52" fmla="*/ 79 w 531"/>
                  <a:gd name="T53" fmla="*/ 174 h 1098"/>
                  <a:gd name="T54" fmla="*/ 82 w 531"/>
                  <a:gd name="T55" fmla="*/ 181 h 1098"/>
                  <a:gd name="T56" fmla="*/ 85 w 531"/>
                  <a:gd name="T57" fmla="*/ 186 h 1098"/>
                  <a:gd name="T58" fmla="*/ 87 w 531"/>
                  <a:gd name="T59" fmla="*/ 193 h 1098"/>
                  <a:gd name="T60" fmla="*/ 90 w 531"/>
                  <a:gd name="T61" fmla="*/ 198 h 1098"/>
                  <a:gd name="T62" fmla="*/ 94 w 531"/>
                  <a:gd name="T63" fmla="*/ 203 h 1098"/>
                  <a:gd name="T64" fmla="*/ 97 w 531"/>
                  <a:gd name="T65" fmla="*/ 210 h 1098"/>
                  <a:gd name="T66" fmla="*/ 100 w 531"/>
                  <a:gd name="T67" fmla="*/ 214 h 1098"/>
                  <a:gd name="T68" fmla="*/ 102 w 531"/>
                  <a:gd name="T69" fmla="*/ 220 h 1098"/>
                  <a:gd name="T70" fmla="*/ 105 w 531"/>
                  <a:gd name="T71" fmla="*/ 225 h 1098"/>
                  <a:gd name="T72" fmla="*/ 109 w 531"/>
                  <a:gd name="T73" fmla="*/ 232 h 1098"/>
                  <a:gd name="T74" fmla="*/ 112 w 531"/>
                  <a:gd name="T75" fmla="*/ 236 h 1098"/>
                  <a:gd name="T76" fmla="*/ 115 w 531"/>
                  <a:gd name="T77" fmla="*/ 241 h 1098"/>
                  <a:gd name="T78" fmla="*/ 118 w 531"/>
                  <a:gd name="T79" fmla="*/ 246 h 1098"/>
                  <a:gd name="T80" fmla="*/ 120 w 531"/>
                  <a:gd name="T81" fmla="*/ 251 h 1098"/>
                  <a:gd name="T82" fmla="*/ 124 w 531"/>
                  <a:gd name="T83" fmla="*/ 256 h 109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31" h="1098">
                    <a:moveTo>
                      <a:pt x="0" y="0"/>
                    </a:moveTo>
                    <a:lnTo>
                      <a:pt x="0" y="7"/>
                    </a:lnTo>
                    <a:lnTo>
                      <a:pt x="7" y="14"/>
                    </a:lnTo>
                    <a:lnTo>
                      <a:pt x="7" y="28"/>
                    </a:lnTo>
                    <a:lnTo>
                      <a:pt x="14" y="35"/>
                    </a:lnTo>
                    <a:lnTo>
                      <a:pt x="14" y="49"/>
                    </a:lnTo>
                    <a:lnTo>
                      <a:pt x="21" y="56"/>
                    </a:lnTo>
                    <a:lnTo>
                      <a:pt x="28" y="71"/>
                    </a:lnTo>
                    <a:lnTo>
                      <a:pt x="28" y="78"/>
                    </a:lnTo>
                    <a:lnTo>
                      <a:pt x="35" y="92"/>
                    </a:lnTo>
                    <a:lnTo>
                      <a:pt x="35" y="99"/>
                    </a:lnTo>
                    <a:lnTo>
                      <a:pt x="42" y="106"/>
                    </a:lnTo>
                    <a:lnTo>
                      <a:pt x="49" y="120"/>
                    </a:lnTo>
                    <a:lnTo>
                      <a:pt x="49" y="127"/>
                    </a:lnTo>
                    <a:lnTo>
                      <a:pt x="56" y="141"/>
                    </a:lnTo>
                    <a:lnTo>
                      <a:pt x="56" y="149"/>
                    </a:lnTo>
                    <a:lnTo>
                      <a:pt x="64" y="163"/>
                    </a:lnTo>
                    <a:lnTo>
                      <a:pt x="71" y="170"/>
                    </a:lnTo>
                    <a:lnTo>
                      <a:pt x="71" y="177"/>
                    </a:lnTo>
                    <a:lnTo>
                      <a:pt x="78" y="191"/>
                    </a:lnTo>
                    <a:lnTo>
                      <a:pt x="78" y="198"/>
                    </a:lnTo>
                    <a:lnTo>
                      <a:pt x="85" y="212"/>
                    </a:lnTo>
                    <a:lnTo>
                      <a:pt x="92" y="219"/>
                    </a:lnTo>
                    <a:lnTo>
                      <a:pt x="92" y="227"/>
                    </a:lnTo>
                    <a:lnTo>
                      <a:pt x="99" y="241"/>
                    </a:lnTo>
                    <a:lnTo>
                      <a:pt x="99" y="248"/>
                    </a:lnTo>
                    <a:lnTo>
                      <a:pt x="106" y="255"/>
                    </a:lnTo>
                    <a:lnTo>
                      <a:pt x="113" y="269"/>
                    </a:lnTo>
                    <a:lnTo>
                      <a:pt x="113" y="276"/>
                    </a:lnTo>
                    <a:lnTo>
                      <a:pt x="120" y="283"/>
                    </a:lnTo>
                    <a:lnTo>
                      <a:pt x="120" y="297"/>
                    </a:lnTo>
                    <a:lnTo>
                      <a:pt x="127" y="304"/>
                    </a:lnTo>
                    <a:lnTo>
                      <a:pt x="134" y="312"/>
                    </a:lnTo>
                    <a:lnTo>
                      <a:pt x="134" y="326"/>
                    </a:lnTo>
                    <a:lnTo>
                      <a:pt x="141" y="333"/>
                    </a:lnTo>
                    <a:lnTo>
                      <a:pt x="141" y="340"/>
                    </a:lnTo>
                    <a:lnTo>
                      <a:pt x="149" y="354"/>
                    </a:lnTo>
                    <a:lnTo>
                      <a:pt x="156" y="361"/>
                    </a:lnTo>
                    <a:lnTo>
                      <a:pt x="156" y="368"/>
                    </a:lnTo>
                    <a:lnTo>
                      <a:pt x="163" y="382"/>
                    </a:lnTo>
                    <a:lnTo>
                      <a:pt x="163" y="390"/>
                    </a:lnTo>
                    <a:lnTo>
                      <a:pt x="170" y="397"/>
                    </a:lnTo>
                    <a:lnTo>
                      <a:pt x="170" y="411"/>
                    </a:lnTo>
                    <a:lnTo>
                      <a:pt x="177" y="418"/>
                    </a:lnTo>
                    <a:lnTo>
                      <a:pt x="184" y="425"/>
                    </a:lnTo>
                    <a:lnTo>
                      <a:pt x="184" y="439"/>
                    </a:lnTo>
                    <a:lnTo>
                      <a:pt x="191" y="446"/>
                    </a:lnTo>
                    <a:lnTo>
                      <a:pt x="191" y="453"/>
                    </a:lnTo>
                    <a:lnTo>
                      <a:pt x="198" y="460"/>
                    </a:lnTo>
                    <a:lnTo>
                      <a:pt x="205" y="475"/>
                    </a:lnTo>
                    <a:lnTo>
                      <a:pt x="205" y="482"/>
                    </a:lnTo>
                    <a:lnTo>
                      <a:pt x="212" y="489"/>
                    </a:lnTo>
                    <a:lnTo>
                      <a:pt x="212" y="496"/>
                    </a:lnTo>
                    <a:lnTo>
                      <a:pt x="219" y="510"/>
                    </a:lnTo>
                    <a:lnTo>
                      <a:pt x="227" y="517"/>
                    </a:lnTo>
                    <a:lnTo>
                      <a:pt x="227" y="524"/>
                    </a:lnTo>
                    <a:lnTo>
                      <a:pt x="234" y="531"/>
                    </a:lnTo>
                    <a:lnTo>
                      <a:pt x="234" y="545"/>
                    </a:lnTo>
                    <a:lnTo>
                      <a:pt x="241" y="553"/>
                    </a:lnTo>
                    <a:lnTo>
                      <a:pt x="248" y="560"/>
                    </a:lnTo>
                    <a:lnTo>
                      <a:pt x="248" y="567"/>
                    </a:lnTo>
                    <a:lnTo>
                      <a:pt x="255" y="581"/>
                    </a:lnTo>
                    <a:lnTo>
                      <a:pt x="255" y="588"/>
                    </a:lnTo>
                    <a:lnTo>
                      <a:pt x="262" y="595"/>
                    </a:lnTo>
                    <a:lnTo>
                      <a:pt x="269" y="602"/>
                    </a:lnTo>
                    <a:lnTo>
                      <a:pt x="269" y="609"/>
                    </a:lnTo>
                    <a:lnTo>
                      <a:pt x="276" y="623"/>
                    </a:lnTo>
                    <a:lnTo>
                      <a:pt x="276" y="630"/>
                    </a:lnTo>
                    <a:lnTo>
                      <a:pt x="283" y="638"/>
                    </a:lnTo>
                    <a:lnTo>
                      <a:pt x="290" y="645"/>
                    </a:lnTo>
                    <a:lnTo>
                      <a:pt x="290" y="652"/>
                    </a:lnTo>
                    <a:lnTo>
                      <a:pt x="297" y="666"/>
                    </a:lnTo>
                    <a:lnTo>
                      <a:pt x="297" y="673"/>
                    </a:lnTo>
                    <a:lnTo>
                      <a:pt x="304" y="680"/>
                    </a:lnTo>
                    <a:lnTo>
                      <a:pt x="312" y="687"/>
                    </a:lnTo>
                    <a:lnTo>
                      <a:pt x="312" y="694"/>
                    </a:lnTo>
                    <a:lnTo>
                      <a:pt x="319" y="708"/>
                    </a:lnTo>
                    <a:lnTo>
                      <a:pt x="319" y="716"/>
                    </a:lnTo>
                    <a:lnTo>
                      <a:pt x="326" y="723"/>
                    </a:lnTo>
                    <a:lnTo>
                      <a:pt x="333" y="730"/>
                    </a:lnTo>
                    <a:lnTo>
                      <a:pt x="333" y="737"/>
                    </a:lnTo>
                    <a:lnTo>
                      <a:pt x="340" y="744"/>
                    </a:lnTo>
                    <a:lnTo>
                      <a:pt x="340" y="758"/>
                    </a:lnTo>
                    <a:lnTo>
                      <a:pt x="347" y="765"/>
                    </a:lnTo>
                    <a:lnTo>
                      <a:pt x="347" y="772"/>
                    </a:lnTo>
                    <a:lnTo>
                      <a:pt x="354" y="779"/>
                    </a:lnTo>
                    <a:lnTo>
                      <a:pt x="361" y="786"/>
                    </a:lnTo>
                    <a:lnTo>
                      <a:pt x="361" y="793"/>
                    </a:lnTo>
                    <a:lnTo>
                      <a:pt x="368" y="801"/>
                    </a:lnTo>
                    <a:lnTo>
                      <a:pt x="368" y="815"/>
                    </a:lnTo>
                    <a:lnTo>
                      <a:pt x="375" y="822"/>
                    </a:lnTo>
                    <a:lnTo>
                      <a:pt x="382" y="829"/>
                    </a:lnTo>
                    <a:lnTo>
                      <a:pt x="382" y="836"/>
                    </a:lnTo>
                    <a:lnTo>
                      <a:pt x="390" y="843"/>
                    </a:lnTo>
                    <a:lnTo>
                      <a:pt x="390" y="850"/>
                    </a:lnTo>
                    <a:lnTo>
                      <a:pt x="397" y="857"/>
                    </a:lnTo>
                    <a:lnTo>
                      <a:pt x="404" y="864"/>
                    </a:lnTo>
                    <a:lnTo>
                      <a:pt x="404" y="871"/>
                    </a:lnTo>
                    <a:lnTo>
                      <a:pt x="411" y="886"/>
                    </a:lnTo>
                    <a:lnTo>
                      <a:pt x="411" y="893"/>
                    </a:lnTo>
                    <a:lnTo>
                      <a:pt x="418" y="900"/>
                    </a:lnTo>
                    <a:lnTo>
                      <a:pt x="425" y="907"/>
                    </a:lnTo>
                    <a:lnTo>
                      <a:pt x="425" y="914"/>
                    </a:lnTo>
                    <a:lnTo>
                      <a:pt x="432" y="921"/>
                    </a:lnTo>
                    <a:lnTo>
                      <a:pt x="432" y="928"/>
                    </a:lnTo>
                    <a:lnTo>
                      <a:pt x="439" y="935"/>
                    </a:lnTo>
                    <a:lnTo>
                      <a:pt x="446" y="942"/>
                    </a:lnTo>
                    <a:lnTo>
                      <a:pt x="446" y="949"/>
                    </a:lnTo>
                    <a:lnTo>
                      <a:pt x="453" y="956"/>
                    </a:lnTo>
                    <a:lnTo>
                      <a:pt x="453" y="964"/>
                    </a:lnTo>
                    <a:lnTo>
                      <a:pt x="460" y="978"/>
                    </a:lnTo>
                    <a:lnTo>
                      <a:pt x="467" y="985"/>
                    </a:lnTo>
                    <a:lnTo>
                      <a:pt x="467" y="992"/>
                    </a:lnTo>
                    <a:lnTo>
                      <a:pt x="475" y="999"/>
                    </a:lnTo>
                    <a:lnTo>
                      <a:pt x="475" y="1006"/>
                    </a:lnTo>
                    <a:lnTo>
                      <a:pt x="482" y="1013"/>
                    </a:lnTo>
                    <a:lnTo>
                      <a:pt x="489" y="1020"/>
                    </a:lnTo>
                    <a:lnTo>
                      <a:pt x="489" y="1027"/>
                    </a:lnTo>
                    <a:lnTo>
                      <a:pt x="496" y="1034"/>
                    </a:lnTo>
                    <a:lnTo>
                      <a:pt x="496" y="1041"/>
                    </a:lnTo>
                    <a:lnTo>
                      <a:pt x="503" y="1049"/>
                    </a:lnTo>
                    <a:lnTo>
                      <a:pt x="503" y="1056"/>
                    </a:lnTo>
                    <a:lnTo>
                      <a:pt x="510" y="1063"/>
                    </a:lnTo>
                    <a:lnTo>
                      <a:pt x="517" y="1070"/>
                    </a:lnTo>
                    <a:lnTo>
                      <a:pt x="517" y="1077"/>
                    </a:lnTo>
                    <a:lnTo>
                      <a:pt x="524" y="1084"/>
                    </a:lnTo>
                    <a:lnTo>
                      <a:pt x="524" y="1091"/>
                    </a:lnTo>
                    <a:lnTo>
                      <a:pt x="531" y="1098"/>
                    </a:ln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22" name="Freeform 103">
                <a:extLst>
                  <a:ext uri="{FF2B5EF4-FFF2-40B4-BE49-F238E27FC236}">
                    <a16:creationId xmlns:a16="http://schemas.microsoft.com/office/drawing/2014/main" id="{968288B6-1649-E352-35E5-AA171BAC8F67}"/>
                  </a:ext>
                </a:extLst>
              </p:cNvPr>
              <p:cNvSpPr>
                <a:spLocks noChangeAspect="1" noChangeArrowheads="1"/>
              </p:cNvSpPr>
              <p:nvPr/>
            </p:nvSpPr>
            <p:spPr bwMode="auto">
              <a:xfrm>
                <a:off x="1731" y="2066"/>
                <a:ext cx="511" cy="702"/>
              </a:xfrm>
              <a:custGeom>
                <a:avLst/>
                <a:gdLst>
                  <a:gd name="T0" fmla="*/ 2 w 681"/>
                  <a:gd name="T1" fmla="*/ 4 h 936"/>
                  <a:gd name="T2" fmla="*/ 6 w 681"/>
                  <a:gd name="T3" fmla="*/ 8 h 936"/>
                  <a:gd name="T4" fmla="*/ 8 w 681"/>
                  <a:gd name="T5" fmla="*/ 14 h 936"/>
                  <a:gd name="T6" fmla="*/ 13 w 681"/>
                  <a:gd name="T7" fmla="*/ 19 h 936"/>
                  <a:gd name="T8" fmla="*/ 14 w 681"/>
                  <a:gd name="T9" fmla="*/ 24 h 936"/>
                  <a:gd name="T10" fmla="*/ 17 w 681"/>
                  <a:gd name="T11" fmla="*/ 29 h 936"/>
                  <a:gd name="T12" fmla="*/ 20 w 681"/>
                  <a:gd name="T13" fmla="*/ 34 h 936"/>
                  <a:gd name="T14" fmla="*/ 24 w 681"/>
                  <a:gd name="T15" fmla="*/ 39 h 936"/>
                  <a:gd name="T16" fmla="*/ 28 w 681"/>
                  <a:gd name="T17" fmla="*/ 44 h 936"/>
                  <a:gd name="T18" fmla="*/ 31 w 681"/>
                  <a:gd name="T19" fmla="*/ 49 h 936"/>
                  <a:gd name="T20" fmla="*/ 34 w 681"/>
                  <a:gd name="T21" fmla="*/ 54 h 936"/>
                  <a:gd name="T22" fmla="*/ 35 w 681"/>
                  <a:gd name="T23" fmla="*/ 59 h 936"/>
                  <a:gd name="T24" fmla="*/ 41 w 681"/>
                  <a:gd name="T25" fmla="*/ 66 h 936"/>
                  <a:gd name="T26" fmla="*/ 44 w 681"/>
                  <a:gd name="T27" fmla="*/ 71 h 936"/>
                  <a:gd name="T28" fmla="*/ 47 w 681"/>
                  <a:gd name="T29" fmla="*/ 76 h 936"/>
                  <a:gd name="T30" fmla="*/ 51 w 681"/>
                  <a:gd name="T31" fmla="*/ 80 h 936"/>
                  <a:gd name="T32" fmla="*/ 54 w 681"/>
                  <a:gd name="T33" fmla="*/ 86 h 936"/>
                  <a:gd name="T34" fmla="*/ 58 w 681"/>
                  <a:gd name="T35" fmla="*/ 89 h 936"/>
                  <a:gd name="T36" fmla="*/ 60 w 681"/>
                  <a:gd name="T37" fmla="*/ 95 h 936"/>
                  <a:gd name="T38" fmla="*/ 65 w 681"/>
                  <a:gd name="T39" fmla="*/ 100 h 936"/>
                  <a:gd name="T40" fmla="*/ 68 w 681"/>
                  <a:gd name="T41" fmla="*/ 105 h 936"/>
                  <a:gd name="T42" fmla="*/ 73 w 681"/>
                  <a:gd name="T43" fmla="*/ 111 h 936"/>
                  <a:gd name="T44" fmla="*/ 76 w 681"/>
                  <a:gd name="T45" fmla="*/ 116 h 936"/>
                  <a:gd name="T46" fmla="*/ 80 w 681"/>
                  <a:gd name="T47" fmla="*/ 121 h 936"/>
                  <a:gd name="T48" fmla="*/ 85 w 681"/>
                  <a:gd name="T49" fmla="*/ 128 h 936"/>
                  <a:gd name="T50" fmla="*/ 89 w 681"/>
                  <a:gd name="T51" fmla="*/ 134 h 936"/>
                  <a:gd name="T52" fmla="*/ 95 w 681"/>
                  <a:gd name="T53" fmla="*/ 141 h 936"/>
                  <a:gd name="T54" fmla="*/ 98 w 681"/>
                  <a:gd name="T55" fmla="*/ 146 h 936"/>
                  <a:gd name="T56" fmla="*/ 103 w 681"/>
                  <a:gd name="T57" fmla="*/ 152 h 936"/>
                  <a:gd name="T58" fmla="*/ 106 w 681"/>
                  <a:gd name="T59" fmla="*/ 157 h 936"/>
                  <a:gd name="T60" fmla="*/ 110 w 681"/>
                  <a:gd name="T61" fmla="*/ 160 h 936"/>
                  <a:gd name="T62" fmla="*/ 113 w 681"/>
                  <a:gd name="T63" fmla="*/ 165 h 936"/>
                  <a:gd name="T64" fmla="*/ 118 w 681"/>
                  <a:gd name="T65" fmla="*/ 170 h 936"/>
                  <a:gd name="T66" fmla="*/ 121 w 681"/>
                  <a:gd name="T67" fmla="*/ 175 h 936"/>
                  <a:gd name="T68" fmla="*/ 126 w 681"/>
                  <a:gd name="T69" fmla="*/ 182 h 936"/>
                  <a:gd name="T70" fmla="*/ 130 w 681"/>
                  <a:gd name="T71" fmla="*/ 187 h 936"/>
                  <a:gd name="T72" fmla="*/ 134 w 681"/>
                  <a:gd name="T73" fmla="*/ 192 h 936"/>
                  <a:gd name="T74" fmla="*/ 141 w 681"/>
                  <a:gd name="T75" fmla="*/ 199 h 936"/>
                  <a:gd name="T76" fmla="*/ 146 w 681"/>
                  <a:gd name="T77" fmla="*/ 202 h 936"/>
                  <a:gd name="T78" fmla="*/ 148 w 681"/>
                  <a:gd name="T79" fmla="*/ 207 h 936"/>
                  <a:gd name="T80" fmla="*/ 155 w 681"/>
                  <a:gd name="T81" fmla="*/ 214 h 936"/>
                  <a:gd name="T82" fmla="*/ 158 w 681"/>
                  <a:gd name="T83" fmla="*/ 219 h 9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1" h="936">
                    <a:moveTo>
                      <a:pt x="0" y="0"/>
                    </a:moveTo>
                    <a:lnTo>
                      <a:pt x="7" y="7"/>
                    </a:lnTo>
                    <a:lnTo>
                      <a:pt x="7" y="14"/>
                    </a:lnTo>
                    <a:lnTo>
                      <a:pt x="14" y="21"/>
                    </a:lnTo>
                    <a:lnTo>
                      <a:pt x="14" y="29"/>
                    </a:lnTo>
                    <a:lnTo>
                      <a:pt x="22" y="36"/>
                    </a:lnTo>
                    <a:lnTo>
                      <a:pt x="29" y="43"/>
                    </a:lnTo>
                    <a:lnTo>
                      <a:pt x="29" y="50"/>
                    </a:lnTo>
                    <a:lnTo>
                      <a:pt x="36" y="57"/>
                    </a:lnTo>
                    <a:lnTo>
                      <a:pt x="36" y="64"/>
                    </a:lnTo>
                    <a:lnTo>
                      <a:pt x="43" y="71"/>
                    </a:lnTo>
                    <a:lnTo>
                      <a:pt x="50" y="78"/>
                    </a:lnTo>
                    <a:lnTo>
                      <a:pt x="50" y="85"/>
                    </a:lnTo>
                    <a:lnTo>
                      <a:pt x="57" y="92"/>
                    </a:lnTo>
                    <a:lnTo>
                      <a:pt x="57" y="99"/>
                    </a:lnTo>
                    <a:lnTo>
                      <a:pt x="64" y="106"/>
                    </a:lnTo>
                    <a:lnTo>
                      <a:pt x="71" y="114"/>
                    </a:lnTo>
                    <a:lnTo>
                      <a:pt x="71" y="121"/>
                    </a:lnTo>
                    <a:lnTo>
                      <a:pt x="78" y="128"/>
                    </a:lnTo>
                    <a:lnTo>
                      <a:pt x="78" y="135"/>
                    </a:lnTo>
                    <a:lnTo>
                      <a:pt x="85" y="142"/>
                    </a:lnTo>
                    <a:lnTo>
                      <a:pt x="92" y="149"/>
                    </a:lnTo>
                    <a:lnTo>
                      <a:pt x="92" y="156"/>
                    </a:lnTo>
                    <a:lnTo>
                      <a:pt x="99" y="163"/>
                    </a:lnTo>
                    <a:lnTo>
                      <a:pt x="99" y="170"/>
                    </a:lnTo>
                    <a:lnTo>
                      <a:pt x="107" y="177"/>
                    </a:lnTo>
                    <a:lnTo>
                      <a:pt x="114" y="184"/>
                    </a:lnTo>
                    <a:lnTo>
                      <a:pt x="121" y="192"/>
                    </a:lnTo>
                    <a:lnTo>
                      <a:pt x="121" y="199"/>
                    </a:lnTo>
                    <a:lnTo>
                      <a:pt x="128" y="206"/>
                    </a:lnTo>
                    <a:lnTo>
                      <a:pt x="135" y="213"/>
                    </a:lnTo>
                    <a:lnTo>
                      <a:pt x="135" y="220"/>
                    </a:lnTo>
                    <a:lnTo>
                      <a:pt x="142" y="227"/>
                    </a:lnTo>
                    <a:lnTo>
                      <a:pt x="142" y="234"/>
                    </a:lnTo>
                    <a:lnTo>
                      <a:pt x="149" y="241"/>
                    </a:lnTo>
                    <a:lnTo>
                      <a:pt x="149" y="248"/>
                    </a:lnTo>
                    <a:lnTo>
                      <a:pt x="156" y="255"/>
                    </a:lnTo>
                    <a:lnTo>
                      <a:pt x="170" y="269"/>
                    </a:lnTo>
                    <a:lnTo>
                      <a:pt x="170" y="277"/>
                    </a:lnTo>
                    <a:lnTo>
                      <a:pt x="177" y="284"/>
                    </a:lnTo>
                    <a:lnTo>
                      <a:pt x="185" y="291"/>
                    </a:lnTo>
                    <a:lnTo>
                      <a:pt x="185" y="298"/>
                    </a:lnTo>
                    <a:lnTo>
                      <a:pt x="192" y="305"/>
                    </a:lnTo>
                    <a:lnTo>
                      <a:pt x="192" y="312"/>
                    </a:lnTo>
                    <a:lnTo>
                      <a:pt x="199" y="319"/>
                    </a:lnTo>
                    <a:lnTo>
                      <a:pt x="206" y="326"/>
                    </a:lnTo>
                    <a:lnTo>
                      <a:pt x="213" y="333"/>
                    </a:lnTo>
                    <a:lnTo>
                      <a:pt x="213" y="340"/>
                    </a:lnTo>
                    <a:lnTo>
                      <a:pt x="220" y="347"/>
                    </a:lnTo>
                    <a:lnTo>
                      <a:pt x="227" y="355"/>
                    </a:lnTo>
                    <a:lnTo>
                      <a:pt x="227" y="362"/>
                    </a:lnTo>
                    <a:lnTo>
                      <a:pt x="241" y="376"/>
                    </a:lnTo>
                    <a:lnTo>
                      <a:pt x="234" y="376"/>
                    </a:lnTo>
                    <a:lnTo>
                      <a:pt x="241" y="376"/>
                    </a:lnTo>
                    <a:lnTo>
                      <a:pt x="248" y="383"/>
                    </a:lnTo>
                    <a:lnTo>
                      <a:pt x="248" y="390"/>
                    </a:lnTo>
                    <a:lnTo>
                      <a:pt x="255" y="397"/>
                    </a:lnTo>
                    <a:lnTo>
                      <a:pt x="255" y="404"/>
                    </a:lnTo>
                    <a:lnTo>
                      <a:pt x="262" y="411"/>
                    </a:lnTo>
                    <a:lnTo>
                      <a:pt x="270" y="418"/>
                    </a:lnTo>
                    <a:lnTo>
                      <a:pt x="277" y="425"/>
                    </a:lnTo>
                    <a:lnTo>
                      <a:pt x="277" y="432"/>
                    </a:lnTo>
                    <a:lnTo>
                      <a:pt x="284" y="440"/>
                    </a:lnTo>
                    <a:lnTo>
                      <a:pt x="298" y="454"/>
                    </a:lnTo>
                    <a:lnTo>
                      <a:pt x="298" y="461"/>
                    </a:lnTo>
                    <a:lnTo>
                      <a:pt x="305" y="468"/>
                    </a:lnTo>
                    <a:lnTo>
                      <a:pt x="312" y="475"/>
                    </a:lnTo>
                    <a:lnTo>
                      <a:pt x="312" y="482"/>
                    </a:lnTo>
                    <a:lnTo>
                      <a:pt x="319" y="489"/>
                    </a:lnTo>
                    <a:lnTo>
                      <a:pt x="326" y="496"/>
                    </a:lnTo>
                    <a:lnTo>
                      <a:pt x="326" y="503"/>
                    </a:lnTo>
                    <a:lnTo>
                      <a:pt x="333" y="510"/>
                    </a:lnTo>
                    <a:lnTo>
                      <a:pt x="348" y="525"/>
                    </a:lnTo>
                    <a:lnTo>
                      <a:pt x="348" y="532"/>
                    </a:lnTo>
                    <a:lnTo>
                      <a:pt x="355" y="539"/>
                    </a:lnTo>
                    <a:lnTo>
                      <a:pt x="369" y="553"/>
                    </a:lnTo>
                    <a:lnTo>
                      <a:pt x="369" y="560"/>
                    </a:lnTo>
                    <a:lnTo>
                      <a:pt x="376" y="567"/>
                    </a:lnTo>
                    <a:lnTo>
                      <a:pt x="390" y="581"/>
                    </a:lnTo>
                    <a:lnTo>
                      <a:pt x="390" y="588"/>
                    </a:lnTo>
                    <a:lnTo>
                      <a:pt x="397" y="595"/>
                    </a:lnTo>
                    <a:lnTo>
                      <a:pt x="404" y="603"/>
                    </a:lnTo>
                    <a:lnTo>
                      <a:pt x="411" y="610"/>
                    </a:lnTo>
                    <a:lnTo>
                      <a:pt x="411" y="617"/>
                    </a:lnTo>
                    <a:lnTo>
                      <a:pt x="418" y="624"/>
                    </a:lnTo>
                    <a:lnTo>
                      <a:pt x="426" y="631"/>
                    </a:lnTo>
                    <a:lnTo>
                      <a:pt x="433" y="638"/>
                    </a:lnTo>
                    <a:lnTo>
                      <a:pt x="433" y="645"/>
                    </a:lnTo>
                    <a:lnTo>
                      <a:pt x="447" y="652"/>
                    </a:lnTo>
                    <a:lnTo>
                      <a:pt x="447" y="659"/>
                    </a:lnTo>
                    <a:lnTo>
                      <a:pt x="461" y="673"/>
                    </a:lnTo>
                    <a:lnTo>
                      <a:pt x="454" y="673"/>
                    </a:lnTo>
                    <a:lnTo>
                      <a:pt x="461" y="673"/>
                    </a:lnTo>
                    <a:lnTo>
                      <a:pt x="468" y="681"/>
                    </a:lnTo>
                    <a:lnTo>
                      <a:pt x="468" y="688"/>
                    </a:lnTo>
                    <a:lnTo>
                      <a:pt x="475" y="695"/>
                    </a:lnTo>
                    <a:lnTo>
                      <a:pt x="482" y="702"/>
                    </a:lnTo>
                    <a:lnTo>
                      <a:pt x="482" y="709"/>
                    </a:lnTo>
                    <a:lnTo>
                      <a:pt x="496" y="716"/>
                    </a:lnTo>
                    <a:lnTo>
                      <a:pt x="496" y="723"/>
                    </a:lnTo>
                    <a:lnTo>
                      <a:pt x="503" y="730"/>
                    </a:lnTo>
                    <a:lnTo>
                      <a:pt x="511" y="737"/>
                    </a:lnTo>
                    <a:lnTo>
                      <a:pt x="525" y="751"/>
                    </a:lnTo>
                    <a:lnTo>
                      <a:pt x="525" y="758"/>
                    </a:lnTo>
                    <a:lnTo>
                      <a:pt x="532" y="766"/>
                    </a:lnTo>
                    <a:lnTo>
                      <a:pt x="539" y="773"/>
                    </a:lnTo>
                    <a:lnTo>
                      <a:pt x="553" y="787"/>
                    </a:lnTo>
                    <a:lnTo>
                      <a:pt x="546" y="787"/>
                    </a:lnTo>
                    <a:lnTo>
                      <a:pt x="553" y="787"/>
                    </a:lnTo>
                    <a:lnTo>
                      <a:pt x="567" y="801"/>
                    </a:lnTo>
                    <a:lnTo>
                      <a:pt x="567" y="808"/>
                    </a:lnTo>
                    <a:lnTo>
                      <a:pt x="574" y="815"/>
                    </a:lnTo>
                    <a:lnTo>
                      <a:pt x="581" y="822"/>
                    </a:lnTo>
                    <a:lnTo>
                      <a:pt x="596" y="836"/>
                    </a:lnTo>
                    <a:lnTo>
                      <a:pt x="589" y="836"/>
                    </a:lnTo>
                    <a:lnTo>
                      <a:pt x="596" y="836"/>
                    </a:lnTo>
                    <a:lnTo>
                      <a:pt x="610" y="851"/>
                    </a:lnTo>
                    <a:lnTo>
                      <a:pt x="610" y="858"/>
                    </a:lnTo>
                    <a:lnTo>
                      <a:pt x="617" y="865"/>
                    </a:lnTo>
                    <a:lnTo>
                      <a:pt x="624" y="872"/>
                    </a:lnTo>
                    <a:lnTo>
                      <a:pt x="631" y="879"/>
                    </a:lnTo>
                    <a:lnTo>
                      <a:pt x="638" y="886"/>
                    </a:lnTo>
                    <a:lnTo>
                      <a:pt x="652" y="900"/>
                    </a:lnTo>
                    <a:lnTo>
                      <a:pt x="652" y="907"/>
                    </a:lnTo>
                    <a:lnTo>
                      <a:pt x="659" y="914"/>
                    </a:lnTo>
                    <a:lnTo>
                      <a:pt x="666" y="921"/>
                    </a:lnTo>
                    <a:lnTo>
                      <a:pt x="674" y="929"/>
                    </a:lnTo>
                    <a:lnTo>
                      <a:pt x="681" y="936"/>
                    </a:ln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23" name="Freeform 104">
                <a:extLst>
                  <a:ext uri="{FF2B5EF4-FFF2-40B4-BE49-F238E27FC236}">
                    <a16:creationId xmlns:a16="http://schemas.microsoft.com/office/drawing/2014/main" id="{D07420A1-E654-03D5-30F4-2B4F2C3DEDD6}"/>
                  </a:ext>
                </a:extLst>
              </p:cNvPr>
              <p:cNvSpPr>
                <a:spLocks noChangeAspect="1" noChangeArrowheads="1"/>
              </p:cNvSpPr>
              <p:nvPr/>
            </p:nvSpPr>
            <p:spPr bwMode="auto">
              <a:xfrm>
                <a:off x="2242" y="2768"/>
                <a:ext cx="670" cy="563"/>
              </a:xfrm>
              <a:custGeom>
                <a:avLst/>
                <a:gdLst>
                  <a:gd name="T0" fmla="*/ 4 w 893"/>
                  <a:gd name="T1" fmla="*/ 3 h 751"/>
                  <a:gd name="T2" fmla="*/ 7 w 893"/>
                  <a:gd name="T3" fmla="*/ 7 h 751"/>
                  <a:gd name="T4" fmla="*/ 12 w 893"/>
                  <a:gd name="T5" fmla="*/ 13 h 751"/>
                  <a:gd name="T6" fmla="*/ 17 w 893"/>
                  <a:gd name="T7" fmla="*/ 18 h 751"/>
                  <a:gd name="T8" fmla="*/ 22 w 893"/>
                  <a:gd name="T9" fmla="*/ 23 h 751"/>
                  <a:gd name="T10" fmla="*/ 27 w 893"/>
                  <a:gd name="T11" fmla="*/ 28 h 751"/>
                  <a:gd name="T12" fmla="*/ 32 w 893"/>
                  <a:gd name="T13" fmla="*/ 33 h 751"/>
                  <a:gd name="T14" fmla="*/ 38 w 893"/>
                  <a:gd name="T15" fmla="*/ 38 h 751"/>
                  <a:gd name="T16" fmla="*/ 42 w 893"/>
                  <a:gd name="T17" fmla="*/ 43 h 751"/>
                  <a:gd name="T18" fmla="*/ 47 w 893"/>
                  <a:gd name="T19" fmla="*/ 48 h 751"/>
                  <a:gd name="T20" fmla="*/ 52 w 893"/>
                  <a:gd name="T21" fmla="*/ 53 h 751"/>
                  <a:gd name="T22" fmla="*/ 58 w 893"/>
                  <a:gd name="T23" fmla="*/ 58 h 751"/>
                  <a:gd name="T24" fmla="*/ 62 w 893"/>
                  <a:gd name="T25" fmla="*/ 64 h 751"/>
                  <a:gd name="T26" fmla="*/ 67 w 893"/>
                  <a:gd name="T27" fmla="*/ 67 h 751"/>
                  <a:gd name="T28" fmla="*/ 72 w 893"/>
                  <a:gd name="T29" fmla="*/ 72 h 751"/>
                  <a:gd name="T30" fmla="*/ 78 w 893"/>
                  <a:gd name="T31" fmla="*/ 77 h 751"/>
                  <a:gd name="T32" fmla="*/ 83 w 893"/>
                  <a:gd name="T33" fmla="*/ 82 h 751"/>
                  <a:gd name="T34" fmla="*/ 87 w 893"/>
                  <a:gd name="T35" fmla="*/ 85 h 751"/>
                  <a:gd name="T36" fmla="*/ 92 w 893"/>
                  <a:gd name="T37" fmla="*/ 90 h 751"/>
                  <a:gd name="T38" fmla="*/ 98 w 893"/>
                  <a:gd name="T39" fmla="*/ 94 h 751"/>
                  <a:gd name="T40" fmla="*/ 103 w 893"/>
                  <a:gd name="T41" fmla="*/ 99 h 751"/>
                  <a:gd name="T42" fmla="*/ 107 w 893"/>
                  <a:gd name="T43" fmla="*/ 102 h 751"/>
                  <a:gd name="T44" fmla="*/ 113 w 893"/>
                  <a:gd name="T45" fmla="*/ 107 h 751"/>
                  <a:gd name="T46" fmla="*/ 118 w 893"/>
                  <a:gd name="T47" fmla="*/ 110 h 751"/>
                  <a:gd name="T48" fmla="*/ 123 w 893"/>
                  <a:gd name="T49" fmla="*/ 114 h 751"/>
                  <a:gd name="T50" fmla="*/ 128 w 893"/>
                  <a:gd name="T51" fmla="*/ 119 h 751"/>
                  <a:gd name="T52" fmla="*/ 133 w 893"/>
                  <a:gd name="T53" fmla="*/ 122 h 751"/>
                  <a:gd name="T54" fmla="*/ 138 w 893"/>
                  <a:gd name="T55" fmla="*/ 125 h 751"/>
                  <a:gd name="T56" fmla="*/ 143 w 893"/>
                  <a:gd name="T57" fmla="*/ 130 h 751"/>
                  <a:gd name="T58" fmla="*/ 148 w 893"/>
                  <a:gd name="T59" fmla="*/ 134 h 751"/>
                  <a:gd name="T60" fmla="*/ 153 w 893"/>
                  <a:gd name="T61" fmla="*/ 139 h 751"/>
                  <a:gd name="T62" fmla="*/ 158 w 893"/>
                  <a:gd name="T63" fmla="*/ 142 h 751"/>
                  <a:gd name="T64" fmla="*/ 164 w 893"/>
                  <a:gd name="T65" fmla="*/ 145 h 751"/>
                  <a:gd name="T66" fmla="*/ 168 w 893"/>
                  <a:gd name="T67" fmla="*/ 149 h 751"/>
                  <a:gd name="T68" fmla="*/ 173 w 893"/>
                  <a:gd name="T69" fmla="*/ 153 h 751"/>
                  <a:gd name="T70" fmla="*/ 179 w 893"/>
                  <a:gd name="T71" fmla="*/ 156 h 751"/>
                  <a:gd name="T72" fmla="*/ 184 w 893"/>
                  <a:gd name="T73" fmla="*/ 160 h 751"/>
                  <a:gd name="T74" fmla="*/ 188 w 893"/>
                  <a:gd name="T75" fmla="*/ 163 h 751"/>
                  <a:gd name="T76" fmla="*/ 194 w 893"/>
                  <a:gd name="T77" fmla="*/ 166 h 751"/>
                  <a:gd name="T78" fmla="*/ 199 w 893"/>
                  <a:gd name="T79" fmla="*/ 169 h 751"/>
                  <a:gd name="T80" fmla="*/ 204 w 893"/>
                  <a:gd name="T81" fmla="*/ 172 h 751"/>
                  <a:gd name="T82" fmla="*/ 209 w 893"/>
                  <a:gd name="T83" fmla="*/ 176 h 75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893" h="751">
                    <a:moveTo>
                      <a:pt x="0" y="0"/>
                    </a:moveTo>
                    <a:lnTo>
                      <a:pt x="7" y="7"/>
                    </a:lnTo>
                    <a:lnTo>
                      <a:pt x="14" y="14"/>
                    </a:lnTo>
                    <a:lnTo>
                      <a:pt x="28" y="28"/>
                    </a:lnTo>
                    <a:lnTo>
                      <a:pt x="21" y="28"/>
                    </a:lnTo>
                    <a:lnTo>
                      <a:pt x="28" y="28"/>
                    </a:lnTo>
                    <a:lnTo>
                      <a:pt x="42" y="42"/>
                    </a:lnTo>
                    <a:lnTo>
                      <a:pt x="42" y="49"/>
                    </a:lnTo>
                    <a:lnTo>
                      <a:pt x="49" y="56"/>
                    </a:lnTo>
                    <a:lnTo>
                      <a:pt x="56" y="63"/>
                    </a:lnTo>
                    <a:lnTo>
                      <a:pt x="63" y="71"/>
                    </a:lnTo>
                    <a:lnTo>
                      <a:pt x="71" y="78"/>
                    </a:lnTo>
                    <a:lnTo>
                      <a:pt x="78" y="85"/>
                    </a:lnTo>
                    <a:lnTo>
                      <a:pt x="85" y="92"/>
                    </a:lnTo>
                    <a:lnTo>
                      <a:pt x="92" y="99"/>
                    </a:lnTo>
                    <a:lnTo>
                      <a:pt x="99" y="106"/>
                    </a:lnTo>
                    <a:lnTo>
                      <a:pt x="106" y="113"/>
                    </a:lnTo>
                    <a:lnTo>
                      <a:pt x="113" y="120"/>
                    </a:lnTo>
                    <a:lnTo>
                      <a:pt x="120" y="127"/>
                    </a:lnTo>
                    <a:lnTo>
                      <a:pt x="127" y="134"/>
                    </a:lnTo>
                    <a:lnTo>
                      <a:pt x="134" y="141"/>
                    </a:lnTo>
                    <a:lnTo>
                      <a:pt x="141" y="148"/>
                    </a:lnTo>
                    <a:lnTo>
                      <a:pt x="148" y="156"/>
                    </a:lnTo>
                    <a:lnTo>
                      <a:pt x="156" y="163"/>
                    </a:lnTo>
                    <a:lnTo>
                      <a:pt x="163" y="170"/>
                    </a:lnTo>
                    <a:lnTo>
                      <a:pt x="170" y="177"/>
                    </a:lnTo>
                    <a:lnTo>
                      <a:pt x="177" y="184"/>
                    </a:lnTo>
                    <a:lnTo>
                      <a:pt x="184" y="191"/>
                    </a:lnTo>
                    <a:lnTo>
                      <a:pt x="191" y="198"/>
                    </a:lnTo>
                    <a:lnTo>
                      <a:pt x="198" y="205"/>
                    </a:lnTo>
                    <a:lnTo>
                      <a:pt x="205" y="212"/>
                    </a:lnTo>
                    <a:lnTo>
                      <a:pt x="212" y="219"/>
                    </a:lnTo>
                    <a:lnTo>
                      <a:pt x="219" y="226"/>
                    </a:lnTo>
                    <a:lnTo>
                      <a:pt x="226" y="234"/>
                    </a:lnTo>
                    <a:lnTo>
                      <a:pt x="234" y="241"/>
                    </a:lnTo>
                    <a:lnTo>
                      <a:pt x="241" y="248"/>
                    </a:lnTo>
                    <a:lnTo>
                      <a:pt x="248" y="255"/>
                    </a:lnTo>
                    <a:lnTo>
                      <a:pt x="255" y="262"/>
                    </a:lnTo>
                    <a:lnTo>
                      <a:pt x="262" y="269"/>
                    </a:lnTo>
                    <a:lnTo>
                      <a:pt x="269" y="269"/>
                    </a:lnTo>
                    <a:lnTo>
                      <a:pt x="276" y="276"/>
                    </a:lnTo>
                    <a:lnTo>
                      <a:pt x="283" y="283"/>
                    </a:lnTo>
                    <a:lnTo>
                      <a:pt x="290" y="290"/>
                    </a:lnTo>
                    <a:lnTo>
                      <a:pt x="297" y="297"/>
                    </a:lnTo>
                    <a:lnTo>
                      <a:pt x="304" y="304"/>
                    </a:lnTo>
                    <a:lnTo>
                      <a:pt x="311" y="311"/>
                    </a:lnTo>
                    <a:lnTo>
                      <a:pt x="319" y="319"/>
                    </a:lnTo>
                    <a:lnTo>
                      <a:pt x="326" y="326"/>
                    </a:lnTo>
                    <a:lnTo>
                      <a:pt x="333" y="333"/>
                    </a:lnTo>
                    <a:lnTo>
                      <a:pt x="340" y="333"/>
                    </a:lnTo>
                    <a:lnTo>
                      <a:pt x="347" y="347"/>
                    </a:lnTo>
                    <a:lnTo>
                      <a:pt x="354" y="354"/>
                    </a:lnTo>
                    <a:lnTo>
                      <a:pt x="361" y="354"/>
                    </a:lnTo>
                    <a:lnTo>
                      <a:pt x="368" y="361"/>
                    </a:lnTo>
                    <a:lnTo>
                      <a:pt x="375" y="368"/>
                    </a:lnTo>
                    <a:lnTo>
                      <a:pt x="382" y="375"/>
                    </a:lnTo>
                    <a:lnTo>
                      <a:pt x="389" y="382"/>
                    </a:lnTo>
                    <a:lnTo>
                      <a:pt x="397" y="389"/>
                    </a:lnTo>
                    <a:lnTo>
                      <a:pt x="404" y="389"/>
                    </a:lnTo>
                    <a:lnTo>
                      <a:pt x="411" y="397"/>
                    </a:lnTo>
                    <a:lnTo>
                      <a:pt x="418" y="404"/>
                    </a:lnTo>
                    <a:lnTo>
                      <a:pt x="425" y="411"/>
                    </a:lnTo>
                    <a:lnTo>
                      <a:pt x="432" y="418"/>
                    </a:lnTo>
                    <a:lnTo>
                      <a:pt x="439" y="425"/>
                    </a:lnTo>
                    <a:lnTo>
                      <a:pt x="446" y="425"/>
                    </a:lnTo>
                    <a:lnTo>
                      <a:pt x="453" y="432"/>
                    </a:lnTo>
                    <a:lnTo>
                      <a:pt x="460" y="439"/>
                    </a:lnTo>
                    <a:lnTo>
                      <a:pt x="467" y="446"/>
                    </a:lnTo>
                    <a:lnTo>
                      <a:pt x="474" y="453"/>
                    </a:lnTo>
                    <a:lnTo>
                      <a:pt x="482" y="460"/>
                    </a:lnTo>
                    <a:lnTo>
                      <a:pt x="489" y="467"/>
                    </a:lnTo>
                    <a:lnTo>
                      <a:pt x="496" y="467"/>
                    </a:lnTo>
                    <a:lnTo>
                      <a:pt x="503" y="474"/>
                    </a:lnTo>
                    <a:lnTo>
                      <a:pt x="510" y="482"/>
                    </a:lnTo>
                    <a:lnTo>
                      <a:pt x="517" y="482"/>
                    </a:lnTo>
                    <a:lnTo>
                      <a:pt x="524" y="489"/>
                    </a:lnTo>
                    <a:lnTo>
                      <a:pt x="531" y="496"/>
                    </a:lnTo>
                    <a:lnTo>
                      <a:pt x="538" y="503"/>
                    </a:lnTo>
                    <a:lnTo>
                      <a:pt x="545" y="510"/>
                    </a:lnTo>
                    <a:lnTo>
                      <a:pt x="552" y="517"/>
                    </a:lnTo>
                    <a:lnTo>
                      <a:pt x="560" y="517"/>
                    </a:lnTo>
                    <a:lnTo>
                      <a:pt x="567" y="524"/>
                    </a:lnTo>
                    <a:lnTo>
                      <a:pt x="574" y="531"/>
                    </a:lnTo>
                    <a:lnTo>
                      <a:pt x="581" y="531"/>
                    </a:lnTo>
                    <a:lnTo>
                      <a:pt x="588" y="538"/>
                    </a:lnTo>
                    <a:lnTo>
                      <a:pt x="595" y="545"/>
                    </a:lnTo>
                    <a:lnTo>
                      <a:pt x="602" y="552"/>
                    </a:lnTo>
                    <a:lnTo>
                      <a:pt x="609" y="560"/>
                    </a:lnTo>
                    <a:lnTo>
                      <a:pt x="616" y="560"/>
                    </a:lnTo>
                    <a:lnTo>
                      <a:pt x="623" y="567"/>
                    </a:lnTo>
                    <a:lnTo>
                      <a:pt x="630" y="574"/>
                    </a:lnTo>
                    <a:lnTo>
                      <a:pt x="637" y="581"/>
                    </a:lnTo>
                    <a:lnTo>
                      <a:pt x="645" y="588"/>
                    </a:lnTo>
                    <a:lnTo>
                      <a:pt x="652" y="588"/>
                    </a:lnTo>
                    <a:lnTo>
                      <a:pt x="659" y="595"/>
                    </a:lnTo>
                    <a:lnTo>
                      <a:pt x="666" y="602"/>
                    </a:lnTo>
                    <a:lnTo>
                      <a:pt x="673" y="602"/>
                    </a:lnTo>
                    <a:lnTo>
                      <a:pt x="680" y="609"/>
                    </a:lnTo>
                    <a:lnTo>
                      <a:pt x="687" y="616"/>
                    </a:lnTo>
                    <a:lnTo>
                      <a:pt x="694" y="616"/>
                    </a:lnTo>
                    <a:lnTo>
                      <a:pt x="701" y="623"/>
                    </a:lnTo>
                    <a:lnTo>
                      <a:pt x="708" y="630"/>
                    </a:lnTo>
                    <a:lnTo>
                      <a:pt x="715" y="630"/>
                    </a:lnTo>
                    <a:lnTo>
                      <a:pt x="723" y="637"/>
                    </a:lnTo>
                    <a:lnTo>
                      <a:pt x="730" y="645"/>
                    </a:lnTo>
                    <a:lnTo>
                      <a:pt x="737" y="645"/>
                    </a:lnTo>
                    <a:lnTo>
                      <a:pt x="744" y="652"/>
                    </a:lnTo>
                    <a:lnTo>
                      <a:pt x="751" y="659"/>
                    </a:lnTo>
                    <a:lnTo>
                      <a:pt x="758" y="659"/>
                    </a:lnTo>
                    <a:lnTo>
                      <a:pt x="765" y="666"/>
                    </a:lnTo>
                    <a:lnTo>
                      <a:pt x="772" y="673"/>
                    </a:lnTo>
                    <a:lnTo>
                      <a:pt x="779" y="673"/>
                    </a:lnTo>
                    <a:lnTo>
                      <a:pt x="786" y="680"/>
                    </a:lnTo>
                    <a:lnTo>
                      <a:pt x="793" y="687"/>
                    </a:lnTo>
                    <a:lnTo>
                      <a:pt x="801" y="687"/>
                    </a:lnTo>
                    <a:lnTo>
                      <a:pt x="808" y="694"/>
                    </a:lnTo>
                    <a:lnTo>
                      <a:pt x="815" y="701"/>
                    </a:lnTo>
                    <a:lnTo>
                      <a:pt x="822" y="708"/>
                    </a:lnTo>
                    <a:lnTo>
                      <a:pt x="829" y="708"/>
                    </a:lnTo>
                    <a:lnTo>
                      <a:pt x="836" y="715"/>
                    </a:lnTo>
                    <a:lnTo>
                      <a:pt x="843" y="723"/>
                    </a:lnTo>
                    <a:lnTo>
                      <a:pt x="850" y="723"/>
                    </a:lnTo>
                    <a:lnTo>
                      <a:pt x="857" y="730"/>
                    </a:lnTo>
                    <a:lnTo>
                      <a:pt x="864" y="737"/>
                    </a:lnTo>
                    <a:lnTo>
                      <a:pt x="871" y="737"/>
                    </a:lnTo>
                    <a:lnTo>
                      <a:pt x="878" y="744"/>
                    </a:lnTo>
                    <a:lnTo>
                      <a:pt x="886" y="751"/>
                    </a:lnTo>
                    <a:lnTo>
                      <a:pt x="893" y="751"/>
                    </a:ln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24" name="Freeform 105">
                <a:extLst>
                  <a:ext uri="{FF2B5EF4-FFF2-40B4-BE49-F238E27FC236}">
                    <a16:creationId xmlns:a16="http://schemas.microsoft.com/office/drawing/2014/main" id="{53438C53-5554-D1FD-1CCB-0E9ED11E0AF1}"/>
                  </a:ext>
                </a:extLst>
              </p:cNvPr>
              <p:cNvSpPr>
                <a:spLocks noChangeAspect="1" noChangeArrowheads="1"/>
              </p:cNvSpPr>
              <p:nvPr/>
            </p:nvSpPr>
            <p:spPr bwMode="auto">
              <a:xfrm>
                <a:off x="2912" y="3331"/>
                <a:ext cx="675" cy="303"/>
              </a:xfrm>
              <a:custGeom>
                <a:avLst/>
                <a:gdLst>
                  <a:gd name="T0" fmla="*/ 4 w 900"/>
                  <a:gd name="T1" fmla="*/ 2 h 404"/>
                  <a:gd name="T2" fmla="*/ 8 w 900"/>
                  <a:gd name="T3" fmla="*/ 5 h 404"/>
                  <a:gd name="T4" fmla="*/ 14 w 900"/>
                  <a:gd name="T5" fmla="*/ 8 h 404"/>
                  <a:gd name="T6" fmla="*/ 19 w 900"/>
                  <a:gd name="T7" fmla="*/ 12 h 404"/>
                  <a:gd name="T8" fmla="*/ 24 w 900"/>
                  <a:gd name="T9" fmla="*/ 14 h 404"/>
                  <a:gd name="T10" fmla="*/ 29 w 900"/>
                  <a:gd name="T11" fmla="*/ 17 h 404"/>
                  <a:gd name="T12" fmla="*/ 34 w 900"/>
                  <a:gd name="T13" fmla="*/ 20 h 404"/>
                  <a:gd name="T14" fmla="*/ 39 w 900"/>
                  <a:gd name="T15" fmla="*/ 24 h 404"/>
                  <a:gd name="T16" fmla="*/ 44 w 900"/>
                  <a:gd name="T17" fmla="*/ 26 h 404"/>
                  <a:gd name="T18" fmla="*/ 49 w 900"/>
                  <a:gd name="T19" fmla="*/ 29 h 404"/>
                  <a:gd name="T20" fmla="*/ 54 w 900"/>
                  <a:gd name="T21" fmla="*/ 30 h 404"/>
                  <a:gd name="T22" fmla="*/ 59 w 900"/>
                  <a:gd name="T23" fmla="*/ 34 h 404"/>
                  <a:gd name="T24" fmla="*/ 65 w 900"/>
                  <a:gd name="T25" fmla="*/ 38 h 404"/>
                  <a:gd name="T26" fmla="*/ 69 w 900"/>
                  <a:gd name="T27" fmla="*/ 39 h 404"/>
                  <a:gd name="T28" fmla="*/ 74 w 900"/>
                  <a:gd name="T29" fmla="*/ 42 h 404"/>
                  <a:gd name="T30" fmla="*/ 80 w 900"/>
                  <a:gd name="T31" fmla="*/ 44 h 404"/>
                  <a:gd name="T32" fmla="*/ 85 w 900"/>
                  <a:gd name="T33" fmla="*/ 45 h 404"/>
                  <a:gd name="T34" fmla="*/ 89 w 900"/>
                  <a:gd name="T35" fmla="*/ 49 h 404"/>
                  <a:gd name="T36" fmla="*/ 95 w 900"/>
                  <a:gd name="T37" fmla="*/ 50 h 404"/>
                  <a:gd name="T38" fmla="*/ 100 w 900"/>
                  <a:gd name="T39" fmla="*/ 54 h 404"/>
                  <a:gd name="T40" fmla="*/ 104 w 900"/>
                  <a:gd name="T41" fmla="*/ 56 h 404"/>
                  <a:gd name="T42" fmla="*/ 110 w 900"/>
                  <a:gd name="T43" fmla="*/ 59 h 404"/>
                  <a:gd name="T44" fmla="*/ 115 w 900"/>
                  <a:gd name="T45" fmla="*/ 60 h 404"/>
                  <a:gd name="T46" fmla="*/ 119 w 900"/>
                  <a:gd name="T47" fmla="*/ 62 h 404"/>
                  <a:gd name="T48" fmla="*/ 125 w 900"/>
                  <a:gd name="T49" fmla="*/ 65 h 404"/>
                  <a:gd name="T50" fmla="*/ 130 w 900"/>
                  <a:gd name="T51" fmla="*/ 67 h 404"/>
                  <a:gd name="T52" fmla="*/ 134 w 900"/>
                  <a:gd name="T53" fmla="*/ 69 h 404"/>
                  <a:gd name="T54" fmla="*/ 140 w 900"/>
                  <a:gd name="T55" fmla="*/ 71 h 404"/>
                  <a:gd name="T56" fmla="*/ 145 w 900"/>
                  <a:gd name="T57" fmla="*/ 73 h 404"/>
                  <a:gd name="T58" fmla="*/ 150 w 900"/>
                  <a:gd name="T59" fmla="*/ 76 h 404"/>
                  <a:gd name="T60" fmla="*/ 155 w 900"/>
                  <a:gd name="T61" fmla="*/ 78 h 404"/>
                  <a:gd name="T62" fmla="*/ 160 w 900"/>
                  <a:gd name="T63" fmla="*/ 80 h 404"/>
                  <a:gd name="T64" fmla="*/ 165 w 900"/>
                  <a:gd name="T65" fmla="*/ 80 h 404"/>
                  <a:gd name="T66" fmla="*/ 170 w 900"/>
                  <a:gd name="T67" fmla="*/ 83 h 404"/>
                  <a:gd name="T68" fmla="*/ 175 w 900"/>
                  <a:gd name="T69" fmla="*/ 85 h 404"/>
                  <a:gd name="T70" fmla="*/ 180 w 900"/>
                  <a:gd name="T71" fmla="*/ 86 h 404"/>
                  <a:gd name="T72" fmla="*/ 185 w 900"/>
                  <a:gd name="T73" fmla="*/ 87 h 404"/>
                  <a:gd name="T74" fmla="*/ 191 w 900"/>
                  <a:gd name="T75" fmla="*/ 89 h 404"/>
                  <a:gd name="T76" fmla="*/ 195 w 900"/>
                  <a:gd name="T77" fmla="*/ 91 h 404"/>
                  <a:gd name="T78" fmla="*/ 200 w 900"/>
                  <a:gd name="T79" fmla="*/ 93 h 404"/>
                  <a:gd name="T80" fmla="*/ 206 w 900"/>
                  <a:gd name="T81" fmla="*/ 95 h 404"/>
                  <a:gd name="T82" fmla="*/ 211 w 900"/>
                  <a:gd name="T83" fmla="*/ 96 h 4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900" h="404">
                    <a:moveTo>
                      <a:pt x="0" y="0"/>
                    </a:moveTo>
                    <a:lnTo>
                      <a:pt x="7" y="7"/>
                    </a:lnTo>
                    <a:lnTo>
                      <a:pt x="14" y="7"/>
                    </a:lnTo>
                    <a:lnTo>
                      <a:pt x="21" y="14"/>
                    </a:lnTo>
                    <a:lnTo>
                      <a:pt x="28" y="14"/>
                    </a:lnTo>
                    <a:lnTo>
                      <a:pt x="35" y="21"/>
                    </a:lnTo>
                    <a:lnTo>
                      <a:pt x="42" y="28"/>
                    </a:lnTo>
                    <a:lnTo>
                      <a:pt x="49" y="28"/>
                    </a:lnTo>
                    <a:lnTo>
                      <a:pt x="56" y="35"/>
                    </a:lnTo>
                    <a:lnTo>
                      <a:pt x="63" y="35"/>
                    </a:lnTo>
                    <a:lnTo>
                      <a:pt x="71" y="42"/>
                    </a:lnTo>
                    <a:lnTo>
                      <a:pt x="78" y="49"/>
                    </a:lnTo>
                    <a:lnTo>
                      <a:pt x="85" y="49"/>
                    </a:lnTo>
                    <a:lnTo>
                      <a:pt x="92" y="57"/>
                    </a:lnTo>
                    <a:lnTo>
                      <a:pt x="99" y="57"/>
                    </a:lnTo>
                    <a:lnTo>
                      <a:pt x="106" y="64"/>
                    </a:lnTo>
                    <a:lnTo>
                      <a:pt x="113" y="71"/>
                    </a:lnTo>
                    <a:lnTo>
                      <a:pt x="120" y="71"/>
                    </a:lnTo>
                    <a:lnTo>
                      <a:pt x="127" y="78"/>
                    </a:lnTo>
                    <a:lnTo>
                      <a:pt x="134" y="78"/>
                    </a:lnTo>
                    <a:lnTo>
                      <a:pt x="141" y="85"/>
                    </a:lnTo>
                    <a:lnTo>
                      <a:pt x="148" y="92"/>
                    </a:lnTo>
                    <a:lnTo>
                      <a:pt x="156" y="92"/>
                    </a:lnTo>
                    <a:lnTo>
                      <a:pt x="163" y="99"/>
                    </a:lnTo>
                    <a:lnTo>
                      <a:pt x="170" y="99"/>
                    </a:lnTo>
                    <a:lnTo>
                      <a:pt x="177" y="106"/>
                    </a:lnTo>
                    <a:lnTo>
                      <a:pt x="184" y="106"/>
                    </a:lnTo>
                    <a:lnTo>
                      <a:pt x="191" y="113"/>
                    </a:lnTo>
                    <a:lnTo>
                      <a:pt x="198" y="113"/>
                    </a:lnTo>
                    <a:lnTo>
                      <a:pt x="205" y="120"/>
                    </a:lnTo>
                    <a:lnTo>
                      <a:pt x="212" y="120"/>
                    </a:lnTo>
                    <a:lnTo>
                      <a:pt x="219" y="127"/>
                    </a:lnTo>
                    <a:lnTo>
                      <a:pt x="226" y="127"/>
                    </a:lnTo>
                    <a:lnTo>
                      <a:pt x="234" y="134"/>
                    </a:lnTo>
                    <a:lnTo>
                      <a:pt x="241" y="134"/>
                    </a:lnTo>
                    <a:lnTo>
                      <a:pt x="248" y="142"/>
                    </a:lnTo>
                    <a:lnTo>
                      <a:pt x="255" y="149"/>
                    </a:lnTo>
                    <a:lnTo>
                      <a:pt x="262" y="149"/>
                    </a:lnTo>
                    <a:lnTo>
                      <a:pt x="269" y="156"/>
                    </a:lnTo>
                    <a:lnTo>
                      <a:pt x="276" y="156"/>
                    </a:lnTo>
                    <a:lnTo>
                      <a:pt x="283" y="163"/>
                    </a:lnTo>
                    <a:lnTo>
                      <a:pt x="290" y="163"/>
                    </a:lnTo>
                    <a:lnTo>
                      <a:pt x="297" y="170"/>
                    </a:lnTo>
                    <a:lnTo>
                      <a:pt x="304" y="170"/>
                    </a:lnTo>
                    <a:lnTo>
                      <a:pt x="311" y="177"/>
                    </a:lnTo>
                    <a:lnTo>
                      <a:pt x="319" y="177"/>
                    </a:lnTo>
                    <a:lnTo>
                      <a:pt x="326" y="184"/>
                    </a:lnTo>
                    <a:lnTo>
                      <a:pt x="333" y="184"/>
                    </a:lnTo>
                    <a:lnTo>
                      <a:pt x="340" y="191"/>
                    </a:lnTo>
                    <a:lnTo>
                      <a:pt x="347" y="191"/>
                    </a:lnTo>
                    <a:lnTo>
                      <a:pt x="354" y="191"/>
                    </a:lnTo>
                    <a:lnTo>
                      <a:pt x="361" y="198"/>
                    </a:lnTo>
                    <a:lnTo>
                      <a:pt x="368" y="205"/>
                    </a:lnTo>
                    <a:lnTo>
                      <a:pt x="375" y="205"/>
                    </a:lnTo>
                    <a:lnTo>
                      <a:pt x="382" y="205"/>
                    </a:lnTo>
                    <a:lnTo>
                      <a:pt x="389" y="212"/>
                    </a:lnTo>
                    <a:lnTo>
                      <a:pt x="397" y="212"/>
                    </a:lnTo>
                    <a:lnTo>
                      <a:pt x="404" y="220"/>
                    </a:lnTo>
                    <a:lnTo>
                      <a:pt x="411" y="220"/>
                    </a:lnTo>
                    <a:lnTo>
                      <a:pt x="418" y="227"/>
                    </a:lnTo>
                    <a:lnTo>
                      <a:pt x="425" y="227"/>
                    </a:lnTo>
                    <a:lnTo>
                      <a:pt x="432" y="234"/>
                    </a:lnTo>
                    <a:lnTo>
                      <a:pt x="439" y="234"/>
                    </a:lnTo>
                    <a:lnTo>
                      <a:pt x="446" y="241"/>
                    </a:lnTo>
                    <a:lnTo>
                      <a:pt x="453" y="241"/>
                    </a:lnTo>
                    <a:lnTo>
                      <a:pt x="460" y="248"/>
                    </a:lnTo>
                    <a:lnTo>
                      <a:pt x="467" y="248"/>
                    </a:lnTo>
                    <a:lnTo>
                      <a:pt x="474" y="248"/>
                    </a:lnTo>
                    <a:lnTo>
                      <a:pt x="482" y="255"/>
                    </a:lnTo>
                    <a:lnTo>
                      <a:pt x="489" y="255"/>
                    </a:lnTo>
                    <a:lnTo>
                      <a:pt x="496" y="262"/>
                    </a:lnTo>
                    <a:lnTo>
                      <a:pt x="503" y="262"/>
                    </a:lnTo>
                    <a:lnTo>
                      <a:pt x="510" y="262"/>
                    </a:lnTo>
                    <a:lnTo>
                      <a:pt x="517" y="269"/>
                    </a:lnTo>
                    <a:lnTo>
                      <a:pt x="524" y="276"/>
                    </a:lnTo>
                    <a:lnTo>
                      <a:pt x="531" y="276"/>
                    </a:lnTo>
                    <a:lnTo>
                      <a:pt x="538" y="276"/>
                    </a:lnTo>
                    <a:lnTo>
                      <a:pt x="545" y="283"/>
                    </a:lnTo>
                    <a:lnTo>
                      <a:pt x="552" y="283"/>
                    </a:lnTo>
                    <a:lnTo>
                      <a:pt x="560" y="283"/>
                    </a:lnTo>
                    <a:lnTo>
                      <a:pt x="567" y="290"/>
                    </a:lnTo>
                    <a:lnTo>
                      <a:pt x="574" y="290"/>
                    </a:lnTo>
                    <a:lnTo>
                      <a:pt x="581" y="297"/>
                    </a:lnTo>
                    <a:lnTo>
                      <a:pt x="588" y="297"/>
                    </a:lnTo>
                    <a:lnTo>
                      <a:pt x="595" y="305"/>
                    </a:lnTo>
                    <a:lnTo>
                      <a:pt x="602" y="305"/>
                    </a:lnTo>
                    <a:lnTo>
                      <a:pt x="609" y="305"/>
                    </a:lnTo>
                    <a:lnTo>
                      <a:pt x="616" y="312"/>
                    </a:lnTo>
                    <a:lnTo>
                      <a:pt x="623" y="312"/>
                    </a:lnTo>
                    <a:lnTo>
                      <a:pt x="630" y="319"/>
                    </a:lnTo>
                    <a:lnTo>
                      <a:pt x="637" y="319"/>
                    </a:lnTo>
                    <a:lnTo>
                      <a:pt x="645" y="319"/>
                    </a:lnTo>
                    <a:lnTo>
                      <a:pt x="652" y="326"/>
                    </a:lnTo>
                    <a:lnTo>
                      <a:pt x="659" y="326"/>
                    </a:lnTo>
                    <a:lnTo>
                      <a:pt x="666" y="326"/>
                    </a:lnTo>
                    <a:lnTo>
                      <a:pt x="673" y="333"/>
                    </a:lnTo>
                    <a:lnTo>
                      <a:pt x="680" y="333"/>
                    </a:lnTo>
                    <a:lnTo>
                      <a:pt x="687" y="333"/>
                    </a:lnTo>
                    <a:lnTo>
                      <a:pt x="694" y="340"/>
                    </a:lnTo>
                    <a:lnTo>
                      <a:pt x="701" y="340"/>
                    </a:lnTo>
                    <a:lnTo>
                      <a:pt x="708" y="340"/>
                    </a:lnTo>
                    <a:lnTo>
                      <a:pt x="715" y="347"/>
                    </a:lnTo>
                    <a:lnTo>
                      <a:pt x="723" y="347"/>
                    </a:lnTo>
                    <a:lnTo>
                      <a:pt x="730" y="354"/>
                    </a:lnTo>
                    <a:lnTo>
                      <a:pt x="737" y="354"/>
                    </a:lnTo>
                    <a:lnTo>
                      <a:pt x="744" y="354"/>
                    </a:lnTo>
                    <a:lnTo>
                      <a:pt x="751" y="361"/>
                    </a:lnTo>
                    <a:lnTo>
                      <a:pt x="758" y="361"/>
                    </a:lnTo>
                    <a:lnTo>
                      <a:pt x="765" y="361"/>
                    </a:lnTo>
                    <a:lnTo>
                      <a:pt x="772" y="368"/>
                    </a:lnTo>
                    <a:lnTo>
                      <a:pt x="779" y="368"/>
                    </a:lnTo>
                    <a:lnTo>
                      <a:pt x="786" y="368"/>
                    </a:lnTo>
                    <a:lnTo>
                      <a:pt x="793" y="375"/>
                    </a:lnTo>
                    <a:lnTo>
                      <a:pt x="800" y="375"/>
                    </a:lnTo>
                    <a:lnTo>
                      <a:pt x="808" y="375"/>
                    </a:lnTo>
                    <a:lnTo>
                      <a:pt x="815" y="383"/>
                    </a:lnTo>
                    <a:lnTo>
                      <a:pt x="822" y="383"/>
                    </a:lnTo>
                    <a:lnTo>
                      <a:pt x="829" y="383"/>
                    </a:lnTo>
                    <a:lnTo>
                      <a:pt x="836" y="390"/>
                    </a:lnTo>
                    <a:lnTo>
                      <a:pt x="843" y="390"/>
                    </a:lnTo>
                    <a:lnTo>
                      <a:pt x="850" y="390"/>
                    </a:lnTo>
                    <a:lnTo>
                      <a:pt x="857" y="397"/>
                    </a:lnTo>
                    <a:lnTo>
                      <a:pt x="864" y="397"/>
                    </a:lnTo>
                    <a:lnTo>
                      <a:pt x="871" y="397"/>
                    </a:lnTo>
                    <a:lnTo>
                      <a:pt x="878" y="404"/>
                    </a:lnTo>
                    <a:lnTo>
                      <a:pt x="886" y="404"/>
                    </a:lnTo>
                    <a:lnTo>
                      <a:pt x="893" y="404"/>
                    </a:lnTo>
                    <a:lnTo>
                      <a:pt x="900" y="404"/>
                    </a:ln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25" name="Freeform 106">
                <a:extLst>
                  <a:ext uri="{FF2B5EF4-FFF2-40B4-BE49-F238E27FC236}">
                    <a16:creationId xmlns:a16="http://schemas.microsoft.com/office/drawing/2014/main" id="{DEF8D41C-BDAE-E6A9-FB1E-B8CE8F01C045}"/>
                  </a:ext>
                </a:extLst>
              </p:cNvPr>
              <p:cNvSpPr>
                <a:spLocks noChangeAspect="1" noChangeArrowheads="1"/>
              </p:cNvSpPr>
              <p:nvPr/>
            </p:nvSpPr>
            <p:spPr bwMode="auto">
              <a:xfrm>
                <a:off x="3587" y="3634"/>
                <a:ext cx="900" cy="134"/>
              </a:xfrm>
              <a:custGeom>
                <a:avLst/>
                <a:gdLst>
                  <a:gd name="T0" fmla="*/ 14 w 900"/>
                  <a:gd name="T1" fmla="*/ 7 h 134"/>
                  <a:gd name="T2" fmla="*/ 35 w 900"/>
                  <a:gd name="T3" fmla="*/ 14 h 134"/>
                  <a:gd name="T4" fmla="*/ 56 w 900"/>
                  <a:gd name="T5" fmla="*/ 21 h 134"/>
                  <a:gd name="T6" fmla="*/ 78 w 900"/>
                  <a:gd name="T7" fmla="*/ 21 h 134"/>
                  <a:gd name="T8" fmla="*/ 99 w 900"/>
                  <a:gd name="T9" fmla="*/ 28 h 134"/>
                  <a:gd name="T10" fmla="*/ 120 w 900"/>
                  <a:gd name="T11" fmla="*/ 35 h 134"/>
                  <a:gd name="T12" fmla="*/ 141 w 900"/>
                  <a:gd name="T13" fmla="*/ 42 h 134"/>
                  <a:gd name="T14" fmla="*/ 163 w 900"/>
                  <a:gd name="T15" fmla="*/ 42 h 134"/>
                  <a:gd name="T16" fmla="*/ 184 w 900"/>
                  <a:gd name="T17" fmla="*/ 49 h 134"/>
                  <a:gd name="T18" fmla="*/ 205 w 900"/>
                  <a:gd name="T19" fmla="*/ 56 h 134"/>
                  <a:gd name="T20" fmla="*/ 227 w 900"/>
                  <a:gd name="T21" fmla="*/ 64 h 134"/>
                  <a:gd name="T22" fmla="*/ 248 w 900"/>
                  <a:gd name="T23" fmla="*/ 64 h 134"/>
                  <a:gd name="T24" fmla="*/ 269 w 900"/>
                  <a:gd name="T25" fmla="*/ 71 h 134"/>
                  <a:gd name="T26" fmla="*/ 290 w 900"/>
                  <a:gd name="T27" fmla="*/ 71 h 134"/>
                  <a:gd name="T28" fmla="*/ 312 w 900"/>
                  <a:gd name="T29" fmla="*/ 78 h 134"/>
                  <a:gd name="T30" fmla="*/ 333 w 900"/>
                  <a:gd name="T31" fmla="*/ 85 h 134"/>
                  <a:gd name="T32" fmla="*/ 354 w 900"/>
                  <a:gd name="T33" fmla="*/ 85 h 134"/>
                  <a:gd name="T34" fmla="*/ 375 w 900"/>
                  <a:gd name="T35" fmla="*/ 92 h 134"/>
                  <a:gd name="T36" fmla="*/ 397 w 900"/>
                  <a:gd name="T37" fmla="*/ 92 h 134"/>
                  <a:gd name="T38" fmla="*/ 418 w 900"/>
                  <a:gd name="T39" fmla="*/ 99 h 134"/>
                  <a:gd name="T40" fmla="*/ 439 w 900"/>
                  <a:gd name="T41" fmla="*/ 99 h 134"/>
                  <a:gd name="T42" fmla="*/ 460 w 900"/>
                  <a:gd name="T43" fmla="*/ 106 h 134"/>
                  <a:gd name="T44" fmla="*/ 482 w 900"/>
                  <a:gd name="T45" fmla="*/ 106 h 134"/>
                  <a:gd name="T46" fmla="*/ 503 w 900"/>
                  <a:gd name="T47" fmla="*/ 106 h 134"/>
                  <a:gd name="T48" fmla="*/ 524 w 900"/>
                  <a:gd name="T49" fmla="*/ 113 h 134"/>
                  <a:gd name="T50" fmla="*/ 545 w 900"/>
                  <a:gd name="T51" fmla="*/ 113 h 134"/>
                  <a:gd name="T52" fmla="*/ 567 w 900"/>
                  <a:gd name="T53" fmla="*/ 113 h 134"/>
                  <a:gd name="T54" fmla="*/ 588 w 900"/>
                  <a:gd name="T55" fmla="*/ 120 h 134"/>
                  <a:gd name="T56" fmla="*/ 609 w 900"/>
                  <a:gd name="T57" fmla="*/ 120 h 134"/>
                  <a:gd name="T58" fmla="*/ 630 w 900"/>
                  <a:gd name="T59" fmla="*/ 120 h 134"/>
                  <a:gd name="T60" fmla="*/ 652 w 900"/>
                  <a:gd name="T61" fmla="*/ 127 h 134"/>
                  <a:gd name="T62" fmla="*/ 673 w 900"/>
                  <a:gd name="T63" fmla="*/ 127 h 134"/>
                  <a:gd name="T64" fmla="*/ 694 w 900"/>
                  <a:gd name="T65" fmla="*/ 127 h 134"/>
                  <a:gd name="T66" fmla="*/ 716 w 900"/>
                  <a:gd name="T67" fmla="*/ 127 h 134"/>
                  <a:gd name="T68" fmla="*/ 737 w 900"/>
                  <a:gd name="T69" fmla="*/ 127 h 134"/>
                  <a:gd name="T70" fmla="*/ 758 w 900"/>
                  <a:gd name="T71" fmla="*/ 134 h 134"/>
                  <a:gd name="T72" fmla="*/ 779 w 900"/>
                  <a:gd name="T73" fmla="*/ 134 h 134"/>
                  <a:gd name="T74" fmla="*/ 801 w 900"/>
                  <a:gd name="T75" fmla="*/ 134 h 134"/>
                  <a:gd name="T76" fmla="*/ 822 w 900"/>
                  <a:gd name="T77" fmla="*/ 134 h 134"/>
                  <a:gd name="T78" fmla="*/ 843 w 900"/>
                  <a:gd name="T79" fmla="*/ 134 h 134"/>
                  <a:gd name="T80" fmla="*/ 864 w 900"/>
                  <a:gd name="T81" fmla="*/ 134 h 134"/>
                  <a:gd name="T82" fmla="*/ 886 w 900"/>
                  <a:gd name="T83" fmla="*/ 134 h 13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900" h="134">
                    <a:moveTo>
                      <a:pt x="0" y="0"/>
                    </a:moveTo>
                    <a:lnTo>
                      <a:pt x="7" y="7"/>
                    </a:lnTo>
                    <a:lnTo>
                      <a:pt x="14" y="7"/>
                    </a:lnTo>
                    <a:lnTo>
                      <a:pt x="21" y="7"/>
                    </a:lnTo>
                    <a:lnTo>
                      <a:pt x="28" y="14"/>
                    </a:lnTo>
                    <a:lnTo>
                      <a:pt x="35" y="14"/>
                    </a:lnTo>
                    <a:lnTo>
                      <a:pt x="42" y="14"/>
                    </a:lnTo>
                    <a:lnTo>
                      <a:pt x="49" y="14"/>
                    </a:lnTo>
                    <a:lnTo>
                      <a:pt x="56" y="21"/>
                    </a:lnTo>
                    <a:lnTo>
                      <a:pt x="63" y="21"/>
                    </a:lnTo>
                    <a:lnTo>
                      <a:pt x="71" y="21"/>
                    </a:lnTo>
                    <a:lnTo>
                      <a:pt x="78" y="21"/>
                    </a:lnTo>
                    <a:lnTo>
                      <a:pt x="85" y="28"/>
                    </a:lnTo>
                    <a:lnTo>
                      <a:pt x="92" y="28"/>
                    </a:lnTo>
                    <a:lnTo>
                      <a:pt x="99" y="28"/>
                    </a:lnTo>
                    <a:lnTo>
                      <a:pt x="106" y="35"/>
                    </a:lnTo>
                    <a:lnTo>
                      <a:pt x="113" y="35"/>
                    </a:lnTo>
                    <a:lnTo>
                      <a:pt x="120" y="35"/>
                    </a:lnTo>
                    <a:lnTo>
                      <a:pt x="127" y="35"/>
                    </a:lnTo>
                    <a:lnTo>
                      <a:pt x="134" y="42"/>
                    </a:lnTo>
                    <a:lnTo>
                      <a:pt x="141" y="42"/>
                    </a:lnTo>
                    <a:lnTo>
                      <a:pt x="149" y="42"/>
                    </a:lnTo>
                    <a:lnTo>
                      <a:pt x="156" y="42"/>
                    </a:lnTo>
                    <a:lnTo>
                      <a:pt x="163" y="42"/>
                    </a:lnTo>
                    <a:lnTo>
                      <a:pt x="170" y="49"/>
                    </a:lnTo>
                    <a:lnTo>
                      <a:pt x="177" y="49"/>
                    </a:lnTo>
                    <a:lnTo>
                      <a:pt x="184" y="49"/>
                    </a:lnTo>
                    <a:lnTo>
                      <a:pt x="191" y="49"/>
                    </a:lnTo>
                    <a:lnTo>
                      <a:pt x="198" y="56"/>
                    </a:lnTo>
                    <a:lnTo>
                      <a:pt x="205" y="56"/>
                    </a:lnTo>
                    <a:lnTo>
                      <a:pt x="212" y="56"/>
                    </a:lnTo>
                    <a:lnTo>
                      <a:pt x="219" y="56"/>
                    </a:lnTo>
                    <a:lnTo>
                      <a:pt x="227" y="64"/>
                    </a:lnTo>
                    <a:lnTo>
                      <a:pt x="234" y="64"/>
                    </a:lnTo>
                    <a:lnTo>
                      <a:pt x="241" y="64"/>
                    </a:lnTo>
                    <a:lnTo>
                      <a:pt x="248" y="64"/>
                    </a:lnTo>
                    <a:lnTo>
                      <a:pt x="255" y="64"/>
                    </a:lnTo>
                    <a:lnTo>
                      <a:pt x="262" y="71"/>
                    </a:lnTo>
                    <a:lnTo>
                      <a:pt x="269" y="71"/>
                    </a:lnTo>
                    <a:lnTo>
                      <a:pt x="276" y="71"/>
                    </a:lnTo>
                    <a:lnTo>
                      <a:pt x="283" y="71"/>
                    </a:lnTo>
                    <a:lnTo>
                      <a:pt x="290" y="71"/>
                    </a:lnTo>
                    <a:lnTo>
                      <a:pt x="297" y="78"/>
                    </a:lnTo>
                    <a:lnTo>
                      <a:pt x="304" y="78"/>
                    </a:lnTo>
                    <a:lnTo>
                      <a:pt x="312" y="78"/>
                    </a:lnTo>
                    <a:lnTo>
                      <a:pt x="319" y="78"/>
                    </a:lnTo>
                    <a:lnTo>
                      <a:pt x="326" y="78"/>
                    </a:lnTo>
                    <a:lnTo>
                      <a:pt x="333" y="85"/>
                    </a:lnTo>
                    <a:lnTo>
                      <a:pt x="340" y="85"/>
                    </a:lnTo>
                    <a:lnTo>
                      <a:pt x="347" y="85"/>
                    </a:lnTo>
                    <a:lnTo>
                      <a:pt x="354" y="85"/>
                    </a:lnTo>
                    <a:lnTo>
                      <a:pt x="361" y="85"/>
                    </a:lnTo>
                    <a:lnTo>
                      <a:pt x="368" y="85"/>
                    </a:lnTo>
                    <a:lnTo>
                      <a:pt x="375" y="92"/>
                    </a:lnTo>
                    <a:lnTo>
                      <a:pt x="382" y="92"/>
                    </a:lnTo>
                    <a:lnTo>
                      <a:pt x="390" y="92"/>
                    </a:lnTo>
                    <a:lnTo>
                      <a:pt x="397" y="92"/>
                    </a:lnTo>
                    <a:lnTo>
                      <a:pt x="404" y="92"/>
                    </a:lnTo>
                    <a:lnTo>
                      <a:pt x="411" y="92"/>
                    </a:lnTo>
                    <a:lnTo>
                      <a:pt x="418" y="99"/>
                    </a:lnTo>
                    <a:lnTo>
                      <a:pt x="425" y="99"/>
                    </a:lnTo>
                    <a:lnTo>
                      <a:pt x="432" y="99"/>
                    </a:lnTo>
                    <a:lnTo>
                      <a:pt x="439" y="99"/>
                    </a:lnTo>
                    <a:lnTo>
                      <a:pt x="446" y="99"/>
                    </a:lnTo>
                    <a:lnTo>
                      <a:pt x="453" y="99"/>
                    </a:lnTo>
                    <a:lnTo>
                      <a:pt x="460" y="106"/>
                    </a:lnTo>
                    <a:lnTo>
                      <a:pt x="467" y="106"/>
                    </a:lnTo>
                    <a:lnTo>
                      <a:pt x="475" y="106"/>
                    </a:lnTo>
                    <a:lnTo>
                      <a:pt x="482" y="106"/>
                    </a:lnTo>
                    <a:lnTo>
                      <a:pt x="489" y="106"/>
                    </a:lnTo>
                    <a:lnTo>
                      <a:pt x="496" y="106"/>
                    </a:lnTo>
                    <a:lnTo>
                      <a:pt x="503" y="106"/>
                    </a:lnTo>
                    <a:lnTo>
                      <a:pt x="510" y="113"/>
                    </a:lnTo>
                    <a:lnTo>
                      <a:pt x="517" y="113"/>
                    </a:lnTo>
                    <a:lnTo>
                      <a:pt x="524" y="113"/>
                    </a:lnTo>
                    <a:lnTo>
                      <a:pt x="531" y="113"/>
                    </a:lnTo>
                    <a:lnTo>
                      <a:pt x="538" y="113"/>
                    </a:lnTo>
                    <a:lnTo>
                      <a:pt x="545" y="113"/>
                    </a:lnTo>
                    <a:lnTo>
                      <a:pt x="553" y="113"/>
                    </a:lnTo>
                    <a:lnTo>
                      <a:pt x="560" y="113"/>
                    </a:lnTo>
                    <a:lnTo>
                      <a:pt x="567" y="113"/>
                    </a:lnTo>
                    <a:lnTo>
                      <a:pt x="574" y="120"/>
                    </a:lnTo>
                    <a:lnTo>
                      <a:pt x="581" y="120"/>
                    </a:lnTo>
                    <a:lnTo>
                      <a:pt x="588" y="120"/>
                    </a:lnTo>
                    <a:lnTo>
                      <a:pt x="595" y="120"/>
                    </a:lnTo>
                    <a:lnTo>
                      <a:pt x="602" y="120"/>
                    </a:lnTo>
                    <a:lnTo>
                      <a:pt x="609" y="120"/>
                    </a:lnTo>
                    <a:lnTo>
                      <a:pt x="616" y="120"/>
                    </a:lnTo>
                    <a:lnTo>
                      <a:pt x="623" y="120"/>
                    </a:lnTo>
                    <a:lnTo>
                      <a:pt x="630" y="120"/>
                    </a:lnTo>
                    <a:lnTo>
                      <a:pt x="638" y="120"/>
                    </a:lnTo>
                    <a:lnTo>
                      <a:pt x="645" y="127"/>
                    </a:lnTo>
                    <a:lnTo>
                      <a:pt x="652" y="127"/>
                    </a:lnTo>
                    <a:lnTo>
                      <a:pt x="659" y="127"/>
                    </a:lnTo>
                    <a:lnTo>
                      <a:pt x="666" y="127"/>
                    </a:lnTo>
                    <a:lnTo>
                      <a:pt x="673" y="127"/>
                    </a:lnTo>
                    <a:lnTo>
                      <a:pt x="680" y="127"/>
                    </a:lnTo>
                    <a:lnTo>
                      <a:pt x="687" y="127"/>
                    </a:lnTo>
                    <a:lnTo>
                      <a:pt x="694" y="127"/>
                    </a:lnTo>
                    <a:lnTo>
                      <a:pt x="701" y="127"/>
                    </a:lnTo>
                    <a:lnTo>
                      <a:pt x="708" y="127"/>
                    </a:lnTo>
                    <a:lnTo>
                      <a:pt x="716" y="127"/>
                    </a:lnTo>
                    <a:lnTo>
                      <a:pt x="723" y="127"/>
                    </a:lnTo>
                    <a:lnTo>
                      <a:pt x="730" y="127"/>
                    </a:lnTo>
                    <a:lnTo>
                      <a:pt x="737" y="127"/>
                    </a:lnTo>
                    <a:lnTo>
                      <a:pt x="744" y="127"/>
                    </a:lnTo>
                    <a:lnTo>
                      <a:pt x="751" y="134"/>
                    </a:lnTo>
                    <a:lnTo>
                      <a:pt x="758" y="134"/>
                    </a:lnTo>
                    <a:lnTo>
                      <a:pt x="765" y="134"/>
                    </a:lnTo>
                    <a:lnTo>
                      <a:pt x="772" y="134"/>
                    </a:lnTo>
                    <a:lnTo>
                      <a:pt x="779" y="134"/>
                    </a:lnTo>
                    <a:lnTo>
                      <a:pt x="786" y="134"/>
                    </a:lnTo>
                    <a:lnTo>
                      <a:pt x="793" y="134"/>
                    </a:lnTo>
                    <a:lnTo>
                      <a:pt x="801" y="134"/>
                    </a:lnTo>
                    <a:lnTo>
                      <a:pt x="808" y="134"/>
                    </a:lnTo>
                    <a:lnTo>
                      <a:pt x="815" y="134"/>
                    </a:lnTo>
                    <a:lnTo>
                      <a:pt x="822" y="134"/>
                    </a:lnTo>
                    <a:lnTo>
                      <a:pt x="829" y="134"/>
                    </a:lnTo>
                    <a:lnTo>
                      <a:pt x="836" y="134"/>
                    </a:lnTo>
                    <a:lnTo>
                      <a:pt x="843" y="134"/>
                    </a:lnTo>
                    <a:lnTo>
                      <a:pt x="850" y="134"/>
                    </a:lnTo>
                    <a:lnTo>
                      <a:pt x="857" y="134"/>
                    </a:lnTo>
                    <a:lnTo>
                      <a:pt x="864" y="134"/>
                    </a:lnTo>
                    <a:lnTo>
                      <a:pt x="871" y="134"/>
                    </a:lnTo>
                    <a:lnTo>
                      <a:pt x="879" y="134"/>
                    </a:lnTo>
                    <a:lnTo>
                      <a:pt x="886" y="134"/>
                    </a:lnTo>
                    <a:lnTo>
                      <a:pt x="893" y="134"/>
                    </a:lnTo>
                    <a:lnTo>
                      <a:pt x="900" y="134"/>
                    </a:ln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4917" name="Freeform 107">
              <a:extLst>
                <a:ext uri="{FF2B5EF4-FFF2-40B4-BE49-F238E27FC236}">
                  <a16:creationId xmlns:a16="http://schemas.microsoft.com/office/drawing/2014/main" id="{A8560310-E736-D8C2-3E43-72C5676A9BBB}"/>
                </a:ext>
              </a:extLst>
            </p:cNvPr>
            <p:cNvSpPr>
              <a:spLocks noChangeAspect="1" noChangeArrowheads="1"/>
            </p:cNvSpPr>
            <p:nvPr/>
          </p:nvSpPr>
          <p:spPr bwMode="auto">
            <a:xfrm>
              <a:off x="4262" y="3735"/>
              <a:ext cx="234" cy="6"/>
            </a:xfrm>
            <a:custGeom>
              <a:avLst/>
              <a:gdLst>
                <a:gd name="T0" fmla="*/ 0 w 312"/>
                <a:gd name="T1" fmla="*/ 0 h 8"/>
                <a:gd name="T2" fmla="*/ 2 w 312"/>
                <a:gd name="T3" fmla="*/ 0 h 8"/>
                <a:gd name="T4" fmla="*/ 4 w 312"/>
                <a:gd name="T5" fmla="*/ 0 h 8"/>
                <a:gd name="T6" fmla="*/ 5 w 312"/>
                <a:gd name="T7" fmla="*/ 0 h 8"/>
                <a:gd name="T8" fmla="*/ 7 w 312"/>
                <a:gd name="T9" fmla="*/ 0 h 8"/>
                <a:gd name="T10" fmla="*/ 8 w 312"/>
                <a:gd name="T11" fmla="*/ 0 h 8"/>
                <a:gd name="T12" fmla="*/ 11 w 312"/>
                <a:gd name="T13" fmla="*/ 0 h 8"/>
                <a:gd name="T14" fmla="*/ 12 w 312"/>
                <a:gd name="T15" fmla="*/ 0 h 8"/>
                <a:gd name="T16" fmla="*/ 14 w 312"/>
                <a:gd name="T17" fmla="*/ 0 h 8"/>
                <a:gd name="T18" fmla="*/ 15 w 312"/>
                <a:gd name="T19" fmla="*/ 0 h 8"/>
                <a:gd name="T20" fmla="*/ 17 w 312"/>
                <a:gd name="T21" fmla="*/ 0 h 8"/>
                <a:gd name="T22" fmla="*/ 19 w 312"/>
                <a:gd name="T23" fmla="*/ 0 h 8"/>
                <a:gd name="T24" fmla="*/ 20 w 312"/>
                <a:gd name="T25" fmla="*/ 0 h 8"/>
                <a:gd name="T26" fmla="*/ 22 w 312"/>
                <a:gd name="T27" fmla="*/ 0 h 8"/>
                <a:gd name="T28" fmla="*/ 24 w 312"/>
                <a:gd name="T29" fmla="*/ 0 h 8"/>
                <a:gd name="T30" fmla="*/ 26 w 312"/>
                <a:gd name="T31" fmla="*/ 0 h 8"/>
                <a:gd name="T32" fmla="*/ 27 w 312"/>
                <a:gd name="T33" fmla="*/ 0 h 8"/>
                <a:gd name="T34" fmla="*/ 29 w 312"/>
                <a:gd name="T35" fmla="*/ 0 h 8"/>
                <a:gd name="T36" fmla="*/ 30 w 312"/>
                <a:gd name="T37" fmla="*/ 0 h 8"/>
                <a:gd name="T38" fmla="*/ 32 w 312"/>
                <a:gd name="T39" fmla="*/ 0 h 8"/>
                <a:gd name="T40" fmla="*/ 34 w 312"/>
                <a:gd name="T41" fmla="*/ 0 h 8"/>
                <a:gd name="T42" fmla="*/ 35 w 312"/>
                <a:gd name="T43" fmla="*/ 0 h 8"/>
                <a:gd name="T44" fmla="*/ 38 w 312"/>
                <a:gd name="T45" fmla="*/ 0 h 8"/>
                <a:gd name="T46" fmla="*/ 39 w 312"/>
                <a:gd name="T47" fmla="*/ 0 h 8"/>
                <a:gd name="T48" fmla="*/ 41 w 312"/>
                <a:gd name="T49" fmla="*/ 0 h 8"/>
                <a:gd name="T50" fmla="*/ 42 w 312"/>
                <a:gd name="T51" fmla="*/ 0 h 8"/>
                <a:gd name="T52" fmla="*/ 44 w 312"/>
                <a:gd name="T53" fmla="*/ 0 h 8"/>
                <a:gd name="T54" fmla="*/ 45 w 312"/>
                <a:gd name="T55" fmla="*/ 0 h 8"/>
                <a:gd name="T56" fmla="*/ 47 w 312"/>
                <a:gd name="T57" fmla="*/ 0 h 8"/>
                <a:gd name="T58" fmla="*/ 49 w 312"/>
                <a:gd name="T59" fmla="*/ 0 h 8"/>
                <a:gd name="T60" fmla="*/ 50 w 312"/>
                <a:gd name="T61" fmla="*/ 0 h 8"/>
                <a:gd name="T62" fmla="*/ 52 w 312"/>
                <a:gd name="T63" fmla="*/ 0 h 8"/>
                <a:gd name="T64" fmla="*/ 54 w 312"/>
                <a:gd name="T65" fmla="*/ 0 h 8"/>
                <a:gd name="T66" fmla="*/ 56 w 312"/>
                <a:gd name="T67" fmla="*/ 0 h 8"/>
                <a:gd name="T68" fmla="*/ 58 w 312"/>
                <a:gd name="T69" fmla="*/ 0 h 8"/>
                <a:gd name="T70" fmla="*/ 59 w 312"/>
                <a:gd name="T71" fmla="*/ 0 h 8"/>
                <a:gd name="T72" fmla="*/ 60 w 312"/>
                <a:gd name="T73" fmla="*/ 0 h 8"/>
                <a:gd name="T74" fmla="*/ 62 w 312"/>
                <a:gd name="T75" fmla="*/ 0 h 8"/>
                <a:gd name="T76" fmla="*/ 65 w 312"/>
                <a:gd name="T77" fmla="*/ 0 h 8"/>
                <a:gd name="T78" fmla="*/ 65 w 312"/>
                <a:gd name="T79" fmla="*/ 0 h 8"/>
                <a:gd name="T80" fmla="*/ 67 w 312"/>
                <a:gd name="T81" fmla="*/ 0 h 8"/>
                <a:gd name="T82" fmla="*/ 69 w 312"/>
                <a:gd name="T83" fmla="*/ 0 h 8"/>
                <a:gd name="T84" fmla="*/ 71 w 312"/>
                <a:gd name="T85" fmla="*/ 2 h 8"/>
                <a:gd name="T86" fmla="*/ 73 w 312"/>
                <a:gd name="T87" fmla="*/ 2 h 8"/>
                <a:gd name="T88" fmla="*/ 74 w 312"/>
                <a:gd name="T89" fmla="*/ 2 h 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12" h="8">
                  <a:moveTo>
                    <a:pt x="0" y="0"/>
                  </a:moveTo>
                  <a:lnTo>
                    <a:pt x="7" y="0"/>
                  </a:lnTo>
                  <a:lnTo>
                    <a:pt x="14" y="0"/>
                  </a:lnTo>
                  <a:lnTo>
                    <a:pt x="21" y="0"/>
                  </a:lnTo>
                  <a:lnTo>
                    <a:pt x="28" y="0"/>
                  </a:lnTo>
                  <a:lnTo>
                    <a:pt x="35" y="0"/>
                  </a:lnTo>
                  <a:lnTo>
                    <a:pt x="42" y="0"/>
                  </a:lnTo>
                  <a:lnTo>
                    <a:pt x="49" y="0"/>
                  </a:lnTo>
                  <a:lnTo>
                    <a:pt x="56" y="0"/>
                  </a:lnTo>
                  <a:lnTo>
                    <a:pt x="64" y="0"/>
                  </a:lnTo>
                  <a:lnTo>
                    <a:pt x="71" y="0"/>
                  </a:lnTo>
                  <a:lnTo>
                    <a:pt x="78" y="0"/>
                  </a:lnTo>
                  <a:lnTo>
                    <a:pt x="85" y="0"/>
                  </a:lnTo>
                  <a:lnTo>
                    <a:pt x="92" y="0"/>
                  </a:lnTo>
                  <a:lnTo>
                    <a:pt x="99" y="0"/>
                  </a:lnTo>
                  <a:lnTo>
                    <a:pt x="106" y="0"/>
                  </a:lnTo>
                  <a:lnTo>
                    <a:pt x="113" y="0"/>
                  </a:lnTo>
                  <a:lnTo>
                    <a:pt x="120" y="0"/>
                  </a:lnTo>
                  <a:lnTo>
                    <a:pt x="127" y="0"/>
                  </a:lnTo>
                  <a:lnTo>
                    <a:pt x="134" y="0"/>
                  </a:lnTo>
                  <a:lnTo>
                    <a:pt x="142" y="0"/>
                  </a:lnTo>
                  <a:lnTo>
                    <a:pt x="149" y="0"/>
                  </a:lnTo>
                  <a:lnTo>
                    <a:pt x="156" y="0"/>
                  </a:lnTo>
                  <a:lnTo>
                    <a:pt x="163" y="0"/>
                  </a:lnTo>
                  <a:lnTo>
                    <a:pt x="170" y="0"/>
                  </a:lnTo>
                  <a:lnTo>
                    <a:pt x="177" y="0"/>
                  </a:lnTo>
                  <a:lnTo>
                    <a:pt x="184" y="0"/>
                  </a:lnTo>
                  <a:lnTo>
                    <a:pt x="191" y="0"/>
                  </a:lnTo>
                  <a:lnTo>
                    <a:pt x="198" y="0"/>
                  </a:lnTo>
                  <a:lnTo>
                    <a:pt x="205" y="0"/>
                  </a:lnTo>
                  <a:lnTo>
                    <a:pt x="212" y="0"/>
                  </a:lnTo>
                  <a:lnTo>
                    <a:pt x="219" y="0"/>
                  </a:lnTo>
                  <a:lnTo>
                    <a:pt x="227" y="0"/>
                  </a:lnTo>
                  <a:lnTo>
                    <a:pt x="234" y="0"/>
                  </a:lnTo>
                  <a:lnTo>
                    <a:pt x="241" y="0"/>
                  </a:lnTo>
                  <a:lnTo>
                    <a:pt x="248" y="0"/>
                  </a:lnTo>
                  <a:lnTo>
                    <a:pt x="255" y="0"/>
                  </a:lnTo>
                  <a:lnTo>
                    <a:pt x="262" y="0"/>
                  </a:lnTo>
                  <a:lnTo>
                    <a:pt x="269" y="0"/>
                  </a:lnTo>
                  <a:lnTo>
                    <a:pt x="276" y="0"/>
                  </a:lnTo>
                  <a:lnTo>
                    <a:pt x="283" y="0"/>
                  </a:lnTo>
                  <a:lnTo>
                    <a:pt x="290" y="0"/>
                  </a:lnTo>
                  <a:lnTo>
                    <a:pt x="297" y="8"/>
                  </a:lnTo>
                  <a:lnTo>
                    <a:pt x="305" y="8"/>
                  </a:lnTo>
                  <a:lnTo>
                    <a:pt x="312" y="8"/>
                  </a:lnTo>
                </a:path>
              </a:pathLst>
            </a:custGeom>
            <a:noFill/>
            <a:ln w="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918" name="Rectangle 108">
              <a:extLst>
                <a:ext uri="{FF2B5EF4-FFF2-40B4-BE49-F238E27FC236}">
                  <a16:creationId xmlns:a16="http://schemas.microsoft.com/office/drawing/2014/main" id="{9CCDCAE1-B1F1-EB02-A588-4DE4DCCA1ED0}"/>
                </a:ext>
              </a:extLst>
            </p:cNvPr>
            <p:cNvSpPr>
              <a:spLocks noChangeArrowheads="1"/>
            </p:cNvSpPr>
            <p:nvPr/>
          </p:nvSpPr>
          <p:spPr bwMode="auto">
            <a:xfrm>
              <a:off x="764" y="2240"/>
              <a:ext cx="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M</a:t>
              </a:r>
              <a:r>
                <a:rPr lang="en-US" altLang="zh-CN" sz="2400" i="1" baseline="-18000">
                  <a:latin typeface="Times New Roman" panose="02020603050405020304" pitchFamily="18" charset="0"/>
                </a:rPr>
                <a:t>p</a:t>
              </a:r>
            </a:p>
          </p:txBody>
        </p:sp>
        <p:sp>
          <p:nvSpPr>
            <p:cNvPr id="34919" name="Rectangle 109">
              <a:extLst>
                <a:ext uri="{FF2B5EF4-FFF2-40B4-BE49-F238E27FC236}">
                  <a16:creationId xmlns:a16="http://schemas.microsoft.com/office/drawing/2014/main" id="{2E731400-1946-964E-413F-520C5FA52C1C}"/>
                </a:ext>
              </a:extLst>
            </p:cNvPr>
            <p:cNvSpPr>
              <a:spLocks noChangeArrowheads="1"/>
            </p:cNvSpPr>
            <p:nvPr/>
          </p:nvSpPr>
          <p:spPr bwMode="auto">
            <a:xfrm>
              <a:off x="2765" y="3888"/>
              <a:ext cx="1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useBgFill="1">
          <p:nvSpPr>
            <p:cNvPr id="34920" name="Rectangle 110">
              <a:extLst>
                <a:ext uri="{FF2B5EF4-FFF2-40B4-BE49-F238E27FC236}">
                  <a16:creationId xmlns:a16="http://schemas.microsoft.com/office/drawing/2014/main" id="{A69942C9-B82C-1DB7-BC1B-54533B988023}"/>
                </a:ext>
              </a:extLst>
            </p:cNvPr>
            <p:cNvSpPr>
              <a:spLocks noChangeArrowheads="1"/>
            </p:cNvSpPr>
            <p:nvPr/>
          </p:nvSpPr>
          <p:spPr bwMode="auto">
            <a:xfrm>
              <a:off x="2544" y="1344"/>
              <a:ext cx="1663" cy="327"/>
            </a:xfrm>
            <a:prstGeom prst="rect">
              <a:avLst/>
            </a:prstGeom>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二阶系统</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 </a:t>
              </a:r>
              <a:r>
                <a:rPr lang="en-US" altLang="zh-CN" sz="2800">
                  <a:latin typeface="Times New Roman" panose="02020603050405020304" pitchFamily="18" charset="0"/>
                </a:rPr>
                <a:t>—</a:t>
              </a:r>
              <a:r>
                <a:rPr lang="en-US" altLang="zh-CN" sz="2900" i="1" baseline="-18000">
                  <a:latin typeface="Times New Roman" panose="02020603050405020304" pitchFamily="18" charset="0"/>
                </a:rPr>
                <a:t> </a:t>
              </a:r>
              <a:r>
                <a:rPr lang="en-US" altLang="zh-CN"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图</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B24E11BB-1010-0FFB-453A-F2FC3527115F}"/>
              </a:ext>
            </a:extLst>
          </p:cNvPr>
          <p:cNvSpPr>
            <a:spLocks noChangeArrowheads="1"/>
          </p:cNvSpPr>
          <p:nvPr/>
        </p:nvSpPr>
        <p:spPr bwMode="auto">
          <a:xfrm>
            <a:off x="1187450" y="836613"/>
            <a:ext cx="5257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调整时间</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p>
        </p:txBody>
      </p:sp>
      <p:sp>
        <p:nvSpPr>
          <p:cNvPr id="137220" name="Rectangle 4">
            <a:extLst>
              <a:ext uri="{FF2B5EF4-FFF2-40B4-BE49-F238E27FC236}">
                <a16:creationId xmlns:a16="http://schemas.microsoft.com/office/drawing/2014/main" id="{E8C753F7-A7FE-EC0B-E201-3B5442BFCFAD}"/>
              </a:ext>
            </a:extLst>
          </p:cNvPr>
          <p:cNvSpPr>
            <a:spLocks noChangeArrowheads="1"/>
          </p:cNvSpPr>
          <p:nvPr/>
        </p:nvSpPr>
        <p:spPr bwMode="auto">
          <a:xfrm>
            <a:off x="1295400" y="1657350"/>
            <a:ext cx="2438400"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对于欠阻尼二阶系统，其单位阶跃响应的包络线为一对对称于响应稳态分量</a:t>
            </a:r>
            <a:r>
              <a:rPr lang="zh-CN" altLang="en-US" sz="2800">
                <a:latin typeface="Times New Roman" panose="02020603050405020304" pitchFamily="18" charset="0"/>
              </a:rPr>
              <a:t> </a:t>
            </a:r>
            <a:r>
              <a:rPr lang="en-US" altLang="zh-CN" sz="2800">
                <a:latin typeface="Times New Roman" panose="02020603050405020304" pitchFamily="18" charset="0"/>
              </a:rPr>
              <a:t>1 </a:t>
            </a:r>
            <a:r>
              <a:rPr lang="zh-CN" altLang="en-US" sz="2800">
                <a:latin typeface="宋体" panose="02010600030101010101" pitchFamily="2" charset="-122"/>
              </a:rPr>
              <a:t>的指数曲线：</a:t>
            </a:r>
            <a:r>
              <a:rPr lang="zh-CN" altLang="en-US" sz="2800">
                <a:latin typeface="Times New Roman" panose="02020603050405020304" pitchFamily="18" charset="0"/>
              </a:rPr>
              <a:t> </a:t>
            </a:r>
          </a:p>
        </p:txBody>
      </p:sp>
      <p:graphicFrame>
        <p:nvGraphicFramePr>
          <p:cNvPr id="137221" name="Object 5">
            <a:extLst>
              <a:ext uri="{FF2B5EF4-FFF2-40B4-BE49-F238E27FC236}">
                <a16:creationId xmlns:a16="http://schemas.microsoft.com/office/drawing/2014/main" id="{0FC62B16-61BB-F8AF-49BB-61D8CF850296}"/>
              </a:ext>
            </a:extLst>
          </p:cNvPr>
          <p:cNvGraphicFramePr>
            <a:graphicFrameLocks noChangeAspect="1"/>
          </p:cNvGraphicFramePr>
          <p:nvPr/>
        </p:nvGraphicFramePr>
        <p:xfrm>
          <a:off x="1524000" y="5168900"/>
          <a:ext cx="1752600" cy="1231900"/>
        </p:xfrm>
        <a:graphic>
          <a:graphicData uri="http://schemas.openxmlformats.org/presentationml/2006/ole">
            <mc:AlternateContent xmlns:mc="http://schemas.openxmlformats.org/markup-compatibility/2006">
              <mc:Choice xmlns:v="urn:schemas-microsoft-com:vml" Requires="v">
                <p:oleObj spid="_x0000_s6154" r:id="rId4" imgW="863225" imgH="609336" progId="Equation.3">
                  <p:embed/>
                </p:oleObj>
              </mc:Choice>
              <mc:Fallback>
                <p:oleObj r:id="rId4" imgW="863225" imgH="609336"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5168900"/>
                        <a:ext cx="175260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B86F2E7F-FA27-CC6C-36B4-4E555EC704B6}"/>
              </a:ext>
            </a:extLst>
          </p:cNvPr>
          <p:cNvGrpSpPr>
            <a:grpSpLocks/>
          </p:cNvGrpSpPr>
          <p:nvPr/>
        </p:nvGrpSpPr>
        <p:grpSpPr bwMode="auto">
          <a:xfrm>
            <a:off x="3806825" y="1706563"/>
            <a:ext cx="5108575" cy="4618037"/>
            <a:chOff x="2398" y="1075"/>
            <a:chExt cx="3218" cy="2909"/>
          </a:xfrm>
        </p:grpSpPr>
        <p:sp>
          <p:nvSpPr>
            <p:cNvPr id="36870" name="Line 7">
              <a:extLst>
                <a:ext uri="{FF2B5EF4-FFF2-40B4-BE49-F238E27FC236}">
                  <a16:creationId xmlns:a16="http://schemas.microsoft.com/office/drawing/2014/main" id="{2405DCB8-2B9C-5337-5971-42AFCE228BD5}"/>
                </a:ext>
              </a:extLst>
            </p:cNvPr>
            <p:cNvSpPr>
              <a:spLocks noChangeShapeType="1"/>
            </p:cNvSpPr>
            <p:nvPr/>
          </p:nvSpPr>
          <p:spPr bwMode="auto">
            <a:xfrm>
              <a:off x="3084" y="3199"/>
              <a:ext cx="2470"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1" name="Line 8">
              <a:extLst>
                <a:ext uri="{FF2B5EF4-FFF2-40B4-BE49-F238E27FC236}">
                  <a16:creationId xmlns:a16="http://schemas.microsoft.com/office/drawing/2014/main" id="{58072169-29A3-EC6E-BE9C-D91D49214BEB}"/>
                </a:ext>
              </a:extLst>
            </p:cNvPr>
            <p:cNvSpPr>
              <a:spLocks noChangeShapeType="1"/>
            </p:cNvSpPr>
            <p:nvPr/>
          </p:nvSpPr>
          <p:spPr bwMode="auto">
            <a:xfrm flipV="1">
              <a:off x="3084" y="1200"/>
              <a:ext cx="0" cy="231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2" name="Freeform 9">
              <a:extLst>
                <a:ext uri="{FF2B5EF4-FFF2-40B4-BE49-F238E27FC236}">
                  <a16:creationId xmlns:a16="http://schemas.microsoft.com/office/drawing/2014/main" id="{19ADB780-57F9-8EB0-CEF1-FDA742951EBA}"/>
                </a:ext>
              </a:extLst>
            </p:cNvPr>
            <p:cNvSpPr>
              <a:spLocks noChangeArrowheads="1"/>
            </p:cNvSpPr>
            <p:nvPr/>
          </p:nvSpPr>
          <p:spPr bwMode="auto">
            <a:xfrm>
              <a:off x="3084" y="2109"/>
              <a:ext cx="2470" cy="1083"/>
            </a:xfrm>
            <a:custGeom>
              <a:avLst/>
              <a:gdLst>
                <a:gd name="T0" fmla="*/ 2 w 4405"/>
                <a:gd name="T1" fmla="*/ 162 h 1740"/>
                <a:gd name="T2" fmla="*/ 7 w 4405"/>
                <a:gd name="T3" fmla="*/ 157 h 1740"/>
                <a:gd name="T4" fmla="*/ 12 w 4405"/>
                <a:gd name="T5" fmla="*/ 148 h 1740"/>
                <a:gd name="T6" fmla="*/ 17 w 4405"/>
                <a:gd name="T7" fmla="*/ 137 h 1740"/>
                <a:gd name="T8" fmla="*/ 22 w 4405"/>
                <a:gd name="T9" fmla="*/ 124 h 1740"/>
                <a:gd name="T10" fmla="*/ 27 w 4405"/>
                <a:gd name="T11" fmla="*/ 108 h 1740"/>
                <a:gd name="T12" fmla="*/ 31 w 4405"/>
                <a:gd name="T13" fmla="*/ 92 h 1740"/>
                <a:gd name="T14" fmla="*/ 37 w 4405"/>
                <a:gd name="T15" fmla="*/ 77 h 1740"/>
                <a:gd name="T16" fmla="*/ 42 w 4405"/>
                <a:gd name="T17" fmla="*/ 63 h 1740"/>
                <a:gd name="T18" fmla="*/ 46 w 4405"/>
                <a:gd name="T19" fmla="*/ 49 h 1740"/>
                <a:gd name="T20" fmla="*/ 51 w 4405"/>
                <a:gd name="T21" fmla="*/ 36 h 1740"/>
                <a:gd name="T22" fmla="*/ 56 w 4405"/>
                <a:gd name="T23" fmla="*/ 26 h 1740"/>
                <a:gd name="T24" fmla="*/ 61 w 4405"/>
                <a:gd name="T25" fmla="*/ 17 h 1740"/>
                <a:gd name="T26" fmla="*/ 66 w 4405"/>
                <a:gd name="T27" fmla="*/ 11 h 1740"/>
                <a:gd name="T28" fmla="*/ 71 w 4405"/>
                <a:gd name="T29" fmla="*/ 4 h 1740"/>
                <a:gd name="T30" fmla="*/ 76 w 4405"/>
                <a:gd name="T31" fmla="*/ 1 h 1740"/>
                <a:gd name="T32" fmla="*/ 81 w 4405"/>
                <a:gd name="T33" fmla="*/ 0 h 1740"/>
                <a:gd name="T34" fmla="*/ 86 w 4405"/>
                <a:gd name="T35" fmla="*/ 0 h 1740"/>
                <a:gd name="T36" fmla="*/ 90 w 4405"/>
                <a:gd name="T37" fmla="*/ 1 h 1740"/>
                <a:gd name="T38" fmla="*/ 95 w 4405"/>
                <a:gd name="T39" fmla="*/ 2 h 1740"/>
                <a:gd name="T40" fmla="*/ 100 w 4405"/>
                <a:gd name="T41" fmla="*/ 6 h 1740"/>
                <a:gd name="T42" fmla="*/ 105 w 4405"/>
                <a:gd name="T43" fmla="*/ 9 h 1740"/>
                <a:gd name="T44" fmla="*/ 110 w 4405"/>
                <a:gd name="T45" fmla="*/ 13 h 1740"/>
                <a:gd name="T46" fmla="*/ 115 w 4405"/>
                <a:gd name="T47" fmla="*/ 17 h 1740"/>
                <a:gd name="T48" fmla="*/ 119 w 4405"/>
                <a:gd name="T49" fmla="*/ 21 h 1740"/>
                <a:gd name="T50" fmla="*/ 124 w 4405"/>
                <a:gd name="T51" fmla="*/ 24 h 1740"/>
                <a:gd name="T52" fmla="*/ 129 w 4405"/>
                <a:gd name="T53" fmla="*/ 28 h 1740"/>
                <a:gd name="T54" fmla="*/ 134 w 4405"/>
                <a:gd name="T55" fmla="*/ 31 h 1740"/>
                <a:gd name="T56" fmla="*/ 139 w 4405"/>
                <a:gd name="T57" fmla="*/ 34 h 1740"/>
                <a:gd name="T58" fmla="*/ 144 w 4405"/>
                <a:gd name="T59" fmla="*/ 36 h 1740"/>
                <a:gd name="T60" fmla="*/ 149 w 4405"/>
                <a:gd name="T61" fmla="*/ 38 h 1740"/>
                <a:gd name="T62" fmla="*/ 154 w 4405"/>
                <a:gd name="T63" fmla="*/ 40 h 1740"/>
                <a:gd name="T64" fmla="*/ 159 w 4405"/>
                <a:gd name="T65" fmla="*/ 40 h 1740"/>
                <a:gd name="T66" fmla="*/ 164 w 4405"/>
                <a:gd name="T67" fmla="*/ 40 h 1740"/>
                <a:gd name="T68" fmla="*/ 169 w 4405"/>
                <a:gd name="T69" fmla="*/ 40 h 1740"/>
                <a:gd name="T70" fmla="*/ 173 w 4405"/>
                <a:gd name="T71" fmla="*/ 40 h 1740"/>
                <a:gd name="T72" fmla="*/ 178 w 4405"/>
                <a:gd name="T73" fmla="*/ 40 h 1740"/>
                <a:gd name="T74" fmla="*/ 183 w 4405"/>
                <a:gd name="T75" fmla="*/ 40 h 1740"/>
                <a:gd name="T76" fmla="*/ 188 w 4405"/>
                <a:gd name="T77" fmla="*/ 39 h 1740"/>
                <a:gd name="T78" fmla="*/ 193 w 4405"/>
                <a:gd name="T79" fmla="*/ 38 h 1740"/>
                <a:gd name="T80" fmla="*/ 198 w 4405"/>
                <a:gd name="T81" fmla="*/ 37 h 1740"/>
                <a:gd name="T82" fmla="*/ 202 w 4405"/>
                <a:gd name="T83" fmla="*/ 36 h 1740"/>
                <a:gd name="T84" fmla="*/ 207 w 4405"/>
                <a:gd name="T85" fmla="*/ 35 h 1740"/>
                <a:gd name="T86" fmla="*/ 213 w 4405"/>
                <a:gd name="T87" fmla="*/ 34 h 1740"/>
                <a:gd name="T88" fmla="*/ 217 w 4405"/>
                <a:gd name="T89" fmla="*/ 34 h 1740"/>
                <a:gd name="T90" fmla="*/ 222 w 4405"/>
                <a:gd name="T91" fmla="*/ 32 h 1740"/>
                <a:gd name="T92" fmla="*/ 227 w 4405"/>
                <a:gd name="T93" fmla="*/ 32 h 1740"/>
                <a:gd name="T94" fmla="*/ 232 w 4405"/>
                <a:gd name="T95" fmla="*/ 31 h 1740"/>
                <a:gd name="T96" fmla="*/ 237 w 4405"/>
                <a:gd name="T97" fmla="*/ 31 h 1740"/>
                <a:gd name="T98" fmla="*/ 242 w 4405"/>
                <a:gd name="T99" fmla="*/ 30 h 174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05" h="1740">
                  <a:moveTo>
                    <a:pt x="0" y="1740"/>
                  </a:moveTo>
                  <a:lnTo>
                    <a:pt x="40" y="1729"/>
                  </a:lnTo>
                  <a:lnTo>
                    <a:pt x="91" y="1709"/>
                  </a:lnTo>
                  <a:lnTo>
                    <a:pt x="132" y="1679"/>
                  </a:lnTo>
                  <a:lnTo>
                    <a:pt x="172" y="1638"/>
                  </a:lnTo>
                  <a:lnTo>
                    <a:pt x="223" y="1587"/>
                  </a:lnTo>
                  <a:lnTo>
                    <a:pt x="264" y="1526"/>
                  </a:lnTo>
                  <a:lnTo>
                    <a:pt x="305" y="1465"/>
                  </a:lnTo>
                  <a:lnTo>
                    <a:pt x="356" y="1394"/>
                  </a:lnTo>
                  <a:lnTo>
                    <a:pt x="396" y="1323"/>
                  </a:lnTo>
                  <a:lnTo>
                    <a:pt x="437" y="1241"/>
                  </a:lnTo>
                  <a:lnTo>
                    <a:pt x="488" y="1160"/>
                  </a:lnTo>
                  <a:lnTo>
                    <a:pt x="529" y="1078"/>
                  </a:lnTo>
                  <a:lnTo>
                    <a:pt x="569" y="987"/>
                  </a:lnTo>
                  <a:lnTo>
                    <a:pt x="620" y="905"/>
                  </a:lnTo>
                  <a:lnTo>
                    <a:pt x="661" y="824"/>
                  </a:lnTo>
                  <a:lnTo>
                    <a:pt x="702" y="743"/>
                  </a:lnTo>
                  <a:lnTo>
                    <a:pt x="752" y="671"/>
                  </a:lnTo>
                  <a:lnTo>
                    <a:pt x="793" y="590"/>
                  </a:lnTo>
                  <a:lnTo>
                    <a:pt x="834" y="519"/>
                  </a:lnTo>
                  <a:lnTo>
                    <a:pt x="885" y="448"/>
                  </a:lnTo>
                  <a:lnTo>
                    <a:pt x="925" y="387"/>
                  </a:lnTo>
                  <a:lnTo>
                    <a:pt x="966" y="326"/>
                  </a:lnTo>
                  <a:lnTo>
                    <a:pt x="1017" y="275"/>
                  </a:lnTo>
                  <a:lnTo>
                    <a:pt x="1058" y="224"/>
                  </a:lnTo>
                  <a:lnTo>
                    <a:pt x="1098" y="183"/>
                  </a:lnTo>
                  <a:lnTo>
                    <a:pt x="1149" y="142"/>
                  </a:lnTo>
                  <a:lnTo>
                    <a:pt x="1190" y="112"/>
                  </a:lnTo>
                  <a:lnTo>
                    <a:pt x="1231" y="81"/>
                  </a:lnTo>
                  <a:lnTo>
                    <a:pt x="1281" y="51"/>
                  </a:lnTo>
                  <a:lnTo>
                    <a:pt x="1322" y="30"/>
                  </a:lnTo>
                  <a:lnTo>
                    <a:pt x="1363" y="20"/>
                  </a:lnTo>
                  <a:lnTo>
                    <a:pt x="1414" y="10"/>
                  </a:lnTo>
                  <a:lnTo>
                    <a:pt x="1454" y="0"/>
                  </a:lnTo>
                  <a:lnTo>
                    <a:pt x="1495" y="0"/>
                  </a:lnTo>
                  <a:lnTo>
                    <a:pt x="1546" y="0"/>
                  </a:lnTo>
                  <a:lnTo>
                    <a:pt x="1587" y="0"/>
                  </a:lnTo>
                  <a:lnTo>
                    <a:pt x="1627" y="10"/>
                  </a:lnTo>
                  <a:lnTo>
                    <a:pt x="1678" y="20"/>
                  </a:lnTo>
                  <a:lnTo>
                    <a:pt x="1719" y="30"/>
                  </a:lnTo>
                  <a:lnTo>
                    <a:pt x="1760" y="51"/>
                  </a:lnTo>
                  <a:lnTo>
                    <a:pt x="1810" y="61"/>
                  </a:lnTo>
                  <a:lnTo>
                    <a:pt x="1851" y="81"/>
                  </a:lnTo>
                  <a:lnTo>
                    <a:pt x="1892" y="102"/>
                  </a:lnTo>
                  <a:lnTo>
                    <a:pt x="1943" y="122"/>
                  </a:lnTo>
                  <a:lnTo>
                    <a:pt x="1983" y="142"/>
                  </a:lnTo>
                  <a:lnTo>
                    <a:pt x="2024" y="163"/>
                  </a:lnTo>
                  <a:lnTo>
                    <a:pt x="2075" y="183"/>
                  </a:lnTo>
                  <a:lnTo>
                    <a:pt x="2116" y="203"/>
                  </a:lnTo>
                  <a:lnTo>
                    <a:pt x="2156" y="224"/>
                  </a:lnTo>
                  <a:lnTo>
                    <a:pt x="2207" y="244"/>
                  </a:lnTo>
                  <a:lnTo>
                    <a:pt x="2248" y="264"/>
                  </a:lnTo>
                  <a:lnTo>
                    <a:pt x="2289" y="285"/>
                  </a:lnTo>
                  <a:lnTo>
                    <a:pt x="2329" y="305"/>
                  </a:lnTo>
                  <a:lnTo>
                    <a:pt x="2380" y="326"/>
                  </a:lnTo>
                  <a:lnTo>
                    <a:pt x="2421" y="336"/>
                  </a:lnTo>
                  <a:lnTo>
                    <a:pt x="2462" y="356"/>
                  </a:lnTo>
                  <a:lnTo>
                    <a:pt x="2512" y="366"/>
                  </a:lnTo>
                  <a:lnTo>
                    <a:pt x="2553" y="376"/>
                  </a:lnTo>
                  <a:lnTo>
                    <a:pt x="2594" y="387"/>
                  </a:lnTo>
                  <a:lnTo>
                    <a:pt x="2645" y="397"/>
                  </a:lnTo>
                  <a:lnTo>
                    <a:pt x="2685" y="407"/>
                  </a:lnTo>
                  <a:lnTo>
                    <a:pt x="2726" y="417"/>
                  </a:lnTo>
                  <a:lnTo>
                    <a:pt x="2777" y="427"/>
                  </a:lnTo>
                  <a:lnTo>
                    <a:pt x="2818" y="427"/>
                  </a:lnTo>
                  <a:lnTo>
                    <a:pt x="2858" y="437"/>
                  </a:lnTo>
                  <a:lnTo>
                    <a:pt x="2909" y="437"/>
                  </a:lnTo>
                  <a:lnTo>
                    <a:pt x="2950" y="437"/>
                  </a:lnTo>
                  <a:lnTo>
                    <a:pt x="2991" y="437"/>
                  </a:lnTo>
                  <a:lnTo>
                    <a:pt x="3042" y="437"/>
                  </a:lnTo>
                  <a:lnTo>
                    <a:pt x="3082" y="437"/>
                  </a:lnTo>
                  <a:lnTo>
                    <a:pt x="3123" y="437"/>
                  </a:lnTo>
                  <a:lnTo>
                    <a:pt x="3174" y="437"/>
                  </a:lnTo>
                  <a:lnTo>
                    <a:pt x="3214" y="437"/>
                  </a:lnTo>
                  <a:lnTo>
                    <a:pt x="3255" y="427"/>
                  </a:lnTo>
                  <a:lnTo>
                    <a:pt x="3306" y="427"/>
                  </a:lnTo>
                  <a:lnTo>
                    <a:pt x="3347" y="417"/>
                  </a:lnTo>
                  <a:lnTo>
                    <a:pt x="3387" y="417"/>
                  </a:lnTo>
                  <a:lnTo>
                    <a:pt x="3438" y="407"/>
                  </a:lnTo>
                  <a:lnTo>
                    <a:pt x="3479" y="407"/>
                  </a:lnTo>
                  <a:lnTo>
                    <a:pt x="3520" y="397"/>
                  </a:lnTo>
                  <a:lnTo>
                    <a:pt x="3571" y="397"/>
                  </a:lnTo>
                  <a:lnTo>
                    <a:pt x="3611" y="387"/>
                  </a:lnTo>
                  <a:lnTo>
                    <a:pt x="3652" y="387"/>
                  </a:lnTo>
                  <a:lnTo>
                    <a:pt x="3703" y="376"/>
                  </a:lnTo>
                  <a:lnTo>
                    <a:pt x="3744" y="376"/>
                  </a:lnTo>
                  <a:lnTo>
                    <a:pt x="3784" y="366"/>
                  </a:lnTo>
                  <a:lnTo>
                    <a:pt x="3835" y="366"/>
                  </a:lnTo>
                  <a:lnTo>
                    <a:pt x="3876" y="356"/>
                  </a:lnTo>
                  <a:lnTo>
                    <a:pt x="3916" y="356"/>
                  </a:lnTo>
                  <a:lnTo>
                    <a:pt x="3967" y="356"/>
                  </a:lnTo>
                  <a:lnTo>
                    <a:pt x="4008" y="346"/>
                  </a:lnTo>
                  <a:lnTo>
                    <a:pt x="4049" y="346"/>
                  </a:lnTo>
                  <a:lnTo>
                    <a:pt x="4100" y="346"/>
                  </a:lnTo>
                  <a:lnTo>
                    <a:pt x="4140" y="336"/>
                  </a:lnTo>
                  <a:lnTo>
                    <a:pt x="4181" y="336"/>
                  </a:lnTo>
                  <a:lnTo>
                    <a:pt x="4232" y="336"/>
                  </a:lnTo>
                  <a:lnTo>
                    <a:pt x="4273" y="336"/>
                  </a:lnTo>
                  <a:lnTo>
                    <a:pt x="4313" y="336"/>
                  </a:lnTo>
                  <a:lnTo>
                    <a:pt x="4364" y="326"/>
                  </a:lnTo>
                  <a:lnTo>
                    <a:pt x="4405" y="326"/>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3" name="Freeform 10">
              <a:extLst>
                <a:ext uri="{FF2B5EF4-FFF2-40B4-BE49-F238E27FC236}">
                  <a16:creationId xmlns:a16="http://schemas.microsoft.com/office/drawing/2014/main" id="{2CB85B3C-4BF3-4901-BCD9-0FE6788848EF}"/>
                </a:ext>
              </a:extLst>
            </p:cNvPr>
            <p:cNvSpPr>
              <a:spLocks noChangeArrowheads="1"/>
            </p:cNvSpPr>
            <p:nvPr/>
          </p:nvSpPr>
          <p:spPr bwMode="auto">
            <a:xfrm>
              <a:off x="3084" y="1455"/>
              <a:ext cx="2470" cy="837"/>
            </a:xfrm>
            <a:custGeom>
              <a:avLst/>
              <a:gdLst>
                <a:gd name="T0" fmla="*/ 2 w 4405"/>
                <a:gd name="T1" fmla="*/ 3 h 1486"/>
                <a:gd name="T2" fmla="*/ 7 w 4405"/>
                <a:gd name="T3" fmla="*/ 10 h 1486"/>
                <a:gd name="T4" fmla="*/ 12 w 4405"/>
                <a:gd name="T5" fmla="*/ 16 h 1486"/>
                <a:gd name="T6" fmla="*/ 17 w 4405"/>
                <a:gd name="T7" fmla="*/ 21 h 1486"/>
                <a:gd name="T8" fmla="*/ 22 w 4405"/>
                <a:gd name="T9" fmla="*/ 26 h 1486"/>
                <a:gd name="T10" fmla="*/ 27 w 4405"/>
                <a:gd name="T11" fmla="*/ 30 h 1486"/>
                <a:gd name="T12" fmla="*/ 31 w 4405"/>
                <a:gd name="T13" fmla="*/ 34 h 1486"/>
                <a:gd name="T14" fmla="*/ 37 w 4405"/>
                <a:gd name="T15" fmla="*/ 39 h 1486"/>
                <a:gd name="T16" fmla="*/ 42 w 4405"/>
                <a:gd name="T17" fmla="*/ 42 h 1486"/>
                <a:gd name="T18" fmla="*/ 46 w 4405"/>
                <a:gd name="T19" fmla="*/ 46 h 1486"/>
                <a:gd name="T20" fmla="*/ 51 w 4405"/>
                <a:gd name="T21" fmla="*/ 48 h 1486"/>
                <a:gd name="T22" fmla="*/ 56 w 4405"/>
                <a:gd name="T23" fmla="*/ 51 h 1486"/>
                <a:gd name="T24" fmla="*/ 61 w 4405"/>
                <a:gd name="T25" fmla="*/ 54 h 1486"/>
                <a:gd name="T26" fmla="*/ 66 w 4405"/>
                <a:gd name="T27" fmla="*/ 57 h 1486"/>
                <a:gd name="T28" fmla="*/ 71 w 4405"/>
                <a:gd name="T29" fmla="*/ 59 h 1486"/>
                <a:gd name="T30" fmla="*/ 76 w 4405"/>
                <a:gd name="T31" fmla="*/ 61 h 1486"/>
                <a:gd name="T32" fmla="*/ 81 w 4405"/>
                <a:gd name="T33" fmla="*/ 63 h 1486"/>
                <a:gd name="T34" fmla="*/ 86 w 4405"/>
                <a:gd name="T35" fmla="*/ 65 h 1486"/>
                <a:gd name="T36" fmla="*/ 90 w 4405"/>
                <a:gd name="T37" fmla="*/ 66 h 1486"/>
                <a:gd name="T38" fmla="*/ 95 w 4405"/>
                <a:gd name="T39" fmla="*/ 67 h 1486"/>
                <a:gd name="T40" fmla="*/ 100 w 4405"/>
                <a:gd name="T41" fmla="*/ 69 h 1486"/>
                <a:gd name="T42" fmla="*/ 105 w 4405"/>
                <a:gd name="T43" fmla="*/ 70 h 1486"/>
                <a:gd name="T44" fmla="*/ 110 w 4405"/>
                <a:gd name="T45" fmla="*/ 72 h 1486"/>
                <a:gd name="T46" fmla="*/ 115 w 4405"/>
                <a:gd name="T47" fmla="*/ 73 h 1486"/>
                <a:gd name="T48" fmla="*/ 119 w 4405"/>
                <a:gd name="T49" fmla="*/ 74 h 1486"/>
                <a:gd name="T50" fmla="*/ 124 w 4405"/>
                <a:gd name="T51" fmla="*/ 74 h 1486"/>
                <a:gd name="T52" fmla="*/ 129 w 4405"/>
                <a:gd name="T53" fmla="*/ 75 h 1486"/>
                <a:gd name="T54" fmla="*/ 134 w 4405"/>
                <a:gd name="T55" fmla="*/ 76 h 1486"/>
                <a:gd name="T56" fmla="*/ 139 w 4405"/>
                <a:gd name="T57" fmla="*/ 77 h 1486"/>
                <a:gd name="T58" fmla="*/ 144 w 4405"/>
                <a:gd name="T59" fmla="*/ 77 h 1486"/>
                <a:gd name="T60" fmla="*/ 149 w 4405"/>
                <a:gd name="T61" fmla="*/ 78 h 1486"/>
                <a:gd name="T62" fmla="*/ 154 w 4405"/>
                <a:gd name="T63" fmla="*/ 79 h 1486"/>
                <a:gd name="T64" fmla="*/ 159 w 4405"/>
                <a:gd name="T65" fmla="*/ 79 h 1486"/>
                <a:gd name="T66" fmla="*/ 164 w 4405"/>
                <a:gd name="T67" fmla="*/ 79 h 1486"/>
                <a:gd name="T68" fmla="*/ 169 w 4405"/>
                <a:gd name="T69" fmla="*/ 80 h 1486"/>
                <a:gd name="T70" fmla="*/ 173 w 4405"/>
                <a:gd name="T71" fmla="*/ 81 h 1486"/>
                <a:gd name="T72" fmla="*/ 178 w 4405"/>
                <a:gd name="T73" fmla="*/ 81 h 1486"/>
                <a:gd name="T74" fmla="*/ 183 w 4405"/>
                <a:gd name="T75" fmla="*/ 81 h 1486"/>
                <a:gd name="T76" fmla="*/ 188 w 4405"/>
                <a:gd name="T77" fmla="*/ 82 h 1486"/>
                <a:gd name="T78" fmla="*/ 193 w 4405"/>
                <a:gd name="T79" fmla="*/ 82 h 1486"/>
                <a:gd name="T80" fmla="*/ 198 w 4405"/>
                <a:gd name="T81" fmla="*/ 82 h 1486"/>
                <a:gd name="T82" fmla="*/ 202 w 4405"/>
                <a:gd name="T83" fmla="*/ 82 h 1486"/>
                <a:gd name="T84" fmla="*/ 207 w 4405"/>
                <a:gd name="T85" fmla="*/ 83 h 1486"/>
                <a:gd name="T86" fmla="*/ 213 w 4405"/>
                <a:gd name="T87" fmla="*/ 83 h 1486"/>
                <a:gd name="T88" fmla="*/ 217 w 4405"/>
                <a:gd name="T89" fmla="*/ 83 h 1486"/>
                <a:gd name="T90" fmla="*/ 222 w 4405"/>
                <a:gd name="T91" fmla="*/ 84 h 1486"/>
                <a:gd name="T92" fmla="*/ 227 w 4405"/>
                <a:gd name="T93" fmla="*/ 84 h 1486"/>
                <a:gd name="T94" fmla="*/ 232 w 4405"/>
                <a:gd name="T95" fmla="*/ 84 h 1486"/>
                <a:gd name="T96" fmla="*/ 237 w 4405"/>
                <a:gd name="T97" fmla="*/ 84 h 1486"/>
                <a:gd name="T98" fmla="*/ 242 w 4405"/>
                <a:gd name="T99" fmla="*/ 84 h 148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05" h="1486">
                  <a:moveTo>
                    <a:pt x="0" y="0"/>
                  </a:moveTo>
                  <a:lnTo>
                    <a:pt x="40" y="61"/>
                  </a:lnTo>
                  <a:lnTo>
                    <a:pt x="91" y="112"/>
                  </a:lnTo>
                  <a:lnTo>
                    <a:pt x="132" y="173"/>
                  </a:lnTo>
                  <a:lnTo>
                    <a:pt x="172" y="224"/>
                  </a:lnTo>
                  <a:lnTo>
                    <a:pt x="223" y="275"/>
                  </a:lnTo>
                  <a:lnTo>
                    <a:pt x="264" y="316"/>
                  </a:lnTo>
                  <a:lnTo>
                    <a:pt x="305" y="366"/>
                  </a:lnTo>
                  <a:lnTo>
                    <a:pt x="356" y="407"/>
                  </a:lnTo>
                  <a:lnTo>
                    <a:pt x="396" y="458"/>
                  </a:lnTo>
                  <a:lnTo>
                    <a:pt x="437" y="499"/>
                  </a:lnTo>
                  <a:lnTo>
                    <a:pt x="488" y="539"/>
                  </a:lnTo>
                  <a:lnTo>
                    <a:pt x="529" y="570"/>
                  </a:lnTo>
                  <a:lnTo>
                    <a:pt x="569" y="611"/>
                  </a:lnTo>
                  <a:lnTo>
                    <a:pt x="620" y="641"/>
                  </a:lnTo>
                  <a:lnTo>
                    <a:pt x="661" y="682"/>
                  </a:lnTo>
                  <a:lnTo>
                    <a:pt x="702" y="712"/>
                  </a:lnTo>
                  <a:lnTo>
                    <a:pt x="752" y="743"/>
                  </a:lnTo>
                  <a:lnTo>
                    <a:pt x="793" y="773"/>
                  </a:lnTo>
                  <a:lnTo>
                    <a:pt x="834" y="804"/>
                  </a:lnTo>
                  <a:lnTo>
                    <a:pt x="885" y="834"/>
                  </a:lnTo>
                  <a:lnTo>
                    <a:pt x="925" y="855"/>
                  </a:lnTo>
                  <a:lnTo>
                    <a:pt x="966" y="885"/>
                  </a:lnTo>
                  <a:lnTo>
                    <a:pt x="1017" y="906"/>
                  </a:lnTo>
                  <a:lnTo>
                    <a:pt x="1058" y="936"/>
                  </a:lnTo>
                  <a:lnTo>
                    <a:pt x="1098" y="957"/>
                  </a:lnTo>
                  <a:lnTo>
                    <a:pt x="1149" y="977"/>
                  </a:lnTo>
                  <a:lnTo>
                    <a:pt x="1190" y="997"/>
                  </a:lnTo>
                  <a:lnTo>
                    <a:pt x="1231" y="1018"/>
                  </a:lnTo>
                  <a:lnTo>
                    <a:pt x="1281" y="1038"/>
                  </a:lnTo>
                  <a:lnTo>
                    <a:pt x="1322" y="1058"/>
                  </a:lnTo>
                  <a:lnTo>
                    <a:pt x="1363" y="1068"/>
                  </a:lnTo>
                  <a:lnTo>
                    <a:pt x="1414" y="1089"/>
                  </a:lnTo>
                  <a:lnTo>
                    <a:pt x="1454" y="1109"/>
                  </a:lnTo>
                  <a:lnTo>
                    <a:pt x="1495" y="1119"/>
                  </a:lnTo>
                  <a:lnTo>
                    <a:pt x="1546" y="1140"/>
                  </a:lnTo>
                  <a:lnTo>
                    <a:pt x="1587" y="1150"/>
                  </a:lnTo>
                  <a:lnTo>
                    <a:pt x="1627" y="1170"/>
                  </a:lnTo>
                  <a:lnTo>
                    <a:pt x="1678" y="1180"/>
                  </a:lnTo>
                  <a:lnTo>
                    <a:pt x="1719" y="1190"/>
                  </a:lnTo>
                  <a:lnTo>
                    <a:pt x="1760" y="1201"/>
                  </a:lnTo>
                  <a:lnTo>
                    <a:pt x="1810" y="1221"/>
                  </a:lnTo>
                  <a:lnTo>
                    <a:pt x="1851" y="1231"/>
                  </a:lnTo>
                  <a:lnTo>
                    <a:pt x="1892" y="1241"/>
                  </a:lnTo>
                  <a:lnTo>
                    <a:pt x="1943" y="1252"/>
                  </a:lnTo>
                  <a:lnTo>
                    <a:pt x="1983" y="1262"/>
                  </a:lnTo>
                  <a:lnTo>
                    <a:pt x="2024" y="1272"/>
                  </a:lnTo>
                  <a:lnTo>
                    <a:pt x="2075" y="1282"/>
                  </a:lnTo>
                  <a:lnTo>
                    <a:pt x="2116" y="1292"/>
                  </a:lnTo>
                  <a:lnTo>
                    <a:pt x="2156" y="1302"/>
                  </a:lnTo>
                  <a:lnTo>
                    <a:pt x="2207" y="1302"/>
                  </a:lnTo>
                  <a:lnTo>
                    <a:pt x="2248" y="1313"/>
                  </a:lnTo>
                  <a:lnTo>
                    <a:pt x="2289" y="1323"/>
                  </a:lnTo>
                  <a:lnTo>
                    <a:pt x="2329" y="1333"/>
                  </a:lnTo>
                  <a:lnTo>
                    <a:pt x="2380" y="1333"/>
                  </a:lnTo>
                  <a:lnTo>
                    <a:pt x="2421" y="1343"/>
                  </a:lnTo>
                  <a:lnTo>
                    <a:pt x="2462" y="1353"/>
                  </a:lnTo>
                  <a:lnTo>
                    <a:pt x="2512" y="1353"/>
                  </a:lnTo>
                  <a:lnTo>
                    <a:pt x="2553" y="1363"/>
                  </a:lnTo>
                  <a:lnTo>
                    <a:pt x="2594" y="1363"/>
                  </a:lnTo>
                  <a:lnTo>
                    <a:pt x="2645" y="1374"/>
                  </a:lnTo>
                  <a:lnTo>
                    <a:pt x="2685" y="1384"/>
                  </a:lnTo>
                  <a:lnTo>
                    <a:pt x="2726" y="1384"/>
                  </a:lnTo>
                  <a:lnTo>
                    <a:pt x="2777" y="1394"/>
                  </a:lnTo>
                  <a:lnTo>
                    <a:pt x="2818" y="1394"/>
                  </a:lnTo>
                  <a:lnTo>
                    <a:pt x="2858" y="1394"/>
                  </a:lnTo>
                  <a:lnTo>
                    <a:pt x="2909" y="1404"/>
                  </a:lnTo>
                  <a:lnTo>
                    <a:pt x="2950" y="1404"/>
                  </a:lnTo>
                  <a:lnTo>
                    <a:pt x="2991" y="1414"/>
                  </a:lnTo>
                  <a:lnTo>
                    <a:pt x="3042" y="1414"/>
                  </a:lnTo>
                  <a:lnTo>
                    <a:pt x="3082" y="1414"/>
                  </a:lnTo>
                  <a:lnTo>
                    <a:pt x="3123" y="1424"/>
                  </a:lnTo>
                  <a:lnTo>
                    <a:pt x="3174" y="1424"/>
                  </a:lnTo>
                  <a:lnTo>
                    <a:pt x="3214" y="1424"/>
                  </a:lnTo>
                  <a:lnTo>
                    <a:pt x="3255" y="1435"/>
                  </a:lnTo>
                  <a:lnTo>
                    <a:pt x="3306" y="1435"/>
                  </a:lnTo>
                  <a:lnTo>
                    <a:pt x="3347" y="1435"/>
                  </a:lnTo>
                  <a:lnTo>
                    <a:pt x="3387" y="1445"/>
                  </a:lnTo>
                  <a:lnTo>
                    <a:pt x="3438" y="1445"/>
                  </a:lnTo>
                  <a:lnTo>
                    <a:pt x="3479" y="1445"/>
                  </a:lnTo>
                  <a:lnTo>
                    <a:pt x="3520" y="1445"/>
                  </a:lnTo>
                  <a:lnTo>
                    <a:pt x="3571" y="1455"/>
                  </a:lnTo>
                  <a:lnTo>
                    <a:pt x="3611" y="1455"/>
                  </a:lnTo>
                  <a:lnTo>
                    <a:pt x="3652" y="1455"/>
                  </a:lnTo>
                  <a:lnTo>
                    <a:pt x="3703" y="1455"/>
                  </a:lnTo>
                  <a:lnTo>
                    <a:pt x="3744" y="1465"/>
                  </a:lnTo>
                  <a:lnTo>
                    <a:pt x="3784" y="1465"/>
                  </a:lnTo>
                  <a:lnTo>
                    <a:pt x="3835" y="1465"/>
                  </a:lnTo>
                  <a:lnTo>
                    <a:pt x="3876" y="1465"/>
                  </a:lnTo>
                  <a:lnTo>
                    <a:pt x="3916" y="1465"/>
                  </a:lnTo>
                  <a:lnTo>
                    <a:pt x="3967" y="1465"/>
                  </a:lnTo>
                  <a:lnTo>
                    <a:pt x="4008" y="1475"/>
                  </a:lnTo>
                  <a:lnTo>
                    <a:pt x="4049" y="1475"/>
                  </a:lnTo>
                  <a:lnTo>
                    <a:pt x="4100" y="1475"/>
                  </a:lnTo>
                  <a:lnTo>
                    <a:pt x="4140" y="1475"/>
                  </a:lnTo>
                  <a:lnTo>
                    <a:pt x="4181" y="1475"/>
                  </a:lnTo>
                  <a:lnTo>
                    <a:pt x="4232" y="1475"/>
                  </a:lnTo>
                  <a:lnTo>
                    <a:pt x="4273" y="1475"/>
                  </a:lnTo>
                  <a:lnTo>
                    <a:pt x="4313" y="1486"/>
                  </a:lnTo>
                  <a:lnTo>
                    <a:pt x="4364" y="1486"/>
                  </a:lnTo>
                  <a:lnTo>
                    <a:pt x="4405" y="1486"/>
                  </a:lnTo>
                </a:path>
              </a:pathLst>
            </a:custGeom>
            <a:noFill/>
            <a:ln w="38100">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4" name="Freeform 11">
              <a:extLst>
                <a:ext uri="{FF2B5EF4-FFF2-40B4-BE49-F238E27FC236}">
                  <a16:creationId xmlns:a16="http://schemas.microsoft.com/office/drawing/2014/main" id="{231B8AD5-5C98-D0C8-FBFE-C1CA69A8C12A}"/>
                </a:ext>
              </a:extLst>
            </p:cNvPr>
            <p:cNvSpPr>
              <a:spLocks noChangeArrowheads="1"/>
            </p:cNvSpPr>
            <p:nvPr/>
          </p:nvSpPr>
          <p:spPr bwMode="auto">
            <a:xfrm>
              <a:off x="3084" y="2359"/>
              <a:ext cx="2470" cy="918"/>
            </a:xfrm>
            <a:custGeom>
              <a:avLst/>
              <a:gdLst>
                <a:gd name="T0" fmla="*/ 2 w 4405"/>
                <a:gd name="T1" fmla="*/ 128 h 1486"/>
                <a:gd name="T2" fmla="*/ 7 w 4405"/>
                <a:gd name="T3" fmla="*/ 119 h 1486"/>
                <a:gd name="T4" fmla="*/ 12 w 4405"/>
                <a:gd name="T5" fmla="*/ 109 h 1486"/>
                <a:gd name="T6" fmla="*/ 17 w 4405"/>
                <a:gd name="T7" fmla="*/ 101 h 1486"/>
                <a:gd name="T8" fmla="*/ 22 w 4405"/>
                <a:gd name="T9" fmla="*/ 92 h 1486"/>
                <a:gd name="T10" fmla="*/ 27 w 4405"/>
                <a:gd name="T11" fmla="*/ 85 h 1486"/>
                <a:gd name="T12" fmla="*/ 31 w 4405"/>
                <a:gd name="T13" fmla="*/ 78 h 1486"/>
                <a:gd name="T14" fmla="*/ 37 w 4405"/>
                <a:gd name="T15" fmla="*/ 72 h 1486"/>
                <a:gd name="T16" fmla="*/ 42 w 4405"/>
                <a:gd name="T17" fmla="*/ 67 h 1486"/>
                <a:gd name="T18" fmla="*/ 46 w 4405"/>
                <a:gd name="T19" fmla="*/ 61 h 1486"/>
                <a:gd name="T20" fmla="*/ 51 w 4405"/>
                <a:gd name="T21" fmla="*/ 57 h 1486"/>
                <a:gd name="T22" fmla="*/ 56 w 4405"/>
                <a:gd name="T23" fmla="*/ 53 h 1486"/>
                <a:gd name="T24" fmla="*/ 61 w 4405"/>
                <a:gd name="T25" fmla="*/ 48 h 1486"/>
                <a:gd name="T26" fmla="*/ 66 w 4405"/>
                <a:gd name="T27" fmla="*/ 44 h 1486"/>
                <a:gd name="T28" fmla="*/ 71 w 4405"/>
                <a:gd name="T29" fmla="*/ 40 h 1486"/>
                <a:gd name="T30" fmla="*/ 76 w 4405"/>
                <a:gd name="T31" fmla="*/ 38 h 1486"/>
                <a:gd name="T32" fmla="*/ 81 w 4405"/>
                <a:gd name="T33" fmla="*/ 34 h 1486"/>
                <a:gd name="T34" fmla="*/ 86 w 4405"/>
                <a:gd name="T35" fmla="*/ 32 h 1486"/>
                <a:gd name="T36" fmla="*/ 90 w 4405"/>
                <a:gd name="T37" fmla="*/ 28 h 1486"/>
                <a:gd name="T38" fmla="*/ 95 w 4405"/>
                <a:gd name="T39" fmla="*/ 27 h 1486"/>
                <a:gd name="T40" fmla="*/ 100 w 4405"/>
                <a:gd name="T41" fmla="*/ 23 h 1486"/>
                <a:gd name="T42" fmla="*/ 105 w 4405"/>
                <a:gd name="T43" fmla="*/ 22 h 1486"/>
                <a:gd name="T44" fmla="*/ 110 w 4405"/>
                <a:gd name="T45" fmla="*/ 20 h 1486"/>
                <a:gd name="T46" fmla="*/ 115 w 4405"/>
                <a:gd name="T47" fmla="*/ 19 h 1486"/>
                <a:gd name="T48" fmla="*/ 119 w 4405"/>
                <a:gd name="T49" fmla="*/ 17 h 1486"/>
                <a:gd name="T50" fmla="*/ 124 w 4405"/>
                <a:gd name="T51" fmla="*/ 15 h 1486"/>
                <a:gd name="T52" fmla="*/ 129 w 4405"/>
                <a:gd name="T53" fmla="*/ 14 h 1486"/>
                <a:gd name="T54" fmla="*/ 134 w 4405"/>
                <a:gd name="T55" fmla="*/ 12 h 1486"/>
                <a:gd name="T56" fmla="*/ 139 w 4405"/>
                <a:gd name="T57" fmla="*/ 12 h 1486"/>
                <a:gd name="T58" fmla="*/ 144 w 4405"/>
                <a:gd name="T59" fmla="*/ 11 h 1486"/>
                <a:gd name="T60" fmla="*/ 149 w 4405"/>
                <a:gd name="T61" fmla="*/ 9 h 1486"/>
                <a:gd name="T62" fmla="*/ 154 w 4405"/>
                <a:gd name="T63" fmla="*/ 9 h 1486"/>
                <a:gd name="T64" fmla="*/ 159 w 4405"/>
                <a:gd name="T65" fmla="*/ 9 h 1486"/>
                <a:gd name="T66" fmla="*/ 164 w 4405"/>
                <a:gd name="T67" fmla="*/ 7 h 1486"/>
                <a:gd name="T68" fmla="*/ 169 w 4405"/>
                <a:gd name="T69" fmla="*/ 7 h 1486"/>
                <a:gd name="T70" fmla="*/ 173 w 4405"/>
                <a:gd name="T71" fmla="*/ 6 h 1486"/>
                <a:gd name="T72" fmla="*/ 178 w 4405"/>
                <a:gd name="T73" fmla="*/ 6 h 1486"/>
                <a:gd name="T74" fmla="*/ 183 w 4405"/>
                <a:gd name="T75" fmla="*/ 4 h 1486"/>
                <a:gd name="T76" fmla="*/ 188 w 4405"/>
                <a:gd name="T77" fmla="*/ 4 h 1486"/>
                <a:gd name="T78" fmla="*/ 193 w 4405"/>
                <a:gd name="T79" fmla="*/ 4 h 1486"/>
                <a:gd name="T80" fmla="*/ 198 w 4405"/>
                <a:gd name="T81" fmla="*/ 2 h 1486"/>
                <a:gd name="T82" fmla="*/ 202 w 4405"/>
                <a:gd name="T83" fmla="*/ 2 h 1486"/>
                <a:gd name="T84" fmla="*/ 207 w 4405"/>
                <a:gd name="T85" fmla="*/ 2 h 1486"/>
                <a:gd name="T86" fmla="*/ 213 w 4405"/>
                <a:gd name="T87" fmla="*/ 2 h 1486"/>
                <a:gd name="T88" fmla="*/ 217 w 4405"/>
                <a:gd name="T89" fmla="*/ 2 h 1486"/>
                <a:gd name="T90" fmla="*/ 222 w 4405"/>
                <a:gd name="T91" fmla="*/ 1 h 1486"/>
                <a:gd name="T92" fmla="*/ 227 w 4405"/>
                <a:gd name="T93" fmla="*/ 1 h 1486"/>
                <a:gd name="T94" fmla="*/ 232 w 4405"/>
                <a:gd name="T95" fmla="*/ 1 h 1486"/>
                <a:gd name="T96" fmla="*/ 237 w 4405"/>
                <a:gd name="T97" fmla="*/ 1 h 1486"/>
                <a:gd name="T98" fmla="*/ 242 w 4405"/>
                <a:gd name="T99" fmla="*/ 0 h 148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05" h="1486">
                  <a:moveTo>
                    <a:pt x="0" y="1486"/>
                  </a:moveTo>
                  <a:lnTo>
                    <a:pt x="40" y="1425"/>
                  </a:lnTo>
                  <a:lnTo>
                    <a:pt x="91" y="1374"/>
                  </a:lnTo>
                  <a:lnTo>
                    <a:pt x="132" y="1313"/>
                  </a:lnTo>
                  <a:lnTo>
                    <a:pt x="172" y="1262"/>
                  </a:lnTo>
                  <a:lnTo>
                    <a:pt x="223" y="1211"/>
                  </a:lnTo>
                  <a:lnTo>
                    <a:pt x="264" y="1170"/>
                  </a:lnTo>
                  <a:lnTo>
                    <a:pt x="305" y="1119"/>
                  </a:lnTo>
                  <a:lnTo>
                    <a:pt x="356" y="1079"/>
                  </a:lnTo>
                  <a:lnTo>
                    <a:pt x="396" y="1028"/>
                  </a:lnTo>
                  <a:lnTo>
                    <a:pt x="437" y="987"/>
                  </a:lnTo>
                  <a:lnTo>
                    <a:pt x="488" y="947"/>
                  </a:lnTo>
                  <a:lnTo>
                    <a:pt x="529" y="916"/>
                  </a:lnTo>
                  <a:lnTo>
                    <a:pt x="569" y="875"/>
                  </a:lnTo>
                  <a:lnTo>
                    <a:pt x="620" y="845"/>
                  </a:lnTo>
                  <a:lnTo>
                    <a:pt x="661" y="804"/>
                  </a:lnTo>
                  <a:lnTo>
                    <a:pt x="702" y="774"/>
                  </a:lnTo>
                  <a:lnTo>
                    <a:pt x="752" y="743"/>
                  </a:lnTo>
                  <a:lnTo>
                    <a:pt x="793" y="713"/>
                  </a:lnTo>
                  <a:lnTo>
                    <a:pt x="834" y="682"/>
                  </a:lnTo>
                  <a:lnTo>
                    <a:pt x="885" y="651"/>
                  </a:lnTo>
                  <a:lnTo>
                    <a:pt x="925" y="631"/>
                  </a:lnTo>
                  <a:lnTo>
                    <a:pt x="966" y="601"/>
                  </a:lnTo>
                  <a:lnTo>
                    <a:pt x="1017" y="580"/>
                  </a:lnTo>
                  <a:lnTo>
                    <a:pt x="1058" y="550"/>
                  </a:lnTo>
                  <a:lnTo>
                    <a:pt x="1098" y="529"/>
                  </a:lnTo>
                  <a:lnTo>
                    <a:pt x="1149" y="509"/>
                  </a:lnTo>
                  <a:lnTo>
                    <a:pt x="1190" y="489"/>
                  </a:lnTo>
                  <a:lnTo>
                    <a:pt x="1231" y="468"/>
                  </a:lnTo>
                  <a:lnTo>
                    <a:pt x="1281" y="448"/>
                  </a:lnTo>
                  <a:lnTo>
                    <a:pt x="1322" y="428"/>
                  </a:lnTo>
                  <a:lnTo>
                    <a:pt x="1363" y="418"/>
                  </a:lnTo>
                  <a:lnTo>
                    <a:pt x="1414" y="397"/>
                  </a:lnTo>
                  <a:lnTo>
                    <a:pt x="1454" y="377"/>
                  </a:lnTo>
                  <a:lnTo>
                    <a:pt x="1495" y="367"/>
                  </a:lnTo>
                  <a:lnTo>
                    <a:pt x="1546" y="346"/>
                  </a:lnTo>
                  <a:lnTo>
                    <a:pt x="1587" y="336"/>
                  </a:lnTo>
                  <a:lnTo>
                    <a:pt x="1627" y="316"/>
                  </a:lnTo>
                  <a:lnTo>
                    <a:pt x="1678" y="306"/>
                  </a:lnTo>
                  <a:lnTo>
                    <a:pt x="1719" y="295"/>
                  </a:lnTo>
                  <a:lnTo>
                    <a:pt x="1760" y="285"/>
                  </a:lnTo>
                  <a:lnTo>
                    <a:pt x="1810" y="265"/>
                  </a:lnTo>
                  <a:lnTo>
                    <a:pt x="1851" y="255"/>
                  </a:lnTo>
                  <a:lnTo>
                    <a:pt x="1892" y="245"/>
                  </a:lnTo>
                  <a:lnTo>
                    <a:pt x="1943" y="234"/>
                  </a:lnTo>
                  <a:lnTo>
                    <a:pt x="1983" y="224"/>
                  </a:lnTo>
                  <a:lnTo>
                    <a:pt x="2024" y="214"/>
                  </a:lnTo>
                  <a:lnTo>
                    <a:pt x="2075" y="204"/>
                  </a:lnTo>
                  <a:lnTo>
                    <a:pt x="2116" y="194"/>
                  </a:lnTo>
                  <a:lnTo>
                    <a:pt x="2156" y="184"/>
                  </a:lnTo>
                  <a:lnTo>
                    <a:pt x="2207" y="184"/>
                  </a:lnTo>
                  <a:lnTo>
                    <a:pt x="2248" y="173"/>
                  </a:lnTo>
                  <a:lnTo>
                    <a:pt x="2289" y="163"/>
                  </a:lnTo>
                  <a:lnTo>
                    <a:pt x="2329" y="153"/>
                  </a:lnTo>
                  <a:lnTo>
                    <a:pt x="2380" y="153"/>
                  </a:lnTo>
                  <a:lnTo>
                    <a:pt x="2421" y="143"/>
                  </a:lnTo>
                  <a:lnTo>
                    <a:pt x="2462" y="133"/>
                  </a:lnTo>
                  <a:lnTo>
                    <a:pt x="2512" y="133"/>
                  </a:lnTo>
                  <a:lnTo>
                    <a:pt x="2553" y="122"/>
                  </a:lnTo>
                  <a:lnTo>
                    <a:pt x="2594" y="122"/>
                  </a:lnTo>
                  <a:lnTo>
                    <a:pt x="2645" y="112"/>
                  </a:lnTo>
                  <a:lnTo>
                    <a:pt x="2685" y="102"/>
                  </a:lnTo>
                  <a:lnTo>
                    <a:pt x="2726" y="102"/>
                  </a:lnTo>
                  <a:lnTo>
                    <a:pt x="2777" y="92"/>
                  </a:lnTo>
                  <a:lnTo>
                    <a:pt x="2818" y="92"/>
                  </a:lnTo>
                  <a:lnTo>
                    <a:pt x="2858" y="92"/>
                  </a:lnTo>
                  <a:lnTo>
                    <a:pt x="2909" y="82"/>
                  </a:lnTo>
                  <a:lnTo>
                    <a:pt x="2950" y="82"/>
                  </a:lnTo>
                  <a:lnTo>
                    <a:pt x="2991" y="72"/>
                  </a:lnTo>
                  <a:lnTo>
                    <a:pt x="3042" y="72"/>
                  </a:lnTo>
                  <a:lnTo>
                    <a:pt x="3082" y="72"/>
                  </a:lnTo>
                  <a:lnTo>
                    <a:pt x="3123" y="61"/>
                  </a:lnTo>
                  <a:lnTo>
                    <a:pt x="3174" y="61"/>
                  </a:lnTo>
                  <a:lnTo>
                    <a:pt x="3214" y="61"/>
                  </a:lnTo>
                  <a:lnTo>
                    <a:pt x="3255" y="51"/>
                  </a:lnTo>
                  <a:lnTo>
                    <a:pt x="3306" y="51"/>
                  </a:lnTo>
                  <a:lnTo>
                    <a:pt x="3347" y="51"/>
                  </a:lnTo>
                  <a:lnTo>
                    <a:pt x="3387" y="41"/>
                  </a:lnTo>
                  <a:lnTo>
                    <a:pt x="3438" y="41"/>
                  </a:lnTo>
                  <a:lnTo>
                    <a:pt x="3479" y="41"/>
                  </a:lnTo>
                  <a:lnTo>
                    <a:pt x="3520" y="41"/>
                  </a:lnTo>
                  <a:lnTo>
                    <a:pt x="3571" y="31"/>
                  </a:lnTo>
                  <a:lnTo>
                    <a:pt x="3611" y="31"/>
                  </a:lnTo>
                  <a:lnTo>
                    <a:pt x="3652" y="31"/>
                  </a:lnTo>
                  <a:lnTo>
                    <a:pt x="3703" y="31"/>
                  </a:lnTo>
                  <a:lnTo>
                    <a:pt x="3744" y="21"/>
                  </a:lnTo>
                  <a:lnTo>
                    <a:pt x="3784" y="21"/>
                  </a:lnTo>
                  <a:lnTo>
                    <a:pt x="3835" y="21"/>
                  </a:lnTo>
                  <a:lnTo>
                    <a:pt x="3876" y="21"/>
                  </a:lnTo>
                  <a:lnTo>
                    <a:pt x="3916" y="21"/>
                  </a:lnTo>
                  <a:lnTo>
                    <a:pt x="3967" y="21"/>
                  </a:lnTo>
                  <a:lnTo>
                    <a:pt x="4008" y="11"/>
                  </a:lnTo>
                  <a:lnTo>
                    <a:pt x="4049" y="11"/>
                  </a:lnTo>
                  <a:lnTo>
                    <a:pt x="4100" y="11"/>
                  </a:lnTo>
                  <a:lnTo>
                    <a:pt x="4140" y="11"/>
                  </a:lnTo>
                  <a:lnTo>
                    <a:pt x="4181" y="11"/>
                  </a:lnTo>
                  <a:lnTo>
                    <a:pt x="4232" y="11"/>
                  </a:lnTo>
                  <a:lnTo>
                    <a:pt x="4273" y="11"/>
                  </a:lnTo>
                  <a:lnTo>
                    <a:pt x="4313" y="0"/>
                  </a:lnTo>
                  <a:lnTo>
                    <a:pt x="4364" y="0"/>
                  </a:lnTo>
                  <a:lnTo>
                    <a:pt x="4405" y="0"/>
                  </a:lnTo>
                </a:path>
              </a:pathLst>
            </a:custGeom>
            <a:noFill/>
            <a:ln w="38100">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5" name="Text Box 12">
              <a:extLst>
                <a:ext uri="{FF2B5EF4-FFF2-40B4-BE49-F238E27FC236}">
                  <a16:creationId xmlns:a16="http://schemas.microsoft.com/office/drawing/2014/main" id="{F8292152-68D3-13E2-69E3-A3EE736DFDA9}"/>
                </a:ext>
              </a:extLst>
            </p:cNvPr>
            <p:cNvSpPr txBox="1">
              <a:spLocks noChangeArrowheads="1"/>
            </p:cNvSpPr>
            <p:nvPr/>
          </p:nvSpPr>
          <p:spPr bwMode="auto">
            <a:xfrm>
              <a:off x="5447" y="3149"/>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a:t>
              </a:r>
              <a:endParaRPr lang="en-US" altLang="zh-CN" sz="2400">
                <a:latin typeface="Times New Roman" panose="02020603050405020304" pitchFamily="18" charset="0"/>
              </a:endParaRPr>
            </a:p>
          </p:txBody>
        </p:sp>
        <p:sp>
          <p:nvSpPr>
            <p:cNvPr id="36876" name="Text Box 13">
              <a:extLst>
                <a:ext uri="{FF2B5EF4-FFF2-40B4-BE49-F238E27FC236}">
                  <a16:creationId xmlns:a16="http://schemas.microsoft.com/office/drawing/2014/main" id="{AC15E91A-733F-A5D7-BEFA-37ECD75A7009}"/>
                </a:ext>
              </a:extLst>
            </p:cNvPr>
            <p:cNvSpPr txBox="1">
              <a:spLocks noChangeArrowheads="1"/>
            </p:cNvSpPr>
            <p:nvPr/>
          </p:nvSpPr>
          <p:spPr bwMode="auto">
            <a:xfrm>
              <a:off x="2883" y="303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36877" name="Line 14">
              <a:extLst>
                <a:ext uri="{FF2B5EF4-FFF2-40B4-BE49-F238E27FC236}">
                  <a16:creationId xmlns:a16="http://schemas.microsoft.com/office/drawing/2014/main" id="{02DDF4A4-8C1F-3ED3-2F9B-7BF11B96DF98}"/>
                </a:ext>
              </a:extLst>
            </p:cNvPr>
            <p:cNvSpPr>
              <a:spLocks noChangeShapeType="1"/>
            </p:cNvSpPr>
            <p:nvPr/>
          </p:nvSpPr>
          <p:spPr bwMode="auto">
            <a:xfrm>
              <a:off x="3084" y="2334"/>
              <a:ext cx="250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8" name="Text Box 15">
              <a:extLst>
                <a:ext uri="{FF2B5EF4-FFF2-40B4-BE49-F238E27FC236}">
                  <a16:creationId xmlns:a16="http://schemas.microsoft.com/office/drawing/2014/main" id="{3649A3F6-DF34-DE1C-7DB8-C2983E7D676B}"/>
                </a:ext>
              </a:extLst>
            </p:cNvPr>
            <p:cNvSpPr txBox="1">
              <a:spLocks noChangeArrowheads="1"/>
            </p:cNvSpPr>
            <p:nvPr/>
          </p:nvSpPr>
          <p:spPr bwMode="auto">
            <a:xfrm>
              <a:off x="2883" y="218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a:t>
              </a:r>
            </a:p>
          </p:txBody>
        </p:sp>
        <p:sp>
          <p:nvSpPr>
            <p:cNvPr id="36879" name="Rectangle 16">
              <a:extLst>
                <a:ext uri="{FF2B5EF4-FFF2-40B4-BE49-F238E27FC236}">
                  <a16:creationId xmlns:a16="http://schemas.microsoft.com/office/drawing/2014/main" id="{EEA697A4-94A8-8C84-F6FB-7ECCCBBBB2B9}"/>
                </a:ext>
              </a:extLst>
            </p:cNvPr>
            <p:cNvSpPr>
              <a:spLocks noChangeArrowheads="1"/>
            </p:cNvSpPr>
            <p:nvPr/>
          </p:nvSpPr>
          <p:spPr bwMode="auto">
            <a:xfrm>
              <a:off x="3188" y="1075"/>
              <a:ext cx="38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x</a:t>
              </a:r>
              <a:r>
                <a:rPr lang="en-US" altLang="zh-CN" sz="2900" i="1" baseline="-25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36880" name="Line 17">
              <a:extLst>
                <a:ext uri="{FF2B5EF4-FFF2-40B4-BE49-F238E27FC236}">
                  <a16:creationId xmlns:a16="http://schemas.microsoft.com/office/drawing/2014/main" id="{4587B5AC-9C3A-CF45-5C30-4BE7F57FD54A}"/>
                </a:ext>
              </a:extLst>
            </p:cNvPr>
            <p:cNvSpPr>
              <a:spLocks noChangeShapeType="1"/>
            </p:cNvSpPr>
            <p:nvPr/>
          </p:nvSpPr>
          <p:spPr bwMode="auto">
            <a:xfrm flipH="1">
              <a:off x="3452" y="1654"/>
              <a:ext cx="189" cy="1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81" name="Object 18">
              <a:extLst>
                <a:ext uri="{FF2B5EF4-FFF2-40B4-BE49-F238E27FC236}">
                  <a16:creationId xmlns:a16="http://schemas.microsoft.com/office/drawing/2014/main" id="{68E17B41-2F94-1D2C-1A81-6FAF36C5BBA1}"/>
                </a:ext>
              </a:extLst>
            </p:cNvPr>
            <p:cNvGraphicFramePr>
              <a:graphicFrameLocks noChangeAspect="1"/>
            </p:cNvGraphicFramePr>
            <p:nvPr/>
          </p:nvGraphicFramePr>
          <p:xfrm>
            <a:off x="3570" y="1277"/>
            <a:ext cx="917" cy="615"/>
          </p:xfrm>
          <a:graphic>
            <a:graphicData uri="http://schemas.openxmlformats.org/presentationml/2006/ole">
              <mc:AlternateContent xmlns:mc="http://schemas.openxmlformats.org/markup-compatibility/2006">
                <mc:Choice xmlns:v="urn:schemas-microsoft-com:vml" Requires="v">
                  <p:oleObj spid="_x0000_s6155" r:id="rId6" imgW="838200" imgH="609600" progId="Equation.3">
                    <p:embed/>
                  </p:oleObj>
                </mc:Choice>
                <mc:Fallback>
                  <p:oleObj r:id="rId6" imgW="838200" imgH="609600"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0" y="1277"/>
                          <a:ext cx="917"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82" name="Line 19">
              <a:extLst>
                <a:ext uri="{FF2B5EF4-FFF2-40B4-BE49-F238E27FC236}">
                  <a16:creationId xmlns:a16="http://schemas.microsoft.com/office/drawing/2014/main" id="{D0EB6BA3-6D0F-1D83-79D5-6DE15846FC87}"/>
                </a:ext>
              </a:extLst>
            </p:cNvPr>
            <p:cNvSpPr>
              <a:spLocks noChangeShapeType="1"/>
            </p:cNvSpPr>
            <p:nvPr/>
          </p:nvSpPr>
          <p:spPr bwMode="auto">
            <a:xfrm flipH="1" flipV="1">
              <a:off x="4260" y="2472"/>
              <a:ext cx="215" cy="15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83" name="Object 20">
              <a:extLst>
                <a:ext uri="{FF2B5EF4-FFF2-40B4-BE49-F238E27FC236}">
                  <a16:creationId xmlns:a16="http://schemas.microsoft.com/office/drawing/2014/main" id="{411CB7C4-602C-A858-E0B7-9206C3F8B07D}"/>
                </a:ext>
              </a:extLst>
            </p:cNvPr>
            <p:cNvGraphicFramePr>
              <a:graphicFrameLocks noChangeAspect="1"/>
            </p:cNvGraphicFramePr>
            <p:nvPr/>
          </p:nvGraphicFramePr>
          <p:xfrm>
            <a:off x="4486" y="2438"/>
            <a:ext cx="865" cy="615"/>
          </p:xfrm>
          <a:graphic>
            <a:graphicData uri="http://schemas.openxmlformats.org/presentationml/2006/ole">
              <mc:AlternateContent xmlns:mc="http://schemas.openxmlformats.org/markup-compatibility/2006">
                <mc:Choice xmlns:v="urn:schemas-microsoft-com:vml" Requires="v">
                  <p:oleObj spid="_x0000_s6156" r:id="rId8" imgW="825500" imgH="609600" progId="Equation.3">
                    <p:embed/>
                  </p:oleObj>
                </mc:Choice>
                <mc:Fallback>
                  <p:oleObj r:id="rId8" imgW="825500" imgH="609600"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86" y="2438"/>
                          <a:ext cx="865"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884" name="Object 21">
              <a:extLst>
                <a:ext uri="{FF2B5EF4-FFF2-40B4-BE49-F238E27FC236}">
                  <a16:creationId xmlns:a16="http://schemas.microsoft.com/office/drawing/2014/main" id="{F605E5A9-12CD-D281-CD5F-B21D74B7216E}"/>
                </a:ext>
              </a:extLst>
            </p:cNvPr>
            <p:cNvGraphicFramePr>
              <a:graphicFrameLocks noChangeAspect="1"/>
            </p:cNvGraphicFramePr>
            <p:nvPr/>
          </p:nvGraphicFramePr>
          <p:xfrm>
            <a:off x="4704" y="3504"/>
            <a:ext cx="720" cy="469"/>
          </p:xfrm>
          <a:graphic>
            <a:graphicData uri="http://schemas.openxmlformats.org/presentationml/2006/ole">
              <mc:AlternateContent xmlns:mc="http://schemas.openxmlformats.org/markup-compatibility/2006">
                <mc:Choice xmlns:v="urn:schemas-microsoft-com:vml" Requires="v">
                  <p:oleObj spid="_x0000_s6157" r:id="rId10" imgW="647419" imgH="495085" progId="Equation.3">
                    <p:embed/>
                  </p:oleObj>
                </mc:Choice>
                <mc:Fallback>
                  <p:oleObj r:id="rId10" imgW="647419" imgH="495085" progId="Equation.3">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04" y="3504"/>
                          <a:ext cx="720"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85" name="Line 22">
              <a:extLst>
                <a:ext uri="{FF2B5EF4-FFF2-40B4-BE49-F238E27FC236}">
                  <a16:creationId xmlns:a16="http://schemas.microsoft.com/office/drawing/2014/main" id="{A9ED2292-056F-5D93-73F5-FCF9074FB66A}"/>
                </a:ext>
              </a:extLst>
            </p:cNvPr>
            <p:cNvSpPr>
              <a:spLocks noChangeShapeType="1"/>
            </p:cNvSpPr>
            <p:nvPr/>
          </p:nvSpPr>
          <p:spPr bwMode="auto">
            <a:xfrm flipV="1">
              <a:off x="3990" y="2109"/>
              <a:ext cx="0" cy="1090"/>
            </a:xfrm>
            <a:prstGeom prst="line">
              <a:avLst/>
            </a:prstGeom>
            <a:noFill/>
            <a:ln w="28575">
              <a:solidFill>
                <a:srgbClr val="8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86" name="Object 23">
              <a:extLst>
                <a:ext uri="{FF2B5EF4-FFF2-40B4-BE49-F238E27FC236}">
                  <a16:creationId xmlns:a16="http://schemas.microsoft.com/office/drawing/2014/main" id="{F0BD7247-0874-5CCE-54AF-CCF77239C2D8}"/>
                </a:ext>
              </a:extLst>
            </p:cNvPr>
            <p:cNvGraphicFramePr>
              <a:graphicFrameLocks noChangeAspect="1"/>
            </p:cNvGraphicFramePr>
            <p:nvPr/>
          </p:nvGraphicFramePr>
          <p:xfrm>
            <a:off x="2398" y="1277"/>
            <a:ext cx="649" cy="480"/>
          </p:xfrm>
          <a:graphic>
            <a:graphicData uri="http://schemas.openxmlformats.org/presentationml/2006/ole">
              <mc:AlternateContent xmlns:mc="http://schemas.openxmlformats.org/markup-compatibility/2006">
                <mc:Choice xmlns:v="urn:schemas-microsoft-com:vml" Requires="v">
                  <p:oleObj spid="_x0000_s6158" r:id="rId12" imgW="838200" imgH="558800" progId="Equation.3">
                    <p:embed/>
                  </p:oleObj>
                </mc:Choice>
                <mc:Fallback>
                  <p:oleObj r:id="rId12" imgW="838200" imgH="558800" progId="Equation.3">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98" y="1277"/>
                          <a:ext cx="649"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887" name="Object 24">
              <a:extLst>
                <a:ext uri="{FF2B5EF4-FFF2-40B4-BE49-F238E27FC236}">
                  <a16:creationId xmlns:a16="http://schemas.microsoft.com/office/drawing/2014/main" id="{CD640125-4919-A8B9-8795-2C916EB8D3CF}"/>
                </a:ext>
              </a:extLst>
            </p:cNvPr>
            <p:cNvGraphicFramePr>
              <a:graphicFrameLocks noChangeAspect="1"/>
            </p:cNvGraphicFramePr>
            <p:nvPr/>
          </p:nvGraphicFramePr>
          <p:xfrm>
            <a:off x="2400" y="3120"/>
            <a:ext cx="576" cy="491"/>
          </p:xfrm>
          <a:graphic>
            <a:graphicData uri="http://schemas.openxmlformats.org/presentationml/2006/ole">
              <mc:AlternateContent xmlns:mc="http://schemas.openxmlformats.org/markup-compatibility/2006">
                <mc:Choice xmlns:v="urn:schemas-microsoft-com:vml" Requires="v">
                  <p:oleObj spid="_x0000_s6159" r:id="rId14" imgW="825500" imgH="558800" progId="Equation.3">
                    <p:embed/>
                  </p:oleObj>
                </mc:Choice>
                <mc:Fallback>
                  <p:oleObj r:id="rId14" imgW="825500" imgH="558800" progId="Equation.3">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00" y="3120"/>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88" name="Line 25">
              <a:extLst>
                <a:ext uri="{FF2B5EF4-FFF2-40B4-BE49-F238E27FC236}">
                  <a16:creationId xmlns:a16="http://schemas.microsoft.com/office/drawing/2014/main" id="{744F7FCC-E081-97BF-A11B-72AC476384A8}"/>
                </a:ext>
              </a:extLst>
            </p:cNvPr>
            <p:cNvSpPr>
              <a:spLocks noChangeShapeType="1"/>
            </p:cNvSpPr>
            <p:nvPr/>
          </p:nvSpPr>
          <p:spPr bwMode="auto">
            <a:xfrm flipV="1">
              <a:off x="3668" y="3139"/>
              <a:ext cx="0" cy="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9" name="Line 26">
              <a:extLst>
                <a:ext uri="{FF2B5EF4-FFF2-40B4-BE49-F238E27FC236}">
                  <a16:creationId xmlns:a16="http://schemas.microsoft.com/office/drawing/2014/main" id="{4E22EF3D-9E3C-8834-4422-98DD18AF40B5}"/>
                </a:ext>
              </a:extLst>
            </p:cNvPr>
            <p:cNvSpPr>
              <a:spLocks noChangeShapeType="1"/>
            </p:cNvSpPr>
            <p:nvPr/>
          </p:nvSpPr>
          <p:spPr bwMode="auto">
            <a:xfrm flipV="1">
              <a:off x="4233" y="3139"/>
              <a:ext cx="0" cy="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0" name="Line 27">
              <a:extLst>
                <a:ext uri="{FF2B5EF4-FFF2-40B4-BE49-F238E27FC236}">
                  <a16:creationId xmlns:a16="http://schemas.microsoft.com/office/drawing/2014/main" id="{641405D3-9B32-8CF9-BF10-788DCA297D49}"/>
                </a:ext>
              </a:extLst>
            </p:cNvPr>
            <p:cNvSpPr>
              <a:spLocks noChangeShapeType="1"/>
            </p:cNvSpPr>
            <p:nvPr/>
          </p:nvSpPr>
          <p:spPr bwMode="auto">
            <a:xfrm flipV="1">
              <a:off x="4771" y="3139"/>
              <a:ext cx="0" cy="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1" name="Line 28">
              <a:extLst>
                <a:ext uri="{FF2B5EF4-FFF2-40B4-BE49-F238E27FC236}">
                  <a16:creationId xmlns:a16="http://schemas.microsoft.com/office/drawing/2014/main" id="{C368E64F-6016-2930-0405-0E36DE8EF608}"/>
                </a:ext>
              </a:extLst>
            </p:cNvPr>
            <p:cNvSpPr>
              <a:spLocks noChangeShapeType="1"/>
            </p:cNvSpPr>
            <p:nvPr/>
          </p:nvSpPr>
          <p:spPr bwMode="auto">
            <a:xfrm flipV="1">
              <a:off x="5309" y="3139"/>
              <a:ext cx="0" cy="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2" name="Text Box 29">
              <a:extLst>
                <a:ext uri="{FF2B5EF4-FFF2-40B4-BE49-F238E27FC236}">
                  <a16:creationId xmlns:a16="http://schemas.microsoft.com/office/drawing/2014/main" id="{62C7F787-AB64-803D-DDB5-3E09288697D4}"/>
                </a:ext>
              </a:extLst>
            </p:cNvPr>
            <p:cNvSpPr txBox="1">
              <a:spLocks noChangeArrowheads="1"/>
            </p:cNvSpPr>
            <p:nvPr/>
          </p:nvSpPr>
          <p:spPr bwMode="auto">
            <a:xfrm>
              <a:off x="3526" y="3189"/>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a:t>
              </a:r>
            </a:p>
          </p:txBody>
        </p:sp>
        <p:sp>
          <p:nvSpPr>
            <p:cNvPr id="36893" name="Text Box 30">
              <a:extLst>
                <a:ext uri="{FF2B5EF4-FFF2-40B4-BE49-F238E27FC236}">
                  <a16:creationId xmlns:a16="http://schemas.microsoft.com/office/drawing/2014/main" id="{AFEAE71B-98C2-7638-98B1-EECE13C36B50}"/>
                </a:ext>
              </a:extLst>
            </p:cNvPr>
            <p:cNvSpPr txBox="1">
              <a:spLocks noChangeArrowheads="1"/>
            </p:cNvSpPr>
            <p:nvPr/>
          </p:nvSpPr>
          <p:spPr bwMode="auto">
            <a:xfrm>
              <a:off x="4110" y="3198"/>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2</a:t>
              </a:r>
              <a:r>
                <a:rPr lang="en-US" altLang="zh-CN" sz="2400" i="1">
                  <a:latin typeface="Times New Roman" panose="02020603050405020304" pitchFamily="18" charset="0"/>
                </a:rPr>
                <a:t>T</a:t>
              </a:r>
            </a:p>
          </p:txBody>
        </p:sp>
        <p:sp>
          <p:nvSpPr>
            <p:cNvPr id="36894" name="Text Box 31">
              <a:extLst>
                <a:ext uri="{FF2B5EF4-FFF2-40B4-BE49-F238E27FC236}">
                  <a16:creationId xmlns:a16="http://schemas.microsoft.com/office/drawing/2014/main" id="{22147709-07C4-4CC0-D535-9E67CFDA4D6C}"/>
                </a:ext>
              </a:extLst>
            </p:cNvPr>
            <p:cNvSpPr txBox="1">
              <a:spLocks noChangeArrowheads="1"/>
            </p:cNvSpPr>
            <p:nvPr/>
          </p:nvSpPr>
          <p:spPr bwMode="auto">
            <a:xfrm>
              <a:off x="4632" y="3198"/>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3</a:t>
              </a:r>
              <a:r>
                <a:rPr lang="en-US" altLang="zh-CN" sz="2400" i="1">
                  <a:latin typeface="Times New Roman" panose="02020603050405020304" pitchFamily="18" charset="0"/>
                </a:rPr>
                <a:t>T</a:t>
              </a:r>
            </a:p>
          </p:txBody>
        </p:sp>
        <p:sp>
          <p:nvSpPr>
            <p:cNvPr id="36895" name="Text Box 32">
              <a:extLst>
                <a:ext uri="{FF2B5EF4-FFF2-40B4-BE49-F238E27FC236}">
                  <a16:creationId xmlns:a16="http://schemas.microsoft.com/office/drawing/2014/main" id="{04FEA72C-815B-F33C-74D0-FB9FC8A30579}"/>
                </a:ext>
              </a:extLst>
            </p:cNvPr>
            <p:cNvSpPr txBox="1">
              <a:spLocks noChangeArrowheads="1"/>
            </p:cNvSpPr>
            <p:nvPr/>
          </p:nvSpPr>
          <p:spPr bwMode="auto">
            <a:xfrm>
              <a:off x="5118" y="3199"/>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4</a:t>
              </a:r>
              <a:r>
                <a:rPr lang="en-US" altLang="zh-CN" sz="2400" i="1">
                  <a:latin typeface="Times New Roman" panose="02020603050405020304" pitchFamily="18" charset="0"/>
                </a:rPr>
                <a:t>T</a:t>
              </a:r>
            </a:p>
          </p:txBody>
        </p:sp>
        <p:graphicFrame>
          <p:nvGraphicFramePr>
            <p:cNvPr id="36896" name="Object 33">
              <a:extLst>
                <a:ext uri="{FF2B5EF4-FFF2-40B4-BE49-F238E27FC236}">
                  <a16:creationId xmlns:a16="http://schemas.microsoft.com/office/drawing/2014/main" id="{301033DC-0198-F183-4408-041C199F0A79}"/>
                </a:ext>
              </a:extLst>
            </p:cNvPr>
            <p:cNvGraphicFramePr>
              <a:graphicFrameLocks noChangeAspect="1"/>
            </p:cNvGraphicFramePr>
            <p:nvPr/>
          </p:nvGraphicFramePr>
          <p:xfrm>
            <a:off x="3815" y="3167"/>
            <a:ext cx="340" cy="414"/>
          </p:xfrm>
          <a:graphic>
            <a:graphicData uri="http://schemas.openxmlformats.org/presentationml/2006/ole">
              <mc:AlternateContent xmlns:mc="http://schemas.openxmlformats.org/markup-compatibility/2006">
                <mc:Choice xmlns:v="urn:schemas-microsoft-com:vml" Requires="v">
                  <p:oleObj spid="_x0000_s6160" r:id="rId16" imgW="279279" imgH="393529" progId="Equation.3">
                    <p:embed/>
                  </p:oleObj>
                </mc:Choice>
                <mc:Fallback>
                  <p:oleObj r:id="rId16" imgW="279279" imgH="393529" progId="Equation.3">
                    <p:embed/>
                    <p:pic>
                      <p:nvPicPr>
                        <p:cNvPr id="0"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15" y="3167"/>
                          <a:ext cx="340"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897" name="Object 34">
              <a:extLst>
                <a:ext uri="{FF2B5EF4-FFF2-40B4-BE49-F238E27FC236}">
                  <a16:creationId xmlns:a16="http://schemas.microsoft.com/office/drawing/2014/main" id="{B31AAA9A-F567-4F45-4CA7-C87BE986621F}"/>
                </a:ext>
              </a:extLst>
            </p:cNvPr>
            <p:cNvGraphicFramePr>
              <a:graphicFrameLocks noChangeAspect="1"/>
            </p:cNvGraphicFramePr>
            <p:nvPr/>
          </p:nvGraphicFramePr>
          <p:xfrm>
            <a:off x="3024" y="3536"/>
            <a:ext cx="1437" cy="448"/>
          </p:xfrm>
          <a:graphic>
            <a:graphicData uri="http://schemas.openxmlformats.org/presentationml/2006/ole">
              <mc:AlternateContent xmlns:mc="http://schemas.openxmlformats.org/markup-compatibility/2006">
                <mc:Choice xmlns:v="urn:schemas-microsoft-com:vml" Requires="v">
                  <p:oleObj spid="_x0000_s6161" r:id="rId18" imgW="1371600" imgH="444500" progId="Equation.3">
                    <p:embed/>
                  </p:oleObj>
                </mc:Choice>
                <mc:Fallback>
                  <p:oleObj r:id="rId18" imgW="1371600" imgH="444500" progId="Equation.3">
                    <p:embed/>
                    <p:pic>
                      <p:nvPicPr>
                        <p:cNvPr id="0" name="Object 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24" y="3536"/>
                          <a:ext cx="1437"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98" name="Line 35">
              <a:extLst>
                <a:ext uri="{FF2B5EF4-FFF2-40B4-BE49-F238E27FC236}">
                  <a16:creationId xmlns:a16="http://schemas.microsoft.com/office/drawing/2014/main" id="{56A1C4F0-91F0-FEF0-1397-DA2DA85E1A9B}"/>
                </a:ext>
              </a:extLst>
            </p:cNvPr>
            <p:cNvSpPr>
              <a:spLocks noChangeShapeType="1"/>
            </p:cNvSpPr>
            <p:nvPr/>
          </p:nvSpPr>
          <p:spPr bwMode="auto">
            <a:xfrm>
              <a:off x="3216" y="3072"/>
              <a:ext cx="0" cy="144"/>
            </a:xfrm>
            <a:prstGeom prst="line">
              <a:avLst/>
            </a:prstGeom>
            <a:noFill/>
            <a:ln w="22225">
              <a:solidFill>
                <a:srgbClr val="66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220"/>
                                        </p:tgtEl>
                                        <p:attrNameLst>
                                          <p:attrName>style.visibility</p:attrName>
                                        </p:attrNameLst>
                                      </p:cBhvr>
                                      <p:to>
                                        <p:strVal val="visible"/>
                                      </p:to>
                                    </p:set>
                                    <p:anim calcmode="lin" valueType="num">
                                      <p:cBhvr additive="base">
                                        <p:cTn id="7" dur="500" fill="hold"/>
                                        <p:tgtEl>
                                          <p:spTgt spid="137220"/>
                                        </p:tgtEl>
                                        <p:attrNameLst>
                                          <p:attrName>ppt_x</p:attrName>
                                        </p:attrNameLst>
                                      </p:cBhvr>
                                      <p:tavLst>
                                        <p:tav tm="0">
                                          <p:val>
                                            <p:strVal val="#ppt_x"/>
                                          </p:val>
                                        </p:tav>
                                        <p:tav tm="100000">
                                          <p:val>
                                            <p:strVal val="#ppt_x"/>
                                          </p:val>
                                        </p:tav>
                                      </p:tavLst>
                                    </p:anim>
                                    <p:anim calcmode="lin" valueType="num">
                                      <p:cBhvr additive="base">
                                        <p:cTn id="8" dur="500" fill="hold"/>
                                        <p:tgtEl>
                                          <p:spTgt spid="1372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7221"/>
                                        </p:tgtEl>
                                        <p:attrNameLst>
                                          <p:attrName>style.visibility</p:attrName>
                                        </p:attrNameLst>
                                      </p:cBhvr>
                                      <p:to>
                                        <p:strVal val="visible"/>
                                      </p:to>
                                    </p:set>
                                    <p:anim calcmode="lin" valueType="num">
                                      <p:cBhvr additive="base">
                                        <p:cTn id="13" dur="500" fill="hold"/>
                                        <p:tgtEl>
                                          <p:spTgt spid="137221"/>
                                        </p:tgtEl>
                                        <p:attrNameLst>
                                          <p:attrName>ppt_x</p:attrName>
                                        </p:attrNameLst>
                                      </p:cBhvr>
                                      <p:tavLst>
                                        <p:tav tm="0">
                                          <p:val>
                                            <p:strVal val="#ppt_x"/>
                                          </p:val>
                                        </p:tav>
                                        <p:tav tm="100000">
                                          <p:val>
                                            <p:strVal val="#ppt_x"/>
                                          </p:val>
                                        </p:tav>
                                      </p:tavLst>
                                    </p:anim>
                                    <p:anim calcmode="lin" valueType="num">
                                      <p:cBhvr additive="base">
                                        <p:cTn id="14" dur="500" fill="hold"/>
                                        <p:tgtEl>
                                          <p:spTgt spid="13722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5ECF784F-17A2-4924-67A5-2D1A767F6DFF}"/>
              </a:ext>
            </a:extLst>
          </p:cNvPr>
          <p:cNvSpPr>
            <a:spLocks noChangeArrowheads="1"/>
          </p:cNvSpPr>
          <p:nvPr/>
        </p:nvSpPr>
        <p:spPr bwMode="auto">
          <a:xfrm>
            <a:off x="1295400" y="1905000"/>
            <a:ext cx="7315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当包络线进入允许误差范围之内时，阶跃响应曲线必然也处于允许误差范围内。因此利用： </a:t>
            </a:r>
          </a:p>
        </p:txBody>
      </p:sp>
      <p:graphicFrame>
        <p:nvGraphicFramePr>
          <p:cNvPr id="139268" name="Object 4">
            <a:extLst>
              <a:ext uri="{FF2B5EF4-FFF2-40B4-BE49-F238E27FC236}">
                <a16:creationId xmlns:a16="http://schemas.microsoft.com/office/drawing/2014/main" id="{09842C31-3A5B-7C04-399D-B005BEEC1A25}"/>
              </a:ext>
            </a:extLst>
          </p:cNvPr>
          <p:cNvGraphicFramePr>
            <a:graphicFrameLocks noChangeAspect="1"/>
          </p:cNvGraphicFramePr>
          <p:nvPr/>
        </p:nvGraphicFramePr>
        <p:xfrm>
          <a:off x="2590800" y="3048000"/>
          <a:ext cx="2182813" cy="969963"/>
        </p:xfrm>
        <a:graphic>
          <a:graphicData uri="http://schemas.openxmlformats.org/presentationml/2006/ole">
            <mc:AlternateContent xmlns:mc="http://schemas.openxmlformats.org/markup-compatibility/2006">
              <mc:Choice xmlns:v="urn:schemas-microsoft-com:vml" Requires="v">
                <p:oleObj spid="_x0000_s7172" r:id="rId4" imgW="1371600" imgH="609600" progId="Equation.3">
                  <p:embed/>
                </p:oleObj>
              </mc:Choice>
              <mc:Fallback>
                <p:oleObj r:id="rId4" imgW="1371600" imgH="609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3048000"/>
                        <a:ext cx="2182813"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9269" name="Object 5">
            <a:extLst>
              <a:ext uri="{FF2B5EF4-FFF2-40B4-BE49-F238E27FC236}">
                <a16:creationId xmlns:a16="http://schemas.microsoft.com/office/drawing/2014/main" id="{D2DA3EF4-81EB-79B4-B820-C3289B45403C}"/>
              </a:ext>
            </a:extLst>
          </p:cNvPr>
          <p:cNvGraphicFramePr>
            <a:graphicFrameLocks noChangeAspect="1"/>
          </p:cNvGraphicFramePr>
          <p:nvPr/>
        </p:nvGraphicFramePr>
        <p:xfrm>
          <a:off x="2667000" y="4572000"/>
          <a:ext cx="2667000" cy="925513"/>
        </p:xfrm>
        <a:graphic>
          <a:graphicData uri="http://schemas.openxmlformats.org/presentationml/2006/ole">
            <mc:AlternateContent xmlns:mc="http://schemas.openxmlformats.org/markup-compatibility/2006">
              <mc:Choice xmlns:v="urn:schemas-microsoft-com:vml" Requires="v">
                <p:oleObj spid="_x0000_s7173" r:id="rId6" imgW="1675673" imgH="583947" progId="Equation.3">
                  <p:embed/>
                </p:oleObj>
              </mc:Choice>
              <mc:Fallback>
                <p:oleObj r:id="rId6" imgW="1675673" imgH="583947"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7000" y="4572000"/>
                        <a:ext cx="266700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9270" name="Rectangle 6">
            <a:extLst>
              <a:ext uri="{FF2B5EF4-FFF2-40B4-BE49-F238E27FC236}">
                <a16:creationId xmlns:a16="http://schemas.microsoft.com/office/drawing/2014/main" id="{908EC0D6-B4AF-FC0B-9015-88753FC2E6F8}"/>
              </a:ext>
            </a:extLst>
          </p:cNvPr>
          <p:cNvSpPr>
            <a:spLocks noChangeArrowheads="1"/>
          </p:cNvSpPr>
          <p:nvPr/>
        </p:nvSpPr>
        <p:spPr bwMode="auto">
          <a:xfrm>
            <a:off x="1295400" y="4052888"/>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可以求得：</a:t>
            </a:r>
          </a:p>
        </p:txBody>
      </p:sp>
      <p:sp>
        <p:nvSpPr>
          <p:cNvPr id="139271" name="Rectangle 7">
            <a:extLst>
              <a:ext uri="{FF2B5EF4-FFF2-40B4-BE49-F238E27FC236}">
                <a16:creationId xmlns:a16="http://schemas.microsoft.com/office/drawing/2014/main" id="{F1F19F8B-1A82-3262-9932-7139E5A5A61C}"/>
              </a:ext>
            </a:extLst>
          </p:cNvPr>
          <p:cNvSpPr>
            <a:spLocks noChangeArrowheads="1"/>
          </p:cNvSpPr>
          <p:nvPr/>
        </p:nvSpPr>
        <p:spPr bwMode="auto">
          <a:xfrm>
            <a:off x="1295400" y="5556250"/>
            <a:ext cx="7315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由上式求得的</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r>
              <a:rPr lang="zh-CN" altLang="en-US" sz="2800">
                <a:latin typeface="宋体" panose="02010600030101010101" pitchFamily="2" charset="-122"/>
              </a:rPr>
              <a:t>通常偏保守。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9268"/>
                                        </p:tgtEl>
                                        <p:attrNameLst>
                                          <p:attrName>style.visibility</p:attrName>
                                        </p:attrNameLst>
                                      </p:cBhvr>
                                      <p:to>
                                        <p:strVal val="visible"/>
                                      </p:to>
                                    </p:set>
                                    <p:anim calcmode="lin" valueType="num">
                                      <p:cBhvr additive="base">
                                        <p:cTn id="7" dur="500" fill="hold"/>
                                        <p:tgtEl>
                                          <p:spTgt spid="139268"/>
                                        </p:tgtEl>
                                        <p:attrNameLst>
                                          <p:attrName>ppt_x</p:attrName>
                                        </p:attrNameLst>
                                      </p:cBhvr>
                                      <p:tavLst>
                                        <p:tav tm="0">
                                          <p:val>
                                            <p:strVal val="#ppt_x"/>
                                          </p:val>
                                        </p:tav>
                                        <p:tav tm="100000">
                                          <p:val>
                                            <p:strVal val="#ppt_x"/>
                                          </p:val>
                                        </p:tav>
                                      </p:tavLst>
                                    </p:anim>
                                    <p:anim calcmode="lin" valueType="num">
                                      <p:cBhvr additive="base">
                                        <p:cTn id="8" dur="500" fill="hold"/>
                                        <p:tgtEl>
                                          <p:spTgt spid="1392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9270"/>
                                        </p:tgtEl>
                                        <p:attrNameLst>
                                          <p:attrName>style.visibility</p:attrName>
                                        </p:attrNameLst>
                                      </p:cBhvr>
                                      <p:to>
                                        <p:strVal val="visible"/>
                                      </p:to>
                                    </p:set>
                                    <p:anim calcmode="lin" valueType="num">
                                      <p:cBhvr additive="base">
                                        <p:cTn id="13" dur="500" fill="hold"/>
                                        <p:tgtEl>
                                          <p:spTgt spid="139270"/>
                                        </p:tgtEl>
                                        <p:attrNameLst>
                                          <p:attrName>ppt_x</p:attrName>
                                        </p:attrNameLst>
                                      </p:cBhvr>
                                      <p:tavLst>
                                        <p:tav tm="0">
                                          <p:val>
                                            <p:strVal val="#ppt_x"/>
                                          </p:val>
                                        </p:tav>
                                        <p:tav tm="100000">
                                          <p:val>
                                            <p:strVal val="#ppt_x"/>
                                          </p:val>
                                        </p:tav>
                                      </p:tavLst>
                                    </p:anim>
                                    <p:anim calcmode="lin" valueType="num">
                                      <p:cBhvr additive="base">
                                        <p:cTn id="14" dur="500" fill="hold"/>
                                        <p:tgtEl>
                                          <p:spTgt spid="13927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9269"/>
                                        </p:tgtEl>
                                        <p:attrNameLst>
                                          <p:attrName>style.visibility</p:attrName>
                                        </p:attrNameLst>
                                      </p:cBhvr>
                                      <p:to>
                                        <p:strVal val="visible"/>
                                      </p:to>
                                    </p:set>
                                    <p:anim calcmode="lin" valueType="num">
                                      <p:cBhvr additive="base">
                                        <p:cTn id="19" dur="500" fill="hold"/>
                                        <p:tgtEl>
                                          <p:spTgt spid="139269"/>
                                        </p:tgtEl>
                                        <p:attrNameLst>
                                          <p:attrName>ppt_x</p:attrName>
                                        </p:attrNameLst>
                                      </p:cBhvr>
                                      <p:tavLst>
                                        <p:tav tm="0">
                                          <p:val>
                                            <p:strVal val="#ppt_x"/>
                                          </p:val>
                                        </p:tav>
                                        <p:tav tm="100000">
                                          <p:val>
                                            <p:strVal val="#ppt_x"/>
                                          </p:val>
                                        </p:tav>
                                      </p:tavLst>
                                    </p:anim>
                                    <p:anim calcmode="lin" valueType="num">
                                      <p:cBhvr additive="base">
                                        <p:cTn id="20" dur="500" fill="hold"/>
                                        <p:tgtEl>
                                          <p:spTgt spid="13926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9271"/>
                                        </p:tgtEl>
                                        <p:attrNameLst>
                                          <p:attrName>style.visibility</p:attrName>
                                        </p:attrNameLst>
                                      </p:cBhvr>
                                      <p:to>
                                        <p:strVal val="visible"/>
                                      </p:to>
                                    </p:set>
                                    <p:anim calcmode="lin" valueType="num">
                                      <p:cBhvr additive="base">
                                        <p:cTn id="25" dur="500" fill="hold"/>
                                        <p:tgtEl>
                                          <p:spTgt spid="139271"/>
                                        </p:tgtEl>
                                        <p:attrNameLst>
                                          <p:attrName>ppt_x</p:attrName>
                                        </p:attrNameLst>
                                      </p:cBhvr>
                                      <p:tavLst>
                                        <p:tav tm="0">
                                          <p:val>
                                            <p:strVal val="#ppt_x"/>
                                          </p:val>
                                        </p:tav>
                                        <p:tav tm="100000">
                                          <p:val>
                                            <p:strVal val="#ppt_x"/>
                                          </p:val>
                                        </p:tav>
                                      </p:tavLst>
                                    </p:anim>
                                    <p:anim calcmode="lin" valueType="num">
                                      <p:cBhvr additive="base">
                                        <p:cTn id="26" dur="500" fill="hold"/>
                                        <p:tgtEl>
                                          <p:spTgt spid="1392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0" grpId="0"/>
      <p:bldP spid="13927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a:extLst>
              <a:ext uri="{FF2B5EF4-FFF2-40B4-BE49-F238E27FC236}">
                <a16:creationId xmlns:a16="http://schemas.microsoft.com/office/drawing/2014/main" id="{382AFA3C-CAE6-2565-34A5-2876283751C1}"/>
              </a:ext>
            </a:extLst>
          </p:cNvPr>
          <p:cNvSpPr>
            <a:spLocks noChangeArrowheads="1"/>
          </p:cNvSpPr>
          <p:nvPr/>
        </p:nvSpPr>
        <p:spPr bwMode="auto">
          <a:xfrm>
            <a:off x="900113" y="3429000"/>
            <a:ext cx="7775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     </a:t>
            </a:r>
            <a:r>
              <a:rPr lang="zh-CN" altLang="en-US" sz="2800">
                <a:latin typeface="Times New Roman" panose="02020603050405020304" pitchFamily="18" charset="0"/>
              </a:rPr>
              <a:t>当</a:t>
            </a:r>
            <a:r>
              <a:rPr lang="zh-CN" altLang="en-US"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一定时，</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zh-CN" altLang="en-US" sz="2800">
                <a:latin typeface="Times New Roman" panose="02020603050405020304" pitchFamily="18" charset="0"/>
              </a:rPr>
              <a:t>越大，</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r>
              <a:rPr lang="zh-CN" altLang="en-US" sz="2800">
                <a:latin typeface="Times New Roman" panose="02020603050405020304" pitchFamily="18" charset="0"/>
              </a:rPr>
              <a:t>越小，系统响应越快。</a:t>
            </a:r>
          </a:p>
        </p:txBody>
      </p:sp>
      <p:grpSp>
        <p:nvGrpSpPr>
          <p:cNvPr id="2" name="Group 4">
            <a:extLst>
              <a:ext uri="{FF2B5EF4-FFF2-40B4-BE49-F238E27FC236}">
                <a16:creationId xmlns:a16="http://schemas.microsoft.com/office/drawing/2014/main" id="{827AEE76-9B22-020A-FCC8-BF6C324F86EF}"/>
              </a:ext>
            </a:extLst>
          </p:cNvPr>
          <p:cNvGrpSpPr>
            <a:grpSpLocks/>
          </p:cNvGrpSpPr>
          <p:nvPr/>
        </p:nvGrpSpPr>
        <p:grpSpPr bwMode="auto">
          <a:xfrm>
            <a:off x="1042988" y="1341438"/>
            <a:ext cx="7086600" cy="1646237"/>
            <a:chOff x="768" y="2256"/>
            <a:chExt cx="4464" cy="1037"/>
          </a:xfrm>
        </p:grpSpPr>
        <p:graphicFrame>
          <p:nvGraphicFramePr>
            <p:cNvPr id="40964" name="Object 5">
              <a:extLst>
                <a:ext uri="{FF2B5EF4-FFF2-40B4-BE49-F238E27FC236}">
                  <a16:creationId xmlns:a16="http://schemas.microsoft.com/office/drawing/2014/main" id="{08D6EB7E-EBF2-FE25-04C9-BCF29B2AA411}"/>
                </a:ext>
              </a:extLst>
            </p:cNvPr>
            <p:cNvGraphicFramePr>
              <a:graphicFrameLocks noChangeAspect="1"/>
            </p:cNvGraphicFramePr>
            <p:nvPr/>
          </p:nvGraphicFramePr>
          <p:xfrm>
            <a:off x="2256" y="2256"/>
            <a:ext cx="2976" cy="1037"/>
          </p:xfrm>
          <a:graphic>
            <a:graphicData uri="http://schemas.openxmlformats.org/presentationml/2006/ole">
              <mc:AlternateContent xmlns:mc="http://schemas.openxmlformats.org/markup-compatibility/2006">
                <mc:Choice xmlns:v="urn:schemas-microsoft-com:vml" Requires="v">
                  <p:oleObj spid="_x0000_s8195" r:id="rId4" imgW="2628900" imgH="914400" progId="Equation.3">
                    <p:embed/>
                  </p:oleObj>
                </mc:Choice>
                <mc:Fallback>
                  <p:oleObj r:id="rId4" imgW="2628900" imgH="9144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6" y="2256"/>
                          <a:ext cx="2976" cy="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5" name="Rectangle 6">
              <a:extLst>
                <a:ext uri="{FF2B5EF4-FFF2-40B4-BE49-F238E27FC236}">
                  <a16:creationId xmlns:a16="http://schemas.microsoft.com/office/drawing/2014/main" id="{86F28232-C5FF-3AD6-4FE5-80ED13DD3985}"/>
                </a:ext>
              </a:extLst>
            </p:cNvPr>
            <p:cNvSpPr>
              <a:spLocks noChangeArrowheads="1"/>
            </p:cNvSpPr>
            <p:nvPr/>
          </p:nvSpPr>
          <p:spPr bwMode="auto">
            <a:xfrm>
              <a:off x="768" y="2601"/>
              <a:ext cx="17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当</a:t>
              </a:r>
              <a:r>
                <a:rPr lang="en-US" altLang="zh-CN" sz="2800">
                  <a:latin typeface="Times New Roman" panose="02020603050405020304" pitchFamily="18" charset="0"/>
                </a:rPr>
                <a:t>0&lt;</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&lt;0.7</a:t>
              </a:r>
              <a:r>
                <a:rPr lang="zh-CN" altLang="en-US" sz="2800">
                  <a:latin typeface="宋体" panose="02010600030101010101" pitchFamily="2" charset="-122"/>
                </a:rPr>
                <a:t>时，</a:t>
              </a:r>
              <a:r>
                <a:rPr lang="zh-CN" altLang="en-US" sz="2800">
                  <a:latin typeface="Times New Roman" panose="02020603050405020304" pitchFamily="18"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1315"/>
                                        </p:tgtEl>
                                        <p:attrNameLst>
                                          <p:attrName>style.visibility</p:attrName>
                                        </p:attrNameLst>
                                      </p:cBhvr>
                                      <p:to>
                                        <p:strVal val="visible"/>
                                      </p:to>
                                    </p:set>
                                    <p:anim calcmode="lin" valueType="num">
                                      <p:cBhvr additive="base">
                                        <p:cTn id="13" dur="500" fill="hold"/>
                                        <p:tgtEl>
                                          <p:spTgt spid="141315"/>
                                        </p:tgtEl>
                                        <p:attrNameLst>
                                          <p:attrName>ppt_x</p:attrName>
                                        </p:attrNameLst>
                                      </p:cBhvr>
                                      <p:tavLst>
                                        <p:tav tm="0">
                                          <p:val>
                                            <p:strVal val="#ppt_x"/>
                                          </p:val>
                                        </p:tav>
                                        <p:tav tm="100000">
                                          <p:val>
                                            <p:strVal val="#ppt_x"/>
                                          </p:val>
                                        </p:tav>
                                      </p:tavLst>
                                    </p:anim>
                                    <p:anim calcmode="lin" valueType="num">
                                      <p:cBhvr additive="base">
                                        <p:cTn id="14" dur="500" fill="hold"/>
                                        <p:tgtEl>
                                          <p:spTgt spid="1413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a:extLst>
              <a:ext uri="{FF2B5EF4-FFF2-40B4-BE49-F238E27FC236}">
                <a16:creationId xmlns:a16="http://schemas.microsoft.com/office/drawing/2014/main" id="{9CE1A3AA-31C5-3A97-2DFD-726DE8AF7BF5}"/>
              </a:ext>
            </a:extLst>
          </p:cNvPr>
          <p:cNvSpPr>
            <a:spLocks noChangeArrowheads="1"/>
          </p:cNvSpPr>
          <p:nvPr/>
        </p:nvSpPr>
        <p:spPr bwMode="auto">
          <a:xfrm>
            <a:off x="1187450" y="1052513"/>
            <a:ext cx="5257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宋体" panose="02010600030101010101" pitchFamily="2" charset="-122"/>
              </a:rPr>
              <a:t>振荡次数</a:t>
            </a:r>
            <a:r>
              <a:rPr lang="en-US" altLang="zh-CN" sz="2800" i="1">
                <a:latin typeface="Times New Roman" panose="02020603050405020304" pitchFamily="18" charset="0"/>
              </a:rPr>
              <a:t>N</a:t>
            </a:r>
            <a:endParaRPr lang="en-US" altLang="zh-CN" sz="2900" i="1" baseline="-18000">
              <a:latin typeface="Times New Roman" panose="02020603050405020304" pitchFamily="18" charset="0"/>
            </a:endParaRPr>
          </a:p>
        </p:txBody>
      </p:sp>
      <p:sp>
        <p:nvSpPr>
          <p:cNvPr id="143364" name="Rectangle 4">
            <a:extLst>
              <a:ext uri="{FF2B5EF4-FFF2-40B4-BE49-F238E27FC236}">
                <a16:creationId xmlns:a16="http://schemas.microsoft.com/office/drawing/2014/main" id="{CB7EC07A-FE6C-EA82-A297-D53AC5CFA76F}"/>
              </a:ext>
            </a:extLst>
          </p:cNvPr>
          <p:cNvSpPr>
            <a:spLocks noChangeArrowheads="1"/>
          </p:cNvSpPr>
          <p:nvPr/>
        </p:nvSpPr>
        <p:spPr bwMode="auto">
          <a:xfrm>
            <a:off x="1219200" y="5403850"/>
            <a:ext cx="7391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pPr>
            <a:r>
              <a:rPr lang="en-US" altLang="zh-CN" sz="2800" i="1">
                <a:latin typeface="Times New Roman" panose="02020603050405020304" pitchFamily="18" charset="0"/>
              </a:rPr>
              <a:t>N </a:t>
            </a:r>
            <a:r>
              <a:rPr lang="zh-CN" altLang="en-US" sz="2800">
                <a:latin typeface="宋体" panose="02010600030101010101" pitchFamily="2" charset="-122"/>
              </a:rPr>
              <a:t>仅与</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zh-CN" altLang="en-US" sz="2800">
                <a:latin typeface="宋体" panose="02010600030101010101" pitchFamily="2" charset="-122"/>
              </a:rPr>
              <a:t>有关。与</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 </a:t>
            </a:r>
            <a:r>
              <a:rPr lang="zh-CN" altLang="en-US" sz="2800">
                <a:latin typeface="宋体" panose="02010600030101010101" pitchFamily="2" charset="-122"/>
              </a:rPr>
              <a:t>一样直接说明了系统的阻尼特性。</a:t>
            </a:r>
            <a:r>
              <a:rPr lang="zh-CN" altLang="en-US"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越大，</a:t>
            </a:r>
            <a:r>
              <a:rPr lang="en-US" altLang="zh-CN" sz="2800" i="1">
                <a:latin typeface="Times New Roman" panose="02020603050405020304" pitchFamily="18" charset="0"/>
              </a:rPr>
              <a:t>N</a:t>
            </a:r>
            <a:r>
              <a:rPr lang="zh-CN" altLang="en-US" sz="2800">
                <a:latin typeface="宋体" panose="02010600030101010101" pitchFamily="2" charset="-122"/>
              </a:rPr>
              <a:t>越小，系统平稳性越好。</a:t>
            </a:r>
            <a:endParaRPr lang="zh-CN" altLang="en-US" sz="2800">
              <a:latin typeface="Times New Roman" panose="02020603050405020304" pitchFamily="18" charset="0"/>
            </a:endParaRPr>
          </a:p>
        </p:txBody>
      </p:sp>
      <p:graphicFrame>
        <p:nvGraphicFramePr>
          <p:cNvPr id="143365" name="Object 5">
            <a:extLst>
              <a:ext uri="{FF2B5EF4-FFF2-40B4-BE49-F238E27FC236}">
                <a16:creationId xmlns:a16="http://schemas.microsoft.com/office/drawing/2014/main" id="{7D7F0C8F-2CD3-3A0F-346E-B792E8713D5D}"/>
              </a:ext>
            </a:extLst>
          </p:cNvPr>
          <p:cNvGraphicFramePr>
            <a:graphicFrameLocks noChangeAspect="1"/>
          </p:cNvGraphicFramePr>
          <p:nvPr/>
        </p:nvGraphicFramePr>
        <p:xfrm>
          <a:off x="2133600" y="2413000"/>
          <a:ext cx="2514600" cy="863600"/>
        </p:xfrm>
        <a:graphic>
          <a:graphicData uri="http://schemas.openxmlformats.org/presentationml/2006/ole">
            <mc:AlternateContent xmlns:mc="http://schemas.openxmlformats.org/markup-compatibility/2006">
              <mc:Choice xmlns:v="urn:schemas-microsoft-com:vml" Requires="v">
                <p:oleObj spid="_x0000_s9220" r:id="rId4" imgW="1638300" imgH="558800" progId="Equation.3">
                  <p:embed/>
                </p:oleObj>
              </mc:Choice>
              <mc:Fallback>
                <p:oleObj r:id="rId4" imgW="1638300" imgH="5588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413000"/>
                        <a:ext cx="2514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366" name="Rectangle 6">
            <a:extLst>
              <a:ext uri="{FF2B5EF4-FFF2-40B4-BE49-F238E27FC236}">
                <a16:creationId xmlns:a16="http://schemas.microsoft.com/office/drawing/2014/main" id="{977E37FE-2C4D-9ABD-3C5A-542625539852}"/>
              </a:ext>
            </a:extLst>
          </p:cNvPr>
          <p:cNvSpPr>
            <a:spLocks noChangeArrowheads="1"/>
          </p:cNvSpPr>
          <p:nvPr/>
        </p:nvSpPr>
        <p:spPr bwMode="auto">
          <a:xfrm>
            <a:off x="1219200" y="1752600"/>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对欠阻尼二阶系统，振荡周期</a:t>
            </a:r>
          </a:p>
        </p:txBody>
      </p:sp>
      <p:grpSp>
        <p:nvGrpSpPr>
          <p:cNvPr id="2" name="Group 7">
            <a:extLst>
              <a:ext uri="{FF2B5EF4-FFF2-40B4-BE49-F238E27FC236}">
                <a16:creationId xmlns:a16="http://schemas.microsoft.com/office/drawing/2014/main" id="{C7E9070C-8CC9-050D-FE87-10F3619E9E6F}"/>
              </a:ext>
            </a:extLst>
          </p:cNvPr>
          <p:cNvGrpSpPr>
            <a:grpSpLocks/>
          </p:cNvGrpSpPr>
          <p:nvPr/>
        </p:nvGrpSpPr>
        <p:grpSpPr bwMode="auto">
          <a:xfrm>
            <a:off x="1219200" y="3475038"/>
            <a:ext cx="4876800" cy="1935162"/>
            <a:chOff x="768" y="2108"/>
            <a:chExt cx="3072" cy="1219"/>
          </a:xfrm>
        </p:grpSpPr>
        <p:graphicFrame>
          <p:nvGraphicFramePr>
            <p:cNvPr id="43015" name="Object 8">
              <a:extLst>
                <a:ext uri="{FF2B5EF4-FFF2-40B4-BE49-F238E27FC236}">
                  <a16:creationId xmlns:a16="http://schemas.microsoft.com/office/drawing/2014/main" id="{A5ECA2AE-4121-4A38-C596-FDBF95345550}"/>
                </a:ext>
              </a:extLst>
            </p:cNvPr>
            <p:cNvGraphicFramePr>
              <a:graphicFrameLocks noChangeAspect="1"/>
            </p:cNvGraphicFramePr>
            <p:nvPr/>
          </p:nvGraphicFramePr>
          <p:xfrm>
            <a:off x="1344" y="2108"/>
            <a:ext cx="2496" cy="1219"/>
          </p:xfrm>
          <a:graphic>
            <a:graphicData uri="http://schemas.openxmlformats.org/presentationml/2006/ole">
              <mc:AlternateContent xmlns:mc="http://schemas.openxmlformats.org/markup-compatibility/2006">
                <mc:Choice xmlns:v="urn:schemas-microsoft-com:vml" Requires="v">
                  <p:oleObj spid="_x0000_s9221" r:id="rId6" imgW="2514600" imgH="1231900" progId="Equation.3">
                    <p:embed/>
                  </p:oleObj>
                </mc:Choice>
                <mc:Fallback>
                  <p:oleObj r:id="rId6" imgW="2514600" imgH="12319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4" y="2108"/>
                          <a:ext cx="2496" cy="1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6" name="Rectangle 9">
              <a:extLst>
                <a:ext uri="{FF2B5EF4-FFF2-40B4-BE49-F238E27FC236}">
                  <a16:creationId xmlns:a16="http://schemas.microsoft.com/office/drawing/2014/main" id="{54ECB88A-01A5-35BF-BB22-55FF51D67949}"/>
                </a:ext>
              </a:extLst>
            </p:cNvPr>
            <p:cNvSpPr>
              <a:spLocks noChangeArrowheads="1"/>
            </p:cNvSpPr>
            <p:nvPr/>
          </p:nvSpPr>
          <p:spPr bwMode="auto">
            <a:xfrm>
              <a:off x="768" y="2501"/>
              <a:ext cx="4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则</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6"/>
                                        </p:tgtEl>
                                        <p:attrNameLst>
                                          <p:attrName>style.visibility</p:attrName>
                                        </p:attrNameLst>
                                      </p:cBhvr>
                                      <p:to>
                                        <p:strVal val="visible"/>
                                      </p:to>
                                    </p:set>
                                    <p:anim calcmode="lin" valueType="num">
                                      <p:cBhvr additive="base">
                                        <p:cTn id="7" dur="500" fill="hold"/>
                                        <p:tgtEl>
                                          <p:spTgt spid="143366"/>
                                        </p:tgtEl>
                                        <p:attrNameLst>
                                          <p:attrName>ppt_x</p:attrName>
                                        </p:attrNameLst>
                                      </p:cBhvr>
                                      <p:tavLst>
                                        <p:tav tm="0">
                                          <p:val>
                                            <p:strVal val="#ppt_x"/>
                                          </p:val>
                                        </p:tav>
                                        <p:tav tm="100000">
                                          <p:val>
                                            <p:strVal val="#ppt_x"/>
                                          </p:val>
                                        </p:tav>
                                      </p:tavLst>
                                    </p:anim>
                                    <p:anim calcmode="lin" valueType="num">
                                      <p:cBhvr additive="base">
                                        <p:cTn id="8" dur="500" fill="hold"/>
                                        <p:tgtEl>
                                          <p:spTgt spid="14336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43365"/>
                                        </p:tgtEl>
                                        <p:attrNameLst>
                                          <p:attrName>style.visibility</p:attrName>
                                        </p:attrNameLst>
                                      </p:cBhvr>
                                      <p:to>
                                        <p:strVal val="visible"/>
                                      </p:to>
                                    </p:set>
                                    <p:anim calcmode="lin" valueType="num">
                                      <p:cBhvr additive="base">
                                        <p:cTn id="13" dur="500" fill="hold"/>
                                        <p:tgtEl>
                                          <p:spTgt spid="143365"/>
                                        </p:tgtEl>
                                        <p:attrNameLst>
                                          <p:attrName>ppt_x</p:attrName>
                                        </p:attrNameLst>
                                      </p:cBhvr>
                                      <p:tavLst>
                                        <p:tav tm="0">
                                          <p:val>
                                            <p:strVal val="#ppt_x"/>
                                          </p:val>
                                        </p:tav>
                                        <p:tav tm="100000">
                                          <p:val>
                                            <p:strVal val="#ppt_x"/>
                                          </p:val>
                                        </p:tav>
                                      </p:tavLst>
                                    </p:anim>
                                    <p:anim calcmode="lin" valueType="num">
                                      <p:cBhvr additive="base">
                                        <p:cTn id="14" dur="500" fill="hold"/>
                                        <p:tgtEl>
                                          <p:spTgt spid="14336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64"/>
                                        </p:tgtEl>
                                        <p:attrNameLst>
                                          <p:attrName>style.visibility</p:attrName>
                                        </p:attrNameLst>
                                      </p:cBhvr>
                                      <p:to>
                                        <p:strVal val="visible"/>
                                      </p:to>
                                    </p:set>
                                    <p:anim calcmode="lin" valueType="num">
                                      <p:cBhvr additive="base">
                                        <p:cTn id="25" dur="500" fill="hold"/>
                                        <p:tgtEl>
                                          <p:spTgt spid="143364"/>
                                        </p:tgtEl>
                                        <p:attrNameLst>
                                          <p:attrName>ppt_x</p:attrName>
                                        </p:attrNameLst>
                                      </p:cBhvr>
                                      <p:tavLst>
                                        <p:tav tm="0">
                                          <p:val>
                                            <p:strVal val="#ppt_x"/>
                                          </p:val>
                                        </p:tav>
                                        <p:tav tm="100000">
                                          <p:val>
                                            <p:strVal val="#ppt_x"/>
                                          </p:val>
                                        </p:tav>
                                      </p:tavLst>
                                    </p:anim>
                                    <p:anim calcmode="lin" valueType="num">
                                      <p:cBhvr additive="base">
                                        <p:cTn id="26" dur="500" fill="hold"/>
                                        <p:tgtEl>
                                          <p:spTgt spid="1433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4" grpId="0"/>
      <p:bldP spid="14336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extLst>
              <a:ext uri="{FF2B5EF4-FFF2-40B4-BE49-F238E27FC236}">
                <a16:creationId xmlns:a16="http://schemas.microsoft.com/office/drawing/2014/main" id="{F618356E-E739-FFCB-1A3F-CBA0C279E233}"/>
              </a:ext>
            </a:extLst>
          </p:cNvPr>
          <p:cNvSpPr>
            <a:spLocks noChangeArrowheads="1"/>
          </p:cNvSpPr>
          <p:nvPr/>
        </p:nvSpPr>
        <p:spPr bwMode="auto">
          <a:xfrm>
            <a:off x="1295400" y="1638300"/>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Times New Roman" panose="02020603050405020304" pitchFamily="18" charset="0"/>
              </a:rPr>
              <a:t>例题</a:t>
            </a:r>
            <a:r>
              <a:rPr lang="en-US" altLang="zh-CN" sz="2800">
                <a:latin typeface="Times New Roman" panose="02020603050405020304" pitchFamily="18" charset="0"/>
              </a:rPr>
              <a:t>1</a:t>
            </a:r>
            <a:endParaRPr lang="en-US" altLang="zh-CN" sz="2900" i="1" baseline="-18000">
              <a:latin typeface="Times New Roman" panose="02020603050405020304" pitchFamily="18" charset="0"/>
            </a:endParaRPr>
          </a:p>
        </p:txBody>
      </p:sp>
      <p:grpSp>
        <p:nvGrpSpPr>
          <p:cNvPr id="45059" name="Group 4">
            <a:extLst>
              <a:ext uri="{FF2B5EF4-FFF2-40B4-BE49-F238E27FC236}">
                <a16:creationId xmlns:a16="http://schemas.microsoft.com/office/drawing/2014/main" id="{175FE7EE-27AE-4D5E-6F70-6EFDBC1C22B0}"/>
              </a:ext>
            </a:extLst>
          </p:cNvPr>
          <p:cNvGrpSpPr>
            <a:grpSpLocks/>
          </p:cNvGrpSpPr>
          <p:nvPr/>
        </p:nvGrpSpPr>
        <p:grpSpPr bwMode="auto">
          <a:xfrm>
            <a:off x="1600200" y="2362200"/>
            <a:ext cx="7010400" cy="3238500"/>
            <a:chOff x="1008" y="1488"/>
            <a:chExt cx="4416" cy="2040"/>
          </a:xfrm>
        </p:grpSpPr>
        <p:sp>
          <p:nvSpPr>
            <p:cNvPr id="45060" name="Rectangle 5">
              <a:extLst>
                <a:ext uri="{FF2B5EF4-FFF2-40B4-BE49-F238E27FC236}">
                  <a16:creationId xmlns:a16="http://schemas.microsoft.com/office/drawing/2014/main" id="{77BCDDC5-515E-CC87-998E-226C8B69EE1E}"/>
                </a:ext>
              </a:extLst>
            </p:cNvPr>
            <p:cNvSpPr>
              <a:spLocks noChangeArrowheads="1"/>
            </p:cNvSpPr>
            <p:nvPr/>
          </p:nvSpPr>
          <p:spPr bwMode="auto">
            <a:xfrm>
              <a:off x="1008" y="1488"/>
              <a:ext cx="4272"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05000"/>
                </a:lnSpc>
              </a:pPr>
              <a:r>
                <a:rPr lang="zh-CN" altLang="en-US" sz="2800">
                  <a:latin typeface="宋体" panose="02010600030101010101" pitchFamily="2" charset="-122"/>
                </a:rPr>
                <a:t>已知单位反馈系统的开环传递函数为： </a:t>
              </a:r>
            </a:p>
          </p:txBody>
        </p:sp>
        <p:sp>
          <p:nvSpPr>
            <p:cNvPr id="45061" name="Rectangle 6">
              <a:extLst>
                <a:ext uri="{FF2B5EF4-FFF2-40B4-BE49-F238E27FC236}">
                  <a16:creationId xmlns:a16="http://schemas.microsoft.com/office/drawing/2014/main" id="{81A77E12-9181-A821-20F3-DC9430DE353C}"/>
                </a:ext>
              </a:extLst>
            </p:cNvPr>
            <p:cNvSpPr>
              <a:spLocks noChangeArrowheads="1"/>
            </p:cNvSpPr>
            <p:nvPr/>
          </p:nvSpPr>
          <p:spPr bwMode="auto">
            <a:xfrm>
              <a:off x="1008" y="2543"/>
              <a:ext cx="4416" cy="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求</a:t>
              </a:r>
              <a:r>
                <a:rPr lang="en-US" altLang="zh-CN" sz="2800" i="1">
                  <a:latin typeface="Times New Roman" panose="02020603050405020304" pitchFamily="18" charset="0"/>
                </a:rPr>
                <a:t>K</a:t>
              </a:r>
              <a:r>
                <a:rPr lang="en-US" altLang="zh-CN" sz="2800">
                  <a:latin typeface="Times New Roman" panose="02020603050405020304" pitchFamily="18" charset="0"/>
                </a:rPr>
                <a:t>=200</a:t>
              </a:r>
              <a:r>
                <a:rPr lang="zh-CN" altLang="en-US" sz="2800">
                  <a:latin typeface="宋体" panose="02010600030101010101" pitchFamily="2" charset="-122"/>
                </a:rPr>
                <a:t>时，系统单位阶跃响应的动态性能指标。若</a:t>
              </a:r>
              <a:r>
                <a:rPr lang="en-US" altLang="zh-CN" sz="2800" i="1">
                  <a:latin typeface="Times New Roman" panose="02020603050405020304" pitchFamily="18" charset="0"/>
                </a:rPr>
                <a:t>K </a:t>
              </a:r>
              <a:r>
                <a:rPr lang="zh-CN" altLang="en-US" sz="2800">
                  <a:latin typeface="宋体" panose="02010600030101010101" pitchFamily="2" charset="-122"/>
                </a:rPr>
                <a:t>增大到</a:t>
              </a:r>
              <a:r>
                <a:rPr lang="en-US" altLang="zh-CN" sz="2800">
                  <a:latin typeface="Times New Roman" panose="02020603050405020304" pitchFamily="18" charset="0"/>
                </a:rPr>
                <a:t>1500</a:t>
              </a:r>
              <a:r>
                <a:rPr lang="zh-CN" altLang="en-US" sz="2800">
                  <a:latin typeface="宋体" panose="02010600030101010101" pitchFamily="2" charset="-122"/>
                </a:rPr>
                <a:t>或减小到</a:t>
              </a:r>
              <a:r>
                <a:rPr lang="en-US" altLang="zh-CN" sz="2800">
                  <a:latin typeface="Times New Roman" panose="02020603050405020304" pitchFamily="18" charset="0"/>
                </a:rPr>
                <a:t>13.5</a:t>
              </a:r>
              <a:r>
                <a:rPr lang="zh-CN" altLang="en-US" sz="2800">
                  <a:latin typeface="宋体" panose="02010600030101010101" pitchFamily="2" charset="-122"/>
                </a:rPr>
                <a:t>，试分析动态性能指标的变化情况。</a:t>
              </a:r>
              <a:r>
                <a:rPr lang="zh-CN" altLang="en-US" sz="2800">
                  <a:latin typeface="Times New Roman" panose="02020603050405020304" pitchFamily="18" charset="0"/>
                </a:rPr>
                <a:t> </a:t>
              </a:r>
            </a:p>
          </p:txBody>
        </p:sp>
        <p:graphicFrame>
          <p:nvGraphicFramePr>
            <p:cNvPr id="45062" name="Object 7">
              <a:extLst>
                <a:ext uri="{FF2B5EF4-FFF2-40B4-BE49-F238E27FC236}">
                  <a16:creationId xmlns:a16="http://schemas.microsoft.com/office/drawing/2014/main" id="{2DE8B41C-F2AB-5D6C-C7FF-F1694D6AECA1}"/>
                </a:ext>
              </a:extLst>
            </p:cNvPr>
            <p:cNvGraphicFramePr>
              <a:graphicFrameLocks noChangeAspect="1"/>
            </p:cNvGraphicFramePr>
            <p:nvPr/>
          </p:nvGraphicFramePr>
          <p:xfrm>
            <a:off x="1920" y="1928"/>
            <a:ext cx="1488" cy="544"/>
          </p:xfrm>
          <a:graphic>
            <a:graphicData uri="http://schemas.openxmlformats.org/presentationml/2006/ole">
              <mc:AlternateContent xmlns:mc="http://schemas.openxmlformats.org/markup-compatibility/2006">
                <mc:Choice xmlns:v="urn:schemas-microsoft-com:vml" Requires="v">
                  <p:oleObj spid="_x0000_s10243" r:id="rId4" imgW="1333500" imgH="482600" progId="Equation.3">
                    <p:embed/>
                  </p:oleObj>
                </mc:Choice>
                <mc:Fallback>
                  <p:oleObj r:id="rId4" imgW="1333500" imgH="482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0" y="1928"/>
                          <a:ext cx="148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61BEAC5A-6DD8-12FE-75AA-A01A63CD1E15}"/>
              </a:ext>
            </a:extLst>
          </p:cNvPr>
          <p:cNvSpPr>
            <a:spLocks noChangeArrowheads="1"/>
          </p:cNvSpPr>
          <p:nvPr/>
        </p:nvSpPr>
        <p:spPr bwMode="auto">
          <a:xfrm>
            <a:off x="1258888" y="1125538"/>
            <a:ext cx="5715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宋体" panose="02010600030101010101" pitchFamily="2" charset="-122"/>
              </a:rPr>
              <a:t>解</a:t>
            </a:r>
            <a:r>
              <a:rPr lang="zh-CN" altLang="en-US" sz="2800">
                <a:latin typeface="宋体" panose="02010600030101010101" pitchFamily="2" charset="-122"/>
              </a:rPr>
              <a:t>：系统闭环传递函数为：</a:t>
            </a:r>
            <a:r>
              <a:rPr lang="zh-CN" altLang="en-US" sz="2800">
                <a:latin typeface="Times New Roman" panose="02020603050405020304" pitchFamily="18" charset="0"/>
              </a:rPr>
              <a:t> </a:t>
            </a:r>
          </a:p>
        </p:txBody>
      </p:sp>
      <p:graphicFrame>
        <p:nvGraphicFramePr>
          <p:cNvPr id="157700" name="Object 4">
            <a:extLst>
              <a:ext uri="{FF2B5EF4-FFF2-40B4-BE49-F238E27FC236}">
                <a16:creationId xmlns:a16="http://schemas.microsoft.com/office/drawing/2014/main" id="{34B0739E-DECE-7186-516F-2E611202AF17}"/>
              </a:ext>
            </a:extLst>
          </p:cNvPr>
          <p:cNvGraphicFramePr>
            <a:graphicFrameLocks noChangeAspect="1"/>
          </p:cNvGraphicFramePr>
          <p:nvPr/>
        </p:nvGraphicFramePr>
        <p:xfrm>
          <a:off x="2051050" y="1916113"/>
          <a:ext cx="4787900" cy="936625"/>
        </p:xfrm>
        <a:graphic>
          <a:graphicData uri="http://schemas.openxmlformats.org/presentationml/2006/ole">
            <mc:AlternateContent xmlns:mc="http://schemas.openxmlformats.org/markup-compatibility/2006">
              <mc:Choice xmlns:v="urn:schemas-microsoft-com:vml" Requires="v">
                <p:oleObj spid="_x0000_s11269" r:id="rId4" imgW="2489200" imgH="482600" progId="Equation.3">
                  <p:embed/>
                </p:oleObj>
              </mc:Choice>
              <mc:Fallback>
                <p:oleObj r:id="rId4" imgW="2489200" imgH="482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1916113"/>
                        <a:ext cx="47879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7701" name="Rectangle 5">
            <a:extLst>
              <a:ext uri="{FF2B5EF4-FFF2-40B4-BE49-F238E27FC236}">
                <a16:creationId xmlns:a16="http://schemas.microsoft.com/office/drawing/2014/main" id="{BBA8AB5E-12F9-EA72-C4C3-D419ACA84D03}"/>
              </a:ext>
            </a:extLst>
          </p:cNvPr>
          <p:cNvSpPr>
            <a:spLocks noChangeArrowheads="1"/>
          </p:cNvSpPr>
          <p:nvPr/>
        </p:nvSpPr>
        <p:spPr bwMode="auto">
          <a:xfrm>
            <a:off x="2057400" y="3138488"/>
            <a:ext cx="396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K </a:t>
            </a:r>
            <a:r>
              <a:rPr lang="en-US" altLang="zh-CN" sz="2800">
                <a:latin typeface="Times New Roman" panose="02020603050405020304" pitchFamily="18" charset="0"/>
              </a:rPr>
              <a:t>= 200</a:t>
            </a:r>
            <a:r>
              <a:rPr lang="zh-CN" altLang="en-US" sz="2800">
                <a:latin typeface="宋体" panose="02010600030101010101" pitchFamily="2" charset="-122"/>
              </a:rPr>
              <a:t>时</a:t>
            </a:r>
            <a:r>
              <a:rPr lang="zh-CN" altLang="en-US" sz="2800">
                <a:latin typeface="Times New Roman" panose="02020603050405020304" pitchFamily="18" charset="0"/>
              </a:rPr>
              <a:t> </a:t>
            </a:r>
          </a:p>
        </p:txBody>
      </p:sp>
      <p:graphicFrame>
        <p:nvGraphicFramePr>
          <p:cNvPr id="157702" name="Object 6">
            <a:extLst>
              <a:ext uri="{FF2B5EF4-FFF2-40B4-BE49-F238E27FC236}">
                <a16:creationId xmlns:a16="http://schemas.microsoft.com/office/drawing/2014/main" id="{F5F65780-6B83-3703-8685-33B35D13130C}"/>
              </a:ext>
            </a:extLst>
          </p:cNvPr>
          <p:cNvGraphicFramePr>
            <a:graphicFrameLocks noChangeAspect="1"/>
          </p:cNvGraphicFramePr>
          <p:nvPr/>
        </p:nvGraphicFramePr>
        <p:xfrm>
          <a:off x="2590800" y="3733800"/>
          <a:ext cx="2971800" cy="788988"/>
        </p:xfrm>
        <a:graphic>
          <a:graphicData uri="http://schemas.openxmlformats.org/presentationml/2006/ole">
            <mc:AlternateContent xmlns:mc="http://schemas.openxmlformats.org/markup-compatibility/2006">
              <mc:Choice xmlns:v="urn:schemas-microsoft-com:vml" Requires="v">
                <p:oleObj spid="_x0000_s11270" r:id="rId6" imgW="1828800" imgH="482600" progId="Equation.3">
                  <p:embed/>
                </p:oleObj>
              </mc:Choice>
              <mc:Fallback>
                <p:oleObj r:id="rId6" imgW="1828800" imgH="482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3733800"/>
                        <a:ext cx="29718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7703" name="Rectangle 7">
            <a:extLst>
              <a:ext uri="{FF2B5EF4-FFF2-40B4-BE49-F238E27FC236}">
                <a16:creationId xmlns:a16="http://schemas.microsoft.com/office/drawing/2014/main" id="{C9B2B462-9444-939F-E137-BF26395EBA63}"/>
              </a:ext>
            </a:extLst>
          </p:cNvPr>
          <p:cNvSpPr>
            <a:spLocks noChangeArrowheads="1"/>
          </p:cNvSpPr>
          <p:nvPr/>
        </p:nvSpPr>
        <p:spPr bwMode="auto">
          <a:xfrm>
            <a:off x="2540000" y="4662488"/>
            <a:ext cx="363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en-US" altLang="zh-CN" sz="2800">
                <a:latin typeface="Times New Roman" panose="02020603050405020304" pitchFamily="18" charset="0"/>
              </a:rPr>
              <a:t>=31.6</a:t>
            </a:r>
            <a:r>
              <a:rPr lang="en-US" altLang="zh-CN" sz="2800" i="1">
                <a:latin typeface="Times New Roman" panose="02020603050405020304" pitchFamily="18" charset="0"/>
              </a:rPr>
              <a:t>rad</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zh-CN" altLang="en-US" sz="2800">
                <a:latin typeface="Times New Roman" panose="02020603050405020304" pitchFamily="18" charset="0"/>
              </a:rPr>
              <a:t>，</a:t>
            </a:r>
            <a:r>
              <a:rPr lang="zh-CN" altLang="en-US"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=0.545</a:t>
            </a:r>
          </a:p>
        </p:txBody>
      </p:sp>
      <p:graphicFrame>
        <p:nvGraphicFramePr>
          <p:cNvPr id="157704" name="Object 8">
            <a:extLst>
              <a:ext uri="{FF2B5EF4-FFF2-40B4-BE49-F238E27FC236}">
                <a16:creationId xmlns:a16="http://schemas.microsoft.com/office/drawing/2014/main" id="{D108F7A4-150C-E7F4-C9A5-C696361E3F75}"/>
              </a:ext>
            </a:extLst>
          </p:cNvPr>
          <p:cNvGraphicFramePr>
            <a:graphicFrameLocks noChangeAspect="1"/>
          </p:cNvGraphicFramePr>
          <p:nvPr/>
        </p:nvGraphicFramePr>
        <p:xfrm>
          <a:off x="2684463" y="5410200"/>
          <a:ext cx="3030537" cy="904875"/>
        </p:xfrm>
        <a:graphic>
          <a:graphicData uri="http://schemas.openxmlformats.org/presentationml/2006/ole">
            <mc:AlternateContent xmlns:mc="http://schemas.openxmlformats.org/markup-compatibility/2006">
              <mc:Choice xmlns:v="urn:schemas-microsoft-com:vml" Requires="v">
                <p:oleObj spid="_x0000_s11271" r:id="rId8" imgW="1612900" imgH="482600" progId="Equation.3">
                  <p:embed/>
                </p:oleObj>
              </mc:Choice>
              <mc:Fallback>
                <p:oleObj r:id="rId8" imgW="1612900" imgH="4826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84463" y="5410200"/>
                        <a:ext cx="3030537"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7700"/>
                                        </p:tgtEl>
                                        <p:attrNameLst>
                                          <p:attrName>style.visibility</p:attrName>
                                        </p:attrNameLst>
                                      </p:cBhvr>
                                      <p:to>
                                        <p:strVal val="visible"/>
                                      </p:to>
                                    </p:set>
                                    <p:anim calcmode="lin" valueType="num">
                                      <p:cBhvr additive="base">
                                        <p:cTn id="7" dur="500" fill="hold"/>
                                        <p:tgtEl>
                                          <p:spTgt spid="157700"/>
                                        </p:tgtEl>
                                        <p:attrNameLst>
                                          <p:attrName>ppt_x</p:attrName>
                                        </p:attrNameLst>
                                      </p:cBhvr>
                                      <p:tavLst>
                                        <p:tav tm="0">
                                          <p:val>
                                            <p:strVal val="#ppt_x"/>
                                          </p:val>
                                        </p:tav>
                                        <p:tav tm="100000">
                                          <p:val>
                                            <p:strVal val="#ppt_x"/>
                                          </p:val>
                                        </p:tav>
                                      </p:tavLst>
                                    </p:anim>
                                    <p:anim calcmode="lin" valueType="num">
                                      <p:cBhvr additive="base">
                                        <p:cTn id="8" dur="500" fill="hold"/>
                                        <p:tgtEl>
                                          <p:spTgt spid="15770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7701"/>
                                        </p:tgtEl>
                                        <p:attrNameLst>
                                          <p:attrName>style.visibility</p:attrName>
                                        </p:attrNameLst>
                                      </p:cBhvr>
                                      <p:to>
                                        <p:strVal val="visible"/>
                                      </p:to>
                                    </p:set>
                                    <p:anim calcmode="lin" valueType="num">
                                      <p:cBhvr additive="base">
                                        <p:cTn id="13" dur="500" fill="hold"/>
                                        <p:tgtEl>
                                          <p:spTgt spid="157701"/>
                                        </p:tgtEl>
                                        <p:attrNameLst>
                                          <p:attrName>ppt_x</p:attrName>
                                        </p:attrNameLst>
                                      </p:cBhvr>
                                      <p:tavLst>
                                        <p:tav tm="0">
                                          <p:val>
                                            <p:strVal val="#ppt_x"/>
                                          </p:val>
                                        </p:tav>
                                        <p:tav tm="100000">
                                          <p:val>
                                            <p:strVal val="#ppt_x"/>
                                          </p:val>
                                        </p:tav>
                                      </p:tavLst>
                                    </p:anim>
                                    <p:anim calcmode="lin" valueType="num">
                                      <p:cBhvr additive="base">
                                        <p:cTn id="14" dur="500" fill="hold"/>
                                        <p:tgtEl>
                                          <p:spTgt spid="15770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7702"/>
                                        </p:tgtEl>
                                        <p:attrNameLst>
                                          <p:attrName>style.visibility</p:attrName>
                                        </p:attrNameLst>
                                      </p:cBhvr>
                                      <p:to>
                                        <p:strVal val="visible"/>
                                      </p:to>
                                    </p:set>
                                    <p:anim calcmode="lin" valueType="num">
                                      <p:cBhvr additive="base">
                                        <p:cTn id="19" dur="500" fill="hold"/>
                                        <p:tgtEl>
                                          <p:spTgt spid="157702"/>
                                        </p:tgtEl>
                                        <p:attrNameLst>
                                          <p:attrName>ppt_x</p:attrName>
                                        </p:attrNameLst>
                                      </p:cBhvr>
                                      <p:tavLst>
                                        <p:tav tm="0">
                                          <p:val>
                                            <p:strVal val="#ppt_x"/>
                                          </p:val>
                                        </p:tav>
                                        <p:tav tm="100000">
                                          <p:val>
                                            <p:strVal val="#ppt_x"/>
                                          </p:val>
                                        </p:tav>
                                      </p:tavLst>
                                    </p:anim>
                                    <p:anim calcmode="lin" valueType="num">
                                      <p:cBhvr additive="base">
                                        <p:cTn id="20" dur="500" fill="hold"/>
                                        <p:tgtEl>
                                          <p:spTgt spid="15770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7703"/>
                                        </p:tgtEl>
                                        <p:attrNameLst>
                                          <p:attrName>style.visibility</p:attrName>
                                        </p:attrNameLst>
                                      </p:cBhvr>
                                      <p:to>
                                        <p:strVal val="visible"/>
                                      </p:to>
                                    </p:set>
                                    <p:anim calcmode="lin" valueType="num">
                                      <p:cBhvr additive="base">
                                        <p:cTn id="25" dur="500" fill="hold"/>
                                        <p:tgtEl>
                                          <p:spTgt spid="157703"/>
                                        </p:tgtEl>
                                        <p:attrNameLst>
                                          <p:attrName>ppt_x</p:attrName>
                                        </p:attrNameLst>
                                      </p:cBhvr>
                                      <p:tavLst>
                                        <p:tav tm="0">
                                          <p:val>
                                            <p:strVal val="#ppt_x"/>
                                          </p:val>
                                        </p:tav>
                                        <p:tav tm="100000">
                                          <p:val>
                                            <p:strVal val="#ppt_x"/>
                                          </p:val>
                                        </p:tav>
                                      </p:tavLst>
                                    </p:anim>
                                    <p:anim calcmode="lin" valueType="num">
                                      <p:cBhvr additive="base">
                                        <p:cTn id="26" dur="500" fill="hold"/>
                                        <p:tgtEl>
                                          <p:spTgt spid="15770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57704"/>
                                        </p:tgtEl>
                                        <p:attrNameLst>
                                          <p:attrName>style.visibility</p:attrName>
                                        </p:attrNameLst>
                                      </p:cBhvr>
                                      <p:to>
                                        <p:strVal val="visible"/>
                                      </p:to>
                                    </p:set>
                                    <p:anim calcmode="lin" valueType="num">
                                      <p:cBhvr additive="base">
                                        <p:cTn id="31" dur="500" fill="hold"/>
                                        <p:tgtEl>
                                          <p:spTgt spid="157704"/>
                                        </p:tgtEl>
                                        <p:attrNameLst>
                                          <p:attrName>ppt_x</p:attrName>
                                        </p:attrNameLst>
                                      </p:cBhvr>
                                      <p:tavLst>
                                        <p:tav tm="0">
                                          <p:val>
                                            <p:strVal val="#ppt_x"/>
                                          </p:val>
                                        </p:tav>
                                        <p:tav tm="100000">
                                          <p:val>
                                            <p:strVal val="#ppt_x"/>
                                          </p:val>
                                        </p:tav>
                                      </p:tavLst>
                                    </p:anim>
                                    <p:anim calcmode="lin" valueType="num">
                                      <p:cBhvr additive="base">
                                        <p:cTn id="32" dur="500" fill="hold"/>
                                        <p:tgtEl>
                                          <p:spTgt spid="1577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p:bldP spid="15770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9747" name="Object 3">
            <a:extLst>
              <a:ext uri="{FF2B5EF4-FFF2-40B4-BE49-F238E27FC236}">
                <a16:creationId xmlns:a16="http://schemas.microsoft.com/office/drawing/2014/main" id="{6DFE5B99-4B22-9BE4-6A18-C20D2448C821}"/>
              </a:ext>
            </a:extLst>
          </p:cNvPr>
          <p:cNvGraphicFramePr>
            <a:graphicFrameLocks noChangeAspect="1"/>
          </p:cNvGraphicFramePr>
          <p:nvPr/>
        </p:nvGraphicFramePr>
        <p:xfrm>
          <a:off x="2286000" y="3886200"/>
          <a:ext cx="3505200" cy="782638"/>
        </p:xfrm>
        <a:graphic>
          <a:graphicData uri="http://schemas.openxmlformats.org/presentationml/2006/ole">
            <mc:AlternateContent xmlns:mc="http://schemas.openxmlformats.org/markup-compatibility/2006">
              <mc:Choice xmlns:v="urn:schemas-microsoft-com:vml" Requires="v">
                <p:oleObj spid="_x0000_s12294" r:id="rId4" imgW="2222500" imgH="495300" progId="Equation.3">
                  <p:embed/>
                </p:oleObj>
              </mc:Choice>
              <mc:Fallback>
                <p:oleObj r:id="rId4" imgW="2222500" imgH="495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3886200"/>
                        <a:ext cx="3505200"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9748" name="Object 4">
            <a:extLst>
              <a:ext uri="{FF2B5EF4-FFF2-40B4-BE49-F238E27FC236}">
                <a16:creationId xmlns:a16="http://schemas.microsoft.com/office/drawing/2014/main" id="{5DE6BCDD-9C6C-B76A-C531-6DD5662F0124}"/>
              </a:ext>
            </a:extLst>
          </p:cNvPr>
          <p:cNvGraphicFramePr>
            <a:graphicFrameLocks noChangeAspect="1"/>
          </p:cNvGraphicFramePr>
          <p:nvPr/>
        </p:nvGraphicFramePr>
        <p:xfrm>
          <a:off x="2286000" y="3008313"/>
          <a:ext cx="4038600" cy="649287"/>
        </p:xfrm>
        <a:graphic>
          <a:graphicData uri="http://schemas.openxmlformats.org/presentationml/2006/ole">
            <mc:AlternateContent xmlns:mc="http://schemas.openxmlformats.org/markup-compatibility/2006">
              <mc:Choice xmlns:v="urn:schemas-microsoft-com:vml" Requires="v">
                <p:oleObj spid="_x0000_s12295" r:id="rId6" imgW="2374900" imgH="381000" progId="Equation.3">
                  <p:embed/>
                </p:oleObj>
              </mc:Choice>
              <mc:Fallback>
                <p:oleObj r:id="rId6" imgW="2374900" imgH="3810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3008313"/>
                        <a:ext cx="40386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9749" name="Object 5">
            <a:extLst>
              <a:ext uri="{FF2B5EF4-FFF2-40B4-BE49-F238E27FC236}">
                <a16:creationId xmlns:a16="http://schemas.microsoft.com/office/drawing/2014/main" id="{C37A7059-9784-A474-E156-DD9C7AE0E8F4}"/>
              </a:ext>
            </a:extLst>
          </p:cNvPr>
          <p:cNvGraphicFramePr>
            <a:graphicFrameLocks noChangeAspect="1"/>
          </p:cNvGraphicFramePr>
          <p:nvPr/>
        </p:nvGraphicFramePr>
        <p:xfrm>
          <a:off x="2286000" y="5033963"/>
          <a:ext cx="3733800" cy="833437"/>
        </p:xfrm>
        <a:graphic>
          <a:graphicData uri="http://schemas.openxmlformats.org/presentationml/2006/ole">
            <mc:AlternateContent xmlns:mc="http://schemas.openxmlformats.org/markup-compatibility/2006">
              <mc:Choice xmlns:v="urn:schemas-microsoft-com:vml" Requires="v">
                <p:oleObj spid="_x0000_s12296" r:id="rId8" imgW="2565400" imgH="571500" progId="Equation.3">
                  <p:embed/>
                </p:oleObj>
              </mc:Choice>
              <mc:Fallback>
                <p:oleObj r:id="rId8" imgW="2565400" imgH="5715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0" y="5033963"/>
                        <a:ext cx="3733800"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57" name="Object 6">
            <a:extLst>
              <a:ext uri="{FF2B5EF4-FFF2-40B4-BE49-F238E27FC236}">
                <a16:creationId xmlns:a16="http://schemas.microsoft.com/office/drawing/2014/main" id="{B5E3F6A7-8A30-4D63-9488-2EFFAA8C76DF}"/>
              </a:ext>
            </a:extLst>
          </p:cNvPr>
          <p:cNvGraphicFramePr>
            <a:graphicFrameLocks noChangeAspect="1"/>
          </p:cNvGraphicFramePr>
          <p:nvPr/>
        </p:nvGraphicFramePr>
        <p:xfrm>
          <a:off x="2286000" y="1752600"/>
          <a:ext cx="2819400" cy="908050"/>
        </p:xfrm>
        <a:graphic>
          <a:graphicData uri="http://schemas.openxmlformats.org/presentationml/2006/ole">
            <mc:AlternateContent xmlns:mc="http://schemas.openxmlformats.org/markup-compatibility/2006">
              <mc:Choice xmlns:v="urn:schemas-microsoft-com:vml" Requires="v">
                <p:oleObj spid="_x0000_s12297" r:id="rId10" imgW="1739900" imgH="558800" progId="Equation.3">
                  <p:embed/>
                </p:oleObj>
              </mc:Choice>
              <mc:Fallback>
                <p:oleObj r:id="rId10" imgW="1739900" imgH="5588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6000" y="1752600"/>
                        <a:ext cx="2819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9748"/>
                                        </p:tgtEl>
                                        <p:attrNameLst>
                                          <p:attrName>style.visibility</p:attrName>
                                        </p:attrNameLst>
                                      </p:cBhvr>
                                      <p:to>
                                        <p:strVal val="visible"/>
                                      </p:to>
                                    </p:set>
                                    <p:anim calcmode="lin" valueType="num">
                                      <p:cBhvr additive="base">
                                        <p:cTn id="7" dur="500" fill="hold"/>
                                        <p:tgtEl>
                                          <p:spTgt spid="159748"/>
                                        </p:tgtEl>
                                        <p:attrNameLst>
                                          <p:attrName>ppt_x</p:attrName>
                                        </p:attrNameLst>
                                      </p:cBhvr>
                                      <p:tavLst>
                                        <p:tav tm="0">
                                          <p:val>
                                            <p:strVal val="#ppt_x"/>
                                          </p:val>
                                        </p:tav>
                                        <p:tav tm="100000">
                                          <p:val>
                                            <p:strVal val="#ppt_x"/>
                                          </p:val>
                                        </p:tav>
                                      </p:tavLst>
                                    </p:anim>
                                    <p:anim calcmode="lin" valueType="num">
                                      <p:cBhvr additive="base">
                                        <p:cTn id="8" dur="500" fill="hold"/>
                                        <p:tgtEl>
                                          <p:spTgt spid="1597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9747"/>
                                        </p:tgtEl>
                                        <p:attrNameLst>
                                          <p:attrName>style.visibility</p:attrName>
                                        </p:attrNameLst>
                                      </p:cBhvr>
                                      <p:to>
                                        <p:strVal val="visible"/>
                                      </p:to>
                                    </p:set>
                                    <p:anim calcmode="lin" valueType="num">
                                      <p:cBhvr additive="base">
                                        <p:cTn id="13" dur="500" fill="hold"/>
                                        <p:tgtEl>
                                          <p:spTgt spid="159747"/>
                                        </p:tgtEl>
                                        <p:attrNameLst>
                                          <p:attrName>ppt_x</p:attrName>
                                        </p:attrNameLst>
                                      </p:cBhvr>
                                      <p:tavLst>
                                        <p:tav tm="0">
                                          <p:val>
                                            <p:strVal val="#ppt_x"/>
                                          </p:val>
                                        </p:tav>
                                        <p:tav tm="100000">
                                          <p:val>
                                            <p:strVal val="#ppt_x"/>
                                          </p:val>
                                        </p:tav>
                                      </p:tavLst>
                                    </p:anim>
                                    <p:anim calcmode="lin" valueType="num">
                                      <p:cBhvr additive="base">
                                        <p:cTn id="14" dur="500" fill="hold"/>
                                        <p:tgtEl>
                                          <p:spTgt spid="15974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9749"/>
                                        </p:tgtEl>
                                        <p:attrNameLst>
                                          <p:attrName>style.visibility</p:attrName>
                                        </p:attrNameLst>
                                      </p:cBhvr>
                                      <p:to>
                                        <p:strVal val="visible"/>
                                      </p:to>
                                    </p:set>
                                    <p:anim calcmode="lin" valueType="num">
                                      <p:cBhvr additive="base">
                                        <p:cTn id="19" dur="500" fill="hold"/>
                                        <p:tgtEl>
                                          <p:spTgt spid="159749"/>
                                        </p:tgtEl>
                                        <p:attrNameLst>
                                          <p:attrName>ppt_x</p:attrName>
                                        </p:attrNameLst>
                                      </p:cBhvr>
                                      <p:tavLst>
                                        <p:tav tm="0">
                                          <p:val>
                                            <p:strVal val="#ppt_x"/>
                                          </p:val>
                                        </p:tav>
                                        <p:tav tm="100000">
                                          <p:val>
                                            <p:strVal val="#ppt_x"/>
                                          </p:val>
                                        </p:tav>
                                      </p:tavLst>
                                    </p:anim>
                                    <p:anim calcmode="lin" valueType="num">
                                      <p:cBhvr additive="base">
                                        <p:cTn id="20" dur="500" fill="hold"/>
                                        <p:tgtEl>
                                          <p:spTgt spid="1597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F88BFAB8-D055-008D-EA32-8CA78A0C2F71}"/>
              </a:ext>
            </a:extLst>
          </p:cNvPr>
          <p:cNvSpPr>
            <a:spLocks noChangeArrowheads="1"/>
          </p:cNvSpPr>
          <p:nvPr/>
        </p:nvSpPr>
        <p:spPr bwMode="auto">
          <a:xfrm>
            <a:off x="1676400" y="1981200"/>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2</a:t>
            </a:r>
            <a:r>
              <a:rPr lang="zh-CN" altLang="en-US" sz="2800">
                <a:latin typeface="Times New Roman" panose="02020603050405020304" pitchFamily="18" charset="0"/>
              </a:rPr>
              <a:t>）</a:t>
            </a:r>
            <a:r>
              <a:rPr lang="en-US" altLang="zh-CN" sz="2800" i="1">
                <a:latin typeface="Times New Roman" panose="02020603050405020304" pitchFamily="18" charset="0"/>
              </a:rPr>
              <a:t>K </a:t>
            </a:r>
            <a:r>
              <a:rPr lang="en-US" altLang="zh-CN" sz="2800">
                <a:latin typeface="Times New Roman" panose="02020603050405020304" pitchFamily="18" charset="0"/>
              </a:rPr>
              <a:t>= 1500</a:t>
            </a:r>
            <a:r>
              <a:rPr lang="zh-CN" altLang="en-US" sz="2800">
                <a:latin typeface="宋体" panose="02010600030101010101" pitchFamily="2" charset="-122"/>
              </a:rPr>
              <a:t>时</a:t>
            </a:r>
            <a:r>
              <a:rPr lang="zh-CN" altLang="en-US" sz="2800">
                <a:latin typeface="Times New Roman" panose="02020603050405020304" pitchFamily="18" charset="0"/>
              </a:rPr>
              <a:t> </a:t>
            </a:r>
          </a:p>
        </p:txBody>
      </p:sp>
      <p:sp>
        <p:nvSpPr>
          <p:cNvPr id="161796" name="Rectangle 4">
            <a:extLst>
              <a:ext uri="{FF2B5EF4-FFF2-40B4-BE49-F238E27FC236}">
                <a16:creationId xmlns:a16="http://schemas.microsoft.com/office/drawing/2014/main" id="{3651C5FF-496B-FDA3-57C2-59E2C2DEB083}"/>
              </a:ext>
            </a:extLst>
          </p:cNvPr>
          <p:cNvSpPr>
            <a:spLocks noChangeArrowheads="1"/>
          </p:cNvSpPr>
          <p:nvPr/>
        </p:nvSpPr>
        <p:spPr bwMode="auto">
          <a:xfrm>
            <a:off x="2209800" y="2660650"/>
            <a:ext cx="617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en-US" altLang="zh-CN" sz="2800">
                <a:latin typeface="Times New Roman" panose="02020603050405020304" pitchFamily="18" charset="0"/>
              </a:rPr>
              <a:t>=86.2</a:t>
            </a:r>
            <a:r>
              <a:rPr lang="en-US" altLang="zh-CN" sz="2800" i="1">
                <a:latin typeface="Times New Roman" panose="02020603050405020304" pitchFamily="18" charset="0"/>
              </a:rPr>
              <a:t>rad</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zh-CN" altLang="en-US" sz="2800">
                <a:latin typeface="宋体" panose="02010600030101010101" pitchFamily="2" charset="-122"/>
              </a:rPr>
              <a:t>，</a:t>
            </a:r>
            <a:r>
              <a:rPr lang="zh-CN" altLang="en-US"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=0.2</a:t>
            </a:r>
            <a:r>
              <a:rPr lang="zh-CN" altLang="en-US" sz="2800">
                <a:latin typeface="宋体" panose="02010600030101010101" pitchFamily="2" charset="-122"/>
              </a:rPr>
              <a:t>，同样可计算得：</a:t>
            </a:r>
            <a:r>
              <a:rPr lang="zh-CN" altLang="en-US" sz="2800">
                <a:latin typeface="Times New Roman" panose="02020603050405020304" pitchFamily="18" charset="0"/>
              </a:rPr>
              <a:t> </a:t>
            </a:r>
          </a:p>
        </p:txBody>
      </p:sp>
      <p:sp>
        <p:nvSpPr>
          <p:cNvPr id="161797" name="Rectangle 5">
            <a:extLst>
              <a:ext uri="{FF2B5EF4-FFF2-40B4-BE49-F238E27FC236}">
                <a16:creationId xmlns:a16="http://schemas.microsoft.com/office/drawing/2014/main" id="{99527B63-8D5A-7E0B-9335-57AAAAE1532B}"/>
              </a:ext>
            </a:extLst>
          </p:cNvPr>
          <p:cNvSpPr>
            <a:spLocks noChangeArrowheads="1"/>
          </p:cNvSpPr>
          <p:nvPr/>
        </p:nvSpPr>
        <p:spPr bwMode="auto">
          <a:xfrm>
            <a:off x="2195513" y="3263900"/>
            <a:ext cx="51196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i="1">
                <a:latin typeface="Times New Roman" panose="02020603050405020304" pitchFamily="18" charset="0"/>
              </a:rPr>
              <a:t>t</a:t>
            </a:r>
            <a:r>
              <a:rPr lang="en-US" altLang="zh-CN" sz="2900" i="1" baseline="-18000">
                <a:latin typeface="Times New Roman" panose="02020603050405020304" pitchFamily="18" charset="0"/>
              </a:rPr>
              <a:t>r</a:t>
            </a:r>
            <a:r>
              <a:rPr lang="en-US" altLang="zh-CN" sz="2800">
                <a:latin typeface="Times New Roman" panose="02020603050405020304" pitchFamily="18" charset="0"/>
              </a:rPr>
              <a:t>=0.021</a:t>
            </a:r>
            <a:r>
              <a:rPr lang="en-US" altLang="zh-CN" sz="2800" i="1">
                <a:latin typeface="Times New Roman" panose="02020603050405020304" pitchFamily="18" charset="0"/>
              </a:rPr>
              <a:t>s</a:t>
            </a:r>
            <a:r>
              <a:rPr lang="zh-CN" altLang="en-US" sz="2800">
                <a:latin typeface="Times New Roman" panose="02020603050405020304" pitchFamily="18" charset="0"/>
              </a:rPr>
              <a:t>，</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a:t>
            </a:r>
            <a:r>
              <a:rPr lang="en-US" altLang="zh-CN" sz="2800">
                <a:latin typeface="Times New Roman" panose="02020603050405020304" pitchFamily="18" charset="0"/>
              </a:rPr>
              <a:t>=0.037</a:t>
            </a:r>
            <a:r>
              <a:rPr lang="en-US" altLang="zh-CN" sz="2800" i="1">
                <a:latin typeface="Times New Roman" panose="02020603050405020304" pitchFamily="18" charset="0"/>
              </a:rPr>
              <a:t>s</a:t>
            </a:r>
            <a:r>
              <a:rPr lang="zh-CN" altLang="en-US" sz="2800">
                <a:latin typeface="Times New Roman" panose="02020603050405020304" pitchFamily="18" charset="0"/>
              </a:rPr>
              <a:t>，</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a:t>
            </a:r>
            <a:r>
              <a:rPr lang="en-US" altLang="zh-CN" sz="2800">
                <a:latin typeface="Times New Roman" panose="02020603050405020304" pitchFamily="18" charset="0"/>
              </a:rPr>
              <a:t>=52.7%</a:t>
            </a:r>
          </a:p>
          <a:p>
            <a:pPr eaLnBrk="1" hangingPunct="1">
              <a:lnSpc>
                <a:spcPct val="115000"/>
              </a:lnSpc>
            </a:pP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r>
              <a:rPr lang="en-US" altLang="zh-CN" sz="2800">
                <a:latin typeface="Times New Roman" panose="02020603050405020304" pitchFamily="18" charset="0"/>
              </a:rPr>
              <a:t>=0.174</a:t>
            </a:r>
            <a:r>
              <a:rPr lang="en-US" altLang="zh-CN" sz="2800" i="1">
                <a:latin typeface="Times New Roman" panose="02020603050405020304" pitchFamily="18" charset="0"/>
              </a:rPr>
              <a:t>s</a:t>
            </a:r>
            <a:r>
              <a:rPr lang="zh-CN" altLang="en-US" sz="2800">
                <a:latin typeface="Times New Roman" panose="02020603050405020304" pitchFamily="18" charset="0"/>
              </a:rPr>
              <a:t>，</a:t>
            </a:r>
            <a:r>
              <a:rPr lang="en-US" altLang="zh-CN" sz="2800" i="1">
                <a:latin typeface="Times New Roman" panose="02020603050405020304" pitchFamily="18" charset="0"/>
              </a:rPr>
              <a:t>N=</a:t>
            </a:r>
            <a:r>
              <a:rPr lang="en-US" altLang="zh-CN" sz="2800">
                <a:latin typeface="Times New Roman" panose="02020603050405020304" pitchFamily="18" charset="0"/>
              </a:rPr>
              <a:t>2.34</a:t>
            </a:r>
          </a:p>
        </p:txBody>
      </p:sp>
      <p:sp>
        <p:nvSpPr>
          <p:cNvPr id="161798" name="Rectangle 6">
            <a:extLst>
              <a:ext uri="{FF2B5EF4-FFF2-40B4-BE49-F238E27FC236}">
                <a16:creationId xmlns:a16="http://schemas.microsoft.com/office/drawing/2014/main" id="{383C132D-0ED9-6CC8-00DF-B80E48004457}"/>
              </a:ext>
            </a:extLst>
          </p:cNvPr>
          <p:cNvSpPr>
            <a:spLocks noChangeArrowheads="1"/>
          </p:cNvSpPr>
          <p:nvPr/>
        </p:nvSpPr>
        <p:spPr bwMode="auto">
          <a:xfrm>
            <a:off x="2133600" y="4413250"/>
            <a:ext cx="6400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可见，增大</a:t>
            </a:r>
            <a:r>
              <a:rPr lang="en-US" altLang="zh-CN" sz="2800" i="1">
                <a:latin typeface="Times New Roman" panose="02020603050405020304" pitchFamily="18" charset="0"/>
              </a:rPr>
              <a:t>K</a:t>
            </a:r>
            <a:r>
              <a:rPr lang="zh-CN" altLang="en-US" sz="2800">
                <a:latin typeface="宋体" panose="02010600030101010101" pitchFamily="2" charset="-122"/>
              </a:rPr>
              <a:t>，</a:t>
            </a:r>
            <a:r>
              <a:rPr lang="zh-CN" altLang="en-US"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减小，</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zh-CN" altLang="en-US" sz="2800">
                <a:latin typeface="宋体" panose="02010600030101010101" pitchFamily="2" charset="-122"/>
              </a:rPr>
              <a:t>提高，引起</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a:t>
            </a:r>
            <a:r>
              <a:rPr lang="zh-CN" altLang="en-US" sz="2800">
                <a:latin typeface="宋体" panose="02010600030101010101" pitchFamily="2" charset="-122"/>
              </a:rPr>
              <a:t>减小，</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a:t>
            </a:r>
            <a:r>
              <a:rPr lang="zh-CN" altLang="en-US" sz="2800">
                <a:latin typeface="宋体" panose="02010600030101010101" pitchFamily="2" charset="-122"/>
              </a:rPr>
              <a:t>增大，而</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r>
              <a:rPr lang="zh-CN" altLang="en-US" sz="2800">
                <a:latin typeface="宋体" panose="02010600030101010101" pitchFamily="2" charset="-122"/>
              </a:rPr>
              <a:t>无变化</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 calcmode="lin" valueType="num">
                                      <p:cBhvr additive="base">
                                        <p:cTn id="7" dur="500" fill="hold"/>
                                        <p:tgtEl>
                                          <p:spTgt spid="161796"/>
                                        </p:tgtEl>
                                        <p:attrNameLst>
                                          <p:attrName>ppt_x</p:attrName>
                                        </p:attrNameLst>
                                      </p:cBhvr>
                                      <p:tavLst>
                                        <p:tav tm="0">
                                          <p:val>
                                            <p:strVal val="#ppt_x"/>
                                          </p:val>
                                        </p:tav>
                                        <p:tav tm="100000">
                                          <p:val>
                                            <p:strVal val="#ppt_x"/>
                                          </p:val>
                                        </p:tav>
                                      </p:tavLst>
                                    </p:anim>
                                    <p:anim calcmode="lin" valueType="num">
                                      <p:cBhvr additive="base">
                                        <p:cTn id="8" dur="500" fill="hold"/>
                                        <p:tgtEl>
                                          <p:spTgt spid="16179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1797"/>
                                        </p:tgtEl>
                                        <p:attrNameLst>
                                          <p:attrName>style.visibility</p:attrName>
                                        </p:attrNameLst>
                                      </p:cBhvr>
                                      <p:to>
                                        <p:strVal val="visible"/>
                                      </p:to>
                                    </p:set>
                                    <p:anim calcmode="lin" valueType="num">
                                      <p:cBhvr additive="base">
                                        <p:cTn id="13" dur="500" fill="hold"/>
                                        <p:tgtEl>
                                          <p:spTgt spid="161797"/>
                                        </p:tgtEl>
                                        <p:attrNameLst>
                                          <p:attrName>ppt_x</p:attrName>
                                        </p:attrNameLst>
                                      </p:cBhvr>
                                      <p:tavLst>
                                        <p:tav tm="0">
                                          <p:val>
                                            <p:strVal val="#ppt_x"/>
                                          </p:val>
                                        </p:tav>
                                        <p:tav tm="100000">
                                          <p:val>
                                            <p:strVal val="#ppt_x"/>
                                          </p:val>
                                        </p:tav>
                                      </p:tavLst>
                                    </p:anim>
                                    <p:anim calcmode="lin" valueType="num">
                                      <p:cBhvr additive="base">
                                        <p:cTn id="14" dur="500" fill="hold"/>
                                        <p:tgtEl>
                                          <p:spTgt spid="16179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1798"/>
                                        </p:tgtEl>
                                        <p:attrNameLst>
                                          <p:attrName>style.visibility</p:attrName>
                                        </p:attrNameLst>
                                      </p:cBhvr>
                                      <p:to>
                                        <p:strVal val="visible"/>
                                      </p:to>
                                    </p:set>
                                    <p:anim calcmode="lin" valueType="num">
                                      <p:cBhvr additive="base">
                                        <p:cTn id="19" dur="500" fill="hold"/>
                                        <p:tgtEl>
                                          <p:spTgt spid="161798"/>
                                        </p:tgtEl>
                                        <p:attrNameLst>
                                          <p:attrName>ppt_x</p:attrName>
                                        </p:attrNameLst>
                                      </p:cBhvr>
                                      <p:tavLst>
                                        <p:tav tm="0">
                                          <p:val>
                                            <p:strVal val="#ppt_x"/>
                                          </p:val>
                                        </p:tav>
                                        <p:tav tm="100000">
                                          <p:val>
                                            <p:strVal val="#ppt_x"/>
                                          </p:val>
                                        </p:tav>
                                      </p:tavLst>
                                    </p:anim>
                                    <p:anim calcmode="lin" valueType="num">
                                      <p:cBhvr additive="base">
                                        <p:cTn id="20" dur="500" fill="hold"/>
                                        <p:tgtEl>
                                          <p:spTgt spid="161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p:bldP spid="161797" grpId="0"/>
      <p:bldP spid="16179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E9B090B0-4C64-8DEB-EB96-0FA534A0F280}"/>
              </a:ext>
            </a:extLst>
          </p:cNvPr>
          <p:cNvSpPr>
            <a:spLocks noChangeArrowheads="1"/>
          </p:cNvSpPr>
          <p:nvPr/>
        </p:nvSpPr>
        <p:spPr bwMode="auto">
          <a:xfrm>
            <a:off x="1981200" y="4379913"/>
            <a:ext cx="6553200"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Times New Roman" panose="02020603050405020304" pitchFamily="18" charset="0"/>
              </a:rPr>
              <a:t>即系统可以视为由两个时间常数不同的</a:t>
            </a:r>
          </a:p>
          <a:p>
            <a:pPr eaLnBrk="1" hangingPunct="1">
              <a:lnSpc>
                <a:spcPct val="115000"/>
              </a:lnSpc>
            </a:pPr>
            <a:r>
              <a:rPr lang="zh-CN" altLang="en-US" sz="2800">
                <a:latin typeface="Times New Roman" panose="02020603050405020304" pitchFamily="18" charset="0"/>
              </a:rPr>
              <a:t>一阶系统串联组成，其中</a:t>
            </a:r>
          </a:p>
          <a:p>
            <a:pPr eaLnBrk="1" hangingPunct="1">
              <a:lnSpc>
                <a:spcPct val="115000"/>
              </a:lnSpc>
              <a:spcBef>
                <a:spcPct val="25000"/>
              </a:spcBef>
            </a:pPr>
            <a:r>
              <a:rPr lang="zh-CN" altLang="en-US" sz="2800" i="1">
                <a:latin typeface="Times New Roman" panose="02020603050405020304" pitchFamily="18" charset="0"/>
              </a:rPr>
              <a:t>            </a:t>
            </a:r>
            <a:r>
              <a:rPr lang="en-US" altLang="zh-CN" sz="2800" i="1">
                <a:latin typeface="Times New Roman" panose="02020603050405020304" pitchFamily="18" charset="0"/>
              </a:rPr>
              <a:t>T</a:t>
            </a:r>
            <a:r>
              <a:rPr lang="en-US" altLang="zh-CN" sz="2900" baseline="-18000">
                <a:latin typeface="Times New Roman" panose="02020603050405020304" pitchFamily="18" charset="0"/>
              </a:rPr>
              <a:t>1</a:t>
            </a:r>
            <a:r>
              <a:rPr lang="en-US" altLang="zh-CN" sz="2800">
                <a:latin typeface="Times New Roman" panose="02020603050405020304" pitchFamily="18" charset="0"/>
              </a:rPr>
              <a:t>=0.481</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900" baseline="-18000">
                <a:latin typeface="Times New Roman" panose="02020603050405020304" pitchFamily="18" charset="0"/>
              </a:rPr>
              <a:t>2</a:t>
            </a:r>
            <a:r>
              <a:rPr lang="en-US" altLang="zh-CN" sz="2800">
                <a:latin typeface="Times New Roman" panose="02020603050405020304" pitchFamily="18" charset="0"/>
              </a:rPr>
              <a:t>=0.0308</a:t>
            </a:r>
            <a:r>
              <a:rPr lang="en-US" altLang="zh-CN" sz="2800" i="1">
                <a:latin typeface="Times New Roman" panose="02020603050405020304" pitchFamily="18" charset="0"/>
              </a:rPr>
              <a:t>s</a:t>
            </a:r>
            <a:endParaRPr lang="en-US" altLang="zh-CN" sz="2800">
              <a:latin typeface="Times New Roman" panose="02020603050405020304" pitchFamily="18" charset="0"/>
            </a:endParaRPr>
          </a:p>
        </p:txBody>
      </p:sp>
      <p:sp>
        <p:nvSpPr>
          <p:cNvPr id="53251" name="Rectangle 4">
            <a:extLst>
              <a:ext uri="{FF2B5EF4-FFF2-40B4-BE49-F238E27FC236}">
                <a16:creationId xmlns:a16="http://schemas.microsoft.com/office/drawing/2014/main" id="{567A7504-7B69-668E-64EE-8D9E410EDA29}"/>
              </a:ext>
            </a:extLst>
          </p:cNvPr>
          <p:cNvSpPr>
            <a:spLocks noChangeArrowheads="1"/>
          </p:cNvSpPr>
          <p:nvPr/>
        </p:nvSpPr>
        <p:spPr bwMode="auto">
          <a:xfrm>
            <a:off x="1447800" y="1579563"/>
            <a:ext cx="396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3</a:t>
            </a:r>
            <a:r>
              <a:rPr lang="zh-CN" altLang="en-US" sz="2800">
                <a:latin typeface="Times New Roman" panose="02020603050405020304" pitchFamily="18" charset="0"/>
              </a:rPr>
              <a:t>）</a:t>
            </a:r>
            <a:r>
              <a:rPr lang="en-US" altLang="zh-CN" sz="2800" i="1">
                <a:latin typeface="Times New Roman" panose="02020603050405020304" pitchFamily="18" charset="0"/>
              </a:rPr>
              <a:t>K </a:t>
            </a:r>
            <a:r>
              <a:rPr lang="en-US" altLang="zh-CN" sz="2800">
                <a:latin typeface="Times New Roman" panose="02020603050405020304" pitchFamily="18" charset="0"/>
              </a:rPr>
              <a:t>= 13.5</a:t>
            </a:r>
            <a:r>
              <a:rPr lang="zh-CN" altLang="en-US" sz="2800">
                <a:latin typeface="宋体" panose="02010600030101010101" pitchFamily="2" charset="-122"/>
              </a:rPr>
              <a:t>时</a:t>
            </a:r>
            <a:r>
              <a:rPr lang="zh-CN" altLang="en-US" sz="2800">
                <a:latin typeface="Times New Roman" panose="02020603050405020304" pitchFamily="18" charset="0"/>
              </a:rPr>
              <a:t> </a:t>
            </a:r>
          </a:p>
        </p:txBody>
      </p:sp>
      <p:sp>
        <p:nvSpPr>
          <p:cNvPr id="163845" name="Rectangle 5">
            <a:extLst>
              <a:ext uri="{FF2B5EF4-FFF2-40B4-BE49-F238E27FC236}">
                <a16:creationId xmlns:a16="http://schemas.microsoft.com/office/drawing/2014/main" id="{E32F15B1-4118-AE69-28D5-6EFC8B5A67CB}"/>
              </a:ext>
            </a:extLst>
          </p:cNvPr>
          <p:cNvSpPr>
            <a:spLocks noChangeArrowheads="1"/>
          </p:cNvSpPr>
          <p:nvPr/>
        </p:nvSpPr>
        <p:spPr bwMode="auto">
          <a:xfrm>
            <a:off x="1981200" y="2195513"/>
            <a:ext cx="6629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en-US" altLang="zh-CN" sz="2800">
                <a:latin typeface="Times New Roman" panose="02020603050405020304" pitchFamily="18" charset="0"/>
              </a:rPr>
              <a:t>=8.22</a:t>
            </a:r>
            <a:r>
              <a:rPr lang="en-US" altLang="zh-CN" sz="2800" i="1">
                <a:latin typeface="Times New Roman" panose="02020603050405020304" pitchFamily="18" charset="0"/>
              </a:rPr>
              <a:t>rad</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zh-CN" altLang="en-US" sz="2800">
                <a:latin typeface="宋体" panose="02010600030101010101" pitchFamily="2" charset="-122"/>
              </a:rPr>
              <a:t>，</a:t>
            </a:r>
            <a:r>
              <a:rPr lang="zh-CN" altLang="en-US"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=2.1 </a:t>
            </a:r>
            <a:r>
              <a:rPr lang="zh-CN" altLang="en-US" sz="2800">
                <a:latin typeface="Times New Roman" panose="02020603050405020304" pitchFamily="18" charset="0"/>
              </a:rPr>
              <a:t>，</a:t>
            </a:r>
            <a:r>
              <a:rPr lang="zh-CN" altLang="en-US" sz="2800">
                <a:latin typeface="宋体" panose="02010600030101010101" pitchFamily="2" charset="-122"/>
              </a:rPr>
              <a:t>系统工作于过阻尼状态，传递函数可以改写为：</a:t>
            </a:r>
            <a:r>
              <a:rPr lang="zh-CN" altLang="en-US" sz="2800">
                <a:latin typeface="Times New Roman" panose="02020603050405020304" pitchFamily="18" charset="0"/>
              </a:rPr>
              <a:t> </a:t>
            </a:r>
          </a:p>
        </p:txBody>
      </p:sp>
      <p:graphicFrame>
        <p:nvGraphicFramePr>
          <p:cNvPr id="163846" name="Object 6">
            <a:extLst>
              <a:ext uri="{FF2B5EF4-FFF2-40B4-BE49-F238E27FC236}">
                <a16:creationId xmlns:a16="http://schemas.microsoft.com/office/drawing/2014/main" id="{10826D6A-E055-84FA-5F30-5C35EFE814A2}"/>
              </a:ext>
            </a:extLst>
          </p:cNvPr>
          <p:cNvGraphicFramePr>
            <a:graphicFrameLocks noChangeAspect="1"/>
          </p:cNvGraphicFramePr>
          <p:nvPr/>
        </p:nvGraphicFramePr>
        <p:xfrm>
          <a:off x="2057400" y="3444875"/>
          <a:ext cx="6019800" cy="782638"/>
        </p:xfrm>
        <a:graphic>
          <a:graphicData uri="http://schemas.openxmlformats.org/presentationml/2006/ole">
            <mc:AlternateContent xmlns:mc="http://schemas.openxmlformats.org/markup-compatibility/2006">
              <mc:Choice xmlns:v="urn:schemas-microsoft-com:vml" Requires="v">
                <p:oleObj spid="_x0000_s13315" r:id="rId4" imgW="3733800" imgH="482600" progId="Equation.3">
                  <p:embed/>
                </p:oleObj>
              </mc:Choice>
              <mc:Fallback>
                <p:oleObj r:id="rId4" imgW="3733800" imgH="482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3444875"/>
                        <a:ext cx="6019800"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45"/>
                                        </p:tgtEl>
                                        <p:attrNameLst>
                                          <p:attrName>style.visibility</p:attrName>
                                        </p:attrNameLst>
                                      </p:cBhvr>
                                      <p:to>
                                        <p:strVal val="visible"/>
                                      </p:to>
                                    </p:set>
                                    <p:anim calcmode="lin" valueType="num">
                                      <p:cBhvr additive="base">
                                        <p:cTn id="7" dur="500" fill="hold"/>
                                        <p:tgtEl>
                                          <p:spTgt spid="163845"/>
                                        </p:tgtEl>
                                        <p:attrNameLst>
                                          <p:attrName>ppt_x</p:attrName>
                                        </p:attrNameLst>
                                      </p:cBhvr>
                                      <p:tavLst>
                                        <p:tav tm="0">
                                          <p:val>
                                            <p:strVal val="#ppt_x"/>
                                          </p:val>
                                        </p:tav>
                                        <p:tav tm="100000">
                                          <p:val>
                                            <p:strVal val="#ppt_x"/>
                                          </p:val>
                                        </p:tav>
                                      </p:tavLst>
                                    </p:anim>
                                    <p:anim calcmode="lin" valueType="num">
                                      <p:cBhvr additive="base">
                                        <p:cTn id="8" dur="500" fill="hold"/>
                                        <p:tgtEl>
                                          <p:spTgt spid="16384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3846"/>
                                        </p:tgtEl>
                                        <p:attrNameLst>
                                          <p:attrName>style.visibility</p:attrName>
                                        </p:attrNameLst>
                                      </p:cBhvr>
                                      <p:to>
                                        <p:strVal val="visible"/>
                                      </p:to>
                                    </p:set>
                                    <p:anim calcmode="lin" valueType="num">
                                      <p:cBhvr additive="base">
                                        <p:cTn id="13" dur="500" fill="hold"/>
                                        <p:tgtEl>
                                          <p:spTgt spid="163846"/>
                                        </p:tgtEl>
                                        <p:attrNameLst>
                                          <p:attrName>ppt_x</p:attrName>
                                        </p:attrNameLst>
                                      </p:cBhvr>
                                      <p:tavLst>
                                        <p:tav tm="0">
                                          <p:val>
                                            <p:strVal val="#ppt_x"/>
                                          </p:val>
                                        </p:tav>
                                        <p:tav tm="100000">
                                          <p:val>
                                            <p:strVal val="#ppt_x"/>
                                          </p:val>
                                        </p:tav>
                                      </p:tavLst>
                                    </p:anim>
                                    <p:anim calcmode="lin" valueType="num">
                                      <p:cBhvr additive="base">
                                        <p:cTn id="14" dur="500" fill="hold"/>
                                        <p:tgtEl>
                                          <p:spTgt spid="16384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43"/>
                                        </p:tgtEl>
                                        <p:attrNameLst>
                                          <p:attrName>style.visibility</p:attrName>
                                        </p:attrNameLst>
                                      </p:cBhvr>
                                      <p:to>
                                        <p:strVal val="visible"/>
                                      </p:to>
                                    </p:set>
                                    <p:anim calcmode="lin" valueType="num">
                                      <p:cBhvr additive="base">
                                        <p:cTn id="19" dur="500" fill="hold"/>
                                        <p:tgtEl>
                                          <p:spTgt spid="163843"/>
                                        </p:tgtEl>
                                        <p:attrNameLst>
                                          <p:attrName>ppt_x</p:attrName>
                                        </p:attrNameLst>
                                      </p:cBhvr>
                                      <p:tavLst>
                                        <p:tav tm="0">
                                          <p:val>
                                            <p:strVal val="#ppt_x"/>
                                          </p:val>
                                        </p:tav>
                                        <p:tav tm="100000">
                                          <p:val>
                                            <p:strVal val="#ppt_x"/>
                                          </p:val>
                                        </p:tav>
                                      </p:tavLst>
                                    </p:anim>
                                    <p:anim calcmode="lin" valueType="num">
                                      <p:cBhvr additive="base">
                                        <p:cTn id="20" dur="500" fill="hold"/>
                                        <p:tgtEl>
                                          <p:spTgt spid="1638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DA72A98F-589C-942E-B1C8-4D331337284C}"/>
              </a:ext>
            </a:extLst>
          </p:cNvPr>
          <p:cNvSpPr>
            <a:spLocks noChangeArrowheads="1"/>
          </p:cNvSpPr>
          <p:nvPr/>
        </p:nvSpPr>
        <p:spPr bwMode="auto">
          <a:xfrm>
            <a:off x="1371600" y="2133600"/>
            <a:ext cx="7162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50000"/>
              </a:spcBef>
            </a:pPr>
            <a:r>
              <a:rPr lang="zh-CN" altLang="en-US" sz="2800">
                <a:latin typeface="Times New Roman" panose="02020603050405020304" pitchFamily="18" charset="0"/>
              </a:rPr>
              <a:t>对于过阻尼系统，</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p</a:t>
            </a:r>
            <a:r>
              <a:rPr lang="zh-CN" altLang="en-US" sz="2800">
                <a:latin typeface="Times New Roman" panose="02020603050405020304" pitchFamily="18" charset="0"/>
              </a:rPr>
              <a:t>，</a:t>
            </a:r>
            <a:r>
              <a:rPr lang="en-US" altLang="zh-CN" sz="2800" i="1">
                <a:latin typeface="Times New Roman" panose="02020603050405020304" pitchFamily="18" charset="0"/>
              </a:rPr>
              <a:t>M</a:t>
            </a:r>
            <a:r>
              <a:rPr lang="en-US" altLang="zh-CN" sz="2900" i="1" baseline="-18000">
                <a:latin typeface="Times New Roman" panose="02020603050405020304" pitchFamily="18" charset="0"/>
              </a:rPr>
              <a:t>p</a:t>
            </a:r>
            <a:r>
              <a:rPr lang="zh-CN" altLang="en-US" sz="2800">
                <a:latin typeface="Times New Roman" panose="02020603050405020304" pitchFamily="18" charset="0"/>
              </a:rPr>
              <a:t>，</a:t>
            </a:r>
            <a:r>
              <a:rPr lang="en-US" altLang="zh-CN" sz="2800" i="1">
                <a:latin typeface="Times New Roman" panose="02020603050405020304" pitchFamily="18" charset="0"/>
              </a:rPr>
              <a:t>N</a:t>
            </a:r>
            <a:r>
              <a:rPr lang="zh-CN" altLang="en-US" sz="2800">
                <a:latin typeface="Times New Roman" panose="02020603050405020304" pitchFamily="18" charset="0"/>
              </a:rPr>
              <a:t>已无意义，而调整时间</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r>
              <a:rPr lang="zh-CN" altLang="en-US" sz="2800">
                <a:latin typeface="Times New Roman" panose="02020603050405020304" pitchFamily="18" charset="0"/>
              </a:rPr>
              <a:t>间可以通过其中时间常数大的一阶系统进行估算，即：</a:t>
            </a:r>
          </a:p>
          <a:p>
            <a:pPr eaLnBrk="1" hangingPunct="1">
              <a:lnSpc>
                <a:spcPct val="115000"/>
              </a:lnSpc>
              <a:spcBef>
                <a:spcPct val="25000"/>
              </a:spcBef>
            </a:pPr>
            <a:r>
              <a:rPr lang="zh-CN" altLang="en-US" sz="2800" i="1">
                <a:latin typeface="Times New Roman" panose="02020603050405020304" pitchFamily="18" charset="0"/>
              </a:rPr>
              <a:t>         </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r>
              <a:rPr lang="en-US" altLang="zh-CN" sz="2800">
                <a:latin typeface="Times New Roman" panose="02020603050405020304" pitchFamily="18" charset="0"/>
              </a:rPr>
              <a:t>=3</a:t>
            </a:r>
            <a:r>
              <a:rPr lang="en-US" altLang="zh-CN" sz="2800" i="1">
                <a:latin typeface="Times New Roman" panose="02020603050405020304" pitchFamily="18" charset="0"/>
              </a:rPr>
              <a:t>T</a:t>
            </a:r>
            <a:r>
              <a:rPr lang="en-US" altLang="zh-CN" sz="2900" baseline="-18000">
                <a:latin typeface="Times New Roman" panose="02020603050405020304" pitchFamily="18" charset="0"/>
              </a:rPr>
              <a:t>1</a:t>
            </a:r>
            <a:r>
              <a:rPr lang="en-US" altLang="zh-CN" sz="2800">
                <a:latin typeface="Times New Roman" panose="02020603050405020304" pitchFamily="18" charset="0"/>
              </a:rPr>
              <a:t>=1.443</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=0.05)</a:t>
            </a:r>
          </a:p>
        </p:txBody>
      </p:sp>
      <p:sp>
        <p:nvSpPr>
          <p:cNvPr id="165892" name="Rectangle 4">
            <a:extLst>
              <a:ext uri="{FF2B5EF4-FFF2-40B4-BE49-F238E27FC236}">
                <a16:creationId xmlns:a16="http://schemas.microsoft.com/office/drawing/2014/main" id="{7658DD30-B7FF-E1B1-85D3-0AC1394BCBDA}"/>
              </a:ext>
            </a:extLst>
          </p:cNvPr>
          <p:cNvSpPr>
            <a:spLocks noChangeArrowheads="1"/>
          </p:cNvSpPr>
          <p:nvPr/>
        </p:nvSpPr>
        <p:spPr bwMode="auto">
          <a:xfrm>
            <a:off x="1371600" y="4387850"/>
            <a:ext cx="716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显然，</a:t>
            </a:r>
            <a:r>
              <a:rPr lang="en-US" altLang="zh-CN" sz="2800" i="1">
                <a:latin typeface="Times New Roman" panose="02020603050405020304" pitchFamily="18" charset="0"/>
              </a:rPr>
              <a:t>t</a:t>
            </a:r>
            <a:r>
              <a:rPr lang="en-US" altLang="zh-CN" sz="2900" i="1" baseline="-18000">
                <a:latin typeface="Times New Roman" panose="02020603050405020304" pitchFamily="18" charset="0"/>
              </a:rPr>
              <a:t>s</a:t>
            </a:r>
            <a:r>
              <a:rPr lang="zh-CN" altLang="en-US" sz="2800">
                <a:latin typeface="宋体" panose="02010600030101010101" pitchFamily="2" charset="-122"/>
              </a:rPr>
              <a:t>比前两种情形要大得多，虽然系统无超调，但过渡过程缓慢。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 calcmode="lin" valueType="num">
                                      <p:cBhvr additive="base">
                                        <p:cTn id="7" dur="500" fill="hold"/>
                                        <p:tgtEl>
                                          <p:spTgt spid="165892"/>
                                        </p:tgtEl>
                                        <p:attrNameLst>
                                          <p:attrName>ppt_x</p:attrName>
                                        </p:attrNameLst>
                                      </p:cBhvr>
                                      <p:tavLst>
                                        <p:tav tm="0">
                                          <p:val>
                                            <p:strVal val="#ppt_x"/>
                                          </p:val>
                                        </p:tav>
                                        <p:tav tm="100000">
                                          <p:val>
                                            <p:strVal val="#ppt_x"/>
                                          </p:val>
                                        </p:tav>
                                      </p:tavLst>
                                    </p:anim>
                                    <p:anim calcmode="lin" valueType="num">
                                      <p:cBhvr additive="base">
                                        <p:cTn id="8" dur="500" fill="hold"/>
                                        <p:tgtEl>
                                          <p:spTgt spid="1658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6561AF80-8B39-E44A-70EF-749A5A5E106A}"/>
              </a:ext>
            </a:extLst>
          </p:cNvPr>
          <p:cNvSpPr>
            <a:spLocks noChangeArrowheads="1"/>
          </p:cNvSpPr>
          <p:nvPr/>
        </p:nvSpPr>
        <p:spPr bwMode="auto">
          <a:xfrm>
            <a:off x="539750" y="836613"/>
            <a:ext cx="5257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en-US" altLang="zh-CN" sz="2800">
                <a:latin typeface="Times New Roman" panose="02020603050405020304" pitchFamily="18" charset="0"/>
              </a:rPr>
              <a:t> </a:t>
            </a:r>
            <a:r>
              <a:rPr lang="zh-CN" altLang="en-US" sz="2800">
                <a:latin typeface="Times New Roman" panose="02020603050405020304" pitchFamily="18" charset="0"/>
              </a:rPr>
              <a:t>例题</a:t>
            </a:r>
            <a:r>
              <a:rPr lang="en-US" altLang="zh-CN" sz="2800">
                <a:latin typeface="Times New Roman" panose="02020603050405020304" pitchFamily="18" charset="0"/>
              </a:rPr>
              <a:t>2</a:t>
            </a:r>
            <a:endParaRPr lang="en-US" altLang="zh-CN" sz="2900" i="1" baseline="-18000">
              <a:latin typeface="Times New Roman" panose="02020603050405020304" pitchFamily="18" charset="0"/>
            </a:endParaRPr>
          </a:p>
        </p:txBody>
      </p:sp>
      <p:sp>
        <p:nvSpPr>
          <p:cNvPr id="57347" name="Rectangle 4">
            <a:extLst>
              <a:ext uri="{FF2B5EF4-FFF2-40B4-BE49-F238E27FC236}">
                <a16:creationId xmlns:a16="http://schemas.microsoft.com/office/drawing/2014/main" id="{C9DA182F-B6BC-C542-8CF1-6A84819BD920}"/>
              </a:ext>
            </a:extLst>
          </p:cNvPr>
          <p:cNvSpPr>
            <a:spLocks noChangeArrowheads="1"/>
          </p:cNvSpPr>
          <p:nvPr/>
        </p:nvSpPr>
        <p:spPr bwMode="auto">
          <a:xfrm>
            <a:off x="755650" y="1773238"/>
            <a:ext cx="7777163"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05000"/>
              </a:lnSpc>
            </a:pPr>
            <a:r>
              <a:rPr lang="zh-CN" altLang="en-US" sz="2800">
                <a:latin typeface="宋体" panose="02010600030101010101" pitchFamily="2" charset="-122"/>
              </a:rPr>
              <a:t>图</a:t>
            </a:r>
            <a:r>
              <a:rPr lang="en-US" altLang="zh-CN" sz="2800">
                <a:latin typeface="Times New Roman" panose="02020603050405020304" pitchFamily="18" charset="0"/>
              </a:rPr>
              <a:t>a)</a:t>
            </a:r>
            <a:r>
              <a:rPr lang="zh-CN" altLang="en-US" sz="2800">
                <a:latin typeface="宋体" panose="02010600030101010101" pitchFamily="2" charset="-122"/>
              </a:rPr>
              <a:t>所示机械系统，当在质量块</a:t>
            </a:r>
            <a:r>
              <a:rPr lang="en-US" altLang="zh-CN" sz="2800" i="1">
                <a:latin typeface="Times New Roman" panose="02020603050405020304" pitchFamily="18" charset="0"/>
              </a:rPr>
              <a:t>M</a:t>
            </a:r>
            <a:r>
              <a:rPr lang="zh-CN" altLang="en-US" sz="2800">
                <a:latin typeface="宋体" panose="02010600030101010101" pitchFamily="2" charset="-122"/>
              </a:rPr>
              <a:t>上施加</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)=300</a:t>
            </a:r>
            <a:r>
              <a:rPr lang="en-US" altLang="zh-CN" sz="2800" i="1">
                <a:latin typeface="Times New Roman" panose="02020603050405020304" pitchFamily="18" charset="0"/>
              </a:rPr>
              <a:t>N</a:t>
            </a:r>
            <a:r>
              <a:rPr lang="zh-CN" altLang="en-US" sz="2800">
                <a:latin typeface="宋体" panose="02010600030101010101" pitchFamily="2" charset="-122"/>
              </a:rPr>
              <a:t>的阶跃力后，</a:t>
            </a:r>
            <a:r>
              <a:rPr lang="en-US" altLang="zh-CN" sz="2800" i="1">
                <a:latin typeface="Times New Roman" panose="02020603050405020304" pitchFamily="18" charset="0"/>
              </a:rPr>
              <a:t>M</a:t>
            </a:r>
            <a:r>
              <a:rPr lang="zh-CN" altLang="en-US" sz="2800">
                <a:latin typeface="宋体" panose="02010600030101010101" pitchFamily="2" charset="-122"/>
              </a:rPr>
              <a:t>的位移时间响应如图</a:t>
            </a:r>
            <a:r>
              <a:rPr lang="en-US" altLang="zh-CN" sz="2800">
                <a:latin typeface="Times New Roman" panose="02020603050405020304" pitchFamily="18" charset="0"/>
              </a:rPr>
              <a:t>b)</a:t>
            </a:r>
            <a:r>
              <a:rPr lang="zh-CN" altLang="en-US" sz="2800">
                <a:latin typeface="宋体" panose="02010600030101010101" pitchFamily="2" charset="-122"/>
              </a:rPr>
              <a:t>。试求系统的质量</a:t>
            </a:r>
            <a:r>
              <a:rPr lang="en-US" altLang="zh-CN" sz="2800" i="1">
                <a:latin typeface="Times New Roman" panose="02020603050405020304" pitchFamily="18" charset="0"/>
              </a:rPr>
              <a:t>M</a:t>
            </a:r>
            <a:r>
              <a:rPr lang="zh-CN" altLang="en-US" sz="2800">
                <a:latin typeface="宋体" panose="02010600030101010101" pitchFamily="2" charset="-122"/>
              </a:rPr>
              <a:t>、弹性系数</a:t>
            </a:r>
            <a:r>
              <a:rPr lang="en-US" altLang="zh-CN" sz="2800" i="1">
                <a:latin typeface="Times New Roman" panose="02020603050405020304" pitchFamily="18" charset="0"/>
              </a:rPr>
              <a:t>K</a:t>
            </a:r>
            <a:r>
              <a:rPr lang="zh-CN" altLang="en-US" sz="2800">
                <a:latin typeface="宋体" panose="02010600030101010101" pitchFamily="2" charset="-122"/>
              </a:rPr>
              <a:t>和粘性阻尼系数</a:t>
            </a:r>
            <a:r>
              <a:rPr lang="en-US" altLang="zh-CN" sz="2800" i="1">
                <a:latin typeface="Times New Roman" panose="02020603050405020304" pitchFamily="18" charset="0"/>
              </a:rPr>
              <a:t>C</a:t>
            </a:r>
            <a:r>
              <a:rPr lang="zh-CN" altLang="en-US" sz="2800">
                <a:latin typeface="宋体" panose="02010600030101010101" pitchFamily="2" charset="-122"/>
              </a:rPr>
              <a:t>的值。</a:t>
            </a:r>
            <a:r>
              <a:rPr lang="zh-CN" altLang="en-US" sz="2800">
                <a:latin typeface="Times New Roman" panose="02020603050405020304" pitchFamily="18" charset="0"/>
              </a:rPr>
              <a:t> </a:t>
            </a:r>
          </a:p>
        </p:txBody>
      </p:sp>
      <p:grpSp>
        <p:nvGrpSpPr>
          <p:cNvPr id="57348" name="Group 5">
            <a:extLst>
              <a:ext uri="{FF2B5EF4-FFF2-40B4-BE49-F238E27FC236}">
                <a16:creationId xmlns:a16="http://schemas.microsoft.com/office/drawing/2014/main" id="{81E08A48-9F76-1452-9E4F-BCC64CA839F1}"/>
              </a:ext>
            </a:extLst>
          </p:cNvPr>
          <p:cNvGrpSpPr>
            <a:grpSpLocks/>
          </p:cNvGrpSpPr>
          <p:nvPr/>
        </p:nvGrpSpPr>
        <p:grpSpPr bwMode="auto">
          <a:xfrm>
            <a:off x="1905000" y="3886200"/>
            <a:ext cx="2057400" cy="2819400"/>
            <a:chOff x="1200" y="2496"/>
            <a:chExt cx="1296" cy="1776"/>
          </a:xfrm>
        </p:grpSpPr>
        <p:sp>
          <p:nvSpPr>
            <p:cNvPr id="57373" name="Rectangle 6">
              <a:extLst>
                <a:ext uri="{FF2B5EF4-FFF2-40B4-BE49-F238E27FC236}">
                  <a16:creationId xmlns:a16="http://schemas.microsoft.com/office/drawing/2014/main" id="{2FC05CF1-ADE2-ACED-44F7-41285673F701}"/>
                </a:ext>
              </a:extLst>
            </p:cNvPr>
            <p:cNvSpPr>
              <a:spLocks noChangeArrowheads="1"/>
            </p:cNvSpPr>
            <p:nvPr/>
          </p:nvSpPr>
          <p:spPr bwMode="auto">
            <a:xfrm>
              <a:off x="1320" y="3134"/>
              <a:ext cx="660" cy="232"/>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latin typeface="Times New Roman" panose="02020603050405020304" pitchFamily="18" charset="0"/>
                </a:rPr>
                <a:t>m</a:t>
              </a:r>
              <a:endParaRPr lang="en-US" altLang="zh-CN" sz="2400">
                <a:latin typeface="Times New Roman" panose="02020603050405020304" pitchFamily="18" charset="0"/>
              </a:endParaRPr>
            </a:p>
          </p:txBody>
        </p:sp>
        <p:sp>
          <p:nvSpPr>
            <p:cNvPr id="57374" name="Freeform 7">
              <a:extLst>
                <a:ext uri="{FF2B5EF4-FFF2-40B4-BE49-F238E27FC236}">
                  <a16:creationId xmlns:a16="http://schemas.microsoft.com/office/drawing/2014/main" id="{949E1690-4CA4-0421-A395-6E2758E733C7}"/>
                </a:ext>
              </a:extLst>
            </p:cNvPr>
            <p:cNvSpPr>
              <a:spLocks noChangeArrowheads="1"/>
            </p:cNvSpPr>
            <p:nvPr/>
          </p:nvSpPr>
          <p:spPr bwMode="auto">
            <a:xfrm>
              <a:off x="1590" y="2767"/>
              <a:ext cx="130" cy="231"/>
            </a:xfrm>
            <a:custGeom>
              <a:avLst/>
              <a:gdLst>
                <a:gd name="T0" fmla="*/ 11 w 208"/>
                <a:gd name="T1" fmla="*/ 0 h 576"/>
                <a:gd name="T2" fmla="*/ 2 w 208"/>
                <a:gd name="T3" fmla="*/ 0 h 576"/>
                <a:gd name="T4" fmla="*/ 20 w 208"/>
                <a:gd name="T5" fmla="*/ 2 h 576"/>
                <a:gd name="T6" fmla="*/ 2 w 208"/>
                <a:gd name="T7" fmla="*/ 2 h 576"/>
                <a:gd name="T8" fmla="*/ 20 w 208"/>
                <a:gd name="T9" fmla="*/ 3 h 576"/>
                <a:gd name="T10" fmla="*/ 2 w 208"/>
                <a:gd name="T11" fmla="*/ 4 h 576"/>
                <a:gd name="T12" fmla="*/ 20 w 208"/>
                <a:gd name="T13" fmla="*/ 4 h 576"/>
                <a:gd name="T14" fmla="*/ 2 w 208"/>
                <a:gd name="T15" fmla="*/ 5 h 576"/>
                <a:gd name="T16" fmla="*/ 11 w 208"/>
                <a:gd name="T17" fmla="*/ 6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75" name="Line 8">
              <a:extLst>
                <a:ext uri="{FF2B5EF4-FFF2-40B4-BE49-F238E27FC236}">
                  <a16:creationId xmlns:a16="http://schemas.microsoft.com/office/drawing/2014/main" id="{20ECCAEA-268C-9F59-553F-10D6C5C04C60}"/>
                </a:ext>
              </a:extLst>
            </p:cNvPr>
            <p:cNvSpPr>
              <a:spLocks noChangeShapeType="1"/>
            </p:cNvSpPr>
            <p:nvPr/>
          </p:nvSpPr>
          <p:spPr bwMode="auto">
            <a:xfrm>
              <a:off x="1588" y="3598"/>
              <a:ext cx="12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6" name="Line 9">
              <a:extLst>
                <a:ext uri="{FF2B5EF4-FFF2-40B4-BE49-F238E27FC236}">
                  <a16:creationId xmlns:a16="http://schemas.microsoft.com/office/drawing/2014/main" id="{0D1D244B-E253-BF53-C4D8-C1699297A6DC}"/>
                </a:ext>
              </a:extLst>
            </p:cNvPr>
            <p:cNvSpPr>
              <a:spLocks noChangeShapeType="1"/>
            </p:cNvSpPr>
            <p:nvPr/>
          </p:nvSpPr>
          <p:spPr bwMode="auto">
            <a:xfrm>
              <a:off x="1558" y="3578"/>
              <a:ext cx="0" cy="5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7" name="Line 10">
              <a:extLst>
                <a:ext uri="{FF2B5EF4-FFF2-40B4-BE49-F238E27FC236}">
                  <a16:creationId xmlns:a16="http://schemas.microsoft.com/office/drawing/2014/main" id="{3B05B6EF-574B-855F-1CCA-C6F23B5B40DD}"/>
                </a:ext>
              </a:extLst>
            </p:cNvPr>
            <p:cNvSpPr>
              <a:spLocks noChangeShapeType="1"/>
            </p:cNvSpPr>
            <p:nvPr/>
          </p:nvSpPr>
          <p:spPr bwMode="auto">
            <a:xfrm>
              <a:off x="1558" y="3636"/>
              <a:ext cx="180" cy="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8" name="Line 11">
              <a:extLst>
                <a:ext uri="{FF2B5EF4-FFF2-40B4-BE49-F238E27FC236}">
                  <a16:creationId xmlns:a16="http://schemas.microsoft.com/office/drawing/2014/main" id="{0F7198FB-9936-6DF3-2D08-DC71B2A4BE2E}"/>
                </a:ext>
              </a:extLst>
            </p:cNvPr>
            <p:cNvSpPr>
              <a:spLocks noChangeShapeType="1"/>
            </p:cNvSpPr>
            <p:nvPr/>
          </p:nvSpPr>
          <p:spPr bwMode="auto">
            <a:xfrm>
              <a:off x="1738" y="3578"/>
              <a:ext cx="0" cy="5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9" name="Rectangle 12" descr="宽上对角线">
              <a:extLst>
                <a:ext uri="{FF2B5EF4-FFF2-40B4-BE49-F238E27FC236}">
                  <a16:creationId xmlns:a16="http://schemas.microsoft.com/office/drawing/2014/main" id="{E9E49A5B-2BE0-AE09-68B6-DA7E5C11664D}"/>
                </a:ext>
              </a:extLst>
            </p:cNvPr>
            <p:cNvSpPr>
              <a:spLocks noChangeArrowheads="1"/>
            </p:cNvSpPr>
            <p:nvPr/>
          </p:nvSpPr>
          <p:spPr bwMode="auto">
            <a:xfrm>
              <a:off x="1200" y="3907"/>
              <a:ext cx="841" cy="7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7380" name="Line 13">
              <a:extLst>
                <a:ext uri="{FF2B5EF4-FFF2-40B4-BE49-F238E27FC236}">
                  <a16:creationId xmlns:a16="http://schemas.microsoft.com/office/drawing/2014/main" id="{E55BD50D-40CB-0C32-5BFF-8A08C3A4AA68}"/>
                </a:ext>
              </a:extLst>
            </p:cNvPr>
            <p:cNvSpPr>
              <a:spLocks noChangeShapeType="1"/>
            </p:cNvSpPr>
            <p:nvPr/>
          </p:nvSpPr>
          <p:spPr bwMode="auto">
            <a:xfrm>
              <a:off x="1200" y="3907"/>
              <a:ext cx="84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1" name="Line 14">
              <a:extLst>
                <a:ext uri="{FF2B5EF4-FFF2-40B4-BE49-F238E27FC236}">
                  <a16:creationId xmlns:a16="http://schemas.microsoft.com/office/drawing/2014/main" id="{0A5A95FE-B07F-46AB-3735-A31DFAF06623}"/>
                </a:ext>
              </a:extLst>
            </p:cNvPr>
            <p:cNvSpPr>
              <a:spLocks noChangeShapeType="1"/>
            </p:cNvSpPr>
            <p:nvPr/>
          </p:nvSpPr>
          <p:spPr bwMode="auto">
            <a:xfrm>
              <a:off x="1950" y="2921"/>
              <a:ext cx="1" cy="213"/>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2" name="Line 15">
              <a:extLst>
                <a:ext uri="{FF2B5EF4-FFF2-40B4-BE49-F238E27FC236}">
                  <a16:creationId xmlns:a16="http://schemas.microsoft.com/office/drawing/2014/main" id="{0EE1BE06-F1FA-3C6A-369A-C4A23628042E}"/>
                </a:ext>
              </a:extLst>
            </p:cNvPr>
            <p:cNvSpPr>
              <a:spLocks noChangeShapeType="1"/>
            </p:cNvSpPr>
            <p:nvPr/>
          </p:nvSpPr>
          <p:spPr bwMode="auto">
            <a:xfrm>
              <a:off x="1980" y="3366"/>
              <a:ext cx="21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3" name="Text Box 16">
              <a:extLst>
                <a:ext uri="{FF2B5EF4-FFF2-40B4-BE49-F238E27FC236}">
                  <a16:creationId xmlns:a16="http://schemas.microsoft.com/office/drawing/2014/main" id="{47328BAA-2AAB-E363-F1D8-A145497B858B}"/>
                </a:ext>
              </a:extLst>
            </p:cNvPr>
            <p:cNvSpPr txBox="1">
              <a:spLocks noChangeArrowheads="1"/>
            </p:cNvSpPr>
            <p:nvPr/>
          </p:nvSpPr>
          <p:spPr bwMode="auto">
            <a:xfrm>
              <a:off x="2011" y="2902"/>
              <a:ext cx="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f</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57384" name="Text Box 17">
              <a:extLst>
                <a:ext uri="{FF2B5EF4-FFF2-40B4-BE49-F238E27FC236}">
                  <a16:creationId xmlns:a16="http://schemas.microsoft.com/office/drawing/2014/main" id="{F90E9DB8-31EB-D61C-885B-CF97751C4F40}"/>
                </a:ext>
              </a:extLst>
            </p:cNvPr>
            <p:cNvSpPr txBox="1">
              <a:spLocks noChangeArrowheads="1"/>
            </p:cNvSpPr>
            <p:nvPr/>
          </p:nvSpPr>
          <p:spPr bwMode="auto">
            <a:xfrm>
              <a:off x="1351" y="2825"/>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K</a:t>
              </a:r>
            </a:p>
          </p:txBody>
        </p:sp>
        <p:sp>
          <p:nvSpPr>
            <p:cNvPr id="57385" name="Text Box 18">
              <a:extLst>
                <a:ext uri="{FF2B5EF4-FFF2-40B4-BE49-F238E27FC236}">
                  <a16:creationId xmlns:a16="http://schemas.microsoft.com/office/drawing/2014/main" id="{FAEAB96B-1AAC-28D3-47DE-8DECA6A135AF}"/>
                </a:ext>
              </a:extLst>
            </p:cNvPr>
            <p:cNvSpPr txBox="1">
              <a:spLocks noChangeArrowheads="1"/>
            </p:cNvSpPr>
            <p:nvPr/>
          </p:nvSpPr>
          <p:spPr bwMode="auto">
            <a:xfrm>
              <a:off x="1738" y="354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p>
          </p:txBody>
        </p:sp>
        <p:sp>
          <p:nvSpPr>
            <p:cNvPr id="57386" name="Line 19">
              <a:extLst>
                <a:ext uri="{FF2B5EF4-FFF2-40B4-BE49-F238E27FC236}">
                  <a16:creationId xmlns:a16="http://schemas.microsoft.com/office/drawing/2014/main" id="{DC5BCCFC-A41B-55DB-AACC-5092790A925B}"/>
                </a:ext>
              </a:extLst>
            </p:cNvPr>
            <p:cNvSpPr>
              <a:spLocks noChangeShapeType="1"/>
            </p:cNvSpPr>
            <p:nvPr/>
          </p:nvSpPr>
          <p:spPr bwMode="auto">
            <a:xfrm>
              <a:off x="2101" y="3366"/>
              <a:ext cx="0" cy="184"/>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7" name="Text Box 20">
              <a:extLst>
                <a:ext uri="{FF2B5EF4-FFF2-40B4-BE49-F238E27FC236}">
                  <a16:creationId xmlns:a16="http://schemas.microsoft.com/office/drawing/2014/main" id="{97A9540C-7923-42F9-A24B-1EEC7F4638FA}"/>
                </a:ext>
              </a:extLst>
            </p:cNvPr>
            <p:cNvSpPr txBox="1">
              <a:spLocks noChangeArrowheads="1"/>
            </p:cNvSpPr>
            <p:nvPr/>
          </p:nvSpPr>
          <p:spPr bwMode="auto">
            <a:xfrm>
              <a:off x="1980" y="3463"/>
              <a:ext cx="5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57388" name="Rectangle 21" descr="宽上对角线">
              <a:extLst>
                <a:ext uri="{FF2B5EF4-FFF2-40B4-BE49-F238E27FC236}">
                  <a16:creationId xmlns:a16="http://schemas.microsoft.com/office/drawing/2014/main" id="{7E945E9A-EC87-7CD4-FA0B-5476B3AF9533}"/>
                </a:ext>
              </a:extLst>
            </p:cNvPr>
            <p:cNvSpPr>
              <a:spLocks noChangeArrowheads="1"/>
            </p:cNvSpPr>
            <p:nvPr/>
          </p:nvSpPr>
          <p:spPr bwMode="auto">
            <a:xfrm>
              <a:off x="1200" y="2496"/>
              <a:ext cx="841" cy="7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317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7389" name="Line 22">
              <a:extLst>
                <a:ext uri="{FF2B5EF4-FFF2-40B4-BE49-F238E27FC236}">
                  <a16:creationId xmlns:a16="http://schemas.microsoft.com/office/drawing/2014/main" id="{1B56BD93-C522-8ADF-EBCD-B2E740C12836}"/>
                </a:ext>
              </a:extLst>
            </p:cNvPr>
            <p:cNvSpPr>
              <a:spLocks noChangeShapeType="1"/>
            </p:cNvSpPr>
            <p:nvPr/>
          </p:nvSpPr>
          <p:spPr bwMode="auto">
            <a:xfrm>
              <a:off x="1200" y="2573"/>
              <a:ext cx="84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0" name="Line 23">
              <a:extLst>
                <a:ext uri="{FF2B5EF4-FFF2-40B4-BE49-F238E27FC236}">
                  <a16:creationId xmlns:a16="http://schemas.microsoft.com/office/drawing/2014/main" id="{7D36FDF5-793A-837D-203B-AAB3029E529A}"/>
                </a:ext>
              </a:extLst>
            </p:cNvPr>
            <p:cNvSpPr>
              <a:spLocks noChangeShapeType="1"/>
            </p:cNvSpPr>
            <p:nvPr/>
          </p:nvSpPr>
          <p:spPr bwMode="auto">
            <a:xfrm flipV="1">
              <a:off x="1650" y="2573"/>
              <a:ext cx="0" cy="1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1" name="Line 24">
              <a:extLst>
                <a:ext uri="{FF2B5EF4-FFF2-40B4-BE49-F238E27FC236}">
                  <a16:creationId xmlns:a16="http://schemas.microsoft.com/office/drawing/2014/main" id="{DA23C698-E7EF-C4FE-FB4C-0AFB1F07DB81}"/>
                </a:ext>
              </a:extLst>
            </p:cNvPr>
            <p:cNvSpPr>
              <a:spLocks noChangeShapeType="1"/>
            </p:cNvSpPr>
            <p:nvPr/>
          </p:nvSpPr>
          <p:spPr bwMode="auto">
            <a:xfrm>
              <a:off x="1650" y="2998"/>
              <a:ext cx="0"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2" name="Line 25">
              <a:extLst>
                <a:ext uri="{FF2B5EF4-FFF2-40B4-BE49-F238E27FC236}">
                  <a16:creationId xmlns:a16="http://schemas.microsoft.com/office/drawing/2014/main" id="{07DD8F2E-C897-E0A1-4B17-823312DC091F}"/>
                </a:ext>
              </a:extLst>
            </p:cNvPr>
            <p:cNvSpPr>
              <a:spLocks noChangeShapeType="1"/>
            </p:cNvSpPr>
            <p:nvPr/>
          </p:nvSpPr>
          <p:spPr bwMode="auto">
            <a:xfrm>
              <a:off x="1650" y="3366"/>
              <a:ext cx="0" cy="2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3" name="Line 26">
              <a:extLst>
                <a:ext uri="{FF2B5EF4-FFF2-40B4-BE49-F238E27FC236}">
                  <a16:creationId xmlns:a16="http://schemas.microsoft.com/office/drawing/2014/main" id="{2D938D36-011B-0234-F009-826357778CF4}"/>
                </a:ext>
              </a:extLst>
            </p:cNvPr>
            <p:cNvSpPr>
              <a:spLocks noChangeShapeType="1"/>
            </p:cNvSpPr>
            <p:nvPr/>
          </p:nvSpPr>
          <p:spPr bwMode="auto">
            <a:xfrm>
              <a:off x="1650" y="3636"/>
              <a:ext cx="0" cy="27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4" name="Rectangle 27">
              <a:extLst>
                <a:ext uri="{FF2B5EF4-FFF2-40B4-BE49-F238E27FC236}">
                  <a16:creationId xmlns:a16="http://schemas.microsoft.com/office/drawing/2014/main" id="{34780CA0-212B-40F3-2859-3F0A7185A760}"/>
                </a:ext>
              </a:extLst>
            </p:cNvPr>
            <p:cNvSpPr>
              <a:spLocks noChangeArrowheads="1"/>
            </p:cNvSpPr>
            <p:nvPr/>
          </p:nvSpPr>
          <p:spPr bwMode="auto">
            <a:xfrm>
              <a:off x="1511" y="3984"/>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a:t>
              </a:r>
            </a:p>
          </p:txBody>
        </p:sp>
      </p:grpSp>
      <p:grpSp>
        <p:nvGrpSpPr>
          <p:cNvPr id="57349" name="Group 28">
            <a:extLst>
              <a:ext uri="{FF2B5EF4-FFF2-40B4-BE49-F238E27FC236}">
                <a16:creationId xmlns:a16="http://schemas.microsoft.com/office/drawing/2014/main" id="{FC2D8BF1-CBE7-80C7-38D7-0CF3D35A818B}"/>
              </a:ext>
            </a:extLst>
          </p:cNvPr>
          <p:cNvGrpSpPr>
            <a:grpSpLocks/>
          </p:cNvGrpSpPr>
          <p:nvPr/>
        </p:nvGrpSpPr>
        <p:grpSpPr bwMode="auto">
          <a:xfrm>
            <a:off x="4059238" y="3810000"/>
            <a:ext cx="4475162" cy="2895600"/>
            <a:chOff x="2482" y="2400"/>
            <a:chExt cx="2819" cy="1824"/>
          </a:xfrm>
        </p:grpSpPr>
        <p:sp>
          <p:nvSpPr>
            <p:cNvPr id="57350" name="Line 29">
              <a:extLst>
                <a:ext uri="{FF2B5EF4-FFF2-40B4-BE49-F238E27FC236}">
                  <a16:creationId xmlns:a16="http://schemas.microsoft.com/office/drawing/2014/main" id="{6D01CBE8-A1A9-556A-EEAA-7CB12B1FA3F3}"/>
                </a:ext>
              </a:extLst>
            </p:cNvPr>
            <p:cNvSpPr>
              <a:spLocks noChangeShapeType="1"/>
            </p:cNvSpPr>
            <p:nvPr/>
          </p:nvSpPr>
          <p:spPr bwMode="auto">
            <a:xfrm>
              <a:off x="3144" y="3656"/>
              <a:ext cx="19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1" name="Line 30">
              <a:extLst>
                <a:ext uri="{FF2B5EF4-FFF2-40B4-BE49-F238E27FC236}">
                  <a16:creationId xmlns:a16="http://schemas.microsoft.com/office/drawing/2014/main" id="{3F1BDD6F-ECF0-9F5D-160A-936C3035725C}"/>
                </a:ext>
              </a:extLst>
            </p:cNvPr>
            <p:cNvSpPr>
              <a:spLocks noChangeShapeType="1"/>
            </p:cNvSpPr>
            <p:nvPr/>
          </p:nvSpPr>
          <p:spPr bwMode="auto">
            <a:xfrm flipV="1">
              <a:off x="3144" y="2496"/>
              <a:ext cx="1" cy="1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2" name="Freeform 31">
              <a:extLst>
                <a:ext uri="{FF2B5EF4-FFF2-40B4-BE49-F238E27FC236}">
                  <a16:creationId xmlns:a16="http://schemas.microsoft.com/office/drawing/2014/main" id="{3E897F88-5E4C-6B37-02DF-B12AE0E5E8D5}"/>
                </a:ext>
              </a:extLst>
            </p:cNvPr>
            <p:cNvSpPr>
              <a:spLocks noChangeArrowheads="1"/>
            </p:cNvSpPr>
            <p:nvPr/>
          </p:nvSpPr>
          <p:spPr bwMode="auto">
            <a:xfrm>
              <a:off x="3144" y="2748"/>
              <a:ext cx="1999" cy="908"/>
            </a:xfrm>
            <a:custGeom>
              <a:avLst/>
              <a:gdLst>
                <a:gd name="T0" fmla="*/ 1 w 4519"/>
                <a:gd name="T1" fmla="*/ 19 h 2381"/>
                <a:gd name="T2" fmla="*/ 2 w 4519"/>
                <a:gd name="T3" fmla="*/ 18 h 2381"/>
                <a:gd name="T4" fmla="*/ 4 w 4519"/>
                <a:gd name="T5" fmla="*/ 18 h 2381"/>
                <a:gd name="T6" fmla="*/ 5 w 4519"/>
                <a:gd name="T7" fmla="*/ 16 h 2381"/>
                <a:gd name="T8" fmla="*/ 7 w 4519"/>
                <a:gd name="T9" fmla="*/ 14 h 2381"/>
                <a:gd name="T10" fmla="*/ 8 w 4519"/>
                <a:gd name="T11" fmla="*/ 13 h 2381"/>
                <a:gd name="T12" fmla="*/ 10 w 4519"/>
                <a:gd name="T13" fmla="*/ 11 h 2381"/>
                <a:gd name="T14" fmla="*/ 12 w 4519"/>
                <a:gd name="T15" fmla="*/ 9 h 2381"/>
                <a:gd name="T16" fmla="*/ 13 w 4519"/>
                <a:gd name="T17" fmla="*/ 8 h 2381"/>
                <a:gd name="T18" fmla="*/ 15 w 4519"/>
                <a:gd name="T19" fmla="*/ 6 h 2381"/>
                <a:gd name="T20" fmla="*/ 16 w 4519"/>
                <a:gd name="T21" fmla="*/ 5 h 2381"/>
                <a:gd name="T22" fmla="*/ 18 w 4519"/>
                <a:gd name="T23" fmla="*/ 4 h 2381"/>
                <a:gd name="T24" fmla="*/ 19 w 4519"/>
                <a:gd name="T25" fmla="*/ 3 h 2381"/>
                <a:gd name="T26" fmla="*/ 21 w 4519"/>
                <a:gd name="T27" fmla="*/ 2 h 2381"/>
                <a:gd name="T28" fmla="*/ 22 w 4519"/>
                <a:gd name="T29" fmla="*/ 1 h 2381"/>
                <a:gd name="T30" fmla="*/ 24 w 4519"/>
                <a:gd name="T31" fmla="*/ 1 h 2381"/>
                <a:gd name="T32" fmla="*/ 25 w 4519"/>
                <a:gd name="T33" fmla="*/ 0 h 2381"/>
                <a:gd name="T34" fmla="*/ 27 w 4519"/>
                <a:gd name="T35" fmla="*/ 0 h 2381"/>
                <a:gd name="T36" fmla="*/ 28 w 4519"/>
                <a:gd name="T37" fmla="*/ 0 h 2381"/>
                <a:gd name="T38" fmla="*/ 30 w 4519"/>
                <a:gd name="T39" fmla="*/ 0 h 2381"/>
                <a:gd name="T40" fmla="*/ 31 w 4519"/>
                <a:gd name="T41" fmla="*/ 0 h 2381"/>
                <a:gd name="T42" fmla="*/ 33 w 4519"/>
                <a:gd name="T43" fmla="*/ 0 h 2381"/>
                <a:gd name="T44" fmla="*/ 35 w 4519"/>
                <a:gd name="T45" fmla="*/ 0 h 2381"/>
                <a:gd name="T46" fmla="*/ 36 w 4519"/>
                <a:gd name="T47" fmla="*/ 0 h 2381"/>
                <a:gd name="T48" fmla="*/ 38 w 4519"/>
                <a:gd name="T49" fmla="*/ 0 h 2381"/>
                <a:gd name="T50" fmla="*/ 39 w 4519"/>
                <a:gd name="T51" fmla="*/ 1 h 2381"/>
                <a:gd name="T52" fmla="*/ 41 w 4519"/>
                <a:gd name="T53" fmla="*/ 1 h 2381"/>
                <a:gd name="T54" fmla="*/ 42 w 4519"/>
                <a:gd name="T55" fmla="*/ 1 h 2381"/>
                <a:gd name="T56" fmla="*/ 44 w 4519"/>
                <a:gd name="T57" fmla="*/ 1 h 2381"/>
                <a:gd name="T58" fmla="*/ 45 w 4519"/>
                <a:gd name="T59" fmla="*/ 1 h 2381"/>
                <a:gd name="T60" fmla="*/ 46 w 4519"/>
                <a:gd name="T61" fmla="*/ 2 h 2381"/>
                <a:gd name="T62" fmla="*/ 48 w 4519"/>
                <a:gd name="T63" fmla="*/ 2 h 2381"/>
                <a:gd name="T64" fmla="*/ 50 w 4519"/>
                <a:gd name="T65" fmla="*/ 2 h 2381"/>
                <a:gd name="T66" fmla="*/ 51 w 4519"/>
                <a:gd name="T67" fmla="*/ 2 h 2381"/>
                <a:gd name="T68" fmla="*/ 53 w 4519"/>
                <a:gd name="T69" fmla="*/ 2 h 2381"/>
                <a:gd name="T70" fmla="*/ 54 w 4519"/>
                <a:gd name="T71" fmla="*/ 2 h 2381"/>
                <a:gd name="T72" fmla="*/ 56 w 4519"/>
                <a:gd name="T73" fmla="*/ 2 h 2381"/>
                <a:gd name="T74" fmla="*/ 58 w 4519"/>
                <a:gd name="T75" fmla="*/ 2 h 2381"/>
                <a:gd name="T76" fmla="*/ 59 w 4519"/>
                <a:gd name="T77" fmla="*/ 2 h 2381"/>
                <a:gd name="T78" fmla="*/ 61 w 4519"/>
                <a:gd name="T79" fmla="*/ 2 h 2381"/>
                <a:gd name="T80" fmla="*/ 62 w 4519"/>
                <a:gd name="T81" fmla="*/ 2 h 2381"/>
                <a:gd name="T82" fmla="*/ 63 w 4519"/>
                <a:gd name="T83" fmla="*/ 2 h 2381"/>
                <a:gd name="T84" fmla="*/ 65 w 4519"/>
                <a:gd name="T85" fmla="*/ 2 h 2381"/>
                <a:gd name="T86" fmla="*/ 67 w 4519"/>
                <a:gd name="T87" fmla="*/ 2 h 2381"/>
                <a:gd name="T88" fmla="*/ 68 w 4519"/>
                <a:gd name="T89" fmla="*/ 2 h 2381"/>
                <a:gd name="T90" fmla="*/ 69 w 4519"/>
                <a:gd name="T91" fmla="*/ 2 h 2381"/>
                <a:gd name="T92" fmla="*/ 71 w 4519"/>
                <a:gd name="T93" fmla="*/ 2 h 2381"/>
                <a:gd name="T94" fmla="*/ 73 w 4519"/>
                <a:gd name="T95" fmla="*/ 2 h 2381"/>
                <a:gd name="T96" fmla="*/ 74 w 4519"/>
                <a:gd name="T97" fmla="*/ 2 h 2381"/>
                <a:gd name="T98" fmla="*/ 76 w 4519"/>
                <a:gd name="T99" fmla="*/ 2 h 23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519" h="2381">
                  <a:moveTo>
                    <a:pt x="0" y="2381"/>
                  </a:moveTo>
                  <a:lnTo>
                    <a:pt x="42" y="2372"/>
                  </a:lnTo>
                  <a:lnTo>
                    <a:pt x="94" y="2346"/>
                  </a:lnTo>
                  <a:lnTo>
                    <a:pt x="136" y="2292"/>
                  </a:lnTo>
                  <a:lnTo>
                    <a:pt x="178" y="2239"/>
                  </a:lnTo>
                  <a:lnTo>
                    <a:pt x="230" y="2158"/>
                  </a:lnTo>
                  <a:lnTo>
                    <a:pt x="272" y="2078"/>
                  </a:lnTo>
                  <a:lnTo>
                    <a:pt x="313" y="1989"/>
                  </a:lnTo>
                  <a:lnTo>
                    <a:pt x="366" y="1891"/>
                  </a:lnTo>
                  <a:lnTo>
                    <a:pt x="407" y="1784"/>
                  </a:lnTo>
                  <a:lnTo>
                    <a:pt x="449" y="1677"/>
                  </a:lnTo>
                  <a:lnTo>
                    <a:pt x="501" y="1570"/>
                  </a:lnTo>
                  <a:lnTo>
                    <a:pt x="543" y="1463"/>
                  </a:lnTo>
                  <a:lnTo>
                    <a:pt x="585" y="1356"/>
                  </a:lnTo>
                  <a:lnTo>
                    <a:pt x="637" y="1249"/>
                  </a:lnTo>
                  <a:lnTo>
                    <a:pt x="679" y="1150"/>
                  </a:lnTo>
                  <a:lnTo>
                    <a:pt x="720" y="1043"/>
                  </a:lnTo>
                  <a:lnTo>
                    <a:pt x="772" y="945"/>
                  </a:lnTo>
                  <a:lnTo>
                    <a:pt x="814" y="856"/>
                  </a:lnTo>
                  <a:lnTo>
                    <a:pt x="856" y="767"/>
                  </a:lnTo>
                  <a:lnTo>
                    <a:pt x="908" y="678"/>
                  </a:lnTo>
                  <a:lnTo>
                    <a:pt x="950" y="597"/>
                  </a:lnTo>
                  <a:lnTo>
                    <a:pt x="992" y="526"/>
                  </a:lnTo>
                  <a:lnTo>
                    <a:pt x="1044" y="455"/>
                  </a:lnTo>
                  <a:lnTo>
                    <a:pt x="1086" y="392"/>
                  </a:lnTo>
                  <a:lnTo>
                    <a:pt x="1127" y="339"/>
                  </a:lnTo>
                  <a:lnTo>
                    <a:pt x="1179" y="285"/>
                  </a:lnTo>
                  <a:lnTo>
                    <a:pt x="1221" y="241"/>
                  </a:lnTo>
                  <a:lnTo>
                    <a:pt x="1263" y="196"/>
                  </a:lnTo>
                  <a:lnTo>
                    <a:pt x="1315" y="160"/>
                  </a:lnTo>
                  <a:lnTo>
                    <a:pt x="1357" y="125"/>
                  </a:lnTo>
                  <a:lnTo>
                    <a:pt x="1399" y="98"/>
                  </a:lnTo>
                  <a:lnTo>
                    <a:pt x="1451" y="71"/>
                  </a:lnTo>
                  <a:lnTo>
                    <a:pt x="1492" y="53"/>
                  </a:lnTo>
                  <a:lnTo>
                    <a:pt x="1534" y="35"/>
                  </a:lnTo>
                  <a:lnTo>
                    <a:pt x="1586" y="26"/>
                  </a:lnTo>
                  <a:lnTo>
                    <a:pt x="1628" y="17"/>
                  </a:lnTo>
                  <a:lnTo>
                    <a:pt x="1670" y="9"/>
                  </a:lnTo>
                  <a:lnTo>
                    <a:pt x="1722" y="9"/>
                  </a:lnTo>
                  <a:lnTo>
                    <a:pt x="1764" y="0"/>
                  </a:lnTo>
                  <a:lnTo>
                    <a:pt x="1806" y="0"/>
                  </a:lnTo>
                  <a:lnTo>
                    <a:pt x="1858" y="9"/>
                  </a:lnTo>
                  <a:lnTo>
                    <a:pt x="1899" y="9"/>
                  </a:lnTo>
                  <a:lnTo>
                    <a:pt x="1941" y="17"/>
                  </a:lnTo>
                  <a:lnTo>
                    <a:pt x="1993" y="17"/>
                  </a:lnTo>
                  <a:lnTo>
                    <a:pt x="2035" y="26"/>
                  </a:lnTo>
                  <a:lnTo>
                    <a:pt x="2077" y="35"/>
                  </a:lnTo>
                  <a:lnTo>
                    <a:pt x="2129" y="44"/>
                  </a:lnTo>
                  <a:lnTo>
                    <a:pt x="2171" y="53"/>
                  </a:lnTo>
                  <a:lnTo>
                    <a:pt x="2212" y="62"/>
                  </a:lnTo>
                  <a:lnTo>
                    <a:pt x="2265" y="80"/>
                  </a:lnTo>
                  <a:lnTo>
                    <a:pt x="2306" y="89"/>
                  </a:lnTo>
                  <a:lnTo>
                    <a:pt x="2348" y="98"/>
                  </a:lnTo>
                  <a:lnTo>
                    <a:pt x="2390" y="107"/>
                  </a:lnTo>
                  <a:lnTo>
                    <a:pt x="2442" y="116"/>
                  </a:lnTo>
                  <a:lnTo>
                    <a:pt x="2484" y="125"/>
                  </a:lnTo>
                  <a:lnTo>
                    <a:pt x="2526" y="133"/>
                  </a:lnTo>
                  <a:lnTo>
                    <a:pt x="2578" y="142"/>
                  </a:lnTo>
                  <a:lnTo>
                    <a:pt x="2619" y="151"/>
                  </a:lnTo>
                  <a:lnTo>
                    <a:pt x="2661" y="160"/>
                  </a:lnTo>
                  <a:lnTo>
                    <a:pt x="2713" y="169"/>
                  </a:lnTo>
                  <a:lnTo>
                    <a:pt x="2755" y="178"/>
                  </a:lnTo>
                  <a:lnTo>
                    <a:pt x="2797" y="187"/>
                  </a:lnTo>
                  <a:lnTo>
                    <a:pt x="2849" y="187"/>
                  </a:lnTo>
                  <a:lnTo>
                    <a:pt x="2891" y="196"/>
                  </a:lnTo>
                  <a:lnTo>
                    <a:pt x="2932" y="196"/>
                  </a:lnTo>
                  <a:lnTo>
                    <a:pt x="2985" y="205"/>
                  </a:lnTo>
                  <a:lnTo>
                    <a:pt x="3026" y="205"/>
                  </a:lnTo>
                  <a:lnTo>
                    <a:pt x="3068" y="214"/>
                  </a:lnTo>
                  <a:lnTo>
                    <a:pt x="3120" y="214"/>
                  </a:lnTo>
                  <a:lnTo>
                    <a:pt x="3162" y="223"/>
                  </a:lnTo>
                  <a:lnTo>
                    <a:pt x="3204" y="223"/>
                  </a:lnTo>
                  <a:lnTo>
                    <a:pt x="3256" y="223"/>
                  </a:lnTo>
                  <a:lnTo>
                    <a:pt x="3298" y="223"/>
                  </a:lnTo>
                  <a:lnTo>
                    <a:pt x="3339" y="223"/>
                  </a:lnTo>
                  <a:lnTo>
                    <a:pt x="3392" y="223"/>
                  </a:lnTo>
                  <a:lnTo>
                    <a:pt x="3433" y="232"/>
                  </a:lnTo>
                  <a:lnTo>
                    <a:pt x="3475" y="232"/>
                  </a:lnTo>
                  <a:lnTo>
                    <a:pt x="3527" y="232"/>
                  </a:lnTo>
                  <a:lnTo>
                    <a:pt x="3569" y="232"/>
                  </a:lnTo>
                  <a:lnTo>
                    <a:pt x="3611" y="232"/>
                  </a:lnTo>
                  <a:lnTo>
                    <a:pt x="3663" y="232"/>
                  </a:lnTo>
                  <a:lnTo>
                    <a:pt x="3705" y="232"/>
                  </a:lnTo>
                  <a:lnTo>
                    <a:pt x="3746" y="223"/>
                  </a:lnTo>
                  <a:lnTo>
                    <a:pt x="3799" y="223"/>
                  </a:lnTo>
                  <a:lnTo>
                    <a:pt x="3840" y="223"/>
                  </a:lnTo>
                  <a:lnTo>
                    <a:pt x="3882" y="223"/>
                  </a:lnTo>
                  <a:lnTo>
                    <a:pt x="3934" y="223"/>
                  </a:lnTo>
                  <a:lnTo>
                    <a:pt x="3976" y="223"/>
                  </a:lnTo>
                  <a:lnTo>
                    <a:pt x="4018" y="223"/>
                  </a:lnTo>
                  <a:lnTo>
                    <a:pt x="4070" y="223"/>
                  </a:lnTo>
                  <a:lnTo>
                    <a:pt x="4112" y="223"/>
                  </a:lnTo>
                  <a:lnTo>
                    <a:pt x="4153" y="223"/>
                  </a:lnTo>
                  <a:lnTo>
                    <a:pt x="4206" y="214"/>
                  </a:lnTo>
                  <a:lnTo>
                    <a:pt x="4247" y="214"/>
                  </a:lnTo>
                  <a:lnTo>
                    <a:pt x="4289" y="214"/>
                  </a:lnTo>
                  <a:lnTo>
                    <a:pt x="4341" y="214"/>
                  </a:lnTo>
                  <a:lnTo>
                    <a:pt x="4383" y="214"/>
                  </a:lnTo>
                  <a:lnTo>
                    <a:pt x="4425" y="214"/>
                  </a:lnTo>
                  <a:lnTo>
                    <a:pt x="4477" y="214"/>
                  </a:lnTo>
                  <a:lnTo>
                    <a:pt x="4519" y="214"/>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53" name="Line 32">
              <a:extLst>
                <a:ext uri="{FF2B5EF4-FFF2-40B4-BE49-F238E27FC236}">
                  <a16:creationId xmlns:a16="http://schemas.microsoft.com/office/drawing/2014/main" id="{B1D334CA-2766-D9C5-C534-CF69D58C3A2F}"/>
                </a:ext>
              </a:extLst>
            </p:cNvPr>
            <p:cNvSpPr>
              <a:spLocks noChangeShapeType="1"/>
            </p:cNvSpPr>
            <p:nvPr/>
          </p:nvSpPr>
          <p:spPr bwMode="auto">
            <a:xfrm>
              <a:off x="3152" y="2835"/>
              <a:ext cx="2016" cy="0"/>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4" name="Text Box 33">
              <a:extLst>
                <a:ext uri="{FF2B5EF4-FFF2-40B4-BE49-F238E27FC236}">
                  <a16:creationId xmlns:a16="http://schemas.microsoft.com/office/drawing/2014/main" id="{29E99B2D-6974-C758-B5D0-E717BB691518}"/>
                </a:ext>
              </a:extLst>
            </p:cNvPr>
            <p:cNvSpPr txBox="1">
              <a:spLocks noChangeArrowheads="1"/>
            </p:cNvSpPr>
            <p:nvPr/>
          </p:nvSpPr>
          <p:spPr bwMode="auto">
            <a:xfrm>
              <a:off x="2928" y="359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57355" name="Text Box 34">
              <a:extLst>
                <a:ext uri="{FF2B5EF4-FFF2-40B4-BE49-F238E27FC236}">
                  <a16:creationId xmlns:a16="http://schemas.microsoft.com/office/drawing/2014/main" id="{39785589-8A21-40B6-2B20-2FE66BB6BA48}"/>
                </a:ext>
              </a:extLst>
            </p:cNvPr>
            <p:cNvSpPr txBox="1">
              <a:spLocks noChangeArrowheads="1"/>
            </p:cNvSpPr>
            <p:nvPr/>
          </p:nvSpPr>
          <p:spPr bwMode="auto">
            <a:xfrm>
              <a:off x="2760" y="2704"/>
              <a:ext cx="3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1.0</a:t>
              </a:r>
            </a:p>
          </p:txBody>
        </p:sp>
        <p:sp>
          <p:nvSpPr>
            <p:cNvPr id="57356" name="Line 35">
              <a:extLst>
                <a:ext uri="{FF2B5EF4-FFF2-40B4-BE49-F238E27FC236}">
                  <a16:creationId xmlns:a16="http://schemas.microsoft.com/office/drawing/2014/main" id="{58431B9F-E415-6190-0D86-6B006EBA8DCF}"/>
                </a:ext>
              </a:extLst>
            </p:cNvPr>
            <p:cNvSpPr>
              <a:spLocks noChangeShapeType="1"/>
            </p:cNvSpPr>
            <p:nvPr/>
          </p:nvSpPr>
          <p:spPr bwMode="auto">
            <a:xfrm>
              <a:off x="3937" y="2756"/>
              <a:ext cx="0" cy="897"/>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7" name="Line 36">
              <a:extLst>
                <a:ext uri="{FF2B5EF4-FFF2-40B4-BE49-F238E27FC236}">
                  <a16:creationId xmlns:a16="http://schemas.microsoft.com/office/drawing/2014/main" id="{C039B34C-F384-B279-5E36-82F97EB28846}"/>
                </a:ext>
              </a:extLst>
            </p:cNvPr>
            <p:cNvSpPr>
              <a:spLocks noChangeShapeType="1"/>
            </p:cNvSpPr>
            <p:nvPr/>
          </p:nvSpPr>
          <p:spPr bwMode="auto">
            <a:xfrm flipH="1">
              <a:off x="3406" y="2747"/>
              <a:ext cx="531" cy="0"/>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8" name="Line 37">
              <a:extLst>
                <a:ext uri="{FF2B5EF4-FFF2-40B4-BE49-F238E27FC236}">
                  <a16:creationId xmlns:a16="http://schemas.microsoft.com/office/drawing/2014/main" id="{2D193A63-22EC-96A4-325F-9093DA22C0A4}"/>
                </a:ext>
              </a:extLst>
            </p:cNvPr>
            <p:cNvSpPr>
              <a:spLocks noChangeShapeType="1"/>
            </p:cNvSpPr>
            <p:nvPr/>
          </p:nvSpPr>
          <p:spPr bwMode="auto">
            <a:xfrm>
              <a:off x="3446" y="2560"/>
              <a:ext cx="0" cy="181"/>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9" name="Line 38">
              <a:extLst>
                <a:ext uri="{FF2B5EF4-FFF2-40B4-BE49-F238E27FC236}">
                  <a16:creationId xmlns:a16="http://schemas.microsoft.com/office/drawing/2014/main" id="{80471821-67A5-373B-9CA3-6D011128C90E}"/>
                </a:ext>
              </a:extLst>
            </p:cNvPr>
            <p:cNvSpPr>
              <a:spLocks noChangeShapeType="1"/>
            </p:cNvSpPr>
            <p:nvPr/>
          </p:nvSpPr>
          <p:spPr bwMode="auto">
            <a:xfrm flipV="1">
              <a:off x="3446" y="2819"/>
              <a:ext cx="0" cy="181"/>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0" name="Text Box 39">
              <a:extLst>
                <a:ext uri="{FF2B5EF4-FFF2-40B4-BE49-F238E27FC236}">
                  <a16:creationId xmlns:a16="http://schemas.microsoft.com/office/drawing/2014/main" id="{00E35F79-A9B2-0B0C-6A35-4471E58B59DA}"/>
                </a:ext>
              </a:extLst>
            </p:cNvPr>
            <p:cNvSpPr txBox="1">
              <a:spLocks noChangeArrowheads="1"/>
            </p:cNvSpPr>
            <p:nvPr/>
          </p:nvSpPr>
          <p:spPr bwMode="auto">
            <a:xfrm>
              <a:off x="3576" y="2478"/>
              <a:ext cx="5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0.095</a:t>
              </a:r>
            </a:p>
          </p:txBody>
        </p:sp>
        <p:sp>
          <p:nvSpPr>
            <p:cNvPr id="57361" name="Text Box 40">
              <a:extLst>
                <a:ext uri="{FF2B5EF4-FFF2-40B4-BE49-F238E27FC236}">
                  <a16:creationId xmlns:a16="http://schemas.microsoft.com/office/drawing/2014/main" id="{90B18B34-5CCA-DB9A-0DEC-31DEA41BD411}"/>
                </a:ext>
              </a:extLst>
            </p:cNvPr>
            <p:cNvSpPr txBox="1">
              <a:spLocks noChangeArrowheads="1"/>
            </p:cNvSpPr>
            <p:nvPr/>
          </p:nvSpPr>
          <p:spPr bwMode="auto">
            <a:xfrm>
              <a:off x="3916"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2</a:t>
              </a:r>
            </a:p>
          </p:txBody>
        </p:sp>
        <p:sp>
          <p:nvSpPr>
            <p:cNvPr id="57362" name="Text Box 41">
              <a:extLst>
                <a:ext uri="{FF2B5EF4-FFF2-40B4-BE49-F238E27FC236}">
                  <a16:creationId xmlns:a16="http://schemas.microsoft.com/office/drawing/2014/main" id="{5F537F36-4C00-76E0-5820-7B0A2E1E2557}"/>
                </a:ext>
              </a:extLst>
            </p:cNvPr>
            <p:cNvSpPr txBox="1">
              <a:spLocks noChangeArrowheads="1"/>
            </p:cNvSpPr>
            <p:nvPr/>
          </p:nvSpPr>
          <p:spPr bwMode="auto">
            <a:xfrm>
              <a:off x="4956" y="3719"/>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 </a:t>
              </a:r>
              <a:r>
                <a:rPr lang="en-US" altLang="zh-CN" sz="2400">
                  <a:latin typeface="Times New Roman" panose="02020603050405020304" pitchFamily="18" charset="0"/>
                </a:rPr>
                <a:t>/</a:t>
              </a:r>
              <a:r>
                <a:rPr lang="en-US" altLang="zh-CN" sz="2400" i="1">
                  <a:latin typeface="Times New Roman" panose="02020603050405020304" pitchFamily="18" charset="0"/>
                </a:rPr>
                <a:t>s</a:t>
              </a:r>
              <a:endParaRPr lang="en-US" altLang="zh-CN" sz="2400">
                <a:latin typeface="Times New Roman" panose="02020603050405020304" pitchFamily="18" charset="0"/>
              </a:endParaRPr>
            </a:p>
          </p:txBody>
        </p:sp>
        <p:sp>
          <p:nvSpPr>
            <p:cNvPr id="57363" name="Line 42">
              <a:extLst>
                <a:ext uri="{FF2B5EF4-FFF2-40B4-BE49-F238E27FC236}">
                  <a16:creationId xmlns:a16="http://schemas.microsoft.com/office/drawing/2014/main" id="{619843C0-2B9B-B19F-1881-24CC6C6ED76F}"/>
                </a:ext>
              </a:extLst>
            </p:cNvPr>
            <p:cNvSpPr>
              <a:spLocks noChangeShapeType="1"/>
            </p:cNvSpPr>
            <p:nvPr/>
          </p:nvSpPr>
          <p:spPr bwMode="auto">
            <a:xfrm flipV="1">
              <a:off x="3555" y="3635"/>
              <a:ext cx="0" cy="1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4" name="Line 43">
              <a:extLst>
                <a:ext uri="{FF2B5EF4-FFF2-40B4-BE49-F238E27FC236}">
                  <a16:creationId xmlns:a16="http://schemas.microsoft.com/office/drawing/2014/main" id="{CE90A1C4-CF9F-AA16-A8A2-D57CB711E903}"/>
                </a:ext>
              </a:extLst>
            </p:cNvPr>
            <p:cNvSpPr>
              <a:spLocks noChangeShapeType="1"/>
            </p:cNvSpPr>
            <p:nvPr/>
          </p:nvSpPr>
          <p:spPr bwMode="auto">
            <a:xfrm flipV="1">
              <a:off x="4319" y="3635"/>
              <a:ext cx="0" cy="1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5" name="Line 44">
              <a:extLst>
                <a:ext uri="{FF2B5EF4-FFF2-40B4-BE49-F238E27FC236}">
                  <a16:creationId xmlns:a16="http://schemas.microsoft.com/office/drawing/2014/main" id="{A4251CCB-8667-4AA2-7582-CC51E59A73A0}"/>
                </a:ext>
              </a:extLst>
            </p:cNvPr>
            <p:cNvSpPr>
              <a:spLocks noChangeShapeType="1"/>
            </p:cNvSpPr>
            <p:nvPr/>
          </p:nvSpPr>
          <p:spPr bwMode="auto">
            <a:xfrm flipV="1">
              <a:off x="4680" y="3635"/>
              <a:ext cx="0" cy="1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6" name="Text Box 45">
              <a:extLst>
                <a:ext uri="{FF2B5EF4-FFF2-40B4-BE49-F238E27FC236}">
                  <a16:creationId xmlns:a16="http://schemas.microsoft.com/office/drawing/2014/main" id="{B88455ED-9E5D-43BE-1676-FDB45E02D778}"/>
                </a:ext>
              </a:extLst>
            </p:cNvPr>
            <p:cNvSpPr txBox="1">
              <a:spLocks noChangeArrowheads="1"/>
            </p:cNvSpPr>
            <p:nvPr/>
          </p:nvSpPr>
          <p:spPr bwMode="auto">
            <a:xfrm>
              <a:off x="3484"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a:t>
              </a:r>
            </a:p>
          </p:txBody>
        </p:sp>
        <p:sp>
          <p:nvSpPr>
            <p:cNvPr id="57367" name="Text Box 46">
              <a:extLst>
                <a:ext uri="{FF2B5EF4-FFF2-40B4-BE49-F238E27FC236}">
                  <a16:creationId xmlns:a16="http://schemas.microsoft.com/office/drawing/2014/main" id="{8AEF6548-EFCC-717B-978E-64F759CF4388}"/>
                </a:ext>
              </a:extLst>
            </p:cNvPr>
            <p:cNvSpPr txBox="1">
              <a:spLocks noChangeArrowheads="1"/>
            </p:cNvSpPr>
            <p:nvPr/>
          </p:nvSpPr>
          <p:spPr bwMode="auto">
            <a:xfrm>
              <a:off x="4252"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3</a:t>
              </a:r>
            </a:p>
          </p:txBody>
        </p:sp>
        <p:sp>
          <p:nvSpPr>
            <p:cNvPr id="57368" name="Text Box 47">
              <a:extLst>
                <a:ext uri="{FF2B5EF4-FFF2-40B4-BE49-F238E27FC236}">
                  <a16:creationId xmlns:a16="http://schemas.microsoft.com/office/drawing/2014/main" id="{37F6AF0F-0857-DB8E-F837-62D2601EB7AF}"/>
                </a:ext>
              </a:extLst>
            </p:cNvPr>
            <p:cNvSpPr txBox="1">
              <a:spLocks noChangeArrowheads="1"/>
            </p:cNvSpPr>
            <p:nvPr/>
          </p:nvSpPr>
          <p:spPr bwMode="auto">
            <a:xfrm>
              <a:off x="2482" y="2400"/>
              <a:ext cx="7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)/c</a:t>
              </a:r>
              <a:r>
                <a:rPr lang="en-US" altLang="zh-CN" sz="2400" i="1">
                  <a:latin typeface="Times New Roman" panose="02020603050405020304" pitchFamily="18" charset="0"/>
                </a:rPr>
                <a:t>m</a:t>
              </a:r>
            </a:p>
          </p:txBody>
        </p:sp>
        <p:sp>
          <p:nvSpPr>
            <p:cNvPr id="57369" name="Line 48">
              <a:extLst>
                <a:ext uri="{FF2B5EF4-FFF2-40B4-BE49-F238E27FC236}">
                  <a16:creationId xmlns:a16="http://schemas.microsoft.com/office/drawing/2014/main" id="{A5877BE0-0165-BAD6-6921-C64B60F40683}"/>
                </a:ext>
              </a:extLst>
            </p:cNvPr>
            <p:cNvSpPr>
              <a:spLocks noChangeShapeType="1"/>
            </p:cNvSpPr>
            <p:nvPr/>
          </p:nvSpPr>
          <p:spPr bwMode="auto">
            <a:xfrm>
              <a:off x="3937" y="3653"/>
              <a:ext cx="0" cy="23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0" name="Line 49">
              <a:extLst>
                <a:ext uri="{FF2B5EF4-FFF2-40B4-BE49-F238E27FC236}">
                  <a16:creationId xmlns:a16="http://schemas.microsoft.com/office/drawing/2014/main" id="{549A85FB-E341-87C0-1DDC-4F5C3D5E4B98}"/>
                </a:ext>
              </a:extLst>
            </p:cNvPr>
            <p:cNvSpPr>
              <a:spLocks noChangeShapeType="1"/>
            </p:cNvSpPr>
            <p:nvPr/>
          </p:nvSpPr>
          <p:spPr bwMode="auto">
            <a:xfrm>
              <a:off x="3152" y="3840"/>
              <a:ext cx="785"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1" name="Text Box 50">
              <a:extLst>
                <a:ext uri="{FF2B5EF4-FFF2-40B4-BE49-F238E27FC236}">
                  <a16:creationId xmlns:a16="http://schemas.microsoft.com/office/drawing/2014/main" id="{E34A4376-CBC9-E585-BE4E-1324CC3E00D9}"/>
                </a:ext>
              </a:extLst>
            </p:cNvPr>
            <p:cNvSpPr txBox="1">
              <a:spLocks noChangeArrowheads="1"/>
            </p:cNvSpPr>
            <p:nvPr/>
          </p:nvSpPr>
          <p:spPr bwMode="auto">
            <a:xfrm>
              <a:off x="3478" y="37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a:t>
              </a:r>
              <a:r>
                <a:rPr lang="en-US" altLang="zh-CN" sz="2400" i="1" baseline="-18000">
                  <a:latin typeface="Times New Roman" panose="02020603050405020304" pitchFamily="18" charset="0"/>
                </a:rPr>
                <a:t>p</a:t>
              </a:r>
            </a:p>
          </p:txBody>
        </p:sp>
        <p:sp>
          <p:nvSpPr>
            <p:cNvPr id="57372" name="Rectangle 51">
              <a:extLst>
                <a:ext uri="{FF2B5EF4-FFF2-40B4-BE49-F238E27FC236}">
                  <a16:creationId xmlns:a16="http://schemas.microsoft.com/office/drawing/2014/main" id="{8D802B4B-3067-8FF4-801B-F2B60AE9B44C}"/>
                </a:ext>
              </a:extLst>
            </p:cNvPr>
            <p:cNvSpPr>
              <a:spLocks noChangeArrowheads="1"/>
            </p:cNvSpPr>
            <p:nvPr/>
          </p:nvSpPr>
          <p:spPr bwMode="auto">
            <a:xfrm>
              <a:off x="3948" y="3936"/>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b)</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ACB17A57-8C5E-F879-EC82-C35DBAB53E6B}"/>
              </a:ext>
            </a:extLst>
          </p:cNvPr>
          <p:cNvSpPr>
            <a:spLocks noChangeArrowheads="1"/>
          </p:cNvSpPr>
          <p:nvPr/>
        </p:nvSpPr>
        <p:spPr bwMode="auto">
          <a:xfrm>
            <a:off x="1258888" y="1557338"/>
            <a:ext cx="5715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宋体" panose="02010600030101010101" pitchFamily="2" charset="-122"/>
              </a:rPr>
              <a:t>解</a:t>
            </a:r>
            <a:r>
              <a:rPr lang="zh-CN" altLang="en-US" sz="2800">
                <a:latin typeface="宋体" panose="02010600030101010101" pitchFamily="2" charset="-122"/>
              </a:rPr>
              <a:t>：根据牛顿第二定律：</a:t>
            </a:r>
            <a:r>
              <a:rPr lang="zh-CN" altLang="en-US" sz="2800">
                <a:latin typeface="Times New Roman" panose="02020603050405020304" pitchFamily="18" charset="0"/>
              </a:rPr>
              <a:t> </a:t>
            </a:r>
          </a:p>
        </p:txBody>
      </p:sp>
      <p:graphicFrame>
        <p:nvGraphicFramePr>
          <p:cNvPr id="149508" name="Object 4">
            <a:extLst>
              <a:ext uri="{FF2B5EF4-FFF2-40B4-BE49-F238E27FC236}">
                <a16:creationId xmlns:a16="http://schemas.microsoft.com/office/drawing/2014/main" id="{147BDB12-07B4-A889-7147-AD521DF41C54}"/>
              </a:ext>
            </a:extLst>
          </p:cNvPr>
          <p:cNvGraphicFramePr>
            <a:graphicFrameLocks noChangeAspect="1"/>
          </p:cNvGraphicFramePr>
          <p:nvPr/>
        </p:nvGraphicFramePr>
        <p:xfrm>
          <a:off x="2133600" y="2057400"/>
          <a:ext cx="4495800" cy="874713"/>
        </p:xfrm>
        <a:graphic>
          <a:graphicData uri="http://schemas.openxmlformats.org/presentationml/2006/ole">
            <mc:AlternateContent xmlns:mc="http://schemas.openxmlformats.org/markup-compatibility/2006">
              <mc:Choice xmlns:v="urn:schemas-microsoft-com:vml" Requires="v">
                <p:oleObj spid="_x0000_s14341" r:id="rId4" imgW="2743200" imgH="533400" progId="Equation.3">
                  <p:embed/>
                </p:oleObj>
              </mc:Choice>
              <mc:Fallback>
                <p:oleObj r:id="rId4" imgW="2743200" imgH="533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057400"/>
                        <a:ext cx="4495800"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9509" name="Object 5">
            <a:extLst>
              <a:ext uri="{FF2B5EF4-FFF2-40B4-BE49-F238E27FC236}">
                <a16:creationId xmlns:a16="http://schemas.microsoft.com/office/drawing/2014/main" id="{48A0970B-1829-D149-A630-8A90EE5C7F63}"/>
              </a:ext>
            </a:extLst>
          </p:cNvPr>
          <p:cNvGraphicFramePr>
            <a:graphicFrameLocks noChangeAspect="1"/>
          </p:cNvGraphicFramePr>
          <p:nvPr/>
        </p:nvGraphicFramePr>
        <p:xfrm>
          <a:off x="2085975" y="3702050"/>
          <a:ext cx="5762625" cy="1149350"/>
        </p:xfrm>
        <a:graphic>
          <a:graphicData uri="http://schemas.openxmlformats.org/presentationml/2006/ole">
            <mc:AlternateContent xmlns:mc="http://schemas.openxmlformats.org/markup-compatibility/2006">
              <mc:Choice xmlns:v="urn:schemas-microsoft-com:vml" Requires="v">
                <p:oleObj spid="_x0000_s14342" r:id="rId6" imgW="3632200" imgH="723900" progId="Equation.3">
                  <p:embed/>
                </p:oleObj>
              </mc:Choice>
              <mc:Fallback>
                <p:oleObj r:id="rId6" imgW="3632200" imgH="7239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5975" y="3702050"/>
                        <a:ext cx="5762625"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826D277C-04B2-925C-9198-37D51A4149C3}"/>
              </a:ext>
            </a:extLst>
          </p:cNvPr>
          <p:cNvGrpSpPr>
            <a:grpSpLocks/>
          </p:cNvGrpSpPr>
          <p:nvPr/>
        </p:nvGrpSpPr>
        <p:grpSpPr bwMode="auto">
          <a:xfrm>
            <a:off x="1981200" y="5111750"/>
            <a:ext cx="4216400" cy="831850"/>
            <a:chOff x="1248" y="2900"/>
            <a:chExt cx="2656" cy="524"/>
          </a:xfrm>
        </p:grpSpPr>
        <p:graphicFrame>
          <p:nvGraphicFramePr>
            <p:cNvPr id="59399" name="Object 7">
              <a:extLst>
                <a:ext uri="{FF2B5EF4-FFF2-40B4-BE49-F238E27FC236}">
                  <a16:creationId xmlns:a16="http://schemas.microsoft.com/office/drawing/2014/main" id="{9C467C94-3B9F-9053-753A-A334A07E7ECD}"/>
                </a:ext>
              </a:extLst>
            </p:cNvPr>
            <p:cNvGraphicFramePr>
              <a:graphicFrameLocks noChangeAspect="1"/>
            </p:cNvGraphicFramePr>
            <p:nvPr/>
          </p:nvGraphicFramePr>
          <p:xfrm>
            <a:off x="2064" y="2900"/>
            <a:ext cx="1840" cy="524"/>
          </p:xfrm>
          <a:graphic>
            <a:graphicData uri="http://schemas.openxmlformats.org/presentationml/2006/ole">
              <mc:AlternateContent xmlns:mc="http://schemas.openxmlformats.org/markup-compatibility/2006">
                <mc:Choice xmlns:v="urn:schemas-microsoft-com:vml" Requires="v">
                  <p:oleObj spid="_x0000_s14343" r:id="rId8" imgW="1612900" imgH="457200" progId="Equation.3">
                    <p:embed/>
                  </p:oleObj>
                </mc:Choice>
                <mc:Fallback>
                  <p:oleObj r:id="rId8" imgW="1612900" imgH="4572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4" y="2900"/>
                          <a:ext cx="1840"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0" name="Rectangle 8">
              <a:extLst>
                <a:ext uri="{FF2B5EF4-FFF2-40B4-BE49-F238E27FC236}">
                  <a16:creationId xmlns:a16="http://schemas.microsoft.com/office/drawing/2014/main" id="{64AA89BD-4359-C8C9-DEFD-7CEE73D5A768}"/>
                </a:ext>
              </a:extLst>
            </p:cNvPr>
            <p:cNvSpPr>
              <a:spLocks noChangeArrowheads="1"/>
            </p:cNvSpPr>
            <p:nvPr/>
          </p:nvSpPr>
          <p:spPr bwMode="auto">
            <a:xfrm>
              <a:off x="1248" y="2985"/>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其中，</a:t>
              </a:r>
            </a:p>
          </p:txBody>
        </p:sp>
      </p:grpSp>
      <p:sp>
        <p:nvSpPr>
          <p:cNvPr id="149513" name="Rectangle 9">
            <a:extLst>
              <a:ext uri="{FF2B5EF4-FFF2-40B4-BE49-F238E27FC236}">
                <a16:creationId xmlns:a16="http://schemas.microsoft.com/office/drawing/2014/main" id="{A958B9DE-7C9A-FB21-3147-24238975D652}"/>
              </a:ext>
            </a:extLst>
          </p:cNvPr>
          <p:cNvSpPr>
            <a:spLocks noChangeArrowheads="1"/>
          </p:cNvSpPr>
          <p:nvPr/>
        </p:nvSpPr>
        <p:spPr bwMode="auto">
          <a:xfrm>
            <a:off x="1949450" y="3068638"/>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系统的传递函数为：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9508"/>
                                        </p:tgtEl>
                                        <p:attrNameLst>
                                          <p:attrName>style.visibility</p:attrName>
                                        </p:attrNameLst>
                                      </p:cBhvr>
                                      <p:to>
                                        <p:strVal val="visible"/>
                                      </p:to>
                                    </p:set>
                                    <p:anim calcmode="lin" valueType="num">
                                      <p:cBhvr additive="base">
                                        <p:cTn id="7" dur="500" fill="hold"/>
                                        <p:tgtEl>
                                          <p:spTgt spid="149508"/>
                                        </p:tgtEl>
                                        <p:attrNameLst>
                                          <p:attrName>ppt_x</p:attrName>
                                        </p:attrNameLst>
                                      </p:cBhvr>
                                      <p:tavLst>
                                        <p:tav tm="0">
                                          <p:val>
                                            <p:strVal val="#ppt_x"/>
                                          </p:val>
                                        </p:tav>
                                        <p:tav tm="100000">
                                          <p:val>
                                            <p:strVal val="#ppt_x"/>
                                          </p:val>
                                        </p:tav>
                                      </p:tavLst>
                                    </p:anim>
                                    <p:anim calcmode="lin" valueType="num">
                                      <p:cBhvr additive="base">
                                        <p:cTn id="8" dur="500" fill="hold"/>
                                        <p:tgtEl>
                                          <p:spTgt spid="14950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9513"/>
                                        </p:tgtEl>
                                        <p:attrNameLst>
                                          <p:attrName>style.visibility</p:attrName>
                                        </p:attrNameLst>
                                      </p:cBhvr>
                                      <p:to>
                                        <p:strVal val="visible"/>
                                      </p:to>
                                    </p:set>
                                    <p:anim calcmode="lin" valueType="num">
                                      <p:cBhvr additive="base">
                                        <p:cTn id="13" dur="500" fill="hold"/>
                                        <p:tgtEl>
                                          <p:spTgt spid="149513"/>
                                        </p:tgtEl>
                                        <p:attrNameLst>
                                          <p:attrName>ppt_x</p:attrName>
                                        </p:attrNameLst>
                                      </p:cBhvr>
                                      <p:tavLst>
                                        <p:tav tm="0">
                                          <p:val>
                                            <p:strVal val="#ppt_x"/>
                                          </p:val>
                                        </p:tav>
                                        <p:tav tm="100000">
                                          <p:val>
                                            <p:strVal val="#ppt_x"/>
                                          </p:val>
                                        </p:tav>
                                      </p:tavLst>
                                    </p:anim>
                                    <p:anim calcmode="lin" valueType="num">
                                      <p:cBhvr additive="base">
                                        <p:cTn id="14" dur="500" fill="hold"/>
                                        <p:tgtEl>
                                          <p:spTgt spid="14951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9509"/>
                                        </p:tgtEl>
                                        <p:attrNameLst>
                                          <p:attrName>style.visibility</p:attrName>
                                        </p:attrNameLst>
                                      </p:cBhvr>
                                      <p:to>
                                        <p:strVal val="visible"/>
                                      </p:to>
                                    </p:set>
                                    <p:anim calcmode="lin" valueType="num">
                                      <p:cBhvr additive="base">
                                        <p:cTn id="19" dur="500" fill="hold"/>
                                        <p:tgtEl>
                                          <p:spTgt spid="149509"/>
                                        </p:tgtEl>
                                        <p:attrNameLst>
                                          <p:attrName>ppt_x</p:attrName>
                                        </p:attrNameLst>
                                      </p:cBhvr>
                                      <p:tavLst>
                                        <p:tav tm="0">
                                          <p:val>
                                            <p:strVal val="#ppt_x"/>
                                          </p:val>
                                        </p:tav>
                                        <p:tav tm="100000">
                                          <p:val>
                                            <p:strVal val="#ppt_x"/>
                                          </p:val>
                                        </p:tav>
                                      </p:tavLst>
                                    </p:anim>
                                    <p:anim calcmode="lin" valueType="num">
                                      <p:cBhvr additive="base">
                                        <p:cTn id="20" dur="500" fill="hold"/>
                                        <p:tgtEl>
                                          <p:spTgt spid="14950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1555" name="Object 3">
            <a:extLst>
              <a:ext uri="{FF2B5EF4-FFF2-40B4-BE49-F238E27FC236}">
                <a16:creationId xmlns:a16="http://schemas.microsoft.com/office/drawing/2014/main" id="{BA28A99B-DF7C-385E-ED63-5E709374F255}"/>
              </a:ext>
            </a:extLst>
          </p:cNvPr>
          <p:cNvGraphicFramePr>
            <a:graphicFrameLocks noChangeAspect="1"/>
          </p:cNvGraphicFramePr>
          <p:nvPr>
            <p:extLst>
              <p:ext uri="{D42A27DB-BD31-4B8C-83A1-F6EECF244321}">
                <p14:modId xmlns:p14="http://schemas.microsoft.com/office/powerpoint/2010/main" val="2793214594"/>
              </p:ext>
            </p:extLst>
          </p:nvPr>
        </p:nvGraphicFramePr>
        <p:xfrm>
          <a:off x="925143" y="1925079"/>
          <a:ext cx="4187825" cy="661987"/>
        </p:xfrm>
        <a:graphic>
          <a:graphicData uri="http://schemas.openxmlformats.org/presentationml/2006/ole">
            <mc:AlternateContent xmlns:mc="http://schemas.openxmlformats.org/markup-compatibility/2006">
              <mc:Choice xmlns:v="urn:schemas-microsoft-com:vml" Requires="v">
                <p:oleObj spid="_x0000_s15364" r:id="rId4" imgW="2501900" imgH="393700" progId="Equation.3">
                  <p:embed/>
                </p:oleObj>
              </mc:Choice>
              <mc:Fallback>
                <p:oleObj r:id="rId4" imgW="2501900" imgH="3937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5143" y="1925079"/>
                        <a:ext cx="4187825"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43" name="Rectangle 4">
            <a:extLst>
              <a:ext uri="{FF2B5EF4-FFF2-40B4-BE49-F238E27FC236}">
                <a16:creationId xmlns:a16="http://schemas.microsoft.com/office/drawing/2014/main" id="{CCB8616A-B7AC-4AE0-48DB-EB070B6CA37A}"/>
              </a:ext>
            </a:extLst>
          </p:cNvPr>
          <p:cNvSpPr>
            <a:spLocks noChangeArrowheads="1"/>
          </p:cNvSpPr>
          <p:nvPr/>
        </p:nvSpPr>
        <p:spPr bwMode="auto">
          <a:xfrm>
            <a:off x="1070881" y="914165"/>
            <a:ext cx="5861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由于</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)=L[</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)]=L[300]=300/s</a:t>
            </a:r>
            <a:r>
              <a:rPr lang="zh-CN" altLang="en-US" sz="2800">
                <a:latin typeface="Times New Roman" panose="02020603050405020304" pitchFamily="18" charset="0"/>
              </a:rPr>
              <a:t>，因此</a:t>
            </a:r>
          </a:p>
        </p:txBody>
      </p:sp>
      <p:sp>
        <p:nvSpPr>
          <p:cNvPr id="151557" name="Rectangle 5">
            <a:extLst>
              <a:ext uri="{FF2B5EF4-FFF2-40B4-BE49-F238E27FC236}">
                <a16:creationId xmlns:a16="http://schemas.microsoft.com/office/drawing/2014/main" id="{6C69B898-A772-EC38-A7D6-8AE2B9AF13F7}"/>
              </a:ext>
            </a:extLst>
          </p:cNvPr>
          <p:cNvSpPr>
            <a:spLocks noChangeArrowheads="1"/>
          </p:cNvSpPr>
          <p:nvPr/>
        </p:nvSpPr>
        <p:spPr bwMode="auto">
          <a:xfrm>
            <a:off x="699847" y="2894606"/>
            <a:ext cx="4451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dirty="0">
                <a:latin typeface="宋体" panose="02010600030101010101" pitchFamily="2" charset="-122"/>
              </a:rPr>
              <a:t>根据拉氏变换的终值定理：</a:t>
            </a:r>
          </a:p>
        </p:txBody>
      </p:sp>
      <p:graphicFrame>
        <p:nvGraphicFramePr>
          <p:cNvPr id="151558" name="Object 6">
            <a:extLst>
              <a:ext uri="{FF2B5EF4-FFF2-40B4-BE49-F238E27FC236}">
                <a16:creationId xmlns:a16="http://schemas.microsoft.com/office/drawing/2014/main" id="{6ECC23DA-E2BF-5C16-A065-01EC25458E51}"/>
              </a:ext>
            </a:extLst>
          </p:cNvPr>
          <p:cNvGraphicFramePr>
            <a:graphicFrameLocks noChangeAspect="1"/>
          </p:cNvGraphicFramePr>
          <p:nvPr>
            <p:extLst>
              <p:ext uri="{D42A27DB-BD31-4B8C-83A1-F6EECF244321}">
                <p14:modId xmlns:p14="http://schemas.microsoft.com/office/powerpoint/2010/main" val="4236574670"/>
              </p:ext>
            </p:extLst>
          </p:nvPr>
        </p:nvGraphicFramePr>
        <p:xfrm>
          <a:off x="763651" y="3730498"/>
          <a:ext cx="4368800" cy="615950"/>
        </p:xfrm>
        <a:graphic>
          <a:graphicData uri="http://schemas.openxmlformats.org/presentationml/2006/ole">
            <mc:AlternateContent xmlns:mc="http://schemas.openxmlformats.org/markup-compatibility/2006">
              <mc:Choice xmlns:v="urn:schemas-microsoft-com:vml" Requires="v">
                <p:oleObj spid="_x0000_s15365" r:id="rId6" imgW="2806700" imgH="393700" progId="Equation.3">
                  <p:embed/>
                </p:oleObj>
              </mc:Choice>
              <mc:Fallback>
                <p:oleObj r:id="rId6" imgW="2806700" imgH="3937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3651" y="3730498"/>
                        <a:ext cx="43688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1559" name="Rectangle 7">
            <a:extLst>
              <a:ext uri="{FF2B5EF4-FFF2-40B4-BE49-F238E27FC236}">
                <a16:creationId xmlns:a16="http://schemas.microsoft.com/office/drawing/2014/main" id="{930A256B-3153-DB9E-C18B-D7123000F963}"/>
              </a:ext>
            </a:extLst>
          </p:cNvPr>
          <p:cNvSpPr>
            <a:spLocks noChangeArrowheads="1"/>
          </p:cNvSpPr>
          <p:nvPr/>
        </p:nvSpPr>
        <p:spPr bwMode="auto">
          <a:xfrm>
            <a:off x="749263" y="4614799"/>
            <a:ext cx="48466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rPr>
              <a:t>由图</a:t>
            </a:r>
            <a:r>
              <a:rPr lang="en-US" altLang="zh-CN" sz="2800" dirty="0">
                <a:latin typeface="Times New Roman" panose="02020603050405020304" pitchFamily="18" charset="0"/>
              </a:rPr>
              <a:t>b)</a:t>
            </a:r>
            <a:r>
              <a:rPr lang="zh-CN" altLang="en-US" sz="2800" dirty="0">
                <a:latin typeface="Times New Roman" panose="02020603050405020304" pitchFamily="18" charset="0"/>
              </a:rPr>
              <a:t>知 </a:t>
            </a:r>
            <a:r>
              <a:rPr lang="en-US" altLang="zh-CN" sz="2800" i="1" dirty="0">
                <a:latin typeface="Times New Roman" panose="02020603050405020304" pitchFamily="18" charset="0"/>
              </a:rPr>
              <a:t>x</a:t>
            </a:r>
            <a:r>
              <a:rPr lang="en-US" altLang="zh-CN" sz="2900" i="1" baseline="-18000" dirty="0">
                <a:latin typeface="Times New Roman" panose="02020603050405020304" pitchFamily="18" charset="0"/>
              </a:rPr>
              <a:t>o</a:t>
            </a:r>
            <a:r>
              <a:rPr lang="en-US" altLang="zh-CN" sz="2800" dirty="0">
                <a:latin typeface="Times New Roman" panose="02020603050405020304" pitchFamily="18" charset="0"/>
              </a:rPr>
              <a:t>(</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 1c</a:t>
            </a:r>
            <a:r>
              <a:rPr lang="en-US" altLang="zh-CN" sz="2800" i="1" dirty="0">
                <a:latin typeface="Times New Roman" panose="02020603050405020304" pitchFamily="18" charset="0"/>
              </a:rPr>
              <a:t>m</a:t>
            </a:r>
            <a:r>
              <a:rPr lang="zh-CN" altLang="en-US" sz="2800" dirty="0">
                <a:latin typeface="Times New Roman" panose="02020603050405020304" pitchFamily="18" charset="0"/>
              </a:rPr>
              <a:t>，因此：</a:t>
            </a:r>
          </a:p>
        </p:txBody>
      </p:sp>
      <p:sp>
        <p:nvSpPr>
          <p:cNvPr id="151560" name="Rectangle 8">
            <a:extLst>
              <a:ext uri="{FF2B5EF4-FFF2-40B4-BE49-F238E27FC236}">
                <a16:creationId xmlns:a16="http://schemas.microsoft.com/office/drawing/2014/main" id="{34E82399-715C-21E8-F351-5F9891648A32}"/>
              </a:ext>
            </a:extLst>
          </p:cNvPr>
          <p:cNvSpPr>
            <a:spLocks noChangeArrowheads="1"/>
          </p:cNvSpPr>
          <p:nvPr/>
        </p:nvSpPr>
        <p:spPr bwMode="auto">
          <a:xfrm>
            <a:off x="2794685" y="5407025"/>
            <a:ext cx="2940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i="1" dirty="0">
                <a:latin typeface="Times New Roman" panose="02020603050405020304" pitchFamily="18" charset="0"/>
              </a:rPr>
              <a:t>K</a:t>
            </a:r>
            <a:r>
              <a:rPr lang="en-US" altLang="zh-CN" sz="2800" dirty="0">
                <a:latin typeface="Times New Roman" panose="02020603050405020304" pitchFamily="18" charset="0"/>
              </a:rPr>
              <a:t>=300/1=300</a:t>
            </a:r>
            <a:r>
              <a:rPr lang="en-US" altLang="zh-CN" sz="2800" i="1" dirty="0">
                <a:latin typeface="Times New Roman" panose="02020603050405020304" pitchFamily="18" charset="0"/>
              </a:rPr>
              <a:t>N</a:t>
            </a:r>
            <a:r>
              <a:rPr lang="en-US" altLang="zh-CN" sz="2800" dirty="0">
                <a:latin typeface="Times New Roman" panose="02020603050405020304" pitchFamily="18" charset="0"/>
              </a:rPr>
              <a:t>/c</a:t>
            </a:r>
            <a:r>
              <a:rPr lang="en-US" altLang="zh-CN" sz="2800" i="1" dirty="0">
                <a:latin typeface="Times New Roman" panose="02020603050405020304" pitchFamily="18" charset="0"/>
              </a:rPr>
              <a:t>m</a:t>
            </a:r>
          </a:p>
        </p:txBody>
      </p:sp>
      <p:grpSp>
        <p:nvGrpSpPr>
          <p:cNvPr id="2" name="Group 28">
            <a:extLst>
              <a:ext uri="{FF2B5EF4-FFF2-40B4-BE49-F238E27FC236}">
                <a16:creationId xmlns:a16="http://schemas.microsoft.com/office/drawing/2014/main" id="{0652F6B5-DDFA-9DCA-E206-9500A17DBC9C}"/>
              </a:ext>
            </a:extLst>
          </p:cNvPr>
          <p:cNvGrpSpPr>
            <a:grpSpLocks/>
          </p:cNvGrpSpPr>
          <p:nvPr/>
        </p:nvGrpSpPr>
        <p:grpSpPr bwMode="auto">
          <a:xfrm>
            <a:off x="5180589" y="2569954"/>
            <a:ext cx="3602360" cy="2322512"/>
            <a:chOff x="2482" y="2400"/>
            <a:chExt cx="2819" cy="1824"/>
          </a:xfrm>
        </p:grpSpPr>
        <p:sp>
          <p:nvSpPr>
            <p:cNvPr id="3" name="Line 29">
              <a:extLst>
                <a:ext uri="{FF2B5EF4-FFF2-40B4-BE49-F238E27FC236}">
                  <a16:creationId xmlns:a16="http://schemas.microsoft.com/office/drawing/2014/main" id="{8E8B681F-2B32-BBC9-20DC-6304765762F0}"/>
                </a:ext>
              </a:extLst>
            </p:cNvPr>
            <p:cNvSpPr>
              <a:spLocks noChangeShapeType="1"/>
            </p:cNvSpPr>
            <p:nvPr/>
          </p:nvSpPr>
          <p:spPr bwMode="auto">
            <a:xfrm>
              <a:off x="3144" y="3656"/>
              <a:ext cx="199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 name="Line 30">
              <a:extLst>
                <a:ext uri="{FF2B5EF4-FFF2-40B4-BE49-F238E27FC236}">
                  <a16:creationId xmlns:a16="http://schemas.microsoft.com/office/drawing/2014/main" id="{9A9CC8F1-C617-BA67-1CB1-1A88FF1AE022}"/>
                </a:ext>
              </a:extLst>
            </p:cNvPr>
            <p:cNvSpPr>
              <a:spLocks noChangeShapeType="1"/>
            </p:cNvSpPr>
            <p:nvPr/>
          </p:nvSpPr>
          <p:spPr bwMode="auto">
            <a:xfrm flipV="1">
              <a:off x="3144" y="2496"/>
              <a:ext cx="1" cy="1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 name="Freeform 31">
              <a:extLst>
                <a:ext uri="{FF2B5EF4-FFF2-40B4-BE49-F238E27FC236}">
                  <a16:creationId xmlns:a16="http://schemas.microsoft.com/office/drawing/2014/main" id="{B2DDAF31-C65B-0A8B-62AE-363B768F69B8}"/>
                </a:ext>
              </a:extLst>
            </p:cNvPr>
            <p:cNvSpPr>
              <a:spLocks noChangeArrowheads="1"/>
            </p:cNvSpPr>
            <p:nvPr/>
          </p:nvSpPr>
          <p:spPr bwMode="auto">
            <a:xfrm>
              <a:off x="3144" y="2748"/>
              <a:ext cx="1999" cy="908"/>
            </a:xfrm>
            <a:custGeom>
              <a:avLst/>
              <a:gdLst>
                <a:gd name="T0" fmla="*/ 1 w 4519"/>
                <a:gd name="T1" fmla="*/ 19 h 2381"/>
                <a:gd name="T2" fmla="*/ 2 w 4519"/>
                <a:gd name="T3" fmla="*/ 18 h 2381"/>
                <a:gd name="T4" fmla="*/ 4 w 4519"/>
                <a:gd name="T5" fmla="*/ 18 h 2381"/>
                <a:gd name="T6" fmla="*/ 5 w 4519"/>
                <a:gd name="T7" fmla="*/ 16 h 2381"/>
                <a:gd name="T8" fmla="*/ 7 w 4519"/>
                <a:gd name="T9" fmla="*/ 14 h 2381"/>
                <a:gd name="T10" fmla="*/ 8 w 4519"/>
                <a:gd name="T11" fmla="*/ 13 h 2381"/>
                <a:gd name="T12" fmla="*/ 10 w 4519"/>
                <a:gd name="T13" fmla="*/ 11 h 2381"/>
                <a:gd name="T14" fmla="*/ 12 w 4519"/>
                <a:gd name="T15" fmla="*/ 9 h 2381"/>
                <a:gd name="T16" fmla="*/ 13 w 4519"/>
                <a:gd name="T17" fmla="*/ 8 h 2381"/>
                <a:gd name="T18" fmla="*/ 15 w 4519"/>
                <a:gd name="T19" fmla="*/ 6 h 2381"/>
                <a:gd name="T20" fmla="*/ 16 w 4519"/>
                <a:gd name="T21" fmla="*/ 5 h 2381"/>
                <a:gd name="T22" fmla="*/ 18 w 4519"/>
                <a:gd name="T23" fmla="*/ 4 h 2381"/>
                <a:gd name="T24" fmla="*/ 19 w 4519"/>
                <a:gd name="T25" fmla="*/ 3 h 2381"/>
                <a:gd name="T26" fmla="*/ 21 w 4519"/>
                <a:gd name="T27" fmla="*/ 2 h 2381"/>
                <a:gd name="T28" fmla="*/ 22 w 4519"/>
                <a:gd name="T29" fmla="*/ 1 h 2381"/>
                <a:gd name="T30" fmla="*/ 24 w 4519"/>
                <a:gd name="T31" fmla="*/ 1 h 2381"/>
                <a:gd name="T32" fmla="*/ 25 w 4519"/>
                <a:gd name="T33" fmla="*/ 0 h 2381"/>
                <a:gd name="T34" fmla="*/ 27 w 4519"/>
                <a:gd name="T35" fmla="*/ 0 h 2381"/>
                <a:gd name="T36" fmla="*/ 28 w 4519"/>
                <a:gd name="T37" fmla="*/ 0 h 2381"/>
                <a:gd name="T38" fmla="*/ 30 w 4519"/>
                <a:gd name="T39" fmla="*/ 0 h 2381"/>
                <a:gd name="T40" fmla="*/ 31 w 4519"/>
                <a:gd name="T41" fmla="*/ 0 h 2381"/>
                <a:gd name="T42" fmla="*/ 33 w 4519"/>
                <a:gd name="T43" fmla="*/ 0 h 2381"/>
                <a:gd name="T44" fmla="*/ 35 w 4519"/>
                <a:gd name="T45" fmla="*/ 0 h 2381"/>
                <a:gd name="T46" fmla="*/ 36 w 4519"/>
                <a:gd name="T47" fmla="*/ 0 h 2381"/>
                <a:gd name="T48" fmla="*/ 38 w 4519"/>
                <a:gd name="T49" fmla="*/ 0 h 2381"/>
                <a:gd name="T50" fmla="*/ 39 w 4519"/>
                <a:gd name="T51" fmla="*/ 1 h 2381"/>
                <a:gd name="T52" fmla="*/ 41 w 4519"/>
                <a:gd name="T53" fmla="*/ 1 h 2381"/>
                <a:gd name="T54" fmla="*/ 42 w 4519"/>
                <a:gd name="T55" fmla="*/ 1 h 2381"/>
                <a:gd name="T56" fmla="*/ 44 w 4519"/>
                <a:gd name="T57" fmla="*/ 1 h 2381"/>
                <a:gd name="T58" fmla="*/ 45 w 4519"/>
                <a:gd name="T59" fmla="*/ 1 h 2381"/>
                <a:gd name="T60" fmla="*/ 46 w 4519"/>
                <a:gd name="T61" fmla="*/ 2 h 2381"/>
                <a:gd name="T62" fmla="*/ 48 w 4519"/>
                <a:gd name="T63" fmla="*/ 2 h 2381"/>
                <a:gd name="T64" fmla="*/ 50 w 4519"/>
                <a:gd name="T65" fmla="*/ 2 h 2381"/>
                <a:gd name="T66" fmla="*/ 51 w 4519"/>
                <a:gd name="T67" fmla="*/ 2 h 2381"/>
                <a:gd name="T68" fmla="*/ 53 w 4519"/>
                <a:gd name="T69" fmla="*/ 2 h 2381"/>
                <a:gd name="T70" fmla="*/ 54 w 4519"/>
                <a:gd name="T71" fmla="*/ 2 h 2381"/>
                <a:gd name="T72" fmla="*/ 56 w 4519"/>
                <a:gd name="T73" fmla="*/ 2 h 2381"/>
                <a:gd name="T74" fmla="*/ 58 w 4519"/>
                <a:gd name="T75" fmla="*/ 2 h 2381"/>
                <a:gd name="T76" fmla="*/ 59 w 4519"/>
                <a:gd name="T77" fmla="*/ 2 h 2381"/>
                <a:gd name="T78" fmla="*/ 61 w 4519"/>
                <a:gd name="T79" fmla="*/ 2 h 2381"/>
                <a:gd name="T80" fmla="*/ 62 w 4519"/>
                <a:gd name="T81" fmla="*/ 2 h 2381"/>
                <a:gd name="T82" fmla="*/ 63 w 4519"/>
                <a:gd name="T83" fmla="*/ 2 h 2381"/>
                <a:gd name="T84" fmla="*/ 65 w 4519"/>
                <a:gd name="T85" fmla="*/ 2 h 2381"/>
                <a:gd name="T86" fmla="*/ 67 w 4519"/>
                <a:gd name="T87" fmla="*/ 2 h 2381"/>
                <a:gd name="T88" fmla="*/ 68 w 4519"/>
                <a:gd name="T89" fmla="*/ 2 h 2381"/>
                <a:gd name="T90" fmla="*/ 69 w 4519"/>
                <a:gd name="T91" fmla="*/ 2 h 2381"/>
                <a:gd name="T92" fmla="*/ 71 w 4519"/>
                <a:gd name="T93" fmla="*/ 2 h 2381"/>
                <a:gd name="T94" fmla="*/ 73 w 4519"/>
                <a:gd name="T95" fmla="*/ 2 h 2381"/>
                <a:gd name="T96" fmla="*/ 74 w 4519"/>
                <a:gd name="T97" fmla="*/ 2 h 2381"/>
                <a:gd name="T98" fmla="*/ 76 w 4519"/>
                <a:gd name="T99" fmla="*/ 2 h 23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519" h="2381">
                  <a:moveTo>
                    <a:pt x="0" y="2381"/>
                  </a:moveTo>
                  <a:lnTo>
                    <a:pt x="42" y="2372"/>
                  </a:lnTo>
                  <a:lnTo>
                    <a:pt x="94" y="2346"/>
                  </a:lnTo>
                  <a:lnTo>
                    <a:pt x="136" y="2292"/>
                  </a:lnTo>
                  <a:lnTo>
                    <a:pt x="178" y="2239"/>
                  </a:lnTo>
                  <a:lnTo>
                    <a:pt x="230" y="2158"/>
                  </a:lnTo>
                  <a:lnTo>
                    <a:pt x="272" y="2078"/>
                  </a:lnTo>
                  <a:lnTo>
                    <a:pt x="313" y="1989"/>
                  </a:lnTo>
                  <a:lnTo>
                    <a:pt x="366" y="1891"/>
                  </a:lnTo>
                  <a:lnTo>
                    <a:pt x="407" y="1784"/>
                  </a:lnTo>
                  <a:lnTo>
                    <a:pt x="449" y="1677"/>
                  </a:lnTo>
                  <a:lnTo>
                    <a:pt x="501" y="1570"/>
                  </a:lnTo>
                  <a:lnTo>
                    <a:pt x="543" y="1463"/>
                  </a:lnTo>
                  <a:lnTo>
                    <a:pt x="585" y="1356"/>
                  </a:lnTo>
                  <a:lnTo>
                    <a:pt x="637" y="1249"/>
                  </a:lnTo>
                  <a:lnTo>
                    <a:pt x="679" y="1150"/>
                  </a:lnTo>
                  <a:lnTo>
                    <a:pt x="720" y="1043"/>
                  </a:lnTo>
                  <a:lnTo>
                    <a:pt x="772" y="945"/>
                  </a:lnTo>
                  <a:lnTo>
                    <a:pt x="814" y="856"/>
                  </a:lnTo>
                  <a:lnTo>
                    <a:pt x="856" y="767"/>
                  </a:lnTo>
                  <a:lnTo>
                    <a:pt x="908" y="678"/>
                  </a:lnTo>
                  <a:lnTo>
                    <a:pt x="950" y="597"/>
                  </a:lnTo>
                  <a:lnTo>
                    <a:pt x="992" y="526"/>
                  </a:lnTo>
                  <a:lnTo>
                    <a:pt x="1044" y="455"/>
                  </a:lnTo>
                  <a:lnTo>
                    <a:pt x="1086" y="392"/>
                  </a:lnTo>
                  <a:lnTo>
                    <a:pt x="1127" y="339"/>
                  </a:lnTo>
                  <a:lnTo>
                    <a:pt x="1179" y="285"/>
                  </a:lnTo>
                  <a:lnTo>
                    <a:pt x="1221" y="241"/>
                  </a:lnTo>
                  <a:lnTo>
                    <a:pt x="1263" y="196"/>
                  </a:lnTo>
                  <a:lnTo>
                    <a:pt x="1315" y="160"/>
                  </a:lnTo>
                  <a:lnTo>
                    <a:pt x="1357" y="125"/>
                  </a:lnTo>
                  <a:lnTo>
                    <a:pt x="1399" y="98"/>
                  </a:lnTo>
                  <a:lnTo>
                    <a:pt x="1451" y="71"/>
                  </a:lnTo>
                  <a:lnTo>
                    <a:pt x="1492" y="53"/>
                  </a:lnTo>
                  <a:lnTo>
                    <a:pt x="1534" y="35"/>
                  </a:lnTo>
                  <a:lnTo>
                    <a:pt x="1586" y="26"/>
                  </a:lnTo>
                  <a:lnTo>
                    <a:pt x="1628" y="17"/>
                  </a:lnTo>
                  <a:lnTo>
                    <a:pt x="1670" y="9"/>
                  </a:lnTo>
                  <a:lnTo>
                    <a:pt x="1722" y="9"/>
                  </a:lnTo>
                  <a:lnTo>
                    <a:pt x="1764" y="0"/>
                  </a:lnTo>
                  <a:lnTo>
                    <a:pt x="1806" y="0"/>
                  </a:lnTo>
                  <a:lnTo>
                    <a:pt x="1858" y="9"/>
                  </a:lnTo>
                  <a:lnTo>
                    <a:pt x="1899" y="9"/>
                  </a:lnTo>
                  <a:lnTo>
                    <a:pt x="1941" y="17"/>
                  </a:lnTo>
                  <a:lnTo>
                    <a:pt x="1993" y="17"/>
                  </a:lnTo>
                  <a:lnTo>
                    <a:pt x="2035" y="26"/>
                  </a:lnTo>
                  <a:lnTo>
                    <a:pt x="2077" y="35"/>
                  </a:lnTo>
                  <a:lnTo>
                    <a:pt x="2129" y="44"/>
                  </a:lnTo>
                  <a:lnTo>
                    <a:pt x="2171" y="53"/>
                  </a:lnTo>
                  <a:lnTo>
                    <a:pt x="2212" y="62"/>
                  </a:lnTo>
                  <a:lnTo>
                    <a:pt x="2265" y="80"/>
                  </a:lnTo>
                  <a:lnTo>
                    <a:pt x="2306" y="89"/>
                  </a:lnTo>
                  <a:lnTo>
                    <a:pt x="2348" y="98"/>
                  </a:lnTo>
                  <a:lnTo>
                    <a:pt x="2390" y="107"/>
                  </a:lnTo>
                  <a:lnTo>
                    <a:pt x="2442" y="116"/>
                  </a:lnTo>
                  <a:lnTo>
                    <a:pt x="2484" y="125"/>
                  </a:lnTo>
                  <a:lnTo>
                    <a:pt x="2526" y="133"/>
                  </a:lnTo>
                  <a:lnTo>
                    <a:pt x="2578" y="142"/>
                  </a:lnTo>
                  <a:lnTo>
                    <a:pt x="2619" y="151"/>
                  </a:lnTo>
                  <a:lnTo>
                    <a:pt x="2661" y="160"/>
                  </a:lnTo>
                  <a:lnTo>
                    <a:pt x="2713" y="169"/>
                  </a:lnTo>
                  <a:lnTo>
                    <a:pt x="2755" y="178"/>
                  </a:lnTo>
                  <a:lnTo>
                    <a:pt x="2797" y="187"/>
                  </a:lnTo>
                  <a:lnTo>
                    <a:pt x="2849" y="187"/>
                  </a:lnTo>
                  <a:lnTo>
                    <a:pt x="2891" y="196"/>
                  </a:lnTo>
                  <a:lnTo>
                    <a:pt x="2932" y="196"/>
                  </a:lnTo>
                  <a:lnTo>
                    <a:pt x="2985" y="205"/>
                  </a:lnTo>
                  <a:lnTo>
                    <a:pt x="3026" y="205"/>
                  </a:lnTo>
                  <a:lnTo>
                    <a:pt x="3068" y="214"/>
                  </a:lnTo>
                  <a:lnTo>
                    <a:pt x="3120" y="214"/>
                  </a:lnTo>
                  <a:lnTo>
                    <a:pt x="3162" y="223"/>
                  </a:lnTo>
                  <a:lnTo>
                    <a:pt x="3204" y="223"/>
                  </a:lnTo>
                  <a:lnTo>
                    <a:pt x="3256" y="223"/>
                  </a:lnTo>
                  <a:lnTo>
                    <a:pt x="3298" y="223"/>
                  </a:lnTo>
                  <a:lnTo>
                    <a:pt x="3339" y="223"/>
                  </a:lnTo>
                  <a:lnTo>
                    <a:pt x="3392" y="223"/>
                  </a:lnTo>
                  <a:lnTo>
                    <a:pt x="3433" y="232"/>
                  </a:lnTo>
                  <a:lnTo>
                    <a:pt x="3475" y="232"/>
                  </a:lnTo>
                  <a:lnTo>
                    <a:pt x="3527" y="232"/>
                  </a:lnTo>
                  <a:lnTo>
                    <a:pt x="3569" y="232"/>
                  </a:lnTo>
                  <a:lnTo>
                    <a:pt x="3611" y="232"/>
                  </a:lnTo>
                  <a:lnTo>
                    <a:pt x="3663" y="232"/>
                  </a:lnTo>
                  <a:lnTo>
                    <a:pt x="3705" y="232"/>
                  </a:lnTo>
                  <a:lnTo>
                    <a:pt x="3746" y="223"/>
                  </a:lnTo>
                  <a:lnTo>
                    <a:pt x="3799" y="223"/>
                  </a:lnTo>
                  <a:lnTo>
                    <a:pt x="3840" y="223"/>
                  </a:lnTo>
                  <a:lnTo>
                    <a:pt x="3882" y="223"/>
                  </a:lnTo>
                  <a:lnTo>
                    <a:pt x="3934" y="223"/>
                  </a:lnTo>
                  <a:lnTo>
                    <a:pt x="3976" y="223"/>
                  </a:lnTo>
                  <a:lnTo>
                    <a:pt x="4018" y="223"/>
                  </a:lnTo>
                  <a:lnTo>
                    <a:pt x="4070" y="223"/>
                  </a:lnTo>
                  <a:lnTo>
                    <a:pt x="4112" y="223"/>
                  </a:lnTo>
                  <a:lnTo>
                    <a:pt x="4153" y="223"/>
                  </a:lnTo>
                  <a:lnTo>
                    <a:pt x="4206" y="214"/>
                  </a:lnTo>
                  <a:lnTo>
                    <a:pt x="4247" y="214"/>
                  </a:lnTo>
                  <a:lnTo>
                    <a:pt x="4289" y="214"/>
                  </a:lnTo>
                  <a:lnTo>
                    <a:pt x="4341" y="214"/>
                  </a:lnTo>
                  <a:lnTo>
                    <a:pt x="4383" y="214"/>
                  </a:lnTo>
                  <a:lnTo>
                    <a:pt x="4425" y="214"/>
                  </a:lnTo>
                  <a:lnTo>
                    <a:pt x="4477" y="214"/>
                  </a:lnTo>
                  <a:lnTo>
                    <a:pt x="4519" y="214"/>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 name="Line 32">
              <a:extLst>
                <a:ext uri="{FF2B5EF4-FFF2-40B4-BE49-F238E27FC236}">
                  <a16:creationId xmlns:a16="http://schemas.microsoft.com/office/drawing/2014/main" id="{17D9DE10-881C-1952-5EE4-FC97291D275E}"/>
                </a:ext>
              </a:extLst>
            </p:cNvPr>
            <p:cNvSpPr>
              <a:spLocks noChangeShapeType="1"/>
            </p:cNvSpPr>
            <p:nvPr/>
          </p:nvSpPr>
          <p:spPr bwMode="auto">
            <a:xfrm>
              <a:off x="3152" y="2835"/>
              <a:ext cx="2016" cy="0"/>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Text Box 33">
              <a:extLst>
                <a:ext uri="{FF2B5EF4-FFF2-40B4-BE49-F238E27FC236}">
                  <a16:creationId xmlns:a16="http://schemas.microsoft.com/office/drawing/2014/main" id="{94778F0B-B7F2-85CA-1869-C450C4CD871B}"/>
                </a:ext>
              </a:extLst>
            </p:cNvPr>
            <p:cNvSpPr txBox="1">
              <a:spLocks noChangeArrowheads="1"/>
            </p:cNvSpPr>
            <p:nvPr/>
          </p:nvSpPr>
          <p:spPr bwMode="auto">
            <a:xfrm>
              <a:off x="2928" y="359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8" name="Text Box 34">
              <a:extLst>
                <a:ext uri="{FF2B5EF4-FFF2-40B4-BE49-F238E27FC236}">
                  <a16:creationId xmlns:a16="http://schemas.microsoft.com/office/drawing/2014/main" id="{1245F5A5-34E8-253D-937E-0539DFB23C1B}"/>
                </a:ext>
              </a:extLst>
            </p:cNvPr>
            <p:cNvSpPr txBox="1">
              <a:spLocks noChangeArrowheads="1"/>
            </p:cNvSpPr>
            <p:nvPr/>
          </p:nvSpPr>
          <p:spPr bwMode="auto">
            <a:xfrm>
              <a:off x="2760" y="2704"/>
              <a:ext cx="3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1.0</a:t>
              </a:r>
            </a:p>
          </p:txBody>
        </p:sp>
        <p:sp>
          <p:nvSpPr>
            <p:cNvPr id="9" name="Line 35">
              <a:extLst>
                <a:ext uri="{FF2B5EF4-FFF2-40B4-BE49-F238E27FC236}">
                  <a16:creationId xmlns:a16="http://schemas.microsoft.com/office/drawing/2014/main" id="{D0DE2BCE-DD3F-BBDA-F9F3-07203341725B}"/>
                </a:ext>
              </a:extLst>
            </p:cNvPr>
            <p:cNvSpPr>
              <a:spLocks noChangeShapeType="1"/>
            </p:cNvSpPr>
            <p:nvPr/>
          </p:nvSpPr>
          <p:spPr bwMode="auto">
            <a:xfrm>
              <a:off x="3937" y="2756"/>
              <a:ext cx="0" cy="897"/>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36">
              <a:extLst>
                <a:ext uri="{FF2B5EF4-FFF2-40B4-BE49-F238E27FC236}">
                  <a16:creationId xmlns:a16="http://schemas.microsoft.com/office/drawing/2014/main" id="{B213C2FD-0270-B037-EB5E-B92C72BC0CA9}"/>
                </a:ext>
              </a:extLst>
            </p:cNvPr>
            <p:cNvSpPr>
              <a:spLocks noChangeShapeType="1"/>
            </p:cNvSpPr>
            <p:nvPr/>
          </p:nvSpPr>
          <p:spPr bwMode="auto">
            <a:xfrm flipH="1">
              <a:off x="3406" y="2747"/>
              <a:ext cx="531" cy="0"/>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37">
              <a:extLst>
                <a:ext uri="{FF2B5EF4-FFF2-40B4-BE49-F238E27FC236}">
                  <a16:creationId xmlns:a16="http://schemas.microsoft.com/office/drawing/2014/main" id="{75EEB717-B754-FA24-C4FD-1F2CC6599BDB}"/>
                </a:ext>
              </a:extLst>
            </p:cNvPr>
            <p:cNvSpPr>
              <a:spLocks noChangeShapeType="1"/>
            </p:cNvSpPr>
            <p:nvPr/>
          </p:nvSpPr>
          <p:spPr bwMode="auto">
            <a:xfrm>
              <a:off x="3446" y="2560"/>
              <a:ext cx="0" cy="181"/>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38">
              <a:extLst>
                <a:ext uri="{FF2B5EF4-FFF2-40B4-BE49-F238E27FC236}">
                  <a16:creationId xmlns:a16="http://schemas.microsoft.com/office/drawing/2014/main" id="{734D3A26-DA99-98CB-4E84-CF723FBCB886}"/>
                </a:ext>
              </a:extLst>
            </p:cNvPr>
            <p:cNvSpPr>
              <a:spLocks noChangeShapeType="1"/>
            </p:cNvSpPr>
            <p:nvPr/>
          </p:nvSpPr>
          <p:spPr bwMode="auto">
            <a:xfrm flipV="1">
              <a:off x="3446" y="2819"/>
              <a:ext cx="0" cy="181"/>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39">
              <a:extLst>
                <a:ext uri="{FF2B5EF4-FFF2-40B4-BE49-F238E27FC236}">
                  <a16:creationId xmlns:a16="http://schemas.microsoft.com/office/drawing/2014/main" id="{027C9F23-5150-583E-C1AA-B93B8AE65F6E}"/>
                </a:ext>
              </a:extLst>
            </p:cNvPr>
            <p:cNvSpPr txBox="1">
              <a:spLocks noChangeArrowheads="1"/>
            </p:cNvSpPr>
            <p:nvPr/>
          </p:nvSpPr>
          <p:spPr bwMode="auto">
            <a:xfrm>
              <a:off x="3576" y="2478"/>
              <a:ext cx="5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dirty="0">
                  <a:latin typeface="Times New Roman" panose="02020603050405020304" pitchFamily="18" charset="0"/>
                </a:rPr>
                <a:t>0.095</a:t>
              </a:r>
            </a:p>
          </p:txBody>
        </p:sp>
        <p:sp>
          <p:nvSpPr>
            <p:cNvPr id="14" name="Text Box 40">
              <a:extLst>
                <a:ext uri="{FF2B5EF4-FFF2-40B4-BE49-F238E27FC236}">
                  <a16:creationId xmlns:a16="http://schemas.microsoft.com/office/drawing/2014/main" id="{D8F93D3A-C788-EBE3-EB58-0D40F56C1A34}"/>
                </a:ext>
              </a:extLst>
            </p:cNvPr>
            <p:cNvSpPr txBox="1">
              <a:spLocks noChangeArrowheads="1"/>
            </p:cNvSpPr>
            <p:nvPr/>
          </p:nvSpPr>
          <p:spPr bwMode="auto">
            <a:xfrm>
              <a:off x="3916"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2</a:t>
              </a:r>
            </a:p>
          </p:txBody>
        </p:sp>
        <p:sp>
          <p:nvSpPr>
            <p:cNvPr id="15" name="Text Box 41">
              <a:extLst>
                <a:ext uri="{FF2B5EF4-FFF2-40B4-BE49-F238E27FC236}">
                  <a16:creationId xmlns:a16="http://schemas.microsoft.com/office/drawing/2014/main" id="{9F538A44-6964-972E-E37C-B8471C57E25C}"/>
                </a:ext>
              </a:extLst>
            </p:cNvPr>
            <p:cNvSpPr txBox="1">
              <a:spLocks noChangeArrowheads="1"/>
            </p:cNvSpPr>
            <p:nvPr/>
          </p:nvSpPr>
          <p:spPr bwMode="auto">
            <a:xfrm>
              <a:off x="4956" y="3719"/>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 </a:t>
              </a:r>
              <a:r>
                <a:rPr lang="en-US" altLang="zh-CN" sz="2400">
                  <a:latin typeface="Times New Roman" panose="02020603050405020304" pitchFamily="18" charset="0"/>
                </a:rPr>
                <a:t>/</a:t>
              </a:r>
              <a:r>
                <a:rPr lang="en-US" altLang="zh-CN" sz="2400" i="1">
                  <a:latin typeface="Times New Roman" panose="02020603050405020304" pitchFamily="18" charset="0"/>
                </a:rPr>
                <a:t>s</a:t>
              </a:r>
              <a:endParaRPr lang="en-US" altLang="zh-CN" sz="2400">
                <a:latin typeface="Times New Roman" panose="02020603050405020304" pitchFamily="18" charset="0"/>
              </a:endParaRPr>
            </a:p>
          </p:txBody>
        </p:sp>
        <p:sp>
          <p:nvSpPr>
            <p:cNvPr id="16" name="Line 42">
              <a:extLst>
                <a:ext uri="{FF2B5EF4-FFF2-40B4-BE49-F238E27FC236}">
                  <a16:creationId xmlns:a16="http://schemas.microsoft.com/office/drawing/2014/main" id="{1E136B5D-E276-B356-2814-9CF09A73558A}"/>
                </a:ext>
              </a:extLst>
            </p:cNvPr>
            <p:cNvSpPr>
              <a:spLocks noChangeShapeType="1"/>
            </p:cNvSpPr>
            <p:nvPr/>
          </p:nvSpPr>
          <p:spPr bwMode="auto">
            <a:xfrm flipV="1">
              <a:off x="3555" y="3635"/>
              <a:ext cx="0" cy="1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43">
              <a:extLst>
                <a:ext uri="{FF2B5EF4-FFF2-40B4-BE49-F238E27FC236}">
                  <a16:creationId xmlns:a16="http://schemas.microsoft.com/office/drawing/2014/main" id="{F5F4BF64-8E79-0E24-8221-C8223DF86425}"/>
                </a:ext>
              </a:extLst>
            </p:cNvPr>
            <p:cNvSpPr>
              <a:spLocks noChangeShapeType="1"/>
            </p:cNvSpPr>
            <p:nvPr/>
          </p:nvSpPr>
          <p:spPr bwMode="auto">
            <a:xfrm flipV="1">
              <a:off x="4319" y="3635"/>
              <a:ext cx="0" cy="1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44">
              <a:extLst>
                <a:ext uri="{FF2B5EF4-FFF2-40B4-BE49-F238E27FC236}">
                  <a16:creationId xmlns:a16="http://schemas.microsoft.com/office/drawing/2014/main" id="{00B24DAE-4A93-36A5-AF11-78492C6FC84A}"/>
                </a:ext>
              </a:extLst>
            </p:cNvPr>
            <p:cNvSpPr>
              <a:spLocks noChangeShapeType="1"/>
            </p:cNvSpPr>
            <p:nvPr/>
          </p:nvSpPr>
          <p:spPr bwMode="auto">
            <a:xfrm flipV="1">
              <a:off x="4680" y="3635"/>
              <a:ext cx="0" cy="1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Text Box 45">
              <a:extLst>
                <a:ext uri="{FF2B5EF4-FFF2-40B4-BE49-F238E27FC236}">
                  <a16:creationId xmlns:a16="http://schemas.microsoft.com/office/drawing/2014/main" id="{89288352-BEDD-BF79-206E-D7F06DA5D2F7}"/>
                </a:ext>
              </a:extLst>
            </p:cNvPr>
            <p:cNvSpPr txBox="1">
              <a:spLocks noChangeArrowheads="1"/>
            </p:cNvSpPr>
            <p:nvPr/>
          </p:nvSpPr>
          <p:spPr bwMode="auto">
            <a:xfrm>
              <a:off x="3484"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a:t>
              </a:r>
            </a:p>
          </p:txBody>
        </p:sp>
        <p:sp>
          <p:nvSpPr>
            <p:cNvPr id="20" name="Text Box 46">
              <a:extLst>
                <a:ext uri="{FF2B5EF4-FFF2-40B4-BE49-F238E27FC236}">
                  <a16:creationId xmlns:a16="http://schemas.microsoft.com/office/drawing/2014/main" id="{BE238A4A-FFFB-FB14-7800-F6EB1840860E}"/>
                </a:ext>
              </a:extLst>
            </p:cNvPr>
            <p:cNvSpPr txBox="1">
              <a:spLocks noChangeArrowheads="1"/>
            </p:cNvSpPr>
            <p:nvPr/>
          </p:nvSpPr>
          <p:spPr bwMode="auto">
            <a:xfrm>
              <a:off x="4252"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3</a:t>
              </a:r>
            </a:p>
          </p:txBody>
        </p:sp>
        <p:sp>
          <p:nvSpPr>
            <p:cNvPr id="21" name="Text Box 47">
              <a:extLst>
                <a:ext uri="{FF2B5EF4-FFF2-40B4-BE49-F238E27FC236}">
                  <a16:creationId xmlns:a16="http://schemas.microsoft.com/office/drawing/2014/main" id="{F8ECF409-3EC6-FA62-7A37-DCA281270BDE}"/>
                </a:ext>
              </a:extLst>
            </p:cNvPr>
            <p:cNvSpPr txBox="1">
              <a:spLocks noChangeArrowheads="1"/>
            </p:cNvSpPr>
            <p:nvPr/>
          </p:nvSpPr>
          <p:spPr bwMode="auto">
            <a:xfrm>
              <a:off x="2482" y="2400"/>
              <a:ext cx="72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25000">
                  <a:latin typeface="Times New Roman" panose="02020603050405020304" pitchFamily="18" charset="0"/>
                </a:rPr>
                <a:t>o</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)/c</a:t>
              </a:r>
              <a:r>
                <a:rPr lang="en-US" altLang="zh-CN" sz="2400" i="1">
                  <a:latin typeface="Times New Roman" panose="02020603050405020304" pitchFamily="18" charset="0"/>
                </a:rPr>
                <a:t>m</a:t>
              </a:r>
            </a:p>
          </p:txBody>
        </p:sp>
        <p:sp>
          <p:nvSpPr>
            <p:cNvPr id="22" name="Line 48">
              <a:extLst>
                <a:ext uri="{FF2B5EF4-FFF2-40B4-BE49-F238E27FC236}">
                  <a16:creationId xmlns:a16="http://schemas.microsoft.com/office/drawing/2014/main" id="{8F01F1EF-0EBB-B0AA-52DA-8A7C6F1C57AD}"/>
                </a:ext>
              </a:extLst>
            </p:cNvPr>
            <p:cNvSpPr>
              <a:spLocks noChangeShapeType="1"/>
            </p:cNvSpPr>
            <p:nvPr/>
          </p:nvSpPr>
          <p:spPr bwMode="auto">
            <a:xfrm>
              <a:off x="3937" y="3653"/>
              <a:ext cx="0" cy="23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49">
              <a:extLst>
                <a:ext uri="{FF2B5EF4-FFF2-40B4-BE49-F238E27FC236}">
                  <a16:creationId xmlns:a16="http://schemas.microsoft.com/office/drawing/2014/main" id="{A5A0FE06-69E7-33EB-4346-A08ECCB4FD93}"/>
                </a:ext>
              </a:extLst>
            </p:cNvPr>
            <p:cNvSpPr>
              <a:spLocks noChangeShapeType="1"/>
            </p:cNvSpPr>
            <p:nvPr/>
          </p:nvSpPr>
          <p:spPr bwMode="auto">
            <a:xfrm>
              <a:off x="3152" y="3840"/>
              <a:ext cx="785"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Text Box 50">
              <a:extLst>
                <a:ext uri="{FF2B5EF4-FFF2-40B4-BE49-F238E27FC236}">
                  <a16:creationId xmlns:a16="http://schemas.microsoft.com/office/drawing/2014/main" id="{17C0EFF8-1F95-CA97-F810-CAFE44E7DF31}"/>
                </a:ext>
              </a:extLst>
            </p:cNvPr>
            <p:cNvSpPr txBox="1">
              <a:spLocks noChangeArrowheads="1"/>
            </p:cNvSpPr>
            <p:nvPr/>
          </p:nvSpPr>
          <p:spPr bwMode="auto">
            <a:xfrm>
              <a:off x="3478" y="37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a:t>
              </a:r>
              <a:r>
                <a:rPr lang="en-US" altLang="zh-CN" sz="2400" i="1" baseline="-18000">
                  <a:latin typeface="Times New Roman" panose="02020603050405020304" pitchFamily="18" charset="0"/>
                </a:rPr>
                <a:t>p</a:t>
              </a:r>
            </a:p>
          </p:txBody>
        </p:sp>
        <p:sp>
          <p:nvSpPr>
            <p:cNvPr id="25" name="Rectangle 51">
              <a:extLst>
                <a:ext uri="{FF2B5EF4-FFF2-40B4-BE49-F238E27FC236}">
                  <a16:creationId xmlns:a16="http://schemas.microsoft.com/office/drawing/2014/main" id="{34E4AF70-285A-019D-3EAD-76A215156EC1}"/>
                </a:ext>
              </a:extLst>
            </p:cNvPr>
            <p:cNvSpPr>
              <a:spLocks noChangeArrowheads="1"/>
            </p:cNvSpPr>
            <p:nvPr/>
          </p:nvSpPr>
          <p:spPr bwMode="auto">
            <a:xfrm>
              <a:off x="3948" y="3936"/>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1555"/>
                                        </p:tgtEl>
                                        <p:attrNameLst>
                                          <p:attrName>style.visibility</p:attrName>
                                        </p:attrNameLst>
                                      </p:cBhvr>
                                      <p:to>
                                        <p:strVal val="visible"/>
                                      </p:to>
                                    </p:set>
                                    <p:anim calcmode="lin" valueType="num">
                                      <p:cBhvr additive="base">
                                        <p:cTn id="7" dur="500" fill="hold"/>
                                        <p:tgtEl>
                                          <p:spTgt spid="151555"/>
                                        </p:tgtEl>
                                        <p:attrNameLst>
                                          <p:attrName>ppt_x</p:attrName>
                                        </p:attrNameLst>
                                      </p:cBhvr>
                                      <p:tavLst>
                                        <p:tav tm="0">
                                          <p:val>
                                            <p:strVal val="#ppt_x"/>
                                          </p:val>
                                        </p:tav>
                                        <p:tav tm="100000">
                                          <p:val>
                                            <p:strVal val="#ppt_x"/>
                                          </p:val>
                                        </p:tav>
                                      </p:tavLst>
                                    </p:anim>
                                    <p:anim calcmode="lin" valueType="num">
                                      <p:cBhvr additive="base">
                                        <p:cTn id="8" dur="500" fill="hold"/>
                                        <p:tgtEl>
                                          <p:spTgt spid="15155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1557"/>
                                        </p:tgtEl>
                                        <p:attrNameLst>
                                          <p:attrName>style.visibility</p:attrName>
                                        </p:attrNameLst>
                                      </p:cBhvr>
                                      <p:to>
                                        <p:strVal val="visible"/>
                                      </p:to>
                                    </p:set>
                                    <p:anim calcmode="lin" valueType="num">
                                      <p:cBhvr additive="base">
                                        <p:cTn id="13" dur="500" fill="hold"/>
                                        <p:tgtEl>
                                          <p:spTgt spid="151557"/>
                                        </p:tgtEl>
                                        <p:attrNameLst>
                                          <p:attrName>ppt_x</p:attrName>
                                        </p:attrNameLst>
                                      </p:cBhvr>
                                      <p:tavLst>
                                        <p:tav tm="0">
                                          <p:val>
                                            <p:strVal val="#ppt_x"/>
                                          </p:val>
                                        </p:tav>
                                        <p:tav tm="100000">
                                          <p:val>
                                            <p:strVal val="#ppt_x"/>
                                          </p:val>
                                        </p:tav>
                                      </p:tavLst>
                                    </p:anim>
                                    <p:anim calcmode="lin" valueType="num">
                                      <p:cBhvr additive="base">
                                        <p:cTn id="14" dur="500" fill="hold"/>
                                        <p:tgtEl>
                                          <p:spTgt spid="15155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1558"/>
                                        </p:tgtEl>
                                        <p:attrNameLst>
                                          <p:attrName>style.visibility</p:attrName>
                                        </p:attrNameLst>
                                      </p:cBhvr>
                                      <p:to>
                                        <p:strVal val="visible"/>
                                      </p:to>
                                    </p:set>
                                    <p:anim calcmode="lin" valueType="num">
                                      <p:cBhvr additive="base">
                                        <p:cTn id="19" dur="500" fill="hold"/>
                                        <p:tgtEl>
                                          <p:spTgt spid="151558"/>
                                        </p:tgtEl>
                                        <p:attrNameLst>
                                          <p:attrName>ppt_x</p:attrName>
                                        </p:attrNameLst>
                                      </p:cBhvr>
                                      <p:tavLst>
                                        <p:tav tm="0">
                                          <p:val>
                                            <p:strVal val="#ppt_x"/>
                                          </p:val>
                                        </p:tav>
                                        <p:tav tm="100000">
                                          <p:val>
                                            <p:strVal val="#ppt_x"/>
                                          </p:val>
                                        </p:tav>
                                      </p:tavLst>
                                    </p:anim>
                                    <p:anim calcmode="lin" valueType="num">
                                      <p:cBhvr additive="base">
                                        <p:cTn id="20" dur="500" fill="hold"/>
                                        <p:tgtEl>
                                          <p:spTgt spid="15155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1559"/>
                                        </p:tgtEl>
                                        <p:attrNameLst>
                                          <p:attrName>style.visibility</p:attrName>
                                        </p:attrNameLst>
                                      </p:cBhvr>
                                      <p:to>
                                        <p:strVal val="visible"/>
                                      </p:to>
                                    </p:set>
                                    <p:anim calcmode="lin" valueType="num">
                                      <p:cBhvr additive="base">
                                        <p:cTn id="25" dur="500" fill="hold"/>
                                        <p:tgtEl>
                                          <p:spTgt spid="151559"/>
                                        </p:tgtEl>
                                        <p:attrNameLst>
                                          <p:attrName>ppt_x</p:attrName>
                                        </p:attrNameLst>
                                      </p:cBhvr>
                                      <p:tavLst>
                                        <p:tav tm="0">
                                          <p:val>
                                            <p:strVal val="#ppt_x"/>
                                          </p:val>
                                        </p:tav>
                                        <p:tav tm="100000">
                                          <p:val>
                                            <p:strVal val="#ppt_x"/>
                                          </p:val>
                                        </p:tav>
                                      </p:tavLst>
                                    </p:anim>
                                    <p:anim calcmode="lin" valueType="num">
                                      <p:cBhvr additive="base">
                                        <p:cTn id="26" dur="500" fill="hold"/>
                                        <p:tgtEl>
                                          <p:spTgt spid="15155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1560"/>
                                        </p:tgtEl>
                                        <p:attrNameLst>
                                          <p:attrName>style.visibility</p:attrName>
                                        </p:attrNameLst>
                                      </p:cBhvr>
                                      <p:to>
                                        <p:strVal val="visible"/>
                                      </p:to>
                                    </p:set>
                                    <p:anim calcmode="lin" valueType="num">
                                      <p:cBhvr additive="base">
                                        <p:cTn id="31" dur="500" fill="hold"/>
                                        <p:tgtEl>
                                          <p:spTgt spid="151560"/>
                                        </p:tgtEl>
                                        <p:attrNameLst>
                                          <p:attrName>ppt_x</p:attrName>
                                        </p:attrNameLst>
                                      </p:cBhvr>
                                      <p:tavLst>
                                        <p:tav tm="0">
                                          <p:val>
                                            <p:strVal val="#ppt_x"/>
                                          </p:val>
                                        </p:tav>
                                        <p:tav tm="100000">
                                          <p:val>
                                            <p:strVal val="#ppt_x"/>
                                          </p:val>
                                        </p:tav>
                                      </p:tavLst>
                                    </p:anim>
                                    <p:anim calcmode="lin" valueType="num">
                                      <p:cBhvr additive="base">
                                        <p:cTn id="32" dur="500" fill="hold"/>
                                        <p:tgtEl>
                                          <p:spTgt spid="1515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p:bldP spid="151559" grpId="0"/>
      <p:bldP spid="15156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D6A29950-BEB4-78B8-259D-153D40EBACB2}"/>
              </a:ext>
            </a:extLst>
          </p:cNvPr>
          <p:cNvSpPr>
            <a:spLocks noChangeArrowheads="1"/>
          </p:cNvSpPr>
          <p:nvPr/>
        </p:nvSpPr>
        <p:spPr bwMode="auto">
          <a:xfrm>
            <a:off x="1547813" y="1125538"/>
            <a:ext cx="4800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又</a:t>
            </a:r>
            <a:r>
              <a:rPr lang="zh-CN" altLang="en-US" sz="2800">
                <a:latin typeface="宋体" panose="02010600030101010101" pitchFamily="2" charset="-122"/>
              </a:rPr>
              <a:t>由图</a:t>
            </a:r>
            <a:r>
              <a:rPr lang="en-US" altLang="zh-CN" sz="2800">
                <a:latin typeface="Times New Roman" panose="02020603050405020304" pitchFamily="18" charset="0"/>
              </a:rPr>
              <a:t>b)</a:t>
            </a:r>
            <a:r>
              <a:rPr lang="zh-CN" altLang="en-US" sz="2800">
                <a:latin typeface="宋体" panose="02010600030101010101" pitchFamily="2" charset="-122"/>
              </a:rPr>
              <a:t>知</a:t>
            </a:r>
            <a:r>
              <a:rPr lang="zh-CN" altLang="en-US" sz="2800">
                <a:latin typeface="Times New Roman" panose="02020603050405020304" pitchFamily="18" charset="0"/>
              </a:rPr>
              <a:t>：</a:t>
            </a:r>
          </a:p>
        </p:txBody>
      </p:sp>
      <p:graphicFrame>
        <p:nvGraphicFramePr>
          <p:cNvPr id="153604" name="Object 4">
            <a:extLst>
              <a:ext uri="{FF2B5EF4-FFF2-40B4-BE49-F238E27FC236}">
                <a16:creationId xmlns:a16="http://schemas.microsoft.com/office/drawing/2014/main" id="{FD3AF31A-2B82-8D92-036B-CEFC8897FEFF}"/>
              </a:ext>
            </a:extLst>
          </p:cNvPr>
          <p:cNvGraphicFramePr>
            <a:graphicFrameLocks noChangeAspect="1"/>
          </p:cNvGraphicFramePr>
          <p:nvPr/>
        </p:nvGraphicFramePr>
        <p:xfrm>
          <a:off x="1476375" y="1700213"/>
          <a:ext cx="5788025" cy="792162"/>
        </p:xfrm>
        <a:graphic>
          <a:graphicData uri="http://schemas.openxmlformats.org/presentationml/2006/ole">
            <mc:AlternateContent xmlns:mc="http://schemas.openxmlformats.org/markup-compatibility/2006">
              <mc:Choice xmlns:v="urn:schemas-microsoft-com:vml" Requires="v">
                <p:oleObj spid="_x0000_s16389" r:id="rId4" imgW="2870200" imgH="393700" progId="Equation.3">
                  <p:embed/>
                </p:oleObj>
              </mc:Choice>
              <mc:Fallback>
                <p:oleObj r:id="rId4" imgW="2870200" imgH="3937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1700213"/>
                        <a:ext cx="578802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05" name="Rectangle 5">
            <a:extLst>
              <a:ext uri="{FF2B5EF4-FFF2-40B4-BE49-F238E27FC236}">
                <a16:creationId xmlns:a16="http://schemas.microsoft.com/office/drawing/2014/main" id="{0813FA87-566A-FADA-58FD-7400D64F11BA}"/>
              </a:ext>
            </a:extLst>
          </p:cNvPr>
          <p:cNvSpPr>
            <a:spLocks noChangeArrowheads="1"/>
          </p:cNvSpPr>
          <p:nvPr/>
        </p:nvSpPr>
        <p:spPr bwMode="auto">
          <a:xfrm>
            <a:off x="1600200" y="2667000"/>
            <a:ext cx="2247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解得：</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en-US" altLang="zh-CN" sz="2800">
                <a:latin typeface="Times New Roman" panose="02020603050405020304" pitchFamily="18" charset="0"/>
              </a:rPr>
              <a:t>= 0.6</a:t>
            </a:r>
          </a:p>
        </p:txBody>
      </p:sp>
      <p:grpSp>
        <p:nvGrpSpPr>
          <p:cNvPr id="2" name="Group 6">
            <a:extLst>
              <a:ext uri="{FF2B5EF4-FFF2-40B4-BE49-F238E27FC236}">
                <a16:creationId xmlns:a16="http://schemas.microsoft.com/office/drawing/2014/main" id="{DF8FB114-7C5C-18E2-6788-EC7CF5C5EED6}"/>
              </a:ext>
            </a:extLst>
          </p:cNvPr>
          <p:cNvGrpSpPr>
            <a:grpSpLocks/>
          </p:cNvGrpSpPr>
          <p:nvPr/>
        </p:nvGrpSpPr>
        <p:grpSpPr bwMode="auto">
          <a:xfrm>
            <a:off x="1600200" y="3244850"/>
            <a:ext cx="3581400" cy="946150"/>
            <a:chOff x="1008" y="2112"/>
            <a:chExt cx="2256" cy="596"/>
          </a:xfrm>
        </p:grpSpPr>
        <p:graphicFrame>
          <p:nvGraphicFramePr>
            <p:cNvPr id="63499" name="Object 7">
              <a:extLst>
                <a:ext uri="{FF2B5EF4-FFF2-40B4-BE49-F238E27FC236}">
                  <a16:creationId xmlns:a16="http://schemas.microsoft.com/office/drawing/2014/main" id="{A20AAB92-0FBC-E187-E797-64A783FEE135}"/>
                </a:ext>
              </a:extLst>
            </p:cNvPr>
            <p:cNvGraphicFramePr>
              <a:graphicFrameLocks noChangeAspect="1"/>
            </p:cNvGraphicFramePr>
            <p:nvPr/>
          </p:nvGraphicFramePr>
          <p:xfrm>
            <a:off x="1728" y="2112"/>
            <a:ext cx="1536" cy="596"/>
          </p:xfrm>
          <a:graphic>
            <a:graphicData uri="http://schemas.openxmlformats.org/presentationml/2006/ole">
              <mc:AlternateContent xmlns:mc="http://schemas.openxmlformats.org/markup-compatibility/2006">
                <mc:Choice xmlns:v="urn:schemas-microsoft-com:vml" Requires="v">
                  <p:oleObj spid="_x0000_s16390" r:id="rId6" imgW="1447800" imgH="558800" progId="Equation.3">
                    <p:embed/>
                  </p:oleObj>
                </mc:Choice>
                <mc:Fallback>
                  <p:oleObj r:id="rId6" imgW="1447800" imgH="558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8" y="2112"/>
                          <a:ext cx="153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500" name="Rectangle 8">
              <a:extLst>
                <a:ext uri="{FF2B5EF4-FFF2-40B4-BE49-F238E27FC236}">
                  <a16:creationId xmlns:a16="http://schemas.microsoft.com/office/drawing/2014/main" id="{2E12DF53-144A-C1A4-37B8-E07F0ADBCE8F}"/>
                </a:ext>
              </a:extLst>
            </p:cNvPr>
            <p:cNvSpPr>
              <a:spLocks noChangeArrowheads="1"/>
            </p:cNvSpPr>
            <p:nvPr/>
          </p:nvSpPr>
          <p:spPr bwMode="auto">
            <a:xfrm>
              <a:off x="1008" y="2169"/>
              <a:ext cx="8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又由：</a:t>
              </a:r>
            </a:p>
          </p:txBody>
        </p:sp>
      </p:grpSp>
      <p:sp>
        <p:nvSpPr>
          <p:cNvPr id="153609" name="Rectangle 9">
            <a:extLst>
              <a:ext uri="{FF2B5EF4-FFF2-40B4-BE49-F238E27FC236}">
                <a16:creationId xmlns:a16="http://schemas.microsoft.com/office/drawing/2014/main" id="{23BE9D59-102B-FDA8-9551-05FAB0C3F27D}"/>
              </a:ext>
            </a:extLst>
          </p:cNvPr>
          <p:cNvSpPr>
            <a:spLocks noChangeArrowheads="1"/>
          </p:cNvSpPr>
          <p:nvPr/>
        </p:nvSpPr>
        <p:spPr bwMode="auto">
          <a:xfrm>
            <a:off x="1600200" y="4343400"/>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代入</a:t>
            </a:r>
            <a:r>
              <a:rPr lang="zh-CN" altLang="en-US"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，可得</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en-US" altLang="zh-CN" sz="2800">
                <a:latin typeface="Times New Roman" panose="02020603050405020304" pitchFamily="18" charset="0"/>
              </a:rPr>
              <a:t>=1.96</a:t>
            </a:r>
            <a:r>
              <a:rPr lang="en-US" altLang="zh-CN" sz="2800" i="1">
                <a:latin typeface="Times New Roman" panose="02020603050405020304" pitchFamily="18" charset="0"/>
              </a:rPr>
              <a:t>rad</a:t>
            </a:r>
            <a:r>
              <a:rPr lang="en-US" altLang="zh-CN" sz="2800">
                <a:latin typeface="Times New Roman" panose="02020603050405020304" pitchFamily="18" charset="0"/>
              </a:rPr>
              <a:t>/</a:t>
            </a:r>
            <a:r>
              <a:rPr lang="en-US" altLang="zh-CN" sz="2800" i="1">
                <a:latin typeface="Times New Roman" panose="02020603050405020304" pitchFamily="18" charset="0"/>
              </a:rPr>
              <a:t>s</a:t>
            </a:r>
          </a:p>
        </p:txBody>
      </p:sp>
      <p:grpSp>
        <p:nvGrpSpPr>
          <p:cNvPr id="3" name="Group 10">
            <a:extLst>
              <a:ext uri="{FF2B5EF4-FFF2-40B4-BE49-F238E27FC236}">
                <a16:creationId xmlns:a16="http://schemas.microsoft.com/office/drawing/2014/main" id="{CD34FDD6-95D7-573C-10BC-B5D03480348D}"/>
              </a:ext>
            </a:extLst>
          </p:cNvPr>
          <p:cNvGrpSpPr>
            <a:grpSpLocks/>
          </p:cNvGrpSpPr>
          <p:nvPr/>
        </p:nvGrpSpPr>
        <p:grpSpPr bwMode="auto">
          <a:xfrm>
            <a:off x="1600200" y="4953000"/>
            <a:ext cx="3581400" cy="787400"/>
            <a:chOff x="1008" y="3120"/>
            <a:chExt cx="2256" cy="496"/>
          </a:xfrm>
        </p:grpSpPr>
        <p:graphicFrame>
          <p:nvGraphicFramePr>
            <p:cNvPr id="63497" name="Object 11">
              <a:extLst>
                <a:ext uri="{FF2B5EF4-FFF2-40B4-BE49-F238E27FC236}">
                  <a16:creationId xmlns:a16="http://schemas.microsoft.com/office/drawing/2014/main" id="{A16008C4-805A-C530-FAC3-1E4E832F4C11}"/>
                </a:ext>
              </a:extLst>
            </p:cNvPr>
            <p:cNvGraphicFramePr>
              <a:graphicFrameLocks noChangeAspect="1"/>
            </p:cNvGraphicFramePr>
            <p:nvPr/>
          </p:nvGraphicFramePr>
          <p:xfrm>
            <a:off x="1584" y="3120"/>
            <a:ext cx="1680" cy="496"/>
          </p:xfrm>
          <a:graphic>
            <a:graphicData uri="http://schemas.openxmlformats.org/presentationml/2006/ole">
              <mc:AlternateContent xmlns:mc="http://schemas.openxmlformats.org/markup-compatibility/2006">
                <mc:Choice xmlns:v="urn:schemas-microsoft-com:vml" Requires="v">
                  <p:oleObj spid="_x0000_s16391" r:id="rId8" imgW="1675673" imgH="495085" progId="Equation.3">
                    <p:embed/>
                  </p:oleObj>
                </mc:Choice>
                <mc:Fallback>
                  <p:oleObj r:id="rId8" imgW="1675673" imgH="495085"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4" y="3120"/>
                          <a:ext cx="1680"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498" name="Rectangle 12">
              <a:extLst>
                <a:ext uri="{FF2B5EF4-FFF2-40B4-BE49-F238E27FC236}">
                  <a16:creationId xmlns:a16="http://schemas.microsoft.com/office/drawing/2014/main" id="{3C5A4A1A-6349-A0F1-FE01-DCB0A98E36C4}"/>
                </a:ext>
              </a:extLst>
            </p:cNvPr>
            <p:cNvSpPr>
              <a:spLocks noChangeArrowheads="1"/>
            </p:cNvSpPr>
            <p:nvPr/>
          </p:nvSpPr>
          <p:spPr bwMode="auto">
            <a:xfrm>
              <a:off x="1008" y="3177"/>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根据</a:t>
              </a:r>
            </a:p>
          </p:txBody>
        </p:sp>
      </p:grpSp>
      <p:sp>
        <p:nvSpPr>
          <p:cNvPr id="153613" name="Rectangle 13">
            <a:extLst>
              <a:ext uri="{FF2B5EF4-FFF2-40B4-BE49-F238E27FC236}">
                <a16:creationId xmlns:a16="http://schemas.microsoft.com/office/drawing/2014/main" id="{B9FE5AA2-D247-D7E1-9F3E-DDFC22A69016}"/>
              </a:ext>
            </a:extLst>
          </p:cNvPr>
          <p:cNvSpPr>
            <a:spLocks noChangeArrowheads="1"/>
          </p:cNvSpPr>
          <p:nvPr/>
        </p:nvSpPr>
        <p:spPr bwMode="auto">
          <a:xfrm>
            <a:off x="1600200" y="58674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解得 </a:t>
            </a:r>
            <a:r>
              <a:rPr lang="en-US" altLang="zh-CN" sz="2800" i="1">
                <a:latin typeface="Times New Roman" panose="02020603050405020304" pitchFamily="18" charset="0"/>
              </a:rPr>
              <a:t>M </a:t>
            </a:r>
            <a:r>
              <a:rPr lang="en-US" altLang="zh-CN" sz="2800">
                <a:latin typeface="Times New Roman" panose="02020603050405020304" pitchFamily="18" charset="0"/>
              </a:rPr>
              <a:t>= 78.09</a:t>
            </a:r>
            <a:r>
              <a:rPr lang="en-US" altLang="zh-CN" sz="2800" i="1">
                <a:latin typeface="Times New Roman" panose="02020603050405020304" pitchFamily="18" charset="0"/>
              </a:rPr>
              <a:t>Kg</a:t>
            </a:r>
            <a:r>
              <a:rPr lang="zh-CN" altLang="en-US" sz="2800">
                <a:latin typeface="Times New Roman" panose="02020603050405020304" pitchFamily="18" charset="0"/>
              </a:rPr>
              <a:t>，</a:t>
            </a:r>
            <a:r>
              <a:rPr lang="en-US" altLang="zh-CN" sz="2800" i="1">
                <a:latin typeface="Times New Roman" panose="02020603050405020304" pitchFamily="18" charset="0"/>
              </a:rPr>
              <a:t>C </a:t>
            </a:r>
            <a:r>
              <a:rPr lang="en-US" altLang="zh-CN" sz="2800">
                <a:latin typeface="Times New Roman" panose="02020603050405020304" pitchFamily="18" charset="0"/>
              </a:rPr>
              <a:t>= 183.7</a:t>
            </a:r>
            <a:r>
              <a:rPr lang="en-US" altLang="zh-CN" sz="2800" i="1">
                <a:latin typeface="Times New Roman" panose="02020603050405020304" pitchFamily="18" charset="0"/>
              </a:rPr>
              <a:t>Ns</a:t>
            </a:r>
            <a:r>
              <a:rPr lang="en-US" altLang="zh-CN" sz="2800">
                <a:latin typeface="Times New Roman" panose="02020603050405020304" pitchFamily="18" charset="0"/>
              </a:rPr>
              <a:t>/</a:t>
            </a:r>
            <a:r>
              <a:rPr lang="en-US" altLang="zh-CN" sz="2800" i="1">
                <a:latin typeface="Times New Roman" panose="02020603050405020304" pitchFamily="18" charset="0"/>
              </a:rPr>
              <a:t>cm</a:t>
            </a:r>
            <a:r>
              <a:rPr lang="en-US" altLang="zh-CN"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04"/>
                                        </p:tgtEl>
                                        <p:attrNameLst>
                                          <p:attrName>style.visibility</p:attrName>
                                        </p:attrNameLst>
                                      </p:cBhvr>
                                      <p:to>
                                        <p:strVal val="visible"/>
                                      </p:to>
                                    </p:set>
                                    <p:anim calcmode="lin" valueType="num">
                                      <p:cBhvr additive="base">
                                        <p:cTn id="7" dur="500" fill="hold"/>
                                        <p:tgtEl>
                                          <p:spTgt spid="153604"/>
                                        </p:tgtEl>
                                        <p:attrNameLst>
                                          <p:attrName>ppt_x</p:attrName>
                                        </p:attrNameLst>
                                      </p:cBhvr>
                                      <p:tavLst>
                                        <p:tav tm="0">
                                          <p:val>
                                            <p:strVal val="#ppt_x"/>
                                          </p:val>
                                        </p:tav>
                                        <p:tav tm="100000">
                                          <p:val>
                                            <p:strVal val="#ppt_x"/>
                                          </p:val>
                                        </p:tav>
                                      </p:tavLst>
                                    </p:anim>
                                    <p:anim calcmode="lin" valueType="num">
                                      <p:cBhvr additive="base">
                                        <p:cTn id="8" dur="500" fill="hold"/>
                                        <p:tgtEl>
                                          <p:spTgt spid="15360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05"/>
                                        </p:tgtEl>
                                        <p:attrNameLst>
                                          <p:attrName>style.visibility</p:attrName>
                                        </p:attrNameLst>
                                      </p:cBhvr>
                                      <p:to>
                                        <p:strVal val="visible"/>
                                      </p:to>
                                    </p:set>
                                    <p:anim calcmode="lin" valueType="num">
                                      <p:cBhvr additive="base">
                                        <p:cTn id="13" dur="500" fill="hold"/>
                                        <p:tgtEl>
                                          <p:spTgt spid="153605"/>
                                        </p:tgtEl>
                                        <p:attrNameLst>
                                          <p:attrName>ppt_x</p:attrName>
                                        </p:attrNameLst>
                                      </p:cBhvr>
                                      <p:tavLst>
                                        <p:tav tm="0">
                                          <p:val>
                                            <p:strVal val="#ppt_x"/>
                                          </p:val>
                                        </p:tav>
                                        <p:tav tm="100000">
                                          <p:val>
                                            <p:strVal val="#ppt_x"/>
                                          </p:val>
                                        </p:tav>
                                      </p:tavLst>
                                    </p:anim>
                                    <p:anim calcmode="lin" valueType="num">
                                      <p:cBhvr additive="base">
                                        <p:cTn id="14" dur="500" fill="hold"/>
                                        <p:tgtEl>
                                          <p:spTgt spid="15360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09"/>
                                        </p:tgtEl>
                                        <p:attrNameLst>
                                          <p:attrName>style.visibility</p:attrName>
                                        </p:attrNameLst>
                                      </p:cBhvr>
                                      <p:to>
                                        <p:strVal val="visible"/>
                                      </p:to>
                                    </p:set>
                                    <p:anim calcmode="lin" valueType="num">
                                      <p:cBhvr additive="base">
                                        <p:cTn id="25" dur="500" fill="hold"/>
                                        <p:tgtEl>
                                          <p:spTgt spid="153609"/>
                                        </p:tgtEl>
                                        <p:attrNameLst>
                                          <p:attrName>ppt_x</p:attrName>
                                        </p:attrNameLst>
                                      </p:cBhvr>
                                      <p:tavLst>
                                        <p:tav tm="0">
                                          <p:val>
                                            <p:strVal val="#ppt_x"/>
                                          </p:val>
                                        </p:tav>
                                        <p:tav tm="100000">
                                          <p:val>
                                            <p:strVal val="#ppt_x"/>
                                          </p:val>
                                        </p:tav>
                                      </p:tavLst>
                                    </p:anim>
                                    <p:anim calcmode="lin" valueType="num">
                                      <p:cBhvr additive="base">
                                        <p:cTn id="26" dur="500" fill="hold"/>
                                        <p:tgtEl>
                                          <p:spTgt spid="15360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3613"/>
                                        </p:tgtEl>
                                        <p:attrNameLst>
                                          <p:attrName>style.visibility</p:attrName>
                                        </p:attrNameLst>
                                      </p:cBhvr>
                                      <p:to>
                                        <p:strVal val="visible"/>
                                      </p:to>
                                    </p:set>
                                    <p:anim calcmode="lin" valueType="num">
                                      <p:cBhvr additive="base">
                                        <p:cTn id="37" dur="500" fill="hold"/>
                                        <p:tgtEl>
                                          <p:spTgt spid="153613"/>
                                        </p:tgtEl>
                                        <p:attrNameLst>
                                          <p:attrName>ppt_x</p:attrName>
                                        </p:attrNameLst>
                                      </p:cBhvr>
                                      <p:tavLst>
                                        <p:tav tm="0">
                                          <p:val>
                                            <p:strVal val="#ppt_x"/>
                                          </p:val>
                                        </p:tav>
                                        <p:tav tm="100000">
                                          <p:val>
                                            <p:strVal val="#ppt_x"/>
                                          </p:val>
                                        </p:tav>
                                      </p:tavLst>
                                    </p:anim>
                                    <p:anim calcmode="lin" valueType="num">
                                      <p:cBhvr additive="base">
                                        <p:cTn id="38" dur="500" fill="hold"/>
                                        <p:tgtEl>
                                          <p:spTgt spid="153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5" grpId="0"/>
      <p:bldP spid="153609" grpId="0"/>
      <p:bldP spid="1536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文本框 1">
            <a:extLst>
              <a:ext uri="{FF2B5EF4-FFF2-40B4-BE49-F238E27FC236}">
                <a16:creationId xmlns:a16="http://schemas.microsoft.com/office/drawing/2014/main" id="{2892459E-C8C9-2399-6CF9-FDD0EBD281CE}"/>
              </a:ext>
            </a:extLst>
          </p:cNvPr>
          <p:cNvSpPr txBox="1">
            <a:spLocks noChangeArrowheads="1"/>
          </p:cNvSpPr>
          <p:nvPr/>
        </p:nvSpPr>
        <p:spPr bwMode="auto">
          <a:xfrm>
            <a:off x="1331913" y="2420938"/>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3200"/>
              <a:t>作业：</a:t>
            </a:r>
          </a:p>
        </p:txBody>
      </p:sp>
      <p:sp>
        <p:nvSpPr>
          <p:cNvPr id="65539" name="文本框 2">
            <a:extLst>
              <a:ext uri="{FF2B5EF4-FFF2-40B4-BE49-F238E27FC236}">
                <a16:creationId xmlns:a16="http://schemas.microsoft.com/office/drawing/2014/main" id="{526DC4DD-DD94-2B4A-0DD0-8379C8A8C885}"/>
              </a:ext>
            </a:extLst>
          </p:cNvPr>
          <p:cNvSpPr txBox="1">
            <a:spLocks noChangeArrowheads="1"/>
          </p:cNvSpPr>
          <p:nvPr/>
        </p:nvSpPr>
        <p:spPr bwMode="auto">
          <a:xfrm>
            <a:off x="2039938" y="3573463"/>
            <a:ext cx="20617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dirty="0"/>
              <a:t>P131</a:t>
            </a:r>
            <a:r>
              <a:rPr lang="zh-CN" altLang="en-US" sz="2800" dirty="0" smtClean="0"/>
              <a:t>：</a:t>
            </a:r>
            <a:r>
              <a:rPr lang="en-US" altLang="zh-CN" sz="2800" dirty="0" smtClean="0"/>
              <a:t>3-7</a:t>
            </a:r>
            <a:endParaRPr lang="zh-CN" alt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4">
            <a:extLst>
              <a:ext uri="{FF2B5EF4-FFF2-40B4-BE49-F238E27FC236}">
                <a16:creationId xmlns:a16="http://schemas.microsoft.com/office/drawing/2014/main" id="{4E8EDFF5-723F-1D54-A10A-9B1552CB7EA9}"/>
              </a:ext>
            </a:extLst>
          </p:cNvPr>
          <p:cNvSpPr txBox="1">
            <a:spLocks noChangeArrowheads="1"/>
          </p:cNvSpPr>
          <p:nvPr/>
        </p:nvSpPr>
        <p:spPr bwMode="auto">
          <a:xfrm>
            <a:off x="2051050" y="720725"/>
            <a:ext cx="3878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3</a:t>
            </a:r>
            <a:r>
              <a:rPr lang="zh-CN" altLang="en-US" sz="3600">
                <a:latin typeface="Times New Roman" panose="02020603050405020304" pitchFamily="18" charset="0"/>
                <a:ea typeface="华文新魏" panose="02010800040101010101" pitchFamily="2" charset="-122"/>
              </a:rPr>
              <a:t>章  时域分析法</a:t>
            </a:r>
          </a:p>
        </p:txBody>
      </p:sp>
      <p:sp>
        <p:nvSpPr>
          <p:cNvPr id="66563" name="Rectangle 6">
            <a:extLst>
              <a:ext uri="{FF2B5EF4-FFF2-40B4-BE49-F238E27FC236}">
                <a16:creationId xmlns:a16="http://schemas.microsoft.com/office/drawing/2014/main" id="{AB5C821E-4189-007B-BAC2-3010469B6526}"/>
              </a:ext>
            </a:extLst>
          </p:cNvPr>
          <p:cNvSpPr>
            <a:spLocks noChangeArrowheads="1"/>
          </p:cNvSpPr>
          <p:nvPr/>
        </p:nvSpPr>
        <p:spPr bwMode="auto">
          <a:xfrm>
            <a:off x="1689100" y="2089150"/>
            <a:ext cx="55626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 3.1   </a:t>
            </a:r>
            <a:r>
              <a:rPr lang="zh-CN" altLang="en-US" sz="2800">
                <a:latin typeface="Times New Roman" panose="02020603050405020304" pitchFamily="18" charset="0"/>
                <a:ea typeface="黑体" panose="02010609060101010101" pitchFamily="49" charset="-122"/>
              </a:rPr>
              <a:t>一阶系统的时间响应</a:t>
            </a:r>
          </a:p>
        </p:txBody>
      </p:sp>
      <p:sp>
        <p:nvSpPr>
          <p:cNvPr id="66564" name="Rectangle 7">
            <a:extLst>
              <a:ext uri="{FF2B5EF4-FFF2-40B4-BE49-F238E27FC236}">
                <a16:creationId xmlns:a16="http://schemas.microsoft.com/office/drawing/2014/main" id="{1ABA470A-A5A8-EA2C-5A73-0143D35BCE36}"/>
              </a:ext>
            </a:extLst>
          </p:cNvPr>
          <p:cNvSpPr>
            <a:spLocks noChangeArrowheads="1"/>
          </p:cNvSpPr>
          <p:nvPr/>
        </p:nvSpPr>
        <p:spPr bwMode="auto">
          <a:xfrm>
            <a:off x="1762125" y="27051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3.2   </a:t>
            </a:r>
            <a:r>
              <a:rPr lang="zh-CN" altLang="en-US" sz="2800">
                <a:latin typeface="Times New Roman" panose="02020603050405020304" pitchFamily="18" charset="0"/>
                <a:ea typeface="黑体" panose="02010609060101010101" pitchFamily="49" charset="-122"/>
              </a:rPr>
              <a:t>二阶系统的时间响应</a:t>
            </a:r>
          </a:p>
        </p:txBody>
      </p:sp>
      <p:sp>
        <p:nvSpPr>
          <p:cNvPr id="66565" name="Rectangle 8">
            <a:extLst>
              <a:ext uri="{FF2B5EF4-FFF2-40B4-BE49-F238E27FC236}">
                <a16:creationId xmlns:a16="http://schemas.microsoft.com/office/drawing/2014/main" id="{F48851E1-FBCA-10D0-1208-1169D8ADEE7A}"/>
              </a:ext>
            </a:extLst>
          </p:cNvPr>
          <p:cNvSpPr>
            <a:spLocks noChangeArrowheads="1"/>
          </p:cNvSpPr>
          <p:nvPr/>
        </p:nvSpPr>
        <p:spPr bwMode="auto">
          <a:xfrm>
            <a:off x="1762125" y="3181350"/>
            <a:ext cx="53340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3.3   </a:t>
            </a:r>
            <a:r>
              <a:rPr lang="zh-CN" altLang="en-US" sz="2800">
                <a:solidFill>
                  <a:srgbClr val="FF0000"/>
                </a:solidFill>
                <a:latin typeface="Times New Roman" panose="02020603050405020304" pitchFamily="18" charset="0"/>
                <a:ea typeface="黑体" panose="02010609060101010101" pitchFamily="49" charset="-122"/>
              </a:rPr>
              <a:t>高阶系统的时间响应</a:t>
            </a:r>
          </a:p>
        </p:txBody>
      </p:sp>
      <p:sp>
        <p:nvSpPr>
          <p:cNvPr id="66566" name="Rectangle 9">
            <a:extLst>
              <a:ext uri="{FF2B5EF4-FFF2-40B4-BE49-F238E27FC236}">
                <a16:creationId xmlns:a16="http://schemas.microsoft.com/office/drawing/2014/main" id="{14444DD8-560E-D649-89C3-CD5289B59FD4}"/>
              </a:ext>
            </a:extLst>
          </p:cNvPr>
          <p:cNvSpPr>
            <a:spLocks noChangeArrowheads="1"/>
          </p:cNvSpPr>
          <p:nvPr/>
        </p:nvSpPr>
        <p:spPr bwMode="auto">
          <a:xfrm>
            <a:off x="1762125" y="3760788"/>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3.4   </a:t>
            </a:r>
            <a:r>
              <a:rPr lang="zh-CN" altLang="en-US" sz="2800">
                <a:latin typeface="Times New Roman" panose="02020603050405020304" pitchFamily="18" charset="0"/>
                <a:ea typeface="黑体" panose="02010609060101010101" pitchFamily="49" charset="-122"/>
              </a:rPr>
              <a:t>误差分析和计算</a:t>
            </a:r>
          </a:p>
        </p:txBody>
      </p:sp>
      <p:sp>
        <p:nvSpPr>
          <p:cNvPr id="66567" name="Rectangle 9">
            <a:extLst>
              <a:ext uri="{FF2B5EF4-FFF2-40B4-BE49-F238E27FC236}">
                <a16:creationId xmlns:a16="http://schemas.microsoft.com/office/drawing/2014/main" id="{12711F0B-F396-02D4-36F3-2EDC49E12034}"/>
              </a:ext>
            </a:extLst>
          </p:cNvPr>
          <p:cNvSpPr>
            <a:spLocks noChangeArrowheads="1"/>
          </p:cNvSpPr>
          <p:nvPr/>
        </p:nvSpPr>
        <p:spPr bwMode="auto">
          <a:xfrm>
            <a:off x="1762125" y="4335463"/>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3.5   </a:t>
            </a:r>
            <a:r>
              <a:rPr lang="zh-CN" altLang="en-US" sz="2800">
                <a:latin typeface="Times New Roman" panose="02020603050405020304" pitchFamily="18" charset="0"/>
                <a:ea typeface="黑体" panose="02010609060101010101" pitchFamily="49" charset="-122"/>
              </a:rPr>
              <a:t>稳定性分析</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B68A3111-ED89-08D9-B6F0-FCE7DCB73C6E}"/>
              </a:ext>
            </a:extLst>
          </p:cNvPr>
          <p:cNvSpPr>
            <a:spLocks noChangeArrowheads="1"/>
          </p:cNvSpPr>
          <p:nvPr/>
        </p:nvSpPr>
        <p:spPr bwMode="auto">
          <a:xfrm>
            <a:off x="609600" y="762000"/>
            <a:ext cx="62484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b="1">
                <a:latin typeface="Times New Roman" panose="02020603050405020304" pitchFamily="18" charset="0"/>
                <a:ea typeface="黑体" panose="02010609060101010101" pitchFamily="49" charset="-122"/>
              </a:rPr>
              <a:t>3.3  </a:t>
            </a:r>
            <a:r>
              <a:rPr lang="zh-CN" altLang="en-US" sz="2800">
                <a:latin typeface="Times New Roman" panose="02020603050405020304" pitchFamily="18" charset="0"/>
                <a:ea typeface="黑体" panose="02010609060101010101" pitchFamily="49" charset="-122"/>
              </a:rPr>
              <a:t>高阶系统的时间响应</a:t>
            </a:r>
          </a:p>
        </p:txBody>
      </p:sp>
      <p:sp>
        <p:nvSpPr>
          <p:cNvPr id="70660" name="Rectangle 4">
            <a:extLst>
              <a:ext uri="{FF2B5EF4-FFF2-40B4-BE49-F238E27FC236}">
                <a16:creationId xmlns:a16="http://schemas.microsoft.com/office/drawing/2014/main" id="{0EDF0723-EB18-81A9-FFF6-BF178A653144}"/>
              </a:ext>
            </a:extLst>
          </p:cNvPr>
          <p:cNvSpPr>
            <a:spLocks noChangeArrowheads="1"/>
          </p:cNvSpPr>
          <p:nvPr/>
        </p:nvSpPr>
        <p:spPr bwMode="auto">
          <a:xfrm>
            <a:off x="990600" y="1524000"/>
            <a:ext cx="541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高阶系统的单位阶跃响应 </a:t>
            </a:r>
          </a:p>
        </p:txBody>
      </p:sp>
      <p:grpSp>
        <p:nvGrpSpPr>
          <p:cNvPr id="2" name="Group 5">
            <a:extLst>
              <a:ext uri="{FF2B5EF4-FFF2-40B4-BE49-F238E27FC236}">
                <a16:creationId xmlns:a16="http://schemas.microsoft.com/office/drawing/2014/main" id="{B681077A-9C68-541D-9D23-2344D5A2CD75}"/>
              </a:ext>
            </a:extLst>
          </p:cNvPr>
          <p:cNvGrpSpPr>
            <a:grpSpLocks/>
          </p:cNvGrpSpPr>
          <p:nvPr/>
        </p:nvGrpSpPr>
        <p:grpSpPr bwMode="auto">
          <a:xfrm>
            <a:off x="1365250" y="1995488"/>
            <a:ext cx="6299200" cy="1409700"/>
            <a:chOff x="860" y="1257"/>
            <a:chExt cx="3968" cy="888"/>
          </a:xfrm>
        </p:grpSpPr>
        <p:graphicFrame>
          <p:nvGraphicFramePr>
            <p:cNvPr id="68615" name="Object 6">
              <a:extLst>
                <a:ext uri="{FF2B5EF4-FFF2-40B4-BE49-F238E27FC236}">
                  <a16:creationId xmlns:a16="http://schemas.microsoft.com/office/drawing/2014/main" id="{34D8EA81-A576-1D27-D921-94D714C11DCB}"/>
                </a:ext>
              </a:extLst>
            </p:cNvPr>
            <p:cNvGraphicFramePr>
              <a:graphicFrameLocks noChangeAspect="1"/>
            </p:cNvGraphicFramePr>
            <p:nvPr/>
          </p:nvGraphicFramePr>
          <p:xfrm>
            <a:off x="1076" y="1622"/>
            <a:ext cx="3752" cy="523"/>
          </p:xfrm>
          <a:graphic>
            <a:graphicData uri="http://schemas.openxmlformats.org/presentationml/2006/ole">
              <mc:AlternateContent xmlns:mc="http://schemas.openxmlformats.org/markup-compatibility/2006">
                <mc:Choice xmlns:v="urn:schemas-microsoft-com:vml" Requires="v">
                  <p:oleObj spid="_x0000_s17413" r:id="rId4" imgW="3289300" imgH="457200" progId="Equation.3">
                    <p:embed/>
                  </p:oleObj>
                </mc:Choice>
                <mc:Fallback>
                  <p:oleObj r:id="rId4" imgW="3289300" imgH="457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6" y="1622"/>
                          <a:ext cx="375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6" name="Rectangle 7">
              <a:extLst>
                <a:ext uri="{FF2B5EF4-FFF2-40B4-BE49-F238E27FC236}">
                  <a16:creationId xmlns:a16="http://schemas.microsoft.com/office/drawing/2014/main" id="{25CF3938-D291-8EC8-8E20-EC711981F6C6}"/>
                </a:ext>
              </a:extLst>
            </p:cNvPr>
            <p:cNvSpPr>
              <a:spLocks noChangeArrowheads="1"/>
            </p:cNvSpPr>
            <p:nvPr/>
          </p:nvSpPr>
          <p:spPr bwMode="auto">
            <a:xfrm>
              <a:off x="860" y="1257"/>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考虑系统</a:t>
              </a:r>
            </a:p>
          </p:txBody>
        </p:sp>
      </p:grpSp>
      <p:graphicFrame>
        <p:nvGraphicFramePr>
          <p:cNvPr id="70664" name="Object 8">
            <a:extLst>
              <a:ext uri="{FF2B5EF4-FFF2-40B4-BE49-F238E27FC236}">
                <a16:creationId xmlns:a16="http://schemas.microsoft.com/office/drawing/2014/main" id="{3D016287-5CC8-FC0B-90F3-388C7B4C4087}"/>
              </a:ext>
            </a:extLst>
          </p:cNvPr>
          <p:cNvGraphicFramePr>
            <a:graphicFrameLocks noChangeAspect="1"/>
          </p:cNvGraphicFramePr>
          <p:nvPr/>
        </p:nvGraphicFramePr>
        <p:xfrm>
          <a:off x="2103438" y="3509963"/>
          <a:ext cx="3611562" cy="1519237"/>
        </p:xfrm>
        <a:graphic>
          <a:graphicData uri="http://schemas.openxmlformats.org/presentationml/2006/ole">
            <mc:AlternateContent xmlns:mc="http://schemas.openxmlformats.org/markup-compatibility/2006">
              <mc:Choice xmlns:v="urn:schemas-microsoft-com:vml" Requires="v">
                <p:oleObj spid="_x0000_s17414" r:id="rId6" imgW="1993900" imgH="838200" progId="Equation.3">
                  <p:embed/>
                </p:oleObj>
              </mc:Choice>
              <mc:Fallback>
                <p:oleObj r:id="rId6" imgW="1993900" imgH="8382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3438" y="3509963"/>
                        <a:ext cx="3611562" cy="151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5" name="Object 9">
            <a:extLst>
              <a:ext uri="{FF2B5EF4-FFF2-40B4-BE49-F238E27FC236}">
                <a16:creationId xmlns:a16="http://schemas.microsoft.com/office/drawing/2014/main" id="{1C1A97BC-5688-2FB9-FBB0-98ADF9C602C9}"/>
              </a:ext>
            </a:extLst>
          </p:cNvPr>
          <p:cNvGraphicFramePr>
            <a:graphicFrameLocks noChangeAspect="1"/>
          </p:cNvGraphicFramePr>
          <p:nvPr/>
        </p:nvGraphicFramePr>
        <p:xfrm>
          <a:off x="2133600" y="4876800"/>
          <a:ext cx="5715000" cy="1571625"/>
        </p:xfrm>
        <a:graphic>
          <a:graphicData uri="http://schemas.openxmlformats.org/presentationml/2006/ole">
            <mc:AlternateContent xmlns:mc="http://schemas.openxmlformats.org/markup-compatibility/2006">
              <mc:Choice xmlns:v="urn:schemas-microsoft-com:vml" Requires="v">
                <p:oleObj spid="_x0000_s17415" r:id="rId8" imgW="3098800" imgH="850900" progId="Equation.3">
                  <p:embed/>
                </p:oleObj>
              </mc:Choice>
              <mc:Fallback>
                <p:oleObj r:id="rId8" imgW="3098800" imgH="8509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33600" y="4876800"/>
                        <a:ext cx="57150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 calcmode="lin" valueType="num">
                                      <p:cBhvr additive="base">
                                        <p:cTn id="7" dur="500" fill="hold"/>
                                        <p:tgtEl>
                                          <p:spTgt spid="70660"/>
                                        </p:tgtEl>
                                        <p:attrNameLst>
                                          <p:attrName>ppt_x</p:attrName>
                                        </p:attrNameLst>
                                      </p:cBhvr>
                                      <p:tavLst>
                                        <p:tav tm="0">
                                          <p:val>
                                            <p:strVal val="#ppt_x"/>
                                          </p:val>
                                        </p:tav>
                                        <p:tav tm="100000">
                                          <p:val>
                                            <p:strVal val="#ppt_x"/>
                                          </p:val>
                                        </p:tav>
                                      </p:tavLst>
                                    </p:anim>
                                    <p:anim calcmode="lin" valueType="num">
                                      <p:cBhvr additive="base">
                                        <p:cTn id="8" dur="500" fill="hold"/>
                                        <p:tgtEl>
                                          <p:spTgt spid="7066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0664"/>
                                        </p:tgtEl>
                                        <p:attrNameLst>
                                          <p:attrName>style.visibility</p:attrName>
                                        </p:attrNameLst>
                                      </p:cBhvr>
                                      <p:to>
                                        <p:strVal val="visible"/>
                                      </p:to>
                                    </p:set>
                                    <p:anim calcmode="lin" valueType="num">
                                      <p:cBhvr additive="base">
                                        <p:cTn id="19" dur="500" fill="hold"/>
                                        <p:tgtEl>
                                          <p:spTgt spid="70664"/>
                                        </p:tgtEl>
                                        <p:attrNameLst>
                                          <p:attrName>ppt_x</p:attrName>
                                        </p:attrNameLst>
                                      </p:cBhvr>
                                      <p:tavLst>
                                        <p:tav tm="0">
                                          <p:val>
                                            <p:strVal val="#ppt_x"/>
                                          </p:val>
                                        </p:tav>
                                        <p:tav tm="100000">
                                          <p:val>
                                            <p:strVal val="#ppt_x"/>
                                          </p:val>
                                        </p:tav>
                                      </p:tavLst>
                                    </p:anim>
                                    <p:anim calcmode="lin" valueType="num">
                                      <p:cBhvr additive="base">
                                        <p:cTn id="20" dur="500" fill="hold"/>
                                        <p:tgtEl>
                                          <p:spTgt spid="7066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0665"/>
                                        </p:tgtEl>
                                        <p:attrNameLst>
                                          <p:attrName>style.visibility</p:attrName>
                                        </p:attrNameLst>
                                      </p:cBhvr>
                                      <p:to>
                                        <p:strVal val="visible"/>
                                      </p:to>
                                    </p:set>
                                    <p:anim calcmode="lin" valueType="num">
                                      <p:cBhvr additive="base">
                                        <p:cTn id="25" dur="500" fill="hold"/>
                                        <p:tgtEl>
                                          <p:spTgt spid="70665"/>
                                        </p:tgtEl>
                                        <p:attrNameLst>
                                          <p:attrName>ppt_x</p:attrName>
                                        </p:attrNameLst>
                                      </p:cBhvr>
                                      <p:tavLst>
                                        <p:tav tm="0">
                                          <p:val>
                                            <p:strVal val="#ppt_x"/>
                                          </p:val>
                                        </p:tav>
                                        <p:tav tm="100000">
                                          <p:val>
                                            <p:strVal val="#ppt_x"/>
                                          </p:val>
                                        </p:tav>
                                      </p:tavLst>
                                    </p:anim>
                                    <p:anim calcmode="lin" valueType="num">
                                      <p:cBhvr additive="base">
                                        <p:cTn id="26" dur="500" fill="hold"/>
                                        <p:tgtEl>
                                          <p:spTgt spid="706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5" name="Object 3">
            <a:extLst>
              <a:ext uri="{FF2B5EF4-FFF2-40B4-BE49-F238E27FC236}">
                <a16:creationId xmlns:a16="http://schemas.microsoft.com/office/drawing/2014/main" id="{8698836D-D088-AAF8-6224-D5AA75E39867}"/>
              </a:ext>
            </a:extLst>
          </p:cNvPr>
          <p:cNvGraphicFramePr>
            <a:graphicFrameLocks noChangeAspect="1"/>
          </p:cNvGraphicFramePr>
          <p:nvPr/>
        </p:nvGraphicFramePr>
        <p:xfrm>
          <a:off x="1692275" y="1989138"/>
          <a:ext cx="4691063" cy="1573212"/>
        </p:xfrm>
        <a:graphic>
          <a:graphicData uri="http://schemas.openxmlformats.org/presentationml/2006/ole">
            <mc:AlternateContent xmlns:mc="http://schemas.openxmlformats.org/markup-compatibility/2006">
              <mc:Choice xmlns:v="urn:schemas-microsoft-com:vml" Requires="v">
                <p:oleObj spid="_x0000_s18437" r:id="rId4" imgW="2565400" imgH="863600" progId="Equation.3">
                  <p:embed/>
                </p:oleObj>
              </mc:Choice>
              <mc:Fallback>
                <p:oleObj r:id="rId4" imgW="2565400" imgH="863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1989138"/>
                        <a:ext cx="4691063" cy="15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59" name="Rectangle 4">
            <a:extLst>
              <a:ext uri="{FF2B5EF4-FFF2-40B4-BE49-F238E27FC236}">
                <a16:creationId xmlns:a16="http://schemas.microsoft.com/office/drawing/2014/main" id="{A686CD59-6955-8445-9E63-51E66920E41A}"/>
              </a:ext>
            </a:extLst>
          </p:cNvPr>
          <p:cNvSpPr>
            <a:spLocks noChangeArrowheads="1"/>
          </p:cNvSpPr>
          <p:nvPr/>
        </p:nvSpPr>
        <p:spPr bwMode="auto">
          <a:xfrm>
            <a:off x="1157288" y="1066800"/>
            <a:ext cx="409575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假设系统极点互不相同。</a:t>
            </a:r>
          </a:p>
        </p:txBody>
      </p:sp>
      <p:grpSp>
        <p:nvGrpSpPr>
          <p:cNvPr id="2" name="Group 5">
            <a:extLst>
              <a:ext uri="{FF2B5EF4-FFF2-40B4-BE49-F238E27FC236}">
                <a16:creationId xmlns:a16="http://schemas.microsoft.com/office/drawing/2014/main" id="{12EC8F06-EBF1-3EE6-86B7-B1F2708DE025}"/>
              </a:ext>
            </a:extLst>
          </p:cNvPr>
          <p:cNvGrpSpPr>
            <a:grpSpLocks/>
          </p:cNvGrpSpPr>
          <p:nvPr/>
        </p:nvGrpSpPr>
        <p:grpSpPr bwMode="auto">
          <a:xfrm>
            <a:off x="1143000" y="4784725"/>
            <a:ext cx="7772400" cy="1692275"/>
            <a:chOff x="720" y="3024"/>
            <a:chExt cx="4896" cy="1066"/>
          </a:xfrm>
        </p:grpSpPr>
        <p:graphicFrame>
          <p:nvGraphicFramePr>
            <p:cNvPr id="70663" name="Object 6">
              <a:extLst>
                <a:ext uri="{FF2B5EF4-FFF2-40B4-BE49-F238E27FC236}">
                  <a16:creationId xmlns:a16="http://schemas.microsoft.com/office/drawing/2014/main" id="{96504B37-285D-E771-8D5C-1FE66A628AFD}"/>
                </a:ext>
              </a:extLst>
            </p:cNvPr>
            <p:cNvGraphicFramePr>
              <a:graphicFrameLocks noChangeAspect="1"/>
            </p:cNvGraphicFramePr>
            <p:nvPr/>
          </p:nvGraphicFramePr>
          <p:xfrm>
            <a:off x="3640" y="3384"/>
            <a:ext cx="1776" cy="336"/>
          </p:xfrm>
          <a:graphic>
            <a:graphicData uri="http://schemas.openxmlformats.org/presentationml/2006/ole">
              <mc:AlternateContent xmlns:mc="http://schemas.openxmlformats.org/markup-compatibility/2006">
                <mc:Choice xmlns:v="urn:schemas-microsoft-com:vml" Requires="v">
                  <p:oleObj spid="_x0000_s18438" r:id="rId6" imgW="1765300" imgH="330200" progId="Equation.3">
                    <p:embed/>
                  </p:oleObj>
                </mc:Choice>
                <mc:Fallback>
                  <p:oleObj r:id="rId6" imgW="1765300" imgH="3302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0" y="3384"/>
                          <a:ext cx="17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4" name="Rectangle 7">
              <a:extLst>
                <a:ext uri="{FF2B5EF4-FFF2-40B4-BE49-F238E27FC236}">
                  <a16:creationId xmlns:a16="http://schemas.microsoft.com/office/drawing/2014/main" id="{287F7987-3A63-CD3C-84BE-28481B7BA4A6}"/>
                </a:ext>
              </a:extLst>
            </p:cNvPr>
            <p:cNvSpPr>
              <a:spLocks noChangeArrowheads="1"/>
            </p:cNvSpPr>
            <p:nvPr/>
          </p:nvSpPr>
          <p:spPr bwMode="auto">
            <a:xfrm>
              <a:off x="720" y="3024"/>
              <a:ext cx="4896" cy="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25000"/>
                </a:lnSpc>
              </a:pPr>
              <a:r>
                <a:rPr lang="zh-CN" altLang="en-US" sz="2800">
                  <a:latin typeface="宋体" panose="02010600030101010101" pitchFamily="2" charset="-122"/>
                </a:rPr>
                <a:t>其中，</a:t>
              </a:r>
              <a:r>
                <a:rPr lang="en-US" altLang="zh-CN" sz="2800" i="1">
                  <a:latin typeface="Times New Roman" panose="02020603050405020304" pitchFamily="18" charset="0"/>
                </a:rPr>
                <a:t>a</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i="1" baseline="-18000">
                  <a:latin typeface="Times New Roman" panose="02020603050405020304" pitchFamily="18" charset="0"/>
                </a:rPr>
                <a:t>j</a:t>
              </a:r>
              <a:r>
                <a:rPr lang="zh-CN" altLang="en-US" sz="2800">
                  <a:latin typeface="宋体" panose="02010600030101010101" pitchFamily="2" charset="-122"/>
                </a:rPr>
                <a:t>为</a:t>
              </a: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在极点</a:t>
              </a:r>
              <a:r>
                <a:rPr lang="en-US" altLang="zh-CN" sz="2800" i="1">
                  <a:latin typeface="Times New Roman" panose="02020603050405020304" pitchFamily="18" charset="0"/>
                </a:rPr>
                <a:t>s </a:t>
              </a:r>
              <a:r>
                <a:rPr lang="en-US" altLang="zh-CN" sz="2800">
                  <a:latin typeface="Times New Roman" panose="02020603050405020304" pitchFamily="18" charset="0"/>
                </a:rPr>
                <a:t>= 0</a:t>
              </a:r>
              <a:r>
                <a:rPr lang="zh-CN" altLang="en-US" sz="2800">
                  <a:latin typeface="宋体" panose="02010600030101010101" pitchFamily="2" charset="-122"/>
                </a:rPr>
                <a:t>和</a:t>
              </a:r>
              <a:r>
                <a:rPr lang="en-US" altLang="zh-CN" sz="2800" i="1">
                  <a:latin typeface="Times New Roman" panose="02020603050405020304" pitchFamily="18" charset="0"/>
                </a:rPr>
                <a:t>s </a:t>
              </a:r>
              <a:r>
                <a:rPr lang="en-US" altLang="zh-CN" sz="2800">
                  <a:latin typeface="Times New Roman" panose="02020603050405020304" pitchFamily="18" charset="0"/>
                </a:rPr>
                <a:t>= -</a:t>
              </a:r>
              <a:r>
                <a:rPr lang="en-US" altLang="zh-CN" sz="2800" i="1">
                  <a:latin typeface="Times New Roman" panose="02020603050405020304" pitchFamily="18" charset="0"/>
                </a:rPr>
                <a:t>p</a:t>
              </a:r>
              <a:r>
                <a:rPr lang="en-US" altLang="zh-CN" sz="2900" i="1" baseline="-18000">
                  <a:latin typeface="Times New Roman" panose="02020603050405020304" pitchFamily="18" charset="0"/>
                </a:rPr>
                <a:t>j</a:t>
              </a:r>
              <a:r>
                <a:rPr lang="zh-CN" altLang="en-US" sz="2800">
                  <a:latin typeface="宋体" panose="02010600030101010101" pitchFamily="2" charset="-122"/>
                </a:rPr>
                <a:t>处的留数；</a:t>
              </a:r>
            </a:p>
            <a:p>
              <a:pPr eaLnBrk="1" hangingPunct="1">
                <a:lnSpc>
                  <a:spcPct val="125000"/>
                </a:lnSpc>
              </a:pPr>
              <a:r>
                <a:rPr lang="zh-CN" altLang="en-US" sz="2800">
                  <a:latin typeface="宋体" panose="02010600030101010101" pitchFamily="2" charset="-122"/>
                </a:rPr>
                <a:t>      </a:t>
              </a:r>
              <a:r>
                <a:rPr lang="en-US" altLang="zh-CN" sz="2800" i="1">
                  <a:latin typeface="Times New Roman" panose="02020603050405020304" pitchFamily="18" charset="0"/>
                </a:rPr>
                <a:t>b</a:t>
              </a:r>
              <a:r>
                <a:rPr lang="en-US" altLang="zh-CN" sz="2900" i="1" baseline="-18000">
                  <a:latin typeface="Times New Roman" panose="02020603050405020304" pitchFamily="18" charset="0"/>
                </a:rPr>
                <a:t>k</a:t>
              </a:r>
              <a:r>
                <a:rPr lang="zh-CN" altLang="en-US" sz="2800">
                  <a:latin typeface="宋体" panose="02010600030101010101" pitchFamily="2" charset="-122"/>
                </a:rPr>
                <a:t>、</a:t>
              </a:r>
              <a:r>
                <a:rPr lang="en-US" altLang="zh-CN" sz="2800" i="1">
                  <a:latin typeface="Times New Roman" panose="02020603050405020304" pitchFamily="18" charset="0"/>
                </a:rPr>
                <a:t>c</a:t>
              </a:r>
              <a:r>
                <a:rPr lang="en-US" altLang="zh-CN" sz="2900" i="1" baseline="-18000">
                  <a:latin typeface="Times New Roman" panose="02020603050405020304" pitchFamily="18" charset="0"/>
                </a:rPr>
                <a:t>k</a:t>
              </a:r>
              <a:r>
                <a:rPr lang="zh-CN" altLang="en-US" sz="2800">
                  <a:latin typeface="宋体" panose="02010600030101010101" pitchFamily="2" charset="-122"/>
                </a:rPr>
                <a:t>是与</a:t>
              </a:r>
              <a:r>
                <a:rPr lang="en-US" altLang="zh-CN" sz="2800">
                  <a:latin typeface="宋体" panose="02010600030101010101" pitchFamily="2" charset="-122"/>
                </a:rPr>
                <a:t>C</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在极点</a:t>
              </a:r>
            </a:p>
            <a:p>
              <a:pPr eaLnBrk="1" hangingPunct="1">
                <a:lnSpc>
                  <a:spcPct val="125000"/>
                </a:lnSpc>
              </a:pPr>
              <a:r>
                <a:rPr lang="zh-CN" altLang="en-US" sz="2800">
                  <a:latin typeface="宋体" panose="02010600030101010101" pitchFamily="2" charset="-122"/>
                </a:rPr>
                <a:t>      处的留数有关的常数。</a:t>
              </a:r>
            </a:p>
          </p:txBody>
        </p:sp>
      </p:grpSp>
      <p:graphicFrame>
        <p:nvGraphicFramePr>
          <p:cNvPr id="69640" name="Object 8">
            <a:extLst>
              <a:ext uri="{FF2B5EF4-FFF2-40B4-BE49-F238E27FC236}">
                <a16:creationId xmlns:a16="http://schemas.microsoft.com/office/drawing/2014/main" id="{4E1AA30B-2F8C-8F57-6065-1FB6E074676B}"/>
              </a:ext>
            </a:extLst>
          </p:cNvPr>
          <p:cNvGraphicFramePr>
            <a:graphicFrameLocks noChangeAspect="1"/>
          </p:cNvGraphicFramePr>
          <p:nvPr/>
        </p:nvGraphicFramePr>
        <p:xfrm>
          <a:off x="2268538" y="3644900"/>
          <a:ext cx="5413375" cy="1066800"/>
        </p:xfrm>
        <a:graphic>
          <a:graphicData uri="http://schemas.openxmlformats.org/presentationml/2006/ole">
            <mc:AlternateContent xmlns:mc="http://schemas.openxmlformats.org/markup-compatibility/2006">
              <mc:Choice xmlns:v="urn:schemas-microsoft-com:vml" Requires="v">
                <p:oleObj spid="_x0000_s18439" r:id="rId8" imgW="2959100" imgH="584200" progId="Equation.3">
                  <p:embed/>
                </p:oleObj>
              </mc:Choice>
              <mc:Fallback>
                <p:oleObj r:id="rId8" imgW="2959100" imgH="5842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3644900"/>
                        <a:ext cx="54133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41" name="Rectangle 9">
            <a:extLst>
              <a:ext uri="{FF2B5EF4-FFF2-40B4-BE49-F238E27FC236}">
                <a16:creationId xmlns:a16="http://schemas.microsoft.com/office/drawing/2014/main" id="{7B705CDD-2292-4E96-B898-55FBC32DC1C6}"/>
              </a:ext>
            </a:extLst>
          </p:cNvPr>
          <p:cNvSpPr>
            <a:spLocks noChangeArrowheads="1"/>
          </p:cNvSpPr>
          <p:nvPr/>
        </p:nvSpPr>
        <p:spPr bwMode="auto">
          <a:xfrm>
            <a:off x="1143000" y="1627188"/>
            <a:ext cx="250031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当</a:t>
            </a:r>
            <a:r>
              <a:rPr lang="en-US" altLang="zh-CN" sz="2800">
                <a:latin typeface="Times New Roman" panose="02020603050405020304" pitchFamily="18" charset="0"/>
              </a:rPr>
              <a:t>R(</a:t>
            </a:r>
            <a:r>
              <a:rPr lang="en-US" altLang="zh-CN" sz="2800" i="1">
                <a:latin typeface="Times New Roman" panose="02020603050405020304" pitchFamily="18" charset="0"/>
              </a:rPr>
              <a:t>s</a:t>
            </a:r>
            <a:r>
              <a:rPr lang="en-US" altLang="zh-CN" sz="2800">
                <a:latin typeface="Times New Roman" panose="02020603050405020304" pitchFamily="18" charset="0"/>
              </a:rPr>
              <a:t>)=1/</a:t>
            </a:r>
            <a:r>
              <a:rPr lang="en-US" altLang="zh-CN" sz="2800" i="1">
                <a:latin typeface="Times New Roman" panose="02020603050405020304" pitchFamily="18" charset="0"/>
              </a:rPr>
              <a:t>s</a:t>
            </a:r>
            <a:r>
              <a:rPr lang="zh-CN" altLang="en-US" sz="2800">
                <a:latin typeface="Times New Roman" panose="02020603050405020304" pitchFamily="18" charset="0"/>
              </a:rPr>
              <a:t>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41"/>
                                        </p:tgtEl>
                                        <p:attrNameLst>
                                          <p:attrName>style.visibility</p:attrName>
                                        </p:attrNameLst>
                                      </p:cBhvr>
                                      <p:to>
                                        <p:strVal val="visible"/>
                                      </p:to>
                                    </p:set>
                                    <p:anim calcmode="lin" valueType="num">
                                      <p:cBhvr additive="base">
                                        <p:cTn id="7" dur="500" fill="hold"/>
                                        <p:tgtEl>
                                          <p:spTgt spid="69641"/>
                                        </p:tgtEl>
                                        <p:attrNameLst>
                                          <p:attrName>ppt_x</p:attrName>
                                        </p:attrNameLst>
                                      </p:cBhvr>
                                      <p:tavLst>
                                        <p:tav tm="0">
                                          <p:val>
                                            <p:strVal val="#ppt_x"/>
                                          </p:val>
                                        </p:tav>
                                        <p:tav tm="100000">
                                          <p:val>
                                            <p:strVal val="#ppt_x"/>
                                          </p:val>
                                        </p:tav>
                                      </p:tavLst>
                                    </p:anim>
                                    <p:anim calcmode="lin" valueType="num">
                                      <p:cBhvr additive="base">
                                        <p:cTn id="8" dur="500" fill="hold"/>
                                        <p:tgtEl>
                                          <p:spTgt spid="6964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9635"/>
                                        </p:tgtEl>
                                        <p:attrNameLst>
                                          <p:attrName>style.visibility</p:attrName>
                                        </p:attrNameLst>
                                      </p:cBhvr>
                                      <p:to>
                                        <p:strVal val="visible"/>
                                      </p:to>
                                    </p:set>
                                    <p:anim calcmode="lin" valueType="num">
                                      <p:cBhvr additive="base">
                                        <p:cTn id="13" dur="500" fill="hold"/>
                                        <p:tgtEl>
                                          <p:spTgt spid="69635"/>
                                        </p:tgtEl>
                                        <p:attrNameLst>
                                          <p:attrName>ppt_x</p:attrName>
                                        </p:attrNameLst>
                                      </p:cBhvr>
                                      <p:tavLst>
                                        <p:tav tm="0">
                                          <p:val>
                                            <p:strVal val="#ppt_x"/>
                                          </p:val>
                                        </p:tav>
                                        <p:tav tm="100000">
                                          <p:val>
                                            <p:strVal val="#ppt_x"/>
                                          </p:val>
                                        </p:tav>
                                      </p:tavLst>
                                    </p:anim>
                                    <p:anim calcmode="lin" valueType="num">
                                      <p:cBhvr additive="base">
                                        <p:cTn id="14" dur="500" fill="hold"/>
                                        <p:tgtEl>
                                          <p:spTgt spid="6963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9640"/>
                                        </p:tgtEl>
                                        <p:attrNameLst>
                                          <p:attrName>style.visibility</p:attrName>
                                        </p:attrNameLst>
                                      </p:cBhvr>
                                      <p:to>
                                        <p:strVal val="visible"/>
                                      </p:to>
                                    </p:set>
                                    <p:anim calcmode="lin" valueType="num">
                                      <p:cBhvr additive="base">
                                        <p:cTn id="19" dur="500" fill="hold"/>
                                        <p:tgtEl>
                                          <p:spTgt spid="69640"/>
                                        </p:tgtEl>
                                        <p:attrNameLst>
                                          <p:attrName>ppt_x</p:attrName>
                                        </p:attrNameLst>
                                      </p:cBhvr>
                                      <p:tavLst>
                                        <p:tav tm="0">
                                          <p:val>
                                            <p:strVal val="#ppt_x"/>
                                          </p:val>
                                        </p:tav>
                                        <p:tav tm="100000">
                                          <p:val>
                                            <p:strVal val="#ppt_x"/>
                                          </p:val>
                                        </p:tav>
                                      </p:tavLst>
                                    </p:anim>
                                    <p:anim calcmode="lin" valueType="num">
                                      <p:cBhvr additive="base">
                                        <p:cTn id="20" dur="500" fill="hold"/>
                                        <p:tgtEl>
                                          <p:spTgt spid="6964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6" name="Object 3">
            <a:extLst>
              <a:ext uri="{FF2B5EF4-FFF2-40B4-BE49-F238E27FC236}">
                <a16:creationId xmlns:a16="http://schemas.microsoft.com/office/drawing/2014/main" id="{7BF39FAA-F5E2-CA65-F425-8869546B935E}"/>
              </a:ext>
            </a:extLst>
          </p:cNvPr>
          <p:cNvGraphicFramePr>
            <a:graphicFrameLocks noChangeAspect="1"/>
          </p:cNvGraphicFramePr>
          <p:nvPr/>
        </p:nvGraphicFramePr>
        <p:xfrm>
          <a:off x="1471613" y="1900238"/>
          <a:ext cx="5437187" cy="1704975"/>
        </p:xfrm>
        <a:graphic>
          <a:graphicData uri="http://schemas.openxmlformats.org/presentationml/2006/ole">
            <mc:AlternateContent xmlns:mc="http://schemas.openxmlformats.org/markup-compatibility/2006">
              <mc:Choice xmlns:v="urn:schemas-microsoft-com:vml" Requires="v">
                <p:oleObj spid="_x0000_s19460" r:id="rId4" imgW="2921000" imgH="914400" progId="Equation.3">
                  <p:embed/>
                </p:oleObj>
              </mc:Choice>
              <mc:Fallback>
                <p:oleObj r:id="rId4" imgW="2921000" imgH="9144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1613" y="1900238"/>
                        <a:ext cx="5437187"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2" name="Rectangle 4">
            <a:extLst>
              <a:ext uri="{FF2B5EF4-FFF2-40B4-BE49-F238E27FC236}">
                <a16:creationId xmlns:a16="http://schemas.microsoft.com/office/drawing/2014/main" id="{0F5F75CE-4992-9939-7DC7-1592EC56B1B6}"/>
              </a:ext>
            </a:extLst>
          </p:cNvPr>
          <p:cNvSpPr>
            <a:spLocks noChangeArrowheads="1"/>
          </p:cNvSpPr>
          <p:nvPr/>
        </p:nvSpPr>
        <p:spPr bwMode="auto">
          <a:xfrm>
            <a:off x="1219200" y="5195888"/>
            <a:ext cx="449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其中，</a:t>
            </a:r>
            <a:r>
              <a:rPr lang="zh-CN" altLang="en-US"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arctg</a:t>
            </a:r>
            <a:r>
              <a:rPr lang="en-US" altLang="zh-CN" sz="2800">
                <a:latin typeface="Times New Roman" panose="02020603050405020304" pitchFamily="18" charset="0"/>
              </a:rPr>
              <a:t>(</a:t>
            </a:r>
            <a:r>
              <a:rPr lang="en-US" altLang="zh-CN" sz="2800" i="1">
                <a:latin typeface="Times New Roman" panose="02020603050405020304" pitchFamily="18" charset="0"/>
              </a:rPr>
              <a:t>b</a:t>
            </a:r>
            <a:r>
              <a:rPr lang="en-US" altLang="zh-CN" sz="2900" i="1" baseline="-18000">
                <a:latin typeface="Times New Roman" panose="02020603050405020304" pitchFamily="18" charset="0"/>
              </a:rPr>
              <a:t>k</a:t>
            </a:r>
            <a:r>
              <a:rPr lang="en-US" altLang="zh-CN" sz="2800">
                <a:latin typeface="Times New Roman" panose="02020603050405020304" pitchFamily="18" charset="0"/>
              </a:rPr>
              <a:t>/</a:t>
            </a:r>
            <a:r>
              <a:rPr lang="en-US" altLang="zh-CN" sz="2800" i="1">
                <a:latin typeface="Times New Roman" panose="02020603050405020304" pitchFamily="18" charset="0"/>
              </a:rPr>
              <a:t>c</a:t>
            </a:r>
            <a:r>
              <a:rPr lang="en-US" altLang="zh-CN" sz="2900" i="1" baseline="-18000">
                <a:latin typeface="Times New Roman" panose="02020603050405020304" pitchFamily="18" charset="0"/>
              </a:rPr>
              <a:t>k</a:t>
            </a:r>
            <a:r>
              <a:rPr lang="en-US" altLang="zh-CN" sz="2800">
                <a:latin typeface="Times New Roman" panose="02020603050405020304" pitchFamily="18" charset="0"/>
              </a:rPr>
              <a:t>)</a:t>
            </a:r>
            <a:r>
              <a:rPr lang="zh-CN" altLang="en-US" sz="2800" i="1">
                <a:latin typeface="Times New Roman" panose="02020603050405020304" pitchFamily="18" charset="0"/>
              </a:rPr>
              <a:t>。</a:t>
            </a:r>
          </a:p>
        </p:txBody>
      </p:sp>
      <p:graphicFrame>
        <p:nvGraphicFramePr>
          <p:cNvPr id="68613" name="Object 5">
            <a:extLst>
              <a:ext uri="{FF2B5EF4-FFF2-40B4-BE49-F238E27FC236}">
                <a16:creationId xmlns:a16="http://schemas.microsoft.com/office/drawing/2014/main" id="{2B328968-4B4B-6E4D-F997-247E6BA08A16}"/>
              </a:ext>
            </a:extLst>
          </p:cNvPr>
          <p:cNvGraphicFramePr>
            <a:graphicFrameLocks noChangeAspect="1"/>
          </p:cNvGraphicFramePr>
          <p:nvPr/>
        </p:nvGraphicFramePr>
        <p:xfrm>
          <a:off x="1941513" y="3886200"/>
          <a:ext cx="6440487" cy="1276350"/>
        </p:xfrm>
        <a:graphic>
          <a:graphicData uri="http://schemas.openxmlformats.org/presentationml/2006/ole">
            <mc:AlternateContent xmlns:mc="http://schemas.openxmlformats.org/markup-compatibility/2006">
              <mc:Choice xmlns:v="urn:schemas-microsoft-com:vml" Requires="v">
                <p:oleObj spid="_x0000_s19461" r:id="rId6" imgW="3467100" imgH="685800" progId="Equation.3">
                  <p:embed/>
                </p:oleObj>
              </mc:Choice>
              <mc:Fallback>
                <p:oleObj r:id="rId6" imgW="3467100" imgH="6858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41513" y="3886200"/>
                        <a:ext cx="6440487"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8613"/>
                                        </p:tgtEl>
                                        <p:attrNameLst>
                                          <p:attrName>style.visibility</p:attrName>
                                        </p:attrNameLst>
                                      </p:cBhvr>
                                      <p:to>
                                        <p:strVal val="visible"/>
                                      </p:to>
                                    </p:set>
                                    <p:anim calcmode="lin" valueType="num">
                                      <p:cBhvr additive="base">
                                        <p:cTn id="7" dur="500" fill="hold"/>
                                        <p:tgtEl>
                                          <p:spTgt spid="68613"/>
                                        </p:tgtEl>
                                        <p:attrNameLst>
                                          <p:attrName>ppt_x</p:attrName>
                                        </p:attrNameLst>
                                      </p:cBhvr>
                                      <p:tavLst>
                                        <p:tav tm="0">
                                          <p:val>
                                            <p:strVal val="#ppt_x"/>
                                          </p:val>
                                        </p:tav>
                                        <p:tav tm="100000">
                                          <p:val>
                                            <p:strVal val="#ppt_x"/>
                                          </p:val>
                                        </p:tav>
                                      </p:tavLst>
                                    </p:anim>
                                    <p:anim calcmode="lin" valueType="num">
                                      <p:cBhvr additive="base">
                                        <p:cTn id="8" dur="500" fill="hold"/>
                                        <p:tgtEl>
                                          <p:spTgt spid="6861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8612"/>
                                        </p:tgtEl>
                                        <p:attrNameLst>
                                          <p:attrName>style.visibility</p:attrName>
                                        </p:attrNameLst>
                                      </p:cBhvr>
                                      <p:to>
                                        <p:strVal val="visible"/>
                                      </p:to>
                                    </p:set>
                                    <p:anim calcmode="lin" valueType="num">
                                      <p:cBhvr additive="base">
                                        <p:cTn id="13" dur="500" fill="hold"/>
                                        <p:tgtEl>
                                          <p:spTgt spid="68612"/>
                                        </p:tgtEl>
                                        <p:attrNameLst>
                                          <p:attrName>ppt_x</p:attrName>
                                        </p:attrNameLst>
                                      </p:cBhvr>
                                      <p:tavLst>
                                        <p:tav tm="0">
                                          <p:val>
                                            <p:strVal val="#ppt_x"/>
                                          </p:val>
                                        </p:tav>
                                        <p:tav tm="100000">
                                          <p:val>
                                            <p:strVal val="#ppt_x"/>
                                          </p:val>
                                        </p:tav>
                                      </p:tavLst>
                                    </p:anim>
                                    <p:anim calcmode="lin" valueType="num">
                                      <p:cBhvr additive="base">
                                        <p:cTn id="14" dur="500" fill="hold"/>
                                        <p:tgtEl>
                                          <p:spTgt spid="686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FD79DFEA-9297-C186-0220-5B792BE4F6A5}"/>
              </a:ext>
            </a:extLst>
          </p:cNvPr>
          <p:cNvSpPr>
            <a:spLocks noChangeArrowheads="1"/>
          </p:cNvSpPr>
          <p:nvPr/>
        </p:nvSpPr>
        <p:spPr bwMode="auto">
          <a:xfrm>
            <a:off x="990600" y="1995488"/>
            <a:ext cx="594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高阶系统的单位阶跃响应的特点 </a:t>
            </a:r>
          </a:p>
        </p:txBody>
      </p:sp>
      <p:sp>
        <p:nvSpPr>
          <p:cNvPr id="67588" name="Rectangle 4">
            <a:extLst>
              <a:ext uri="{FF2B5EF4-FFF2-40B4-BE49-F238E27FC236}">
                <a16:creationId xmlns:a16="http://schemas.microsoft.com/office/drawing/2014/main" id="{105B4C9B-D6EA-9881-F3B4-AB53367A935A}"/>
              </a:ext>
            </a:extLst>
          </p:cNvPr>
          <p:cNvSpPr>
            <a:spLocks noChangeArrowheads="1"/>
          </p:cNvSpPr>
          <p:nvPr/>
        </p:nvSpPr>
        <p:spPr bwMode="auto">
          <a:xfrm>
            <a:off x="1371600" y="2590800"/>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高阶系统的单位阶跃响应由一阶和二阶系</a:t>
            </a:r>
          </a:p>
          <a:p>
            <a:pPr eaLnBrk="1" hangingPunct="1">
              <a:lnSpc>
                <a:spcPct val="115000"/>
              </a:lnSpc>
            </a:pPr>
            <a:r>
              <a:rPr lang="zh-CN" altLang="en-US" sz="2800">
                <a:latin typeface="宋体" panose="02010600030101010101" pitchFamily="2" charset="-122"/>
              </a:rPr>
              <a:t>  统的响应函数叠加而成。</a:t>
            </a:r>
            <a:r>
              <a:rPr lang="zh-CN" altLang="en-US" sz="2800">
                <a:latin typeface="Times New Roman" panose="02020603050405020304" pitchFamily="18" charset="0"/>
              </a:rPr>
              <a:t> </a:t>
            </a:r>
          </a:p>
        </p:txBody>
      </p:sp>
      <p:sp>
        <p:nvSpPr>
          <p:cNvPr id="67589" name="Rectangle 5">
            <a:extLst>
              <a:ext uri="{FF2B5EF4-FFF2-40B4-BE49-F238E27FC236}">
                <a16:creationId xmlns:a16="http://schemas.microsoft.com/office/drawing/2014/main" id="{560715BA-A9FA-BE38-50BE-C15927AB2DB6}"/>
              </a:ext>
            </a:extLst>
          </p:cNvPr>
          <p:cNvSpPr>
            <a:spLocks noChangeArrowheads="1"/>
          </p:cNvSpPr>
          <p:nvPr/>
        </p:nvSpPr>
        <p:spPr bwMode="auto">
          <a:xfrm>
            <a:off x="1371600" y="3733800"/>
            <a:ext cx="71628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如果所有闭环极点都在</a:t>
            </a:r>
            <a:r>
              <a:rPr lang="zh-CN" altLang="en-US" sz="2800">
                <a:latin typeface="Times New Roman" panose="02020603050405020304" pitchFamily="18" charset="0"/>
              </a:rPr>
              <a:t> </a:t>
            </a:r>
            <a:r>
              <a:rPr lang="en-US" altLang="zh-CN" sz="2800" i="1">
                <a:latin typeface="Times New Roman" panose="02020603050405020304" pitchFamily="18" charset="0"/>
              </a:rPr>
              <a:t>s </a:t>
            </a:r>
            <a:r>
              <a:rPr lang="zh-CN" altLang="en-US" sz="2800">
                <a:latin typeface="宋体" panose="02010600030101010101" pitchFamily="2" charset="-122"/>
              </a:rPr>
              <a:t>平面的左半平面</a:t>
            </a:r>
          </a:p>
          <a:p>
            <a:pPr eaLnBrk="1" hangingPunct="1">
              <a:lnSpc>
                <a:spcPct val="115000"/>
              </a:lnSpc>
            </a:pPr>
            <a:r>
              <a:rPr lang="zh-CN" altLang="en-US" sz="2800">
                <a:latin typeface="宋体" panose="02010600030101010101" pitchFamily="2" charset="-122"/>
              </a:rPr>
              <a:t>  内，即所有闭环极点都具有负实部</a:t>
            </a:r>
            <a:r>
              <a:rPr lang="en-US" altLang="zh-CN" sz="2800">
                <a:latin typeface="宋体" panose="02010600030101010101" pitchFamily="2" charset="-122"/>
              </a:rPr>
              <a:t>( </a:t>
            </a:r>
            <a:r>
              <a:rPr lang="en-US" altLang="zh-CN" sz="2800" i="1">
                <a:latin typeface="Times New Roman" panose="02020603050405020304" pitchFamily="18" charset="0"/>
              </a:rPr>
              <a:t>p</a:t>
            </a:r>
            <a:r>
              <a:rPr lang="en-US" altLang="zh-CN" sz="2900" i="1" baseline="-18000">
                <a:latin typeface="Times New Roman" panose="02020603050405020304" pitchFamily="18" charset="0"/>
              </a:rPr>
              <a:t>j </a:t>
            </a:r>
            <a:r>
              <a:rPr lang="zh-CN" altLang="en-US" sz="2800">
                <a:latin typeface="宋体" panose="02010600030101010101" pitchFamily="2" charset="-122"/>
              </a:rPr>
              <a:t>、</a:t>
            </a:r>
          </a:p>
          <a:p>
            <a:pPr eaLnBrk="1" hangingPunct="1">
              <a:lnSpc>
                <a:spcPct val="115000"/>
              </a:lnSpc>
            </a:pPr>
            <a:r>
              <a:rPr lang="zh-CN" altLang="en-US" sz="2800" i="1">
                <a:latin typeface="Times New Roman" panose="02020603050405020304" pitchFamily="18" charset="0"/>
              </a:rPr>
              <a:t>    </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k</a:t>
            </a:r>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k</a:t>
            </a:r>
            <a:r>
              <a:rPr lang="zh-CN" altLang="en-US" sz="2800">
                <a:latin typeface="宋体" panose="02010600030101010101" pitchFamily="2" charset="-122"/>
              </a:rPr>
              <a:t>大于零</a:t>
            </a:r>
            <a:r>
              <a:rPr lang="en-US" altLang="zh-CN" sz="2800">
                <a:latin typeface="宋体" panose="02010600030101010101" pitchFamily="2" charset="-122"/>
              </a:rPr>
              <a:t>)</a:t>
            </a:r>
            <a:r>
              <a:rPr lang="zh-CN" altLang="en-US" sz="2800">
                <a:latin typeface="宋体" panose="02010600030101010101" pitchFamily="2" charset="-122"/>
              </a:rPr>
              <a:t>，则随着时间</a:t>
            </a:r>
            <a:r>
              <a:rPr lang="en-US" altLang="zh-CN" sz="2800">
                <a:latin typeface="Times New Roman" panose="02020603050405020304" pitchFamily="18" charset="0"/>
              </a:rPr>
              <a:t>t</a:t>
            </a:r>
            <a:r>
              <a:rPr lang="en-US" altLang="zh-CN" sz="2800">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a:t>
            </a: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a</a:t>
            </a:r>
            <a:r>
              <a:rPr lang="zh-CN" altLang="en-US" sz="2800" i="1">
                <a:latin typeface="Times New Roman" panose="02020603050405020304" pitchFamily="18" charset="0"/>
              </a:rPr>
              <a:t>。</a:t>
            </a:r>
          </a:p>
          <a:p>
            <a:pPr eaLnBrk="1" hangingPunct="1">
              <a:lnSpc>
                <a:spcPct val="115000"/>
              </a:lnSpc>
            </a:pPr>
            <a:r>
              <a:rPr lang="zh-CN" altLang="en-US" sz="2800" i="1">
                <a:latin typeface="Times New Roman" panose="02020603050405020304" pitchFamily="18" charset="0"/>
              </a:rPr>
              <a:t>    </a:t>
            </a:r>
            <a:r>
              <a:rPr lang="zh-CN" altLang="en-US" sz="2800">
                <a:latin typeface="宋体" panose="02010600030101010101" pitchFamily="2" charset="-122"/>
              </a:rPr>
              <a:t>即系统是稳定的。 </a:t>
            </a:r>
          </a:p>
        </p:txBody>
      </p:sp>
      <p:graphicFrame>
        <p:nvGraphicFramePr>
          <p:cNvPr id="74757" name="Object 5">
            <a:extLst>
              <a:ext uri="{FF2B5EF4-FFF2-40B4-BE49-F238E27FC236}">
                <a16:creationId xmlns:a16="http://schemas.microsoft.com/office/drawing/2014/main" id="{BF3CB71C-D673-DC45-E29E-2BFC1B34B00F}"/>
              </a:ext>
            </a:extLst>
          </p:cNvPr>
          <p:cNvGraphicFramePr>
            <a:graphicFrameLocks noChangeAspect="1"/>
          </p:cNvGraphicFramePr>
          <p:nvPr/>
        </p:nvGraphicFramePr>
        <p:xfrm>
          <a:off x="755650" y="476250"/>
          <a:ext cx="7562850" cy="1441450"/>
        </p:xfrm>
        <a:graphic>
          <a:graphicData uri="http://schemas.openxmlformats.org/presentationml/2006/ole">
            <mc:AlternateContent xmlns:mc="http://schemas.openxmlformats.org/markup-compatibility/2006">
              <mc:Choice xmlns:v="urn:schemas-microsoft-com:vml" Requires="v">
                <p:oleObj spid="_x0000_s20483" r:id="rId4" imgW="3606800" imgH="685800" progId="Equation.3">
                  <p:embed/>
                </p:oleObj>
              </mc:Choice>
              <mc:Fallback>
                <p:oleObj r:id="rId4" imgW="3606800" imgH="6858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476250"/>
                        <a:ext cx="756285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additive="base">
                                        <p:cTn id="7" dur="500" fill="hold"/>
                                        <p:tgtEl>
                                          <p:spTgt spid="67588"/>
                                        </p:tgtEl>
                                        <p:attrNameLst>
                                          <p:attrName>ppt_x</p:attrName>
                                        </p:attrNameLst>
                                      </p:cBhvr>
                                      <p:tavLst>
                                        <p:tav tm="0">
                                          <p:val>
                                            <p:strVal val="#ppt_x"/>
                                          </p:val>
                                        </p:tav>
                                        <p:tav tm="100000">
                                          <p:val>
                                            <p:strVal val="#ppt_x"/>
                                          </p:val>
                                        </p:tav>
                                      </p:tavLst>
                                    </p:anim>
                                    <p:anim calcmode="lin" valueType="num">
                                      <p:cBhvr additive="base">
                                        <p:cTn id="8"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589"/>
                                        </p:tgtEl>
                                        <p:attrNameLst>
                                          <p:attrName>style.visibility</p:attrName>
                                        </p:attrNameLst>
                                      </p:cBhvr>
                                      <p:to>
                                        <p:strVal val="visible"/>
                                      </p:to>
                                    </p:set>
                                    <p:anim calcmode="lin" valueType="num">
                                      <p:cBhvr additive="base">
                                        <p:cTn id="13" dur="500" fill="hold"/>
                                        <p:tgtEl>
                                          <p:spTgt spid="67589"/>
                                        </p:tgtEl>
                                        <p:attrNameLst>
                                          <p:attrName>ppt_x</p:attrName>
                                        </p:attrNameLst>
                                      </p:cBhvr>
                                      <p:tavLst>
                                        <p:tav tm="0">
                                          <p:val>
                                            <p:strVal val="#ppt_x"/>
                                          </p:val>
                                        </p:tav>
                                        <p:tav tm="100000">
                                          <p:val>
                                            <p:strVal val="#ppt_x"/>
                                          </p:val>
                                        </p:tav>
                                      </p:tavLst>
                                    </p:anim>
                                    <p:anim calcmode="lin" valueType="num">
                                      <p:cBhvr additive="base">
                                        <p:cTn id="14" dur="500" fill="hold"/>
                                        <p:tgtEl>
                                          <p:spTgt spid="675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58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a:extLst>
              <a:ext uri="{FF2B5EF4-FFF2-40B4-BE49-F238E27FC236}">
                <a16:creationId xmlns:a16="http://schemas.microsoft.com/office/drawing/2014/main" id="{BE5A39B3-C697-FA81-9337-052F78C2A446}"/>
              </a:ext>
            </a:extLst>
          </p:cNvPr>
          <p:cNvSpPr>
            <a:spLocks noChangeArrowheads="1"/>
          </p:cNvSpPr>
          <p:nvPr/>
        </p:nvSpPr>
        <p:spPr bwMode="auto">
          <a:xfrm>
            <a:off x="1042988" y="1700213"/>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极点距虚轴的距离决定了其所对应的暂态</a:t>
            </a:r>
          </a:p>
          <a:p>
            <a:pPr eaLnBrk="1" hangingPunct="1">
              <a:lnSpc>
                <a:spcPct val="115000"/>
              </a:lnSpc>
            </a:pPr>
            <a:r>
              <a:rPr lang="zh-CN" altLang="en-US" sz="2800">
                <a:latin typeface="Times New Roman" panose="02020603050405020304" pitchFamily="18" charset="0"/>
              </a:rPr>
              <a:t>    分量衰减的快慢，距离越远衰减越快；</a:t>
            </a:r>
          </a:p>
        </p:txBody>
      </p:sp>
      <p:sp>
        <p:nvSpPr>
          <p:cNvPr id="76803" name="Rectangle 4">
            <a:extLst>
              <a:ext uri="{FF2B5EF4-FFF2-40B4-BE49-F238E27FC236}">
                <a16:creationId xmlns:a16="http://schemas.microsoft.com/office/drawing/2014/main" id="{5105C473-41E6-7BA0-D96A-9EC957BC12ED}"/>
              </a:ext>
            </a:extLst>
          </p:cNvPr>
          <p:cNvSpPr>
            <a:spLocks noChangeArrowheads="1"/>
          </p:cNvSpPr>
          <p:nvPr/>
        </p:nvSpPr>
        <p:spPr bwMode="auto">
          <a:xfrm>
            <a:off x="900113" y="1052513"/>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系统零极点分布对时域响应的影响</a:t>
            </a:r>
          </a:p>
        </p:txBody>
      </p:sp>
      <p:grpSp>
        <p:nvGrpSpPr>
          <p:cNvPr id="2" name="Group 5">
            <a:extLst>
              <a:ext uri="{FF2B5EF4-FFF2-40B4-BE49-F238E27FC236}">
                <a16:creationId xmlns:a16="http://schemas.microsoft.com/office/drawing/2014/main" id="{B98EA694-1B79-3160-BCE9-F21F451F0163}"/>
              </a:ext>
            </a:extLst>
          </p:cNvPr>
          <p:cNvGrpSpPr>
            <a:grpSpLocks/>
          </p:cNvGrpSpPr>
          <p:nvPr/>
        </p:nvGrpSpPr>
        <p:grpSpPr bwMode="auto">
          <a:xfrm>
            <a:off x="468313" y="2781300"/>
            <a:ext cx="3829050" cy="2743200"/>
            <a:chOff x="336" y="912"/>
            <a:chExt cx="2412" cy="1728"/>
          </a:xfrm>
        </p:grpSpPr>
        <p:sp>
          <p:nvSpPr>
            <p:cNvPr id="76825" name="Line 6">
              <a:extLst>
                <a:ext uri="{FF2B5EF4-FFF2-40B4-BE49-F238E27FC236}">
                  <a16:creationId xmlns:a16="http://schemas.microsoft.com/office/drawing/2014/main" id="{DC064100-D6DA-E007-5F18-53DC5596637B}"/>
                </a:ext>
              </a:extLst>
            </p:cNvPr>
            <p:cNvSpPr>
              <a:spLocks noChangeShapeType="1"/>
            </p:cNvSpPr>
            <p:nvPr/>
          </p:nvSpPr>
          <p:spPr bwMode="auto">
            <a:xfrm>
              <a:off x="336" y="1874"/>
              <a:ext cx="2412"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26" name="Line 7">
              <a:extLst>
                <a:ext uri="{FF2B5EF4-FFF2-40B4-BE49-F238E27FC236}">
                  <a16:creationId xmlns:a16="http://schemas.microsoft.com/office/drawing/2014/main" id="{7FB6C9DD-7FCA-688B-557C-3C917C328FDD}"/>
                </a:ext>
              </a:extLst>
            </p:cNvPr>
            <p:cNvSpPr>
              <a:spLocks noChangeShapeType="1"/>
            </p:cNvSpPr>
            <p:nvPr/>
          </p:nvSpPr>
          <p:spPr bwMode="auto">
            <a:xfrm flipV="1">
              <a:off x="2352" y="1008"/>
              <a:ext cx="0" cy="1632"/>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6827" name="Group 8">
              <a:extLst>
                <a:ext uri="{FF2B5EF4-FFF2-40B4-BE49-F238E27FC236}">
                  <a16:creationId xmlns:a16="http://schemas.microsoft.com/office/drawing/2014/main" id="{E6AB6C80-E16C-08B7-97BC-58889ACC2962}"/>
                </a:ext>
              </a:extLst>
            </p:cNvPr>
            <p:cNvGrpSpPr>
              <a:grpSpLocks noChangeAspect="1"/>
            </p:cNvGrpSpPr>
            <p:nvPr/>
          </p:nvGrpSpPr>
          <p:grpSpPr bwMode="auto">
            <a:xfrm>
              <a:off x="2124" y="1692"/>
              <a:ext cx="84" cy="84"/>
              <a:chOff x="1632" y="768"/>
              <a:chExt cx="48" cy="48"/>
            </a:xfrm>
          </p:grpSpPr>
          <p:sp>
            <p:nvSpPr>
              <p:cNvPr id="76860" name="Line 9">
                <a:extLst>
                  <a:ext uri="{FF2B5EF4-FFF2-40B4-BE49-F238E27FC236}">
                    <a16:creationId xmlns:a16="http://schemas.microsoft.com/office/drawing/2014/main" id="{FC312C0A-0F13-FD65-70FB-A55135FC83DD}"/>
                  </a:ext>
                </a:extLst>
              </p:cNvPr>
              <p:cNvSpPr>
                <a:spLocks noChangeAspect="1" noChangeShapeType="1"/>
              </p:cNvSpPr>
              <p:nvPr/>
            </p:nvSpPr>
            <p:spPr bwMode="auto">
              <a:xfrm flipH="1">
                <a:off x="1632" y="768"/>
                <a:ext cx="48" cy="48"/>
              </a:xfrm>
              <a:prstGeom prst="line">
                <a:avLst/>
              </a:prstGeom>
              <a:noFill/>
              <a:ln w="22225">
                <a:solidFill>
                  <a:srgbClr val="CC33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61" name="Line 10">
                <a:extLst>
                  <a:ext uri="{FF2B5EF4-FFF2-40B4-BE49-F238E27FC236}">
                    <a16:creationId xmlns:a16="http://schemas.microsoft.com/office/drawing/2014/main" id="{2C6538DE-B6C3-38A2-5A8D-67F3FFEA3E4D}"/>
                  </a:ext>
                </a:extLst>
              </p:cNvPr>
              <p:cNvSpPr>
                <a:spLocks noChangeAspect="1" noChangeShapeType="1"/>
              </p:cNvSpPr>
              <p:nvPr/>
            </p:nvSpPr>
            <p:spPr bwMode="auto">
              <a:xfrm>
                <a:off x="1632" y="768"/>
                <a:ext cx="48" cy="48"/>
              </a:xfrm>
              <a:prstGeom prst="line">
                <a:avLst/>
              </a:prstGeom>
              <a:noFill/>
              <a:ln w="22225">
                <a:solidFill>
                  <a:srgbClr val="CC33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828" name="Group 11">
              <a:extLst>
                <a:ext uri="{FF2B5EF4-FFF2-40B4-BE49-F238E27FC236}">
                  <a16:creationId xmlns:a16="http://schemas.microsoft.com/office/drawing/2014/main" id="{992B4D9D-FFCF-BAF3-F9C6-E7B8DCB707BE}"/>
                </a:ext>
              </a:extLst>
            </p:cNvPr>
            <p:cNvGrpSpPr>
              <a:grpSpLocks noChangeAspect="1"/>
            </p:cNvGrpSpPr>
            <p:nvPr/>
          </p:nvGrpSpPr>
          <p:grpSpPr bwMode="auto">
            <a:xfrm>
              <a:off x="2124" y="1980"/>
              <a:ext cx="84" cy="84"/>
              <a:chOff x="1632" y="768"/>
              <a:chExt cx="48" cy="48"/>
            </a:xfrm>
          </p:grpSpPr>
          <p:sp>
            <p:nvSpPr>
              <p:cNvPr id="76858" name="Line 12">
                <a:extLst>
                  <a:ext uri="{FF2B5EF4-FFF2-40B4-BE49-F238E27FC236}">
                    <a16:creationId xmlns:a16="http://schemas.microsoft.com/office/drawing/2014/main" id="{CA456CBF-F743-9131-D742-1AA4770B3849}"/>
                  </a:ext>
                </a:extLst>
              </p:cNvPr>
              <p:cNvSpPr>
                <a:spLocks noChangeAspect="1" noChangeShapeType="1"/>
              </p:cNvSpPr>
              <p:nvPr/>
            </p:nvSpPr>
            <p:spPr bwMode="auto">
              <a:xfrm flipH="1">
                <a:off x="1632" y="768"/>
                <a:ext cx="48" cy="48"/>
              </a:xfrm>
              <a:prstGeom prst="line">
                <a:avLst/>
              </a:prstGeom>
              <a:noFill/>
              <a:ln w="22225">
                <a:solidFill>
                  <a:srgbClr val="CC33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9" name="Line 13">
                <a:extLst>
                  <a:ext uri="{FF2B5EF4-FFF2-40B4-BE49-F238E27FC236}">
                    <a16:creationId xmlns:a16="http://schemas.microsoft.com/office/drawing/2014/main" id="{D2590A42-9316-4ABE-CF88-CBD02840202D}"/>
                  </a:ext>
                </a:extLst>
              </p:cNvPr>
              <p:cNvSpPr>
                <a:spLocks noChangeAspect="1" noChangeShapeType="1"/>
              </p:cNvSpPr>
              <p:nvPr/>
            </p:nvSpPr>
            <p:spPr bwMode="auto">
              <a:xfrm>
                <a:off x="1632" y="768"/>
                <a:ext cx="48" cy="48"/>
              </a:xfrm>
              <a:prstGeom prst="line">
                <a:avLst/>
              </a:prstGeom>
              <a:noFill/>
              <a:ln w="22225">
                <a:solidFill>
                  <a:srgbClr val="CC33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829" name="Group 14">
              <a:extLst>
                <a:ext uri="{FF2B5EF4-FFF2-40B4-BE49-F238E27FC236}">
                  <a16:creationId xmlns:a16="http://schemas.microsoft.com/office/drawing/2014/main" id="{F5D8565A-400B-9351-F9D7-21C498DBF9D4}"/>
                </a:ext>
              </a:extLst>
            </p:cNvPr>
            <p:cNvGrpSpPr>
              <a:grpSpLocks noChangeAspect="1"/>
            </p:cNvGrpSpPr>
            <p:nvPr/>
          </p:nvGrpSpPr>
          <p:grpSpPr bwMode="auto">
            <a:xfrm>
              <a:off x="860" y="1824"/>
              <a:ext cx="84" cy="84"/>
              <a:chOff x="1632" y="768"/>
              <a:chExt cx="48" cy="48"/>
            </a:xfrm>
          </p:grpSpPr>
          <p:sp>
            <p:nvSpPr>
              <p:cNvPr id="76856" name="Line 15">
                <a:extLst>
                  <a:ext uri="{FF2B5EF4-FFF2-40B4-BE49-F238E27FC236}">
                    <a16:creationId xmlns:a16="http://schemas.microsoft.com/office/drawing/2014/main" id="{270723AC-43A6-B568-F8AE-A96FE514CD8A}"/>
                  </a:ext>
                </a:extLst>
              </p:cNvPr>
              <p:cNvSpPr>
                <a:spLocks noChangeAspect="1" noChangeShapeType="1"/>
              </p:cNvSpPr>
              <p:nvPr/>
            </p:nvSpPr>
            <p:spPr bwMode="auto">
              <a:xfrm flipH="1">
                <a:off x="1632" y="768"/>
                <a:ext cx="48" cy="48"/>
              </a:xfrm>
              <a:prstGeom prst="line">
                <a:avLst/>
              </a:prstGeom>
              <a:noFill/>
              <a:ln w="22225">
                <a:solidFill>
                  <a:srgbClr val="3399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7" name="Line 16">
                <a:extLst>
                  <a:ext uri="{FF2B5EF4-FFF2-40B4-BE49-F238E27FC236}">
                    <a16:creationId xmlns:a16="http://schemas.microsoft.com/office/drawing/2014/main" id="{BA5E1367-2FD8-0101-BF99-A0932422A699}"/>
                  </a:ext>
                </a:extLst>
              </p:cNvPr>
              <p:cNvSpPr>
                <a:spLocks noChangeAspect="1" noChangeShapeType="1"/>
              </p:cNvSpPr>
              <p:nvPr/>
            </p:nvSpPr>
            <p:spPr bwMode="auto">
              <a:xfrm>
                <a:off x="1632" y="768"/>
                <a:ext cx="48" cy="48"/>
              </a:xfrm>
              <a:prstGeom prst="line">
                <a:avLst/>
              </a:prstGeom>
              <a:noFill/>
              <a:ln w="22225">
                <a:solidFill>
                  <a:srgbClr val="3399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830" name="Group 17">
              <a:extLst>
                <a:ext uri="{FF2B5EF4-FFF2-40B4-BE49-F238E27FC236}">
                  <a16:creationId xmlns:a16="http://schemas.microsoft.com/office/drawing/2014/main" id="{717455A1-3E0C-12EF-E823-5A81D45C533D}"/>
                </a:ext>
              </a:extLst>
            </p:cNvPr>
            <p:cNvGrpSpPr>
              <a:grpSpLocks noChangeAspect="1"/>
            </p:cNvGrpSpPr>
            <p:nvPr/>
          </p:nvGrpSpPr>
          <p:grpSpPr bwMode="auto">
            <a:xfrm>
              <a:off x="588" y="2332"/>
              <a:ext cx="84" cy="84"/>
              <a:chOff x="1632" y="768"/>
              <a:chExt cx="48" cy="48"/>
            </a:xfrm>
          </p:grpSpPr>
          <p:sp>
            <p:nvSpPr>
              <p:cNvPr id="76854" name="Line 18">
                <a:extLst>
                  <a:ext uri="{FF2B5EF4-FFF2-40B4-BE49-F238E27FC236}">
                    <a16:creationId xmlns:a16="http://schemas.microsoft.com/office/drawing/2014/main" id="{BF16F530-CC37-84B0-FCA1-5F72A6BC6E0A}"/>
                  </a:ext>
                </a:extLst>
              </p:cNvPr>
              <p:cNvSpPr>
                <a:spLocks noChangeAspect="1" noChangeShapeType="1"/>
              </p:cNvSpPr>
              <p:nvPr/>
            </p:nvSpPr>
            <p:spPr bwMode="auto">
              <a:xfrm flipH="1">
                <a:off x="1632" y="768"/>
                <a:ext cx="48" cy="48"/>
              </a:xfrm>
              <a:prstGeom prst="line">
                <a:avLst/>
              </a:prstGeom>
              <a:noFill/>
              <a:ln w="22225">
                <a:solidFill>
                  <a:schemeClr val="accent2"/>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5" name="Line 19">
                <a:extLst>
                  <a:ext uri="{FF2B5EF4-FFF2-40B4-BE49-F238E27FC236}">
                    <a16:creationId xmlns:a16="http://schemas.microsoft.com/office/drawing/2014/main" id="{3F05C7BA-F8D9-6D5E-B0B4-1E63A69B9E4B}"/>
                  </a:ext>
                </a:extLst>
              </p:cNvPr>
              <p:cNvSpPr>
                <a:spLocks noChangeAspect="1" noChangeShapeType="1"/>
              </p:cNvSpPr>
              <p:nvPr/>
            </p:nvSpPr>
            <p:spPr bwMode="auto">
              <a:xfrm>
                <a:off x="1632" y="768"/>
                <a:ext cx="48" cy="48"/>
              </a:xfrm>
              <a:prstGeom prst="line">
                <a:avLst/>
              </a:prstGeom>
              <a:noFill/>
              <a:ln w="22225">
                <a:solidFill>
                  <a:schemeClr val="accent2"/>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831" name="Group 20">
              <a:extLst>
                <a:ext uri="{FF2B5EF4-FFF2-40B4-BE49-F238E27FC236}">
                  <a16:creationId xmlns:a16="http://schemas.microsoft.com/office/drawing/2014/main" id="{522C101F-3319-8FAB-F0CA-B3103629BDF3}"/>
                </a:ext>
              </a:extLst>
            </p:cNvPr>
            <p:cNvGrpSpPr>
              <a:grpSpLocks noChangeAspect="1"/>
            </p:cNvGrpSpPr>
            <p:nvPr/>
          </p:nvGrpSpPr>
          <p:grpSpPr bwMode="auto">
            <a:xfrm>
              <a:off x="588" y="1356"/>
              <a:ext cx="84" cy="84"/>
              <a:chOff x="1632" y="768"/>
              <a:chExt cx="48" cy="48"/>
            </a:xfrm>
          </p:grpSpPr>
          <p:sp>
            <p:nvSpPr>
              <p:cNvPr id="76852" name="Line 21">
                <a:extLst>
                  <a:ext uri="{FF2B5EF4-FFF2-40B4-BE49-F238E27FC236}">
                    <a16:creationId xmlns:a16="http://schemas.microsoft.com/office/drawing/2014/main" id="{27DCED40-3C3C-483B-9A00-DCA70E96D435}"/>
                  </a:ext>
                </a:extLst>
              </p:cNvPr>
              <p:cNvSpPr>
                <a:spLocks noChangeAspect="1" noChangeShapeType="1"/>
              </p:cNvSpPr>
              <p:nvPr/>
            </p:nvSpPr>
            <p:spPr bwMode="auto">
              <a:xfrm flipH="1">
                <a:off x="1632" y="768"/>
                <a:ext cx="48" cy="48"/>
              </a:xfrm>
              <a:prstGeom prst="line">
                <a:avLst/>
              </a:prstGeom>
              <a:noFill/>
              <a:ln w="22225">
                <a:solidFill>
                  <a:schemeClr val="accent2"/>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3" name="Line 22">
                <a:extLst>
                  <a:ext uri="{FF2B5EF4-FFF2-40B4-BE49-F238E27FC236}">
                    <a16:creationId xmlns:a16="http://schemas.microsoft.com/office/drawing/2014/main" id="{E96D8C44-DBE3-E535-0690-EF2564F098CF}"/>
                  </a:ext>
                </a:extLst>
              </p:cNvPr>
              <p:cNvSpPr>
                <a:spLocks noChangeAspect="1" noChangeShapeType="1"/>
              </p:cNvSpPr>
              <p:nvPr/>
            </p:nvSpPr>
            <p:spPr bwMode="auto">
              <a:xfrm>
                <a:off x="1632" y="768"/>
                <a:ext cx="48" cy="48"/>
              </a:xfrm>
              <a:prstGeom prst="line">
                <a:avLst/>
              </a:prstGeom>
              <a:noFill/>
              <a:ln w="22225">
                <a:solidFill>
                  <a:schemeClr val="accent2"/>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6832" name="Oval 23">
              <a:extLst>
                <a:ext uri="{FF2B5EF4-FFF2-40B4-BE49-F238E27FC236}">
                  <a16:creationId xmlns:a16="http://schemas.microsoft.com/office/drawing/2014/main" id="{9817D4AB-B551-5220-97D2-2D2D64ED31D3}"/>
                </a:ext>
              </a:extLst>
            </p:cNvPr>
            <p:cNvSpPr>
              <a:spLocks noChangeArrowheads="1"/>
            </p:cNvSpPr>
            <p:nvPr/>
          </p:nvSpPr>
          <p:spPr bwMode="auto">
            <a:xfrm>
              <a:off x="1312" y="1824"/>
              <a:ext cx="96" cy="96"/>
            </a:xfrm>
            <a:prstGeom prst="ellipse">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76833" name="Text Box 24">
              <a:extLst>
                <a:ext uri="{FF2B5EF4-FFF2-40B4-BE49-F238E27FC236}">
                  <a16:creationId xmlns:a16="http://schemas.microsoft.com/office/drawing/2014/main" id="{5B1216D7-2C18-3B8A-9BF9-1E99062FFA38}"/>
                </a:ext>
              </a:extLst>
            </p:cNvPr>
            <p:cNvSpPr txBox="1">
              <a:spLocks noChangeArrowheads="1"/>
            </p:cNvSpPr>
            <p:nvPr/>
          </p:nvSpPr>
          <p:spPr bwMode="auto">
            <a:xfrm>
              <a:off x="2332" y="18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76834" name="Text Box 25">
              <a:extLst>
                <a:ext uri="{FF2B5EF4-FFF2-40B4-BE49-F238E27FC236}">
                  <a16:creationId xmlns:a16="http://schemas.microsoft.com/office/drawing/2014/main" id="{EFC3349C-5886-2E28-AD88-138FB65809C4}"/>
                </a:ext>
              </a:extLst>
            </p:cNvPr>
            <p:cNvSpPr txBox="1">
              <a:spLocks noChangeArrowheads="1"/>
            </p:cNvSpPr>
            <p:nvPr/>
          </p:nvSpPr>
          <p:spPr bwMode="auto">
            <a:xfrm>
              <a:off x="2486" y="1846"/>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76835" name="Rectangle 26">
              <a:extLst>
                <a:ext uri="{FF2B5EF4-FFF2-40B4-BE49-F238E27FC236}">
                  <a16:creationId xmlns:a16="http://schemas.microsoft.com/office/drawing/2014/main" id="{3C33E404-D5CE-B274-F94A-E58100DC27EC}"/>
                </a:ext>
              </a:extLst>
            </p:cNvPr>
            <p:cNvSpPr>
              <a:spLocks noChangeArrowheads="1"/>
            </p:cNvSpPr>
            <p:nvPr/>
          </p:nvSpPr>
          <p:spPr bwMode="auto">
            <a:xfrm>
              <a:off x="2352" y="912"/>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a:t>
              </a:r>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76836" name="Line 27">
              <a:extLst>
                <a:ext uri="{FF2B5EF4-FFF2-40B4-BE49-F238E27FC236}">
                  <a16:creationId xmlns:a16="http://schemas.microsoft.com/office/drawing/2014/main" id="{2EC4DF70-155A-4A11-ED6D-E664648DB1C7}"/>
                </a:ext>
              </a:extLst>
            </p:cNvPr>
            <p:cNvSpPr>
              <a:spLocks noChangeShapeType="1"/>
            </p:cNvSpPr>
            <p:nvPr/>
          </p:nvSpPr>
          <p:spPr bwMode="auto">
            <a:xfrm>
              <a:off x="904" y="1872"/>
              <a:ext cx="0" cy="424"/>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7" name="Line 28">
              <a:extLst>
                <a:ext uri="{FF2B5EF4-FFF2-40B4-BE49-F238E27FC236}">
                  <a16:creationId xmlns:a16="http://schemas.microsoft.com/office/drawing/2014/main" id="{D78CFBAF-24DC-271E-CAC0-20E4195A5C43}"/>
                </a:ext>
              </a:extLst>
            </p:cNvPr>
            <p:cNvSpPr>
              <a:spLocks noChangeShapeType="1"/>
            </p:cNvSpPr>
            <p:nvPr/>
          </p:nvSpPr>
          <p:spPr bwMode="auto">
            <a:xfrm>
              <a:off x="912" y="2208"/>
              <a:ext cx="1440" cy="0"/>
            </a:xfrm>
            <a:prstGeom prst="line">
              <a:avLst/>
            </a:prstGeom>
            <a:noFill/>
            <a:ln w="222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38" name="Line 29">
              <a:extLst>
                <a:ext uri="{FF2B5EF4-FFF2-40B4-BE49-F238E27FC236}">
                  <a16:creationId xmlns:a16="http://schemas.microsoft.com/office/drawing/2014/main" id="{C5BD93F8-335A-3C91-7433-46025DC7B545}"/>
                </a:ext>
              </a:extLst>
            </p:cNvPr>
            <p:cNvSpPr>
              <a:spLocks noChangeShapeType="1"/>
            </p:cNvSpPr>
            <p:nvPr/>
          </p:nvSpPr>
          <p:spPr bwMode="auto">
            <a:xfrm>
              <a:off x="2168" y="1736"/>
              <a:ext cx="0" cy="288"/>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9" name="Text Box 30">
              <a:extLst>
                <a:ext uri="{FF2B5EF4-FFF2-40B4-BE49-F238E27FC236}">
                  <a16:creationId xmlns:a16="http://schemas.microsoft.com/office/drawing/2014/main" id="{CDB35738-F74B-8987-C411-DA1CAEEC4A47}"/>
                </a:ext>
              </a:extLst>
            </p:cNvPr>
            <p:cNvSpPr txBox="1">
              <a:spLocks noChangeArrowheads="1"/>
            </p:cNvSpPr>
            <p:nvPr/>
          </p:nvSpPr>
          <p:spPr bwMode="auto">
            <a:xfrm>
              <a:off x="1584" y="1392"/>
              <a:ext cx="4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a:t>
              </a:r>
              <a:r>
                <a:rPr lang="en-US" altLang="zh-CN"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p>
          </p:txBody>
        </p:sp>
        <p:sp>
          <p:nvSpPr>
            <p:cNvPr id="76840" name="Line 31">
              <a:extLst>
                <a:ext uri="{FF2B5EF4-FFF2-40B4-BE49-F238E27FC236}">
                  <a16:creationId xmlns:a16="http://schemas.microsoft.com/office/drawing/2014/main" id="{9D3E276B-6185-9740-1FB4-C577CF404B36}"/>
                </a:ext>
              </a:extLst>
            </p:cNvPr>
            <p:cNvSpPr>
              <a:spLocks noChangeShapeType="1"/>
            </p:cNvSpPr>
            <p:nvPr/>
          </p:nvSpPr>
          <p:spPr bwMode="auto">
            <a:xfrm>
              <a:off x="1872" y="1632"/>
              <a:ext cx="288" cy="24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41" name="Text Box 32">
              <a:extLst>
                <a:ext uri="{FF2B5EF4-FFF2-40B4-BE49-F238E27FC236}">
                  <a16:creationId xmlns:a16="http://schemas.microsoft.com/office/drawing/2014/main" id="{5A1DD071-A302-666B-2BB5-AA57BAC5090E}"/>
                </a:ext>
              </a:extLst>
            </p:cNvPr>
            <p:cNvSpPr txBox="1">
              <a:spLocks noChangeArrowheads="1"/>
            </p:cNvSpPr>
            <p:nvPr/>
          </p:nvSpPr>
          <p:spPr bwMode="auto">
            <a:xfrm>
              <a:off x="1401" y="2160"/>
              <a:ext cx="5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-8</a:t>
              </a:r>
              <a:r>
                <a:rPr lang="en-US" altLang="zh-CN"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p>
          </p:txBody>
        </p:sp>
        <p:sp>
          <p:nvSpPr>
            <p:cNvPr id="76842" name="Text Box 33">
              <a:extLst>
                <a:ext uri="{FF2B5EF4-FFF2-40B4-BE49-F238E27FC236}">
                  <a16:creationId xmlns:a16="http://schemas.microsoft.com/office/drawing/2014/main" id="{69C6B049-80A4-0F58-AB1C-8FF679C0D78A}"/>
                </a:ext>
              </a:extLst>
            </p:cNvPr>
            <p:cNvSpPr txBox="1">
              <a:spLocks noChangeArrowheads="1"/>
            </p:cNvSpPr>
            <p:nvPr/>
          </p:nvSpPr>
          <p:spPr bwMode="auto">
            <a:xfrm>
              <a:off x="1104" y="1872"/>
              <a:ext cx="5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-5</a:t>
              </a:r>
              <a:r>
                <a:rPr lang="en-US" altLang="zh-CN"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p>
          </p:txBody>
        </p:sp>
        <p:sp>
          <p:nvSpPr>
            <p:cNvPr id="76843" name="Text Box 34">
              <a:extLst>
                <a:ext uri="{FF2B5EF4-FFF2-40B4-BE49-F238E27FC236}">
                  <a16:creationId xmlns:a16="http://schemas.microsoft.com/office/drawing/2014/main" id="{D17FF693-5961-1E8F-7CC6-8350C8D07A78}"/>
                </a:ext>
              </a:extLst>
            </p:cNvPr>
            <p:cNvSpPr txBox="1">
              <a:spLocks noChangeArrowheads="1"/>
            </p:cNvSpPr>
            <p:nvPr/>
          </p:nvSpPr>
          <p:spPr bwMode="auto">
            <a:xfrm>
              <a:off x="1113" y="1104"/>
              <a:ext cx="6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-10</a:t>
              </a:r>
              <a:r>
                <a:rPr lang="en-US" altLang="zh-CN"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p>
          </p:txBody>
        </p:sp>
        <p:sp>
          <p:nvSpPr>
            <p:cNvPr id="76844" name="Line 35">
              <a:extLst>
                <a:ext uri="{FF2B5EF4-FFF2-40B4-BE49-F238E27FC236}">
                  <a16:creationId xmlns:a16="http://schemas.microsoft.com/office/drawing/2014/main" id="{6670451E-E05D-7609-6AF5-B0D4566A9178}"/>
                </a:ext>
              </a:extLst>
            </p:cNvPr>
            <p:cNvSpPr>
              <a:spLocks noChangeShapeType="1"/>
            </p:cNvSpPr>
            <p:nvPr/>
          </p:nvSpPr>
          <p:spPr bwMode="auto">
            <a:xfrm flipV="1">
              <a:off x="624" y="1392"/>
              <a:ext cx="0" cy="1008"/>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5" name="Line 36">
              <a:extLst>
                <a:ext uri="{FF2B5EF4-FFF2-40B4-BE49-F238E27FC236}">
                  <a16:creationId xmlns:a16="http://schemas.microsoft.com/office/drawing/2014/main" id="{A3A8FF9D-8DF9-6B0E-61D6-F1D1582FF0EC}"/>
                </a:ext>
              </a:extLst>
            </p:cNvPr>
            <p:cNvSpPr>
              <a:spLocks noChangeShapeType="1"/>
            </p:cNvSpPr>
            <p:nvPr/>
          </p:nvSpPr>
          <p:spPr bwMode="auto">
            <a:xfrm>
              <a:off x="624" y="1392"/>
              <a:ext cx="1728" cy="0"/>
            </a:xfrm>
            <a:prstGeom prst="line">
              <a:avLst/>
            </a:prstGeom>
            <a:noFill/>
            <a:ln w="222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46" name="Rectangle 37">
              <a:extLst>
                <a:ext uri="{FF2B5EF4-FFF2-40B4-BE49-F238E27FC236}">
                  <a16:creationId xmlns:a16="http://schemas.microsoft.com/office/drawing/2014/main" id="{0EBF3C8B-655E-961F-E132-759F0C996476}"/>
                </a:ext>
              </a:extLst>
            </p:cNvPr>
            <p:cNvSpPr>
              <a:spLocks noChangeArrowheads="1"/>
            </p:cNvSpPr>
            <p:nvPr/>
          </p:nvSpPr>
          <p:spPr bwMode="auto">
            <a:xfrm>
              <a:off x="2028" y="1392"/>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rgbClr val="CC3300"/>
                  </a:solidFill>
                  <a:latin typeface="Times New Roman" panose="02020603050405020304" pitchFamily="18" charset="0"/>
                </a:rPr>
                <a:t>p</a:t>
              </a:r>
              <a:r>
                <a:rPr lang="en-US" altLang="zh-CN" sz="2400" baseline="-18000">
                  <a:solidFill>
                    <a:srgbClr val="CC3300"/>
                  </a:solidFill>
                  <a:latin typeface="Times New Roman" panose="02020603050405020304" pitchFamily="18" charset="0"/>
                </a:rPr>
                <a:t>1</a:t>
              </a:r>
            </a:p>
          </p:txBody>
        </p:sp>
        <p:sp>
          <p:nvSpPr>
            <p:cNvPr id="76847" name="Rectangle 38">
              <a:extLst>
                <a:ext uri="{FF2B5EF4-FFF2-40B4-BE49-F238E27FC236}">
                  <a16:creationId xmlns:a16="http://schemas.microsoft.com/office/drawing/2014/main" id="{24A3800E-827B-3AF7-CA04-B09ABB75E8D9}"/>
                </a:ext>
              </a:extLst>
            </p:cNvPr>
            <p:cNvSpPr>
              <a:spLocks noChangeArrowheads="1"/>
            </p:cNvSpPr>
            <p:nvPr/>
          </p:nvSpPr>
          <p:spPr bwMode="auto">
            <a:xfrm>
              <a:off x="1872" y="1824"/>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rgbClr val="CC3300"/>
                  </a:solidFill>
                  <a:latin typeface="Times New Roman" panose="02020603050405020304" pitchFamily="18" charset="0"/>
                </a:rPr>
                <a:t>p</a:t>
              </a:r>
              <a:r>
                <a:rPr lang="en-US" altLang="zh-CN" sz="2400" baseline="-18000">
                  <a:solidFill>
                    <a:srgbClr val="CC3300"/>
                  </a:solidFill>
                  <a:latin typeface="Times New Roman" panose="02020603050405020304" pitchFamily="18" charset="0"/>
                </a:rPr>
                <a:t>2</a:t>
              </a:r>
            </a:p>
          </p:txBody>
        </p:sp>
        <p:sp>
          <p:nvSpPr>
            <p:cNvPr id="76848" name="Rectangle 39">
              <a:extLst>
                <a:ext uri="{FF2B5EF4-FFF2-40B4-BE49-F238E27FC236}">
                  <a16:creationId xmlns:a16="http://schemas.microsoft.com/office/drawing/2014/main" id="{62DB9A36-A097-DBFC-5BD0-8BA844B15BDF}"/>
                </a:ext>
              </a:extLst>
            </p:cNvPr>
            <p:cNvSpPr>
              <a:spLocks noChangeArrowheads="1"/>
            </p:cNvSpPr>
            <p:nvPr/>
          </p:nvSpPr>
          <p:spPr bwMode="auto">
            <a:xfrm>
              <a:off x="768" y="1536"/>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rgbClr val="339966"/>
                  </a:solidFill>
                  <a:latin typeface="Times New Roman" panose="02020603050405020304" pitchFamily="18" charset="0"/>
                </a:rPr>
                <a:t>p</a:t>
              </a:r>
              <a:r>
                <a:rPr lang="en-US" altLang="zh-CN" sz="2400" baseline="-18000">
                  <a:solidFill>
                    <a:srgbClr val="339966"/>
                  </a:solidFill>
                  <a:latin typeface="Times New Roman" panose="02020603050405020304" pitchFamily="18" charset="0"/>
                </a:rPr>
                <a:t>3</a:t>
              </a:r>
            </a:p>
          </p:txBody>
        </p:sp>
        <p:sp>
          <p:nvSpPr>
            <p:cNvPr id="76849" name="Rectangle 40">
              <a:extLst>
                <a:ext uri="{FF2B5EF4-FFF2-40B4-BE49-F238E27FC236}">
                  <a16:creationId xmlns:a16="http://schemas.microsoft.com/office/drawing/2014/main" id="{C61EDBD0-FE95-84D7-821B-5338A2BE0233}"/>
                </a:ext>
              </a:extLst>
            </p:cNvPr>
            <p:cNvSpPr>
              <a:spLocks noChangeArrowheads="1"/>
            </p:cNvSpPr>
            <p:nvPr/>
          </p:nvSpPr>
          <p:spPr bwMode="auto">
            <a:xfrm>
              <a:off x="480" y="1056"/>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chemeClr val="accent2"/>
                  </a:solidFill>
                  <a:latin typeface="Times New Roman" panose="02020603050405020304" pitchFamily="18" charset="0"/>
                </a:rPr>
                <a:t>p</a:t>
              </a:r>
              <a:r>
                <a:rPr lang="en-US" altLang="zh-CN" sz="2400" baseline="-18000">
                  <a:solidFill>
                    <a:schemeClr val="accent2"/>
                  </a:solidFill>
                  <a:latin typeface="Times New Roman" panose="02020603050405020304" pitchFamily="18" charset="0"/>
                </a:rPr>
                <a:t>4</a:t>
              </a:r>
            </a:p>
          </p:txBody>
        </p:sp>
        <p:sp>
          <p:nvSpPr>
            <p:cNvPr id="76850" name="Rectangle 41">
              <a:extLst>
                <a:ext uri="{FF2B5EF4-FFF2-40B4-BE49-F238E27FC236}">
                  <a16:creationId xmlns:a16="http://schemas.microsoft.com/office/drawing/2014/main" id="{6EE0AC27-99A5-AE77-7A4C-E7434EB4ADAA}"/>
                </a:ext>
              </a:extLst>
            </p:cNvPr>
            <p:cNvSpPr>
              <a:spLocks noChangeArrowheads="1"/>
            </p:cNvSpPr>
            <p:nvPr/>
          </p:nvSpPr>
          <p:spPr bwMode="auto">
            <a:xfrm>
              <a:off x="480" y="2304"/>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chemeClr val="accent2"/>
                  </a:solidFill>
                  <a:latin typeface="Times New Roman" panose="02020603050405020304" pitchFamily="18" charset="0"/>
                </a:rPr>
                <a:t>p</a:t>
              </a:r>
              <a:r>
                <a:rPr lang="en-US" altLang="zh-CN" sz="2400" baseline="-18000">
                  <a:solidFill>
                    <a:schemeClr val="accent2"/>
                  </a:solidFill>
                  <a:latin typeface="Times New Roman" panose="02020603050405020304" pitchFamily="18" charset="0"/>
                </a:rPr>
                <a:t>5</a:t>
              </a:r>
            </a:p>
          </p:txBody>
        </p:sp>
        <p:sp>
          <p:nvSpPr>
            <p:cNvPr id="76851" name="Rectangle 42">
              <a:extLst>
                <a:ext uri="{FF2B5EF4-FFF2-40B4-BE49-F238E27FC236}">
                  <a16:creationId xmlns:a16="http://schemas.microsoft.com/office/drawing/2014/main" id="{DF921013-71BC-CA01-22B9-54C5130EB128}"/>
                </a:ext>
              </a:extLst>
            </p:cNvPr>
            <p:cNvSpPr>
              <a:spLocks noChangeArrowheads="1"/>
            </p:cNvSpPr>
            <p:nvPr/>
          </p:nvSpPr>
          <p:spPr bwMode="auto">
            <a:xfrm>
              <a:off x="1248" y="153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z</a:t>
              </a:r>
              <a:r>
                <a:rPr lang="en-US" altLang="zh-CN" sz="2400" baseline="-18000">
                  <a:latin typeface="Times New Roman" panose="02020603050405020304" pitchFamily="18" charset="0"/>
                </a:rPr>
                <a:t>1</a:t>
              </a:r>
            </a:p>
          </p:txBody>
        </p:sp>
      </p:grpSp>
      <p:grpSp>
        <p:nvGrpSpPr>
          <p:cNvPr id="8" name="Group 63">
            <a:extLst>
              <a:ext uri="{FF2B5EF4-FFF2-40B4-BE49-F238E27FC236}">
                <a16:creationId xmlns:a16="http://schemas.microsoft.com/office/drawing/2014/main" id="{E90E03D2-832C-8D71-9249-35312E602D99}"/>
              </a:ext>
            </a:extLst>
          </p:cNvPr>
          <p:cNvGrpSpPr>
            <a:grpSpLocks/>
          </p:cNvGrpSpPr>
          <p:nvPr/>
        </p:nvGrpSpPr>
        <p:grpSpPr bwMode="auto">
          <a:xfrm>
            <a:off x="4500563" y="2852738"/>
            <a:ext cx="4032250" cy="2376487"/>
            <a:chOff x="2789" y="1842"/>
            <a:chExt cx="1981" cy="1048"/>
          </a:xfrm>
        </p:grpSpPr>
        <p:sp>
          <p:nvSpPr>
            <p:cNvPr id="76807" name="Line 44">
              <a:extLst>
                <a:ext uri="{FF2B5EF4-FFF2-40B4-BE49-F238E27FC236}">
                  <a16:creationId xmlns:a16="http://schemas.microsoft.com/office/drawing/2014/main" id="{8DB9CB96-5486-53A0-4B87-F6B0C507E0C2}"/>
                </a:ext>
              </a:extLst>
            </p:cNvPr>
            <p:cNvSpPr>
              <a:spLocks noChangeShapeType="1"/>
            </p:cNvSpPr>
            <p:nvPr/>
          </p:nvSpPr>
          <p:spPr bwMode="auto">
            <a:xfrm>
              <a:off x="3147" y="2463"/>
              <a:ext cx="1569"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08" name="Line 45">
              <a:extLst>
                <a:ext uri="{FF2B5EF4-FFF2-40B4-BE49-F238E27FC236}">
                  <a16:creationId xmlns:a16="http://schemas.microsoft.com/office/drawing/2014/main" id="{60949AFB-1F83-DCB8-00D8-F26A65BEF855}"/>
                </a:ext>
              </a:extLst>
            </p:cNvPr>
            <p:cNvSpPr>
              <a:spLocks noChangeShapeType="1"/>
            </p:cNvSpPr>
            <p:nvPr/>
          </p:nvSpPr>
          <p:spPr bwMode="auto">
            <a:xfrm flipV="1">
              <a:off x="3147" y="1900"/>
              <a:ext cx="0" cy="99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09" name="Freeform 47">
              <a:extLst>
                <a:ext uri="{FF2B5EF4-FFF2-40B4-BE49-F238E27FC236}">
                  <a16:creationId xmlns:a16="http://schemas.microsoft.com/office/drawing/2014/main" id="{AD3D541D-9B25-4947-C024-0810BDBBA930}"/>
                </a:ext>
              </a:extLst>
            </p:cNvPr>
            <p:cNvSpPr>
              <a:spLocks noChangeArrowheads="1"/>
            </p:cNvSpPr>
            <p:nvPr/>
          </p:nvSpPr>
          <p:spPr bwMode="auto">
            <a:xfrm>
              <a:off x="3149" y="2087"/>
              <a:ext cx="455" cy="417"/>
            </a:xfrm>
            <a:custGeom>
              <a:avLst/>
              <a:gdLst>
                <a:gd name="T0" fmla="*/ 0 w 1226"/>
                <a:gd name="T1" fmla="*/ 1 h 1588"/>
                <a:gd name="T2" fmla="*/ 0 w 1226"/>
                <a:gd name="T3" fmla="*/ 1 h 1588"/>
                <a:gd name="T4" fmla="*/ 0 w 1226"/>
                <a:gd name="T5" fmla="*/ 2 h 1588"/>
                <a:gd name="T6" fmla="*/ 1 w 1226"/>
                <a:gd name="T7" fmla="*/ 2 h 1588"/>
                <a:gd name="T8" fmla="*/ 1 w 1226"/>
                <a:gd name="T9" fmla="*/ 2 h 1588"/>
                <a:gd name="T10" fmla="*/ 1 w 1226"/>
                <a:gd name="T11" fmla="*/ 2 h 1588"/>
                <a:gd name="T12" fmla="*/ 1 w 1226"/>
                <a:gd name="T13" fmla="*/ 2 h 1588"/>
                <a:gd name="T14" fmla="*/ 1 w 1226"/>
                <a:gd name="T15" fmla="*/ 2 h 1588"/>
                <a:gd name="T16" fmla="*/ 2 w 1226"/>
                <a:gd name="T17" fmla="*/ 2 h 1588"/>
                <a:gd name="T18" fmla="*/ 2 w 1226"/>
                <a:gd name="T19" fmla="*/ 2 h 1588"/>
                <a:gd name="T20" fmla="*/ 2 w 1226"/>
                <a:gd name="T21" fmla="*/ 2 h 1588"/>
                <a:gd name="T22" fmla="*/ 2 w 1226"/>
                <a:gd name="T23" fmla="*/ 2 h 1588"/>
                <a:gd name="T24" fmla="*/ 3 w 1226"/>
                <a:gd name="T25" fmla="*/ 2 h 1588"/>
                <a:gd name="T26" fmla="*/ 3 w 1226"/>
                <a:gd name="T27" fmla="*/ 2 h 1588"/>
                <a:gd name="T28" fmla="*/ 3 w 1226"/>
                <a:gd name="T29" fmla="*/ 2 h 1588"/>
                <a:gd name="T30" fmla="*/ 3 w 1226"/>
                <a:gd name="T31" fmla="*/ 2 h 1588"/>
                <a:gd name="T32" fmla="*/ 3 w 1226"/>
                <a:gd name="T33" fmla="*/ 2 h 1588"/>
                <a:gd name="T34" fmla="*/ 4 w 1226"/>
                <a:gd name="T35" fmla="*/ 2 h 1588"/>
                <a:gd name="T36" fmla="*/ 4 w 1226"/>
                <a:gd name="T37" fmla="*/ 2 h 1588"/>
                <a:gd name="T38" fmla="*/ 4 w 1226"/>
                <a:gd name="T39" fmla="*/ 2 h 1588"/>
                <a:gd name="T40" fmla="*/ 4 w 1226"/>
                <a:gd name="T41" fmla="*/ 2 h 1588"/>
                <a:gd name="T42" fmla="*/ 4 w 1226"/>
                <a:gd name="T43" fmla="*/ 2 h 1588"/>
                <a:gd name="T44" fmla="*/ 4 w 1226"/>
                <a:gd name="T45" fmla="*/ 2 h 1588"/>
                <a:gd name="T46" fmla="*/ 5 w 1226"/>
                <a:gd name="T47" fmla="*/ 2 h 1588"/>
                <a:gd name="T48" fmla="*/ 5 w 1226"/>
                <a:gd name="T49" fmla="*/ 2 h 1588"/>
                <a:gd name="T50" fmla="*/ 5 w 1226"/>
                <a:gd name="T51" fmla="*/ 2 h 1588"/>
                <a:gd name="T52" fmla="*/ 6 w 1226"/>
                <a:gd name="T53" fmla="*/ 2 h 1588"/>
                <a:gd name="T54" fmla="*/ 6 w 1226"/>
                <a:gd name="T55" fmla="*/ 2 h 1588"/>
                <a:gd name="T56" fmla="*/ 6 w 1226"/>
                <a:gd name="T57" fmla="*/ 2 h 1588"/>
                <a:gd name="T58" fmla="*/ 6 w 1226"/>
                <a:gd name="T59" fmla="*/ 2 h 1588"/>
                <a:gd name="T60" fmla="*/ 6 w 1226"/>
                <a:gd name="T61" fmla="*/ 2 h 1588"/>
                <a:gd name="T62" fmla="*/ 6 w 1226"/>
                <a:gd name="T63" fmla="*/ 2 h 1588"/>
                <a:gd name="T64" fmla="*/ 7 w 1226"/>
                <a:gd name="T65" fmla="*/ 2 h 1588"/>
                <a:gd name="T66" fmla="*/ 7 w 1226"/>
                <a:gd name="T67" fmla="*/ 2 h 1588"/>
                <a:gd name="T68" fmla="*/ 7 w 1226"/>
                <a:gd name="T69" fmla="*/ 2 h 1588"/>
                <a:gd name="T70" fmla="*/ 7 w 1226"/>
                <a:gd name="T71" fmla="*/ 2 h 1588"/>
                <a:gd name="T72" fmla="*/ 7 w 1226"/>
                <a:gd name="T73" fmla="*/ 2 h 1588"/>
                <a:gd name="T74" fmla="*/ 8 w 1226"/>
                <a:gd name="T75" fmla="*/ 2 h 1588"/>
                <a:gd name="T76" fmla="*/ 8 w 1226"/>
                <a:gd name="T77" fmla="*/ 2 h 1588"/>
                <a:gd name="T78" fmla="*/ 8 w 1226"/>
                <a:gd name="T79" fmla="*/ 2 h 1588"/>
                <a:gd name="T80" fmla="*/ 8 w 1226"/>
                <a:gd name="T81" fmla="*/ 2 h 1588"/>
                <a:gd name="T82" fmla="*/ 9 w 1226"/>
                <a:gd name="T83" fmla="*/ 2 h 158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26" h="1588">
                  <a:moveTo>
                    <a:pt x="0" y="0"/>
                  </a:moveTo>
                  <a:lnTo>
                    <a:pt x="7" y="263"/>
                  </a:lnTo>
                  <a:lnTo>
                    <a:pt x="14" y="504"/>
                  </a:lnTo>
                  <a:lnTo>
                    <a:pt x="28" y="716"/>
                  </a:lnTo>
                  <a:lnTo>
                    <a:pt x="36" y="900"/>
                  </a:lnTo>
                  <a:lnTo>
                    <a:pt x="43" y="1063"/>
                  </a:lnTo>
                  <a:lnTo>
                    <a:pt x="57" y="1191"/>
                  </a:lnTo>
                  <a:lnTo>
                    <a:pt x="64" y="1304"/>
                  </a:lnTo>
                  <a:lnTo>
                    <a:pt x="71" y="1389"/>
                  </a:lnTo>
                  <a:lnTo>
                    <a:pt x="85" y="1460"/>
                  </a:lnTo>
                  <a:lnTo>
                    <a:pt x="92" y="1510"/>
                  </a:lnTo>
                  <a:lnTo>
                    <a:pt x="106" y="1545"/>
                  </a:lnTo>
                  <a:lnTo>
                    <a:pt x="114" y="1567"/>
                  </a:lnTo>
                  <a:lnTo>
                    <a:pt x="121" y="1581"/>
                  </a:lnTo>
                  <a:lnTo>
                    <a:pt x="135" y="1588"/>
                  </a:lnTo>
                  <a:lnTo>
                    <a:pt x="142" y="1588"/>
                  </a:lnTo>
                  <a:lnTo>
                    <a:pt x="149" y="1581"/>
                  </a:lnTo>
                  <a:lnTo>
                    <a:pt x="163" y="1574"/>
                  </a:lnTo>
                  <a:lnTo>
                    <a:pt x="170" y="1567"/>
                  </a:lnTo>
                  <a:lnTo>
                    <a:pt x="177" y="1552"/>
                  </a:lnTo>
                  <a:lnTo>
                    <a:pt x="191" y="1538"/>
                  </a:lnTo>
                  <a:lnTo>
                    <a:pt x="199" y="1524"/>
                  </a:lnTo>
                  <a:lnTo>
                    <a:pt x="213" y="1510"/>
                  </a:lnTo>
                  <a:lnTo>
                    <a:pt x="220" y="1503"/>
                  </a:lnTo>
                  <a:lnTo>
                    <a:pt x="227" y="1489"/>
                  </a:lnTo>
                  <a:lnTo>
                    <a:pt x="241" y="1482"/>
                  </a:lnTo>
                  <a:lnTo>
                    <a:pt x="248" y="1474"/>
                  </a:lnTo>
                  <a:lnTo>
                    <a:pt x="255" y="1467"/>
                  </a:lnTo>
                  <a:lnTo>
                    <a:pt x="269" y="1460"/>
                  </a:lnTo>
                  <a:lnTo>
                    <a:pt x="277" y="1453"/>
                  </a:lnTo>
                  <a:lnTo>
                    <a:pt x="284" y="1453"/>
                  </a:lnTo>
                  <a:lnTo>
                    <a:pt x="298" y="1446"/>
                  </a:lnTo>
                  <a:lnTo>
                    <a:pt x="305" y="1446"/>
                  </a:lnTo>
                  <a:lnTo>
                    <a:pt x="319" y="1446"/>
                  </a:lnTo>
                  <a:lnTo>
                    <a:pt x="326" y="1446"/>
                  </a:lnTo>
                  <a:lnTo>
                    <a:pt x="333" y="1439"/>
                  </a:lnTo>
                  <a:lnTo>
                    <a:pt x="347" y="1439"/>
                  </a:lnTo>
                  <a:lnTo>
                    <a:pt x="354" y="1439"/>
                  </a:lnTo>
                  <a:lnTo>
                    <a:pt x="362" y="1439"/>
                  </a:lnTo>
                  <a:lnTo>
                    <a:pt x="376" y="1446"/>
                  </a:lnTo>
                  <a:lnTo>
                    <a:pt x="383" y="1446"/>
                  </a:lnTo>
                  <a:lnTo>
                    <a:pt x="390" y="1446"/>
                  </a:lnTo>
                  <a:lnTo>
                    <a:pt x="404" y="1446"/>
                  </a:lnTo>
                  <a:lnTo>
                    <a:pt x="411" y="1446"/>
                  </a:lnTo>
                  <a:lnTo>
                    <a:pt x="425" y="1446"/>
                  </a:lnTo>
                  <a:lnTo>
                    <a:pt x="432" y="1446"/>
                  </a:lnTo>
                  <a:lnTo>
                    <a:pt x="440" y="1446"/>
                  </a:lnTo>
                  <a:lnTo>
                    <a:pt x="454" y="1446"/>
                  </a:lnTo>
                  <a:lnTo>
                    <a:pt x="461" y="1446"/>
                  </a:lnTo>
                  <a:lnTo>
                    <a:pt x="468" y="1446"/>
                  </a:lnTo>
                  <a:lnTo>
                    <a:pt x="482" y="1446"/>
                  </a:lnTo>
                  <a:lnTo>
                    <a:pt x="489" y="1446"/>
                  </a:lnTo>
                  <a:lnTo>
                    <a:pt x="503" y="1446"/>
                  </a:lnTo>
                  <a:lnTo>
                    <a:pt x="510" y="1446"/>
                  </a:lnTo>
                  <a:lnTo>
                    <a:pt x="517" y="1446"/>
                  </a:lnTo>
                  <a:lnTo>
                    <a:pt x="532" y="1446"/>
                  </a:lnTo>
                  <a:lnTo>
                    <a:pt x="539" y="1446"/>
                  </a:lnTo>
                  <a:lnTo>
                    <a:pt x="546" y="1446"/>
                  </a:lnTo>
                  <a:lnTo>
                    <a:pt x="560" y="1446"/>
                  </a:lnTo>
                  <a:lnTo>
                    <a:pt x="567" y="1446"/>
                  </a:lnTo>
                  <a:lnTo>
                    <a:pt x="574" y="1446"/>
                  </a:lnTo>
                  <a:lnTo>
                    <a:pt x="588" y="1446"/>
                  </a:lnTo>
                  <a:lnTo>
                    <a:pt x="595" y="1446"/>
                  </a:lnTo>
                  <a:lnTo>
                    <a:pt x="610" y="1446"/>
                  </a:lnTo>
                  <a:lnTo>
                    <a:pt x="617" y="1446"/>
                  </a:lnTo>
                  <a:lnTo>
                    <a:pt x="624" y="1446"/>
                  </a:lnTo>
                  <a:lnTo>
                    <a:pt x="638" y="1446"/>
                  </a:lnTo>
                  <a:lnTo>
                    <a:pt x="645" y="1446"/>
                  </a:lnTo>
                  <a:lnTo>
                    <a:pt x="652" y="1446"/>
                  </a:lnTo>
                  <a:lnTo>
                    <a:pt x="666" y="1446"/>
                  </a:lnTo>
                  <a:lnTo>
                    <a:pt x="673" y="1446"/>
                  </a:lnTo>
                  <a:lnTo>
                    <a:pt x="680" y="1446"/>
                  </a:lnTo>
                  <a:lnTo>
                    <a:pt x="695" y="1446"/>
                  </a:lnTo>
                  <a:lnTo>
                    <a:pt x="702" y="1446"/>
                  </a:lnTo>
                  <a:lnTo>
                    <a:pt x="716" y="1446"/>
                  </a:lnTo>
                  <a:lnTo>
                    <a:pt x="723" y="1446"/>
                  </a:lnTo>
                  <a:lnTo>
                    <a:pt x="730" y="1446"/>
                  </a:lnTo>
                  <a:lnTo>
                    <a:pt x="744" y="1446"/>
                  </a:lnTo>
                  <a:lnTo>
                    <a:pt x="751" y="1446"/>
                  </a:lnTo>
                  <a:lnTo>
                    <a:pt x="758" y="1446"/>
                  </a:lnTo>
                  <a:lnTo>
                    <a:pt x="773" y="1446"/>
                  </a:lnTo>
                  <a:lnTo>
                    <a:pt x="780" y="1446"/>
                  </a:lnTo>
                  <a:lnTo>
                    <a:pt x="787" y="1446"/>
                  </a:lnTo>
                  <a:lnTo>
                    <a:pt x="801" y="1446"/>
                  </a:lnTo>
                  <a:lnTo>
                    <a:pt x="808" y="1446"/>
                  </a:lnTo>
                  <a:lnTo>
                    <a:pt x="822" y="1446"/>
                  </a:lnTo>
                  <a:lnTo>
                    <a:pt x="829" y="1446"/>
                  </a:lnTo>
                  <a:lnTo>
                    <a:pt x="836" y="1446"/>
                  </a:lnTo>
                  <a:lnTo>
                    <a:pt x="851" y="1446"/>
                  </a:lnTo>
                  <a:lnTo>
                    <a:pt x="858" y="1446"/>
                  </a:lnTo>
                  <a:lnTo>
                    <a:pt x="865" y="1446"/>
                  </a:lnTo>
                  <a:lnTo>
                    <a:pt x="879" y="1446"/>
                  </a:lnTo>
                  <a:lnTo>
                    <a:pt x="886" y="1446"/>
                  </a:lnTo>
                  <a:lnTo>
                    <a:pt x="893" y="1446"/>
                  </a:lnTo>
                  <a:lnTo>
                    <a:pt x="907" y="1446"/>
                  </a:lnTo>
                  <a:lnTo>
                    <a:pt x="914" y="1446"/>
                  </a:lnTo>
                  <a:lnTo>
                    <a:pt x="929" y="1446"/>
                  </a:lnTo>
                  <a:lnTo>
                    <a:pt x="936" y="1446"/>
                  </a:lnTo>
                  <a:lnTo>
                    <a:pt x="943" y="1446"/>
                  </a:lnTo>
                  <a:lnTo>
                    <a:pt x="957" y="1446"/>
                  </a:lnTo>
                  <a:lnTo>
                    <a:pt x="964" y="1446"/>
                  </a:lnTo>
                  <a:lnTo>
                    <a:pt x="971" y="1446"/>
                  </a:lnTo>
                  <a:lnTo>
                    <a:pt x="985" y="1446"/>
                  </a:lnTo>
                  <a:lnTo>
                    <a:pt x="992" y="1446"/>
                  </a:lnTo>
                  <a:lnTo>
                    <a:pt x="1007" y="1446"/>
                  </a:lnTo>
                  <a:lnTo>
                    <a:pt x="1014" y="1446"/>
                  </a:lnTo>
                  <a:lnTo>
                    <a:pt x="1021" y="1446"/>
                  </a:lnTo>
                  <a:lnTo>
                    <a:pt x="1035" y="1446"/>
                  </a:lnTo>
                  <a:lnTo>
                    <a:pt x="1042" y="1446"/>
                  </a:lnTo>
                  <a:lnTo>
                    <a:pt x="1049" y="1446"/>
                  </a:lnTo>
                  <a:lnTo>
                    <a:pt x="1063" y="1446"/>
                  </a:lnTo>
                  <a:lnTo>
                    <a:pt x="1070" y="1446"/>
                  </a:lnTo>
                  <a:lnTo>
                    <a:pt x="1077" y="1446"/>
                  </a:lnTo>
                  <a:lnTo>
                    <a:pt x="1092" y="1446"/>
                  </a:lnTo>
                  <a:lnTo>
                    <a:pt x="1099" y="1446"/>
                  </a:lnTo>
                  <a:lnTo>
                    <a:pt x="1113" y="1446"/>
                  </a:lnTo>
                  <a:lnTo>
                    <a:pt x="1120" y="1446"/>
                  </a:lnTo>
                  <a:lnTo>
                    <a:pt x="1127" y="1446"/>
                  </a:lnTo>
                  <a:lnTo>
                    <a:pt x="1141" y="1446"/>
                  </a:lnTo>
                  <a:lnTo>
                    <a:pt x="1148" y="1446"/>
                  </a:lnTo>
                  <a:lnTo>
                    <a:pt x="1155" y="1446"/>
                  </a:lnTo>
                  <a:lnTo>
                    <a:pt x="1170" y="1446"/>
                  </a:lnTo>
                  <a:lnTo>
                    <a:pt x="1177" y="1446"/>
                  </a:lnTo>
                  <a:lnTo>
                    <a:pt x="1184" y="1446"/>
                  </a:lnTo>
                  <a:lnTo>
                    <a:pt x="1198" y="1446"/>
                  </a:lnTo>
                  <a:lnTo>
                    <a:pt x="1205" y="1446"/>
                  </a:lnTo>
                  <a:lnTo>
                    <a:pt x="1219" y="1446"/>
                  </a:lnTo>
                  <a:lnTo>
                    <a:pt x="1226" y="1446"/>
                  </a:lnTo>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0" name="Freeform 48">
              <a:extLst>
                <a:ext uri="{FF2B5EF4-FFF2-40B4-BE49-F238E27FC236}">
                  <a16:creationId xmlns:a16="http://schemas.microsoft.com/office/drawing/2014/main" id="{590F4E1F-146E-4D04-AFF9-C5AF58354816}"/>
                </a:ext>
              </a:extLst>
            </p:cNvPr>
            <p:cNvSpPr>
              <a:spLocks noChangeArrowheads="1"/>
            </p:cNvSpPr>
            <p:nvPr/>
          </p:nvSpPr>
          <p:spPr bwMode="auto">
            <a:xfrm>
              <a:off x="3604" y="2466"/>
              <a:ext cx="454" cy="1"/>
            </a:xfrm>
            <a:custGeom>
              <a:avLst/>
              <a:gdLst>
                <a:gd name="T0" fmla="*/ 0 w 1226"/>
                <a:gd name="T1" fmla="*/ 0 h 1"/>
                <a:gd name="T2" fmla="*/ 0 w 1226"/>
                <a:gd name="T3" fmla="*/ 0 h 1"/>
                <a:gd name="T4" fmla="*/ 0 w 1226"/>
                <a:gd name="T5" fmla="*/ 0 h 1"/>
                <a:gd name="T6" fmla="*/ 1 w 1226"/>
                <a:gd name="T7" fmla="*/ 0 h 1"/>
                <a:gd name="T8" fmla="*/ 1 w 1226"/>
                <a:gd name="T9" fmla="*/ 0 h 1"/>
                <a:gd name="T10" fmla="*/ 1 w 1226"/>
                <a:gd name="T11" fmla="*/ 0 h 1"/>
                <a:gd name="T12" fmla="*/ 1 w 1226"/>
                <a:gd name="T13" fmla="*/ 0 h 1"/>
                <a:gd name="T14" fmla="*/ 1 w 1226"/>
                <a:gd name="T15" fmla="*/ 0 h 1"/>
                <a:gd name="T16" fmla="*/ 2 w 1226"/>
                <a:gd name="T17" fmla="*/ 0 h 1"/>
                <a:gd name="T18" fmla="*/ 2 w 1226"/>
                <a:gd name="T19" fmla="*/ 0 h 1"/>
                <a:gd name="T20" fmla="*/ 2 w 1226"/>
                <a:gd name="T21" fmla="*/ 0 h 1"/>
                <a:gd name="T22" fmla="*/ 2 w 1226"/>
                <a:gd name="T23" fmla="*/ 0 h 1"/>
                <a:gd name="T24" fmla="*/ 3 w 1226"/>
                <a:gd name="T25" fmla="*/ 0 h 1"/>
                <a:gd name="T26" fmla="*/ 3 w 1226"/>
                <a:gd name="T27" fmla="*/ 0 h 1"/>
                <a:gd name="T28" fmla="*/ 3 w 1226"/>
                <a:gd name="T29" fmla="*/ 0 h 1"/>
                <a:gd name="T30" fmla="*/ 3 w 1226"/>
                <a:gd name="T31" fmla="*/ 0 h 1"/>
                <a:gd name="T32" fmla="*/ 3 w 1226"/>
                <a:gd name="T33" fmla="*/ 0 h 1"/>
                <a:gd name="T34" fmla="*/ 4 w 1226"/>
                <a:gd name="T35" fmla="*/ 0 h 1"/>
                <a:gd name="T36" fmla="*/ 4 w 1226"/>
                <a:gd name="T37" fmla="*/ 0 h 1"/>
                <a:gd name="T38" fmla="*/ 4 w 1226"/>
                <a:gd name="T39" fmla="*/ 0 h 1"/>
                <a:gd name="T40" fmla="*/ 4 w 1226"/>
                <a:gd name="T41" fmla="*/ 0 h 1"/>
                <a:gd name="T42" fmla="*/ 4 w 1226"/>
                <a:gd name="T43" fmla="*/ 0 h 1"/>
                <a:gd name="T44" fmla="*/ 4 w 1226"/>
                <a:gd name="T45" fmla="*/ 0 h 1"/>
                <a:gd name="T46" fmla="*/ 5 w 1226"/>
                <a:gd name="T47" fmla="*/ 0 h 1"/>
                <a:gd name="T48" fmla="*/ 5 w 1226"/>
                <a:gd name="T49" fmla="*/ 0 h 1"/>
                <a:gd name="T50" fmla="*/ 5 w 1226"/>
                <a:gd name="T51" fmla="*/ 0 h 1"/>
                <a:gd name="T52" fmla="*/ 5 w 1226"/>
                <a:gd name="T53" fmla="*/ 0 h 1"/>
                <a:gd name="T54" fmla="*/ 6 w 1226"/>
                <a:gd name="T55" fmla="*/ 0 h 1"/>
                <a:gd name="T56" fmla="*/ 6 w 1226"/>
                <a:gd name="T57" fmla="*/ 0 h 1"/>
                <a:gd name="T58" fmla="*/ 6 w 1226"/>
                <a:gd name="T59" fmla="*/ 0 h 1"/>
                <a:gd name="T60" fmla="*/ 6 w 1226"/>
                <a:gd name="T61" fmla="*/ 0 h 1"/>
                <a:gd name="T62" fmla="*/ 6 w 1226"/>
                <a:gd name="T63" fmla="*/ 0 h 1"/>
                <a:gd name="T64" fmla="*/ 7 w 1226"/>
                <a:gd name="T65" fmla="*/ 0 h 1"/>
                <a:gd name="T66" fmla="*/ 7 w 1226"/>
                <a:gd name="T67" fmla="*/ 0 h 1"/>
                <a:gd name="T68" fmla="*/ 7 w 1226"/>
                <a:gd name="T69" fmla="*/ 0 h 1"/>
                <a:gd name="T70" fmla="*/ 7 w 1226"/>
                <a:gd name="T71" fmla="*/ 0 h 1"/>
                <a:gd name="T72" fmla="*/ 7 w 1226"/>
                <a:gd name="T73" fmla="*/ 0 h 1"/>
                <a:gd name="T74" fmla="*/ 8 w 1226"/>
                <a:gd name="T75" fmla="*/ 0 h 1"/>
                <a:gd name="T76" fmla="*/ 8 w 1226"/>
                <a:gd name="T77" fmla="*/ 0 h 1"/>
                <a:gd name="T78" fmla="*/ 8 w 1226"/>
                <a:gd name="T79" fmla="*/ 0 h 1"/>
                <a:gd name="T80" fmla="*/ 8 w 1226"/>
                <a:gd name="T81" fmla="*/ 0 h 1"/>
                <a:gd name="T82" fmla="*/ 9 w 1226"/>
                <a:gd name="T83" fmla="*/ 0 h 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26" h="1">
                  <a:moveTo>
                    <a:pt x="0" y="0"/>
                  </a:moveTo>
                  <a:lnTo>
                    <a:pt x="7" y="0"/>
                  </a:lnTo>
                  <a:lnTo>
                    <a:pt x="21" y="0"/>
                  </a:lnTo>
                  <a:lnTo>
                    <a:pt x="29" y="0"/>
                  </a:lnTo>
                  <a:lnTo>
                    <a:pt x="36" y="0"/>
                  </a:lnTo>
                  <a:lnTo>
                    <a:pt x="50" y="0"/>
                  </a:lnTo>
                  <a:lnTo>
                    <a:pt x="57" y="0"/>
                  </a:lnTo>
                  <a:lnTo>
                    <a:pt x="64" y="0"/>
                  </a:lnTo>
                  <a:lnTo>
                    <a:pt x="78" y="0"/>
                  </a:lnTo>
                  <a:lnTo>
                    <a:pt x="85" y="0"/>
                  </a:lnTo>
                  <a:lnTo>
                    <a:pt x="99" y="0"/>
                  </a:lnTo>
                  <a:lnTo>
                    <a:pt x="107" y="0"/>
                  </a:lnTo>
                  <a:lnTo>
                    <a:pt x="114" y="0"/>
                  </a:lnTo>
                  <a:lnTo>
                    <a:pt x="128" y="0"/>
                  </a:lnTo>
                  <a:lnTo>
                    <a:pt x="135" y="0"/>
                  </a:lnTo>
                  <a:lnTo>
                    <a:pt x="142" y="0"/>
                  </a:lnTo>
                  <a:lnTo>
                    <a:pt x="156" y="0"/>
                  </a:lnTo>
                  <a:lnTo>
                    <a:pt x="163" y="0"/>
                  </a:lnTo>
                  <a:lnTo>
                    <a:pt x="177" y="0"/>
                  </a:lnTo>
                  <a:lnTo>
                    <a:pt x="184" y="0"/>
                  </a:lnTo>
                  <a:lnTo>
                    <a:pt x="192" y="0"/>
                  </a:lnTo>
                  <a:lnTo>
                    <a:pt x="206" y="0"/>
                  </a:lnTo>
                  <a:lnTo>
                    <a:pt x="213" y="0"/>
                  </a:lnTo>
                  <a:lnTo>
                    <a:pt x="220" y="0"/>
                  </a:lnTo>
                  <a:lnTo>
                    <a:pt x="234" y="0"/>
                  </a:lnTo>
                  <a:lnTo>
                    <a:pt x="241" y="0"/>
                  </a:lnTo>
                  <a:lnTo>
                    <a:pt x="248" y="0"/>
                  </a:lnTo>
                  <a:lnTo>
                    <a:pt x="262" y="0"/>
                  </a:lnTo>
                  <a:lnTo>
                    <a:pt x="270" y="0"/>
                  </a:lnTo>
                  <a:lnTo>
                    <a:pt x="284" y="0"/>
                  </a:lnTo>
                  <a:lnTo>
                    <a:pt x="291" y="0"/>
                  </a:lnTo>
                  <a:lnTo>
                    <a:pt x="298" y="0"/>
                  </a:lnTo>
                  <a:lnTo>
                    <a:pt x="312" y="0"/>
                  </a:lnTo>
                  <a:lnTo>
                    <a:pt x="319" y="0"/>
                  </a:lnTo>
                  <a:lnTo>
                    <a:pt x="326" y="0"/>
                  </a:lnTo>
                  <a:lnTo>
                    <a:pt x="340" y="0"/>
                  </a:lnTo>
                  <a:lnTo>
                    <a:pt x="347" y="0"/>
                  </a:lnTo>
                  <a:lnTo>
                    <a:pt x="355" y="0"/>
                  </a:lnTo>
                  <a:lnTo>
                    <a:pt x="369" y="0"/>
                  </a:lnTo>
                  <a:lnTo>
                    <a:pt x="376" y="0"/>
                  </a:lnTo>
                  <a:lnTo>
                    <a:pt x="390" y="0"/>
                  </a:lnTo>
                  <a:lnTo>
                    <a:pt x="397" y="0"/>
                  </a:lnTo>
                  <a:lnTo>
                    <a:pt x="404" y="0"/>
                  </a:lnTo>
                  <a:lnTo>
                    <a:pt x="418" y="0"/>
                  </a:lnTo>
                  <a:lnTo>
                    <a:pt x="425" y="0"/>
                  </a:lnTo>
                  <a:lnTo>
                    <a:pt x="433" y="0"/>
                  </a:lnTo>
                  <a:lnTo>
                    <a:pt x="447" y="0"/>
                  </a:lnTo>
                  <a:lnTo>
                    <a:pt x="454" y="0"/>
                  </a:lnTo>
                  <a:lnTo>
                    <a:pt x="461" y="0"/>
                  </a:lnTo>
                  <a:lnTo>
                    <a:pt x="475" y="0"/>
                  </a:lnTo>
                  <a:lnTo>
                    <a:pt x="482" y="0"/>
                  </a:lnTo>
                  <a:lnTo>
                    <a:pt x="496" y="0"/>
                  </a:lnTo>
                  <a:lnTo>
                    <a:pt x="503" y="0"/>
                  </a:lnTo>
                  <a:lnTo>
                    <a:pt x="510" y="0"/>
                  </a:lnTo>
                  <a:lnTo>
                    <a:pt x="525" y="0"/>
                  </a:lnTo>
                  <a:lnTo>
                    <a:pt x="532" y="0"/>
                  </a:lnTo>
                  <a:lnTo>
                    <a:pt x="539" y="0"/>
                  </a:lnTo>
                  <a:lnTo>
                    <a:pt x="553" y="0"/>
                  </a:lnTo>
                  <a:lnTo>
                    <a:pt x="560" y="0"/>
                  </a:lnTo>
                  <a:lnTo>
                    <a:pt x="567" y="0"/>
                  </a:lnTo>
                  <a:lnTo>
                    <a:pt x="581" y="0"/>
                  </a:lnTo>
                  <a:lnTo>
                    <a:pt x="588" y="0"/>
                  </a:lnTo>
                  <a:lnTo>
                    <a:pt x="603" y="0"/>
                  </a:lnTo>
                  <a:lnTo>
                    <a:pt x="610" y="0"/>
                  </a:lnTo>
                  <a:lnTo>
                    <a:pt x="617" y="0"/>
                  </a:lnTo>
                  <a:lnTo>
                    <a:pt x="631" y="0"/>
                  </a:lnTo>
                  <a:lnTo>
                    <a:pt x="638" y="0"/>
                  </a:lnTo>
                  <a:lnTo>
                    <a:pt x="645" y="0"/>
                  </a:lnTo>
                  <a:lnTo>
                    <a:pt x="659" y="0"/>
                  </a:lnTo>
                  <a:lnTo>
                    <a:pt x="666" y="0"/>
                  </a:lnTo>
                  <a:lnTo>
                    <a:pt x="681" y="0"/>
                  </a:lnTo>
                  <a:lnTo>
                    <a:pt x="688" y="0"/>
                  </a:lnTo>
                  <a:lnTo>
                    <a:pt x="695" y="0"/>
                  </a:lnTo>
                  <a:lnTo>
                    <a:pt x="709" y="0"/>
                  </a:lnTo>
                  <a:lnTo>
                    <a:pt x="716" y="0"/>
                  </a:lnTo>
                  <a:lnTo>
                    <a:pt x="723" y="0"/>
                  </a:lnTo>
                  <a:lnTo>
                    <a:pt x="737" y="0"/>
                  </a:lnTo>
                  <a:lnTo>
                    <a:pt x="744" y="0"/>
                  </a:lnTo>
                  <a:lnTo>
                    <a:pt x="751" y="0"/>
                  </a:lnTo>
                  <a:lnTo>
                    <a:pt x="766" y="0"/>
                  </a:lnTo>
                  <a:lnTo>
                    <a:pt x="773" y="0"/>
                  </a:lnTo>
                  <a:lnTo>
                    <a:pt x="787" y="0"/>
                  </a:lnTo>
                  <a:lnTo>
                    <a:pt x="794" y="0"/>
                  </a:lnTo>
                  <a:lnTo>
                    <a:pt x="801" y="0"/>
                  </a:lnTo>
                  <a:lnTo>
                    <a:pt x="815" y="0"/>
                  </a:lnTo>
                  <a:lnTo>
                    <a:pt x="822" y="0"/>
                  </a:lnTo>
                  <a:lnTo>
                    <a:pt x="829" y="0"/>
                  </a:lnTo>
                  <a:lnTo>
                    <a:pt x="844" y="0"/>
                  </a:lnTo>
                  <a:lnTo>
                    <a:pt x="851" y="0"/>
                  </a:lnTo>
                  <a:lnTo>
                    <a:pt x="858" y="0"/>
                  </a:lnTo>
                  <a:lnTo>
                    <a:pt x="872" y="0"/>
                  </a:lnTo>
                  <a:lnTo>
                    <a:pt x="879" y="0"/>
                  </a:lnTo>
                  <a:lnTo>
                    <a:pt x="893" y="0"/>
                  </a:lnTo>
                  <a:lnTo>
                    <a:pt x="900" y="0"/>
                  </a:lnTo>
                  <a:lnTo>
                    <a:pt x="907" y="0"/>
                  </a:lnTo>
                  <a:lnTo>
                    <a:pt x="922" y="0"/>
                  </a:lnTo>
                  <a:lnTo>
                    <a:pt x="929" y="0"/>
                  </a:lnTo>
                  <a:lnTo>
                    <a:pt x="936" y="0"/>
                  </a:lnTo>
                  <a:lnTo>
                    <a:pt x="950" y="0"/>
                  </a:lnTo>
                  <a:lnTo>
                    <a:pt x="957" y="0"/>
                  </a:lnTo>
                  <a:lnTo>
                    <a:pt x="964" y="0"/>
                  </a:lnTo>
                  <a:lnTo>
                    <a:pt x="978" y="0"/>
                  </a:lnTo>
                  <a:lnTo>
                    <a:pt x="985" y="0"/>
                  </a:lnTo>
                  <a:lnTo>
                    <a:pt x="1000" y="0"/>
                  </a:lnTo>
                  <a:lnTo>
                    <a:pt x="1007" y="0"/>
                  </a:lnTo>
                  <a:lnTo>
                    <a:pt x="1014" y="0"/>
                  </a:lnTo>
                  <a:lnTo>
                    <a:pt x="1028" y="0"/>
                  </a:lnTo>
                  <a:lnTo>
                    <a:pt x="1035" y="0"/>
                  </a:lnTo>
                  <a:lnTo>
                    <a:pt x="1042" y="0"/>
                  </a:lnTo>
                  <a:lnTo>
                    <a:pt x="1056" y="0"/>
                  </a:lnTo>
                  <a:lnTo>
                    <a:pt x="1063" y="0"/>
                  </a:lnTo>
                  <a:lnTo>
                    <a:pt x="1077" y="0"/>
                  </a:lnTo>
                  <a:lnTo>
                    <a:pt x="1085" y="0"/>
                  </a:lnTo>
                  <a:lnTo>
                    <a:pt x="1092" y="0"/>
                  </a:lnTo>
                  <a:lnTo>
                    <a:pt x="1106" y="0"/>
                  </a:lnTo>
                  <a:lnTo>
                    <a:pt x="1113" y="0"/>
                  </a:lnTo>
                  <a:lnTo>
                    <a:pt x="1120" y="0"/>
                  </a:lnTo>
                  <a:lnTo>
                    <a:pt x="1134" y="0"/>
                  </a:lnTo>
                  <a:lnTo>
                    <a:pt x="1141" y="0"/>
                  </a:lnTo>
                  <a:lnTo>
                    <a:pt x="1148" y="0"/>
                  </a:lnTo>
                  <a:lnTo>
                    <a:pt x="1163" y="0"/>
                  </a:lnTo>
                  <a:lnTo>
                    <a:pt x="1170" y="0"/>
                  </a:lnTo>
                  <a:lnTo>
                    <a:pt x="1184" y="0"/>
                  </a:lnTo>
                  <a:lnTo>
                    <a:pt x="1191" y="0"/>
                  </a:lnTo>
                  <a:lnTo>
                    <a:pt x="1198" y="0"/>
                  </a:lnTo>
                  <a:lnTo>
                    <a:pt x="1212" y="0"/>
                  </a:lnTo>
                  <a:lnTo>
                    <a:pt x="1219" y="0"/>
                  </a:lnTo>
                  <a:lnTo>
                    <a:pt x="1226" y="0"/>
                  </a:lnTo>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1" name="Freeform 49">
              <a:extLst>
                <a:ext uri="{FF2B5EF4-FFF2-40B4-BE49-F238E27FC236}">
                  <a16:creationId xmlns:a16="http://schemas.microsoft.com/office/drawing/2014/main" id="{F0F4A0AA-43CF-4BE8-7E32-7D4BDB2DACCC}"/>
                </a:ext>
              </a:extLst>
            </p:cNvPr>
            <p:cNvSpPr>
              <a:spLocks noChangeArrowheads="1"/>
            </p:cNvSpPr>
            <p:nvPr/>
          </p:nvSpPr>
          <p:spPr bwMode="auto">
            <a:xfrm>
              <a:off x="4058" y="2466"/>
              <a:ext cx="457" cy="1"/>
            </a:xfrm>
            <a:custGeom>
              <a:avLst/>
              <a:gdLst>
                <a:gd name="T0" fmla="*/ 0 w 1233"/>
                <a:gd name="T1" fmla="*/ 0 h 1"/>
                <a:gd name="T2" fmla="*/ 0 w 1233"/>
                <a:gd name="T3" fmla="*/ 0 h 1"/>
                <a:gd name="T4" fmla="*/ 0 w 1233"/>
                <a:gd name="T5" fmla="*/ 0 h 1"/>
                <a:gd name="T6" fmla="*/ 1 w 1233"/>
                <a:gd name="T7" fmla="*/ 0 h 1"/>
                <a:gd name="T8" fmla="*/ 1 w 1233"/>
                <a:gd name="T9" fmla="*/ 0 h 1"/>
                <a:gd name="T10" fmla="*/ 1 w 1233"/>
                <a:gd name="T11" fmla="*/ 0 h 1"/>
                <a:gd name="T12" fmla="*/ 1 w 1233"/>
                <a:gd name="T13" fmla="*/ 0 h 1"/>
                <a:gd name="T14" fmla="*/ 1 w 1233"/>
                <a:gd name="T15" fmla="*/ 0 h 1"/>
                <a:gd name="T16" fmla="*/ 2 w 1233"/>
                <a:gd name="T17" fmla="*/ 0 h 1"/>
                <a:gd name="T18" fmla="*/ 2 w 1233"/>
                <a:gd name="T19" fmla="*/ 0 h 1"/>
                <a:gd name="T20" fmla="*/ 2 w 1233"/>
                <a:gd name="T21" fmla="*/ 0 h 1"/>
                <a:gd name="T22" fmla="*/ 2 w 1233"/>
                <a:gd name="T23" fmla="*/ 0 h 1"/>
                <a:gd name="T24" fmla="*/ 3 w 1233"/>
                <a:gd name="T25" fmla="*/ 0 h 1"/>
                <a:gd name="T26" fmla="*/ 3 w 1233"/>
                <a:gd name="T27" fmla="*/ 0 h 1"/>
                <a:gd name="T28" fmla="*/ 3 w 1233"/>
                <a:gd name="T29" fmla="*/ 0 h 1"/>
                <a:gd name="T30" fmla="*/ 3 w 1233"/>
                <a:gd name="T31" fmla="*/ 0 h 1"/>
                <a:gd name="T32" fmla="*/ 3 w 1233"/>
                <a:gd name="T33" fmla="*/ 0 h 1"/>
                <a:gd name="T34" fmla="*/ 4 w 1233"/>
                <a:gd name="T35" fmla="*/ 0 h 1"/>
                <a:gd name="T36" fmla="*/ 4 w 1233"/>
                <a:gd name="T37" fmla="*/ 0 h 1"/>
                <a:gd name="T38" fmla="*/ 4 w 1233"/>
                <a:gd name="T39" fmla="*/ 0 h 1"/>
                <a:gd name="T40" fmla="*/ 4 w 1233"/>
                <a:gd name="T41" fmla="*/ 0 h 1"/>
                <a:gd name="T42" fmla="*/ 4 w 1233"/>
                <a:gd name="T43" fmla="*/ 0 h 1"/>
                <a:gd name="T44" fmla="*/ 4 w 1233"/>
                <a:gd name="T45" fmla="*/ 0 h 1"/>
                <a:gd name="T46" fmla="*/ 5 w 1233"/>
                <a:gd name="T47" fmla="*/ 0 h 1"/>
                <a:gd name="T48" fmla="*/ 5 w 1233"/>
                <a:gd name="T49" fmla="*/ 0 h 1"/>
                <a:gd name="T50" fmla="*/ 5 w 1233"/>
                <a:gd name="T51" fmla="*/ 0 h 1"/>
                <a:gd name="T52" fmla="*/ 6 w 1233"/>
                <a:gd name="T53" fmla="*/ 0 h 1"/>
                <a:gd name="T54" fmla="*/ 6 w 1233"/>
                <a:gd name="T55" fmla="*/ 0 h 1"/>
                <a:gd name="T56" fmla="*/ 6 w 1233"/>
                <a:gd name="T57" fmla="*/ 0 h 1"/>
                <a:gd name="T58" fmla="*/ 6 w 1233"/>
                <a:gd name="T59" fmla="*/ 0 h 1"/>
                <a:gd name="T60" fmla="*/ 6 w 1233"/>
                <a:gd name="T61" fmla="*/ 0 h 1"/>
                <a:gd name="T62" fmla="*/ 6 w 1233"/>
                <a:gd name="T63" fmla="*/ 0 h 1"/>
                <a:gd name="T64" fmla="*/ 7 w 1233"/>
                <a:gd name="T65" fmla="*/ 0 h 1"/>
                <a:gd name="T66" fmla="*/ 7 w 1233"/>
                <a:gd name="T67" fmla="*/ 0 h 1"/>
                <a:gd name="T68" fmla="*/ 7 w 1233"/>
                <a:gd name="T69" fmla="*/ 0 h 1"/>
                <a:gd name="T70" fmla="*/ 7 w 1233"/>
                <a:gd name="T71" fmla="*/ 0 h 1"/>
                <a:gd name="T72" fmla="*/ 7 w 1233"/>
                <a:gd name="T73" fmla="*/ 0 h 1"/>
                <a:gd name="T74" fmla="*/ 8 w 1233"/>
                <a:gd name="T75" fmla="*/ 0 h 1"/>
                <a:gd name="T76" fmla="*/ 8 w 1233"/>
                <a:gd name="T77" fmla="*/ 0 h 1"/>
                <a:gd name="T78" fmla="*/ 8 w 1233"/>
                <a:gd name="T79" fmla="*/ 0 h 1"/>
                <a:gd name="T80" fmla="*/ 8 w 1233"/>
                <a:gd name="T81" fmla="*/ 0 h 1"/>
                <a:gd name="T82" fmla="*/ 9 w 1233"/>
                <a:gd name="T83" fmla="*/ 0 h 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33" h="1">
                  <a:moveTo>
                    <a:pt x="0" y="0"/>
                  </a:moveTo>
                  <a:lnTo>
                    <a:pt x="14" y="0"/>
                  </a:lnTo>
                  <a:lnTo>
                    <a:pt x="22" y="0"/>
                  </a:lnTo>
                  <a:lnTo>
                    <a:pt x="29" y="0"/>
                  </a:lnTo>
                  <a:lnTo>
                    <a:pt x="43" y="0"/>
                  </a:lnTo>
                  <a:lnTo>
                    <a:pt x="50" y="0"/>
                  </a:lnTo>
                  <a:lnTo>
                    <a:pt x="64" y="0"/>
                  </a:lnTo>
                  <a:lnTo>
                    <a:pt x="71" y="0"/>
                  </a:lnTo>
                  <a:lnTo>
                    <a:pt x="78" y="0"/>
                  </a:lnTo>
                  <a:lnTo>
                    <a:pt x="92" y="0"/>
                  </a:lnTo>
                  <a:lnTo>
                    <a:pt x="100" y="0"/>
                  </a:lnTo>
                  <a:lnTo>
                    <a:pt x="107" y="0"/>
                  </a:lnTo>
                  <a:lnTo>
                    <a:pt x="121" y="0"/>
                  </a:lnTo>
                  <a:lnTo>
                    <a:pt x="128" y="0"/>
                  </a:lnTo>
                  <a:lnTo>
                    <a:pt x="135" y="0"/>
                  </a:lnTo>
                  <a:lnTo>
                    <a:pt x="149" y="0"/>
                  </a:lnTo>
                  <a:lnTo>
                    <a:pt x="156" y="0"/>
                  </a:lnTo>
                  <a:lnTo>
                    <a:pt x="170" y="0"/>
                  </a:lnTo>
                  <a:lnTo>
                    <a:pt x="177" y="0"/>
                  </a:lnTo>
                  <a:lnTo>
                    <a:pt x="185" y="0"/>
                  </a:lnTo>
                  <a:lnTo>
                    <a:pt x="199" y="0"/>
                  </a:lnTo>
                  <a:lnTo>
                    <a:pt x="206" y="0"/>
                  </a:lnTo>
                  <a:lnTo>
                    <a:pt x="213" y="0"/>
                  </a:lnTo>
                  <a:lnTo>
                    <a:pt x="227" y="0"/>
                  </a:lnTo>
                  <a:lnTo>
                    <a:pt x="234" y="0"/>
                  </a:lnTo>
                  <a:lnTo>
                    <a:pt x="241" y="0"/>
                  </a:lnTo>
                  <a:lnTo>
                    <a:pt x="255" y="0"/>
                  </a:lnTo>
                  <a:lnTo>
                    <a:pt x="263" y="0"/>
                  </a:lnTo>
                  <a:lnTo>
                    <a:pt x="277" y="0"/>
                  </a:lnTo>
                  <a:lnTo>
                    <a:pt x="284" y="0"/>
                  </a:lnTo>
                  <a:lnTo>
                    <a:pt x="291" y="0"/>
                  </a:lnTo>
                  <a:lnTo>
                    <a:pt x="305" y="0"/>
                  </a:lnTo>
                  <a:lnTo>
                    <a:pt x="312" y="0"/>
                  </a:lnTo>
                  <a:lnTo>
                    <a:pt x="319" y="0"/>
                  </a:lnTo>
                  <a:lnTo>
                    <a:pt x="333" y="0"/>
                  </a:lnTo>
                  <a:lnTo>
                    <a:pt x="340" y="0"/>
                  </a:lnTo>
                  <a:lnTo>
                    <a:pt x="355" y="0"/>
                  </a:lnTo>
                  <a:lnTo>
                    <a:pt x="362" y="0"/>
                  </a:lnTo>
                  <a:lnTo>
                    <a:pt x="369" y="0"/>
                  </a:lnTo>
                  <a:lnTo>
                    <a:pt x="383" y="0"/>
                  </a:lnTo>
                  <a:lnTo>
                    <a:pt x="390" y="0"/>
                  </a:lnTo>
                  <a:lnTo>
                    <a:pt x="397" y="0"/>
                  </a:lnTo>
                  <a:lnTo>
                    <a:pt x="411" y="0"/>
                  </a:lnTo>
                  <a:lnTo>
                    <a:pt x="418" y="0"/>
                  </a:lnTo>
                  <a:lnTo>
                    <a:pt x="426" y="0"/>
                  </a:lnTo>
                  <a:lnTo>
                    <a:pt x="440" y="0"/>
                  </a:lnTo>
                  <a:lnTo>
                    <a:pt x="447" y="0"/>
                  </a:lnTo>
                  <a:lnTo>
                    <a:pt x="461" y="0"/>
                  </a:lnTo>
                  <a:lnTo>
                    <a:pt x="468" y="0"/>
                  </a:lnTo>
                  <a:lnTo>
                    <a:pt x="475" y="0"/>
                  </a:lnTo>
                  <a:lnTo>
                    <a:pt x="489" y="0"/>
                  </a:lnTo>
                  <a:lnTo>
                    <a:pt x="496" y="0"/>
                  </a:lnTo>
                  <a:lnTo>
                    <a:pt x="503" y="0"/>
                  </a:lnTo>
                  <a:lnTo>
                    <a:pt x="518" y="0"/>
                  </a:lnTo>
                  <a:lnTo>
                    <a:pt x="525" y="0"/>
                  </a:lnTo>
                  <a:lnTo>
                    <a:pt x="532" y="0"/>
                  </a:lnTo>
                  <a:lnTo>
                    <a:pt x="546" y="0"/>
                  </a:lnTo>
                  <a:lnTo>
                    <a:pt x="553" y="0"/>
                  </a:lnTo>
                  <a:lnTo>
                    <a:pt x="567" y="0"/>
                  </a:lnTo>
                  <a:lnTo>
                    <a:pt x="574" y="0"/>
                  </a:lnTo>
                  <a:lnTo>
                    <a:pt x="581" y="0"/>
                  </a:lnTo>
                  <a:lnTo>
                    <a:pt x="596" y="0"/>
                  </a:lnTo>
                  <a:lnTo>
                    <a:pt x="603" y="0"/>
                  </a:lnTo>
                  <a:lnTo>
                    <a:pt x="610" y="0"/>
                  </a:lnTo>
                  <a:lnTo>
                    <a:pt x="624" y="0"/>
                  </a:lnTo>
                  <a:lnTo>
                    <a:pt x="631" y="0"/>
                  </a:lnTo>
                  <a:lnTo>
                    <a:pt x="638" y="0"/>
                  </a:lnTo>
                  <a:lnTo>
                    <a:pt x="652" y="0"/>
                  </a:lnTo>
                  <a:lnTo>
                    <a:pt x="659" y="0"/>
                  </a:lnTo>
                  <a:lnTo>
                    <a:pt x="674" y="0"/>
                  </a:lnTo>
                  <a:lnTo>
                    <a:pt x="681" y="0"/>
                  </a:lnTo>
                  <a:lnTo>
                    <a:pt x="688" y="0"/>
                  </a:lnTo>
                  <a:lnTo>
                    <a:pt x="702" y="0"/>
                  </a:lnTo>
                  <a:lnTo>
                    <a:pt x="709" y="0"/>
                  </a:lnTo>
                  <a:lnTo>
                    <a:pt x="716" y="0"/>
                  </a:lnTo>
                  <a:lnTo>
                    <a:pt x="730" y="0"/>
                  </a:lnTo>
                  <a:lnTo>
                    <a:pt x="737" y="0"/>
                  </a:lnTo>
                  <a:lnTo>
                    <a:pt x="752" y="0"/>
                  </a:lnTo>
                  <a:lnTo>
                    <a:pt x="759" y="0"/>
                  </a:lnTo>
                  <a:lnTo>
                    <a:pt x="766" y="0"/>
                  </a:lnTo>
                  <a:lnTo>
                    <a:pt x="780" y="0"/>
                  </a:lnTo>
                  <a:lnTo>
                    <a:pt x="787" y="0"/>
                  </a:lnTo>
                  <a:lnTo>
                    <a:pt x="794" y="0"/>
                  </a:lnTo>
                  <a:lnTo>
                    <a:pt x="808" y="0"/>
                  </a:lnTo>
                  <a:lnTo>
                    <a:pt x="815" y="0"/>
                  </a:lnTo>
                  <a:lnTo>
                    <a:pt x="822" y="0"/>
                  </a:lnTo>
                  <a:lnTo>
                    <a:pt x="837" y="0"/>
                  </a:lnTo>
                  <a:lnTo>
                    <a:pt x="844" y="0"/>
                  </a:lnTo>
                  <a:lnTo>
                    <a:pt x="858" y="0"/>
                  </a:lnTo>
                  <a:lnTo>
                    <a:pt x="865" y="0"/>
                  </a:lnTo>
                  <a:lnTo>
                    <a:pt x="872" y="0"/>
                  </a:lnTo>
                  <a:lnTo>
                    <a:pt x="886" y="0"/>
                  </a:lnTo>
                  <a:lnTo>
                    <a:pt x="893" y="0"/>
                  </a:lnTo>
                  <a:lnTo>
                    <a:pt x="900" y="0"/>
                  </a:lnTo>
                  <a:lnTo>
                    <a:pt x="915" y="0"/>
                  </a:lnTo>
                  <a:lnTo>
                    <a:pt x="922" y="0"/>
                  </a:lnTo>
                  <a:lnTo>
                    <a:pt x="929" y="0"/>
                  </a:lnTo>
                  <a:lnTo>
                    <a:pt x="943" y="0"/>
                  </a:lnTo>
                  <a:lnTo>
                    <a:pt x="950" y="0"/>
                  </a:lnTo>
                  <a:lnTo>
                    <a:pt x="964" y="0"/>
                  </a:lnTo>
                  <a:lnTo>
                    <a:pt x="971" y="0"/>
                  </a:lnTo>
                  <a:lnTo>
                    <a:pt x="978" y="0"/>
                  </a:lnTo>
                  <a:lnTo>
                    <a:pt x="993" y="0"/>
                  </a:lnTo>
                  <a:lnTo>
                    <a:pt x="1000" y="0"/>
                  </a:lnTo>
                  <a:lnTo>
                    <a:pt x="1007" y="0"/>
                  </a:lnTo>
                  <a:lnTo>
                    <a:pt x="1021" y="0"/>
                  </a:lnTo>
                  <a:lnTo>
                    <a:pt x="1028" y="0"/>
                  </a:lnTo>
                  <a:lnTo>
                    <a:pt x="1035" y="0"/>
                  </a:lnTo>
                  <a:lnTo>
                    <a:pt x="1049" y="0"/>
                  </a:lnTo>
                  <a:lnTo>
                    <a:pt x="1056" y="0"/>
                  </a:lnTo>
                  <a:lnTo>
                    <a:pt x="1070" y="0"/>
                  </a:lnTo>
                  <a:lnTo>
                    <a:pt x="1078" y="0"/>
                  </a:lnTo>
                  <a:lnTo>
                    <a:pt x="1085" y="0"/>
                  </a:lnTo>
                  <a:lnTo>
                    <a:pt x="1099" y="0"/>
                  </a:lnTo>
                  <a:lnTo>
                    <a:pt x="1106" y="0"/>
                  </a:lnTo>
                  <a:lnTo>
                    <a:pt x="1113" y="0"/>
                  </a:lnTo>
                  <a:lnTo>
                    <a:pt x="1127" y="0"/>
                  </a:lnTo>
                  <a:lnTo>
                    <a:pt x="1134" y="0"/>
                  </a:lnTo>
                  <a:lnTo>
                    <a:pt x="1141" y="0"/>
                  </a:lnTo>
                  <a:lnTo>
                    <a:pt x="1156" y="0"/>
                  </a:lnTo>
                  <a:lnTo>
                    <a:pt x="1163" y="0"/>
                  </a:lnTo>
                  <a:lnTo>
                    <a:pt x="1177" y="0"/>
                  </a:lnTo>
                  <a:lnTo>
                    <a:pt x="1184" y="0"/>
                  </a:lnTo>
                  <a:lnTo>
                    <a:pt x="1191" y="0"/>
                  </a:lnTo>
                  <a:lnTo>
                    <a:pt x="1205" y="0"/>
                  </a:lnTo>
                  <a:lnTo>
                    <a:pt x="1212" y="0"/>
                  </a:lnTo>
                  <a:lnTo>
                    <a:pt x="1219" y="0"/>
                  </a:lnTo>
                  <a:lnTo>
                    <a:pt x="1233" y="0"/>
                  </a:lnTo>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2" name="Freeform 50">
              <a:extLst>
                <a:ext uri="{FF2B5EF4-FFF2-40B4-BE49-F238E27FC236}">
                  <a16:creationId xmlns:a16="http://schemas.microsoft.com/office/drawing/2014/main" id="{CF503B15-C148-3C42-739F-ED45E42583A5}"/>
                </a:ext>
              </a:extLst>
            </p:cNvPr>
            <p:cNvSpPr>
              <a:spLocks noChangeArrowheads="1"/>
            </p:cNvSpPr>
            <p:nvPr/>
          </p:nvSpPr>
          <p:spPr bwMode="auto">
            <a:xfrm>
              <a:off x="4515" y="2466"/>
              <a:ext cx="155" cy="1"/>
            </a:xfrm>
            <a:custGeom>
              <a:avLst/>
              <a:gdLst>
                <a:gd name="T0" fmla="*/ 0 w 419"/>
                <a:gd name="T1" fmla="*/ 0 h 1"/>
                <a:gd name="T2" fmla="*/ 0 w 419"/>
                <a:gd name="T3" fmla="*/ 0 h 1"/>
                <a:gd name="T4" fmla="*/ 0 w 419"/>
                <a:gd name="T5" fmla="*/ 0 h 1"/>
                <a:gd name="T6" fmla="*/ 0 w 419"/>
                <a:gd name="T7" fmla="*/ 0 h 1"/>
                <a:gd name="T8" fmla="*/ 0 w 419"/>
                <a:gd name="T9" fmla="*/ 0 h 1"/>
                <a:gd name="T10" fmla="*/ 0 w 419"/>
                <a:gd name="T11" fmla="*/ 0 h 1"/>
                <a:gd name="T12" fmla="*/ 0 w 419"/>
                <a:gd name="T13" fmla="*/ 0 h 1"/>
                <a:gd name="T14" fmla="*/ 0 w 419"/>
                <a:gd name="T15" fmla="*/ 0 h 1"/>
                <a:gd name="T16" fmla="*/ 0 w 419"/>
                <a:gd name="T17" fmla="*/ 0 h 1"/>
                <a:gd name="T18" fmla="*/ 0 w 419"/>
                <a:gd name="T19" fmla="*/ 0 h 1"/>
                <a:gd name="T20" fmla="*/ 1 w 419"/>
                <a:gd name="T21" fmla="*/ 0 h 1"/>
                <a:gd name="T22" fmla="*/ 1 w 419"/>
                <a:gd name="T23" fmla="*/ 0 h 1"/>
                <a:gd name="T24" fmla="*/ 1 w 419"/>
                <a:gd name="T25" fmla="*/ 0 h 1"/>
                <a:gd name="T26" fmla="*/ 1 w 419"/>
                <a:gd name="T27" fmla="*/ 0 h 1"/>
                <a:gd name="T28" fmla="*/ 1 w 419"/>
                <a:gd name="T29" fmla="*/ 0 h 1"/>
                <a:gd name="T30" fmla="*/ 1 w 419"/>
                <a:gd name="T31" fmla="*/ 0 h 1"/>
                <a:gd name="T32" fmla="*/ 1 w 419"/>
                <a:gd name="T33" fmla="*/ 0 h 1"/>
                <a:gd name="T34" fmla="*/ 1 w 419"/>
                <a:gd name="T35" fmla="*/ 0 h 1"/>
                <a:gd name="T36" fmla="*/ 1 w 419"/>
                <a:gd name="T37" fmla="*/ 0 h 1"/>
                <a:gd name="T38" fmla="*/ 1 w 419"/>
                <a:gd name="T39" fmla="*/ 0 h 1"/>
                <a:gd name="T40" fmla="*/ 1 w 419"/>
                <a:gd name="T41" fmla="*/ 0 h 1"/>
                <a:gd name="T42" fmla="*/ 1 w 419"/>
                <a:gd name="T43" fmla="*/ 0 h 1"/>
                <a:gd name="T44" fmla="*/ 1 w 419"/>
                <a:gd name="T45" fmla="*/ 0 h 1"/>
                <a:gd name="T46" fmla="*/ 1 w 419"/>
                <a:gd name="T47" fmla="*/ 0 h 1"/>
                <a:gd name="T48" fmla="*/ 1 w 419"/>
                <a:gd name="T49" fmla="*/ 0 h 1"/>
                <a:gd name="T50" fmla="*/ 1 w 419"/>
                <a:gd name="T51" fmla="*/ 0 h 1"/>
                <a:gd name="T52" fmla="*/ 2 w 419"/>
                <a:gd name="T53" fmla="*/ 0 h 1"/>
                <a:gd name="T54" fmla="*/ 2 w 419"/>
                <a:gd name="T55" fmla="*/ 0 h 1"/>
                <a:gd name="T56" fmla="*/ 2 w 419"/>
                <a:gd name="T57" fmla="*/ 0 h 1"/>
                <a:gd name="T58" fmla="*/ 2 w 419"/>
                <a:gd name="T59" fmla="*/ 0 h 1"/>
                <a:gd name="T60" fmla="*/ 2 w 419"/>
                <a:gd name="T61" fmla="*/ 0 h 1"/>
                <a:gd name="T62" fmla="*/ 2 w 419"/>
                <a:gd name="T63" fmla="*/ 0 h 1"/>
                <a:gd name="T64" fmla="*/ 2 w 419"/>
                <a:gd name="T65" fmla="*/ 0 h 1"/>
                <a:gd name="T66" fmla="*/ 2 w 419"/>
                <a:gd name="T67" fmla="*/ 0 h 1"/>
                <a:gd name="T68" fmla="*/ 2 w 419"/>
                <a:gd name="T69" fmla="*/ 0 h 1"/>
                <a:gd name="T70" fmla="*/ 2 w 419"/>
                <a:gd name="T71" fmla="*/ 0 h 1"/>
                <a:gd name="T72" fmla="*/ 3 w 419"/>
                <a:gd name="T73" fmla="*/ 0 h 1"/>
                <a:gd name="T74" fmla="*/ 3 w 419"/>
                <a:gd name="T75" fmla="*/ 0 h 1"/>
                <a:gd name="T76" fmla="*/ 3 w 419"/>
                <a:gd name="T77" fmla="*/ 0 h 1"/>
                <a:gd name="T78" fmla="*/ 3 w 419"/>
                <a:gd name="T79" fmla="*/ 0 h 1"/>
                <a:gd name="T80" fmla="*/ 3 w 419"/>
                <a:gd name="T81" fmla="*/ 0 h 1"/>
                <a:gd name="T82" fmla="*/ 3 w 419"/>
                <a:gd name="T83" fmla="*/ 0 h 1"/>
                <a:gd name="T84" fmla="*/ 3 w 419"/>
                <a:gd name="T85" fmla="*/ 0 h 1"/>
                <a:gd name="T86" fmla="*/ 3 w 419"/>
                <a:gd name="T87" fmla="*/ 0 h 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19" h="1">
                  <a:moveTo>
                    <a:pt x="0" y="0"/>
                  </a:moveTo>
                  <a:lnTo>
                    <a:pt x="8" y="0"/>
                  </a:lnTo>
                  <a:lnTo>
                    <a:pt x="22" y="0"/>
                  </a:lnTo>
                  <a:lnTo>
                    <a:pt x="29" y="0"/>
                  </a:lnTo>
                  <a:lnTo>
                    <a:pt x="36" y="0"/>
                  </a:lnTo>
                  <a:lnTo>
                    <a:pt x="50" y="0"/>
                  </a:lnTo>
                  <a:lnTo>
                    <a:pt x="57" y="0"/>
                  </a:lnTo>
                  <a:lnTo>
                    <a:pt x="64" y="0"/>
                  </a:lnTo>
                  <a:lnTo>
                    <a:pt x="78" y="0"/>
                  </a:lnTo>
                  <a:lnTo>
                    <a:pt x="86" y="0"/>
                  </a:lnTo>
                  <a:lnTo>
                    <a:pt x="93" y="0"/>
                  </a:lnTo>
                  <a:lnTo>
                    <a:pt x="107" y="0"/>
                  </a:lnTo>
                  <a:lnTo>
                    <a:pt x="114" y="0"/>
                  </a:lnTo>
                  <a:lnTo>
                    <a:pt x="128" y="0"/>
                  </a:lnTo>
                  <a:lnTo>
                    <a:pt x="135" y="0"/>
                  </a:lnTo>
                  <a:lnTo>
                    <a:pt x="142" y="0"/>
                  </a:lnTo>
                  <a:lnTo>
                    <a:pt x="156" y="0"/>
                  </a:lnTo>
                  <a:lnTo>
                    <a:pt x="163" y="0"/>
                  </a:lnTo>
                  <a:lnTo>
                    <a:pt x="171" y="0"/>
                  </a:lnTo>
                  <a:lnTo>
                    <a:pt x="185" y="0"/>
                  </a:lnTo>
                  <a:lnTo>
                    <a:pt x="192" y="0"/>
                  </a:lnTo>
                  <a:lnTo>
                    <a:pt x="199" y="0"/>
                  </a:lnTo>
                  <a:lnTo>
                    <a:pt x="213" y="0"/>
                  </a:lnTo>
                  <a:lnTo>
                    <a:pt x="220" y="0"/>
                  </a:lnTo>
                  <a:lnTo>
                    <a:pt x="234" y="0"/>
                  </a:lnTo>
                  <a:lnTo>
                    <a:pt x="241" y="0"/>
                  </a:lnTo>
                  <a:lnTo>
                    <a:pt x="249" y="0"/>
                  </a:lnTo>
                  <a:lnTo>
                    <a:pt x="263" y="0"/>
                  </a:lnTo>
                  <a:lnTo>
                    <a:pt x="270" y="0"/>
                  </a:lnTo>
                  <a:lnTo>
                    <a:pt x="277" y="0"/>
                  </a:lnTo>
                  <a:lnTo>
                    <a:pt x="291" y="0"/>
                  </a:lnTo>
                  <a:lnTo>
                    <a:pt x="298" y="0"/>
                  </a:lnTo>
                  <a:lnTo>
                    <a:pt x="305" y="0"/>
                  </a:lnTo>
                  <a:lnTo>
                    <a:pt x="319" y="0"/>
                  </a:lnTo>
                  <a:lnTo>
                    <a:pt x="326" y="0"/>
                  </a:lnTo>
                  <a:lnTo>
                    <a:pt x="341" y="0"/>
                  </a:lnTo>
                  <a:lnTo>
                    <a:pt x="348" y="0"/>
                  </a:lnTo>
                  <a:lnTo>
                    <a:pt x="355" y="0"/>
                  </a:lnTo>
                  <a:lnTo>
                    <a:pt x="369" y="0"/>
                  </a:lnTo>
                  <a:lnTo>
                    <a:pt x="376" y="0"/>
                  </a:lnTo>
                  <a:lnTo>
                    <a:pt x="383" y="0"/>
                  </a:lnTo>
                  <a:lnTo>
                    <a:pt x="397" y="0"/>
                  </a:lnTo>
                  <a:lnTo>
                    <a:pt x="404" y="0"/>
                  </a:lnTo>
                  <a:lnTo>
                    <a:pt x="419" y="0"/>
                  </a:lnTo>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3" name="Freeform 51">
              <a:extLst>
                <a:ext uri="{FF2B5EF4-FFF2-40B4-BE49-F238E27FC236}">
                  <a16:creationId xmlns:a16="http://schemas.microsoft.com/office/drawing/2014/main" id="{AC83F378-4749-30C1-2B71-A281110681C6}"/>
                </a:ext>
              </a:extLst>
            </p:cNvPr>
            <p:cNvSpPr>
              <a:spLocks noChangeArrowheads="1"/>
            </p:cNvSpPr>
            <p:nvPr/>
          </p:nvSpPr>
          <p:spPr bwMode="auto">
            <a:xfrm>
              <a:off x="3956" y="2466"/>
              <a:ext cx="714" cy="1"/>
            </a:xfrm>
            <a:custGeom>
              <a:avLst/>
              <a:gdLst>
                <a:gd name="T0" fmla="*/ 0 w 1928"/>
                <a:gd name="T1" fmla="*/ 0 h 1"/>
                <a:gd name="T2" fmla="*/ 0 w 1928"/>
                <a:gd name="T3" fmla="*/ 0 h 1"/>
                <a:gd name="T4" fmla="*/ 0 w 1928"/>
                <a:gd name="T5" fmla="*/ 0 h 1"/>
                <a:gd name="T6" fmla="*/ 1 w 1928"/>
                <a:gd name="T7" fmla="*/ 0 h 1"/>
                <a:gd name="T8" fmla="*/ 1 w 1928"/>
                <a:gd name="T9" fmla="*/ 0 h 1"/>
                <a:gd name="T10" fmla="*/ 1 w 1928"/>
                <a:gd name="T11" fmla="*/ 0 h 1"/>
                <a:gd name="T12" fmla="*/ 1 w 1928"/>
                <a:gd name="T13" fmla="*/ 0 h 1"/>
                <a:gd name="T14" fmla="*/ 2 w 1928"/>
                <a:gd name="T15" fmla="*/ 0 h 1"/>
                <a:gd name="T16" fmla="*/ 2 w 1928"/>
                <a:gd name="T17" fmla="*/ 0 h 1"/>
                <a:gd name="T18" fmla="*/ 2 w 1928"/>
                <a:gd name="T19" fmla="*/ 0 h 1"/>
                <a:gd name="T20" fmla="*/ 3 w 1928"/>
                <a:gd name="T21" fmla="*/ 0 h 1"/>
                <a:gd name="T22" fmla="*/ 3 w 1928"/>
                <a:gd name="T23" fmla="*/ 0 h 1"/>
                <a:gd name="T24" fmla="*/ 3 w 1928"/>
                <a:gd name="T25" fmla="*/ 0 h 1"/>
                <a:gd name="T26" fmla="*/ 3 w 1928"/>
                <a:gd name="T27" fmla="*/ 0 h 1"/>
                <a:gd name="T28" fmla="*/ 3 w 1928"/>
                <a:gd name="T29" fmla="*/ 0 h 1"/>
                <a:gd name="T30" fmla="*/ 4 w 1928"/>
                <a:gd name="T31" fmla="*/ 0 h 1"/>
                <a:gd name="T32" fmla="*/ 4 w 1928"/>
                <a:gd name="T33" fmla="*/ 0 h 1"/>
                <a:gd name="T34" fmla="*/ 4 w 1928"/>
                <a:gd name="T35" fmla="*/ 0 h 1"/>
                <a:gd name="T36" fmla="*/ 4 w 1928"/>
                <a:gd name="T37" fmla="*/ 0 h 1"/>
                <a:gd name="T38" fmla="*/ 5 w 1928"/>
                <a:gd name="T39" fmla="*/ 0 h 1"/>
                <a:gd name="T40" fmla="*/ 5 w 1928"/>
                <a:gd name="T41" fmla="*/ 0 h 1"/>
                <a:gd name="T42" fmla="*/ 5 w 1928"/>
                <a:gd name="T43" fmla="*/ 0 h 1"/>
                <a:gd name="T44" fmla="*/ 5 w 1928"/>
                <a:gd name="T45" fmla="*/ 0 h 1"/>
                <a:gd name="T46" fmla="*/ 6 w 1928"/>
                <a:gd name="T47" fmla="*/ 0 h 1"/>
                <a:gd name="T48" fmla="*/ 6 w 1928"/>
                <a:gd name="T49" fmla="*/ 0 h 1"/>
                <a:gd name="T50" fmla="*/ 6 w 1928"/>
                <a:gd name="T51" fmla="*/ 0 h 1"/>
                <a:gd name="T52" fmla="*/ 6 w 1928"/>
                <a:gd name="T53" fmla="*/ 0 h 1"/>
                <a:gd name="T54" fmla="*/ 7 w 1928"/>
                <a:gd name="T55" fmla="*/ 0 h 1"/>
                <a:gd name="T56" fmla="*/ 7 w 1928"/>
                <a:gd name="T57" fmla="*/ 0 h 1"/>
                <a:gd name="T58" fmla="*/ 7 w 1928"/>
                <a:gd name="T59" fmla="*/ 0 h 1"/>
                <a:gd name="T60" fmla="*/ 7 w 1928"/>
                <a:gd name="T61" fmla="*/ 0 h 1"/>
                <a:gd name="T62" fmla="*/ 7 w 1928"/>
                <a:gd name="T63" fmla="*/ 0 h 1"/>
                <a:gd name="T64" fmla="*/ 8 w 1928"/>
                <a:gd name="T65" fmla="*/ 0 h 1"/>
                <a:gd name="T66" fmla="*/ 8 w 1928"/>
                <a:gd name="T67" fmla="*/ 0 h 1"/>
                <a:gd name="T68" fmla="*/ 8 w 1928"/>
                <a:gd name="T69" fmla="*/ 0 h 1"/>
                <a:gd name="T70" fmla="*/ 9 w 1928"/>
                <a:gd name="T71" fmla="*/ 0 h 1"/>
                <a:gd name="T72" fmla="*/ 9 w 1928"/>
                <a:gd name="T73" fmla="*/ 0 h 1"/>
                <a:gd name="T74" fmla="*/ 9 w 1928"/>
                <a:gd name="T75" fmla="*/ 0 h 1"/>
                <a:gd name="T76" fmla="*/ 9 w 1928"/>
                <a:gd name="T77" fmla="*/ 0 h 1"/>
                <a:gd name="T78" fmla="*/ 10 w 1928"/>
                <a:gd name="T79" fmla="*/ 0 h 1"/>
                <a:gd name="T80" fmla="*/ 10 w 1928"/>
                <a:gd name="T81" fmla="*/ 0 h 1"/>
                <a:gd name="T82" fmla="*/ 10 w 1928"/>
                <a:gd name="T83" fmla="*/ 0 h 1"/>
                <a:gd name="T84" fmla="*/ 10 w 1928"/>
                <a:gd name="T85" fmla="*/ 0 h 1"/>
                <a:gd name="T86" fmla="*/ 10 w 1928"/>
                <a:gd name="T87" fmla="*/ 0 h 1"/>
                <a:gd name="T88" fmla="*/ 11 w 1928"/>
                <a:gd name="T89" fmla="*/ 0 h 1"/>
                <a:gd name="T90" fmla="*/ 11 w 1928"/>
                <a:gd name="T91" fmla="*/ 0 h 1"/>
                <a:gd name="T92" fmla="*/ 11 w 1928"/>
                <a:gd name="T93" fmla="*/ 0 h 1"/>
                <a:gd name="T94" fmla="*/ 11 w 1928"/>
                <a:gd name="T95" fmla="*/ 0 h 1"/>
                <a:gd name="T96" fmla="*/ 11 w 1928"/>
                <a:gd name="T97" fmla="*/ 0 h 1"/>
                <a:gd name="T98" fmla="*/ 12 w 1928"/>
                <a:gd name="T99" fmla="*/ 0 h 1"/>
                <a:gd name="T100" fmla="*/ 12 w 1928"/>
                <a:gd name="T101" fmla="*/ 0 h 1"/>
                <a:gd name="T102" fmla="*/ 12 w 1928"/>
                <a:gd name="T103" fmla="*/ 0 h 1"/>
                <a:gd name="T104" fmla="*/ 13 w 1928"/>
                <a:gd name="T105" fmla="*/ 0 h 1"/>
                <a:gd name="T106" fmla="*/ 13 w 1928"/>
                <a:gd name="T107" fmla="*/ 0 h 1"/>
                <a:gd name="T108" fmla="*/ 13 w 1928"/>
                <a:gd name="T109" fmla="*/ 0 h 1"/>
                <a:gd name="T110" fmla="*/ 13 w 1928"/>
                <a:gd name="T111" fmla="*/ 0 h 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928" h="1">
                  <a:moveTo>
                    <a:pt x="0" y="0"/>
                  </a:moveTo>
                  <a:lnTo>
                    <a:pt x="21" y="0"/>
                  </a:lnTo>
                  <a:lnTo>
                    <a:pt x="35" y="0"/>
                  </a:lnTo>
                  <a:lnTo>
                    <a:pt x="50" y="0"/>
                  </a:lnTo>
                  <a:lnTo>
                    <a:pt x="71" y="0"/>
                  </a:lnTo>
                  <a:lnTo>
                    <a:pt x="85" y="0"/>
                  </a:lnTo>
                  <a:lnTo>
                    <a:pt x="106" y="0"/>
                  </a:lnTo>
                  <a:lnTo>
                    <a:pt x="120" y="0"/>
                  </a:lnTo>
                  <a:lnTo>
                    <a:pt x="142" y="0"/>
                  </a:lnTo>
                  <a:lnTo>
                    <a:pt x="156" y="0"/>
                  </a:lnTo>
                  <a:lnTo>
                    <a:pt x="170" y="0"/>
                  </a:lnTo>
                  <a:lnTo>
                    <a:pt x="191" y="0"/>
                  </a:lnTo>
                  <a:lnTo>
                    <a:pt x="205" y="0"/>
                  </a:lnTo>
                  <a:lnTo>
                    <a:pt x="227" y="0"/>
                  </a:lnTo>
                  <a:lnTo>
                    <a:pt x="241" y="0"/>
                  </a:lnTo>
                  <a:lnTo>
                    <a:pt x="262" y="0"/>
                  </a:lnTo>
                  <a:lnTo>
                    <a:pt x="276" y="0"/>
                  </a:lnTo>
                  <a:lnTo>
                    <a:pt x="290" y="0"/>
                  </a:lnTo>
                  <a:lnTo>
                    <a:pt x="312" y="0"/>
                  </a:lnTo>
                  <a:lnTo>
                    <a:pt x="326" y="0"/>
                  </a:lnTo>
                  <a:lnTo>
                    <a:pt x="347" y="0"/>
                  </a:lnTo>
                  <a:lnTo>
                    <a:pt x="361" y="0"/>
                  </a:lnTo>
                  <a:lnTo>
                    <a:pt x="376" y="0"/>
                  </a:lnTo>
                  <a:lnTo>
                    <a:pt x="397" y="0"/>
                  </a:lnTo>
                  <a:lnTo>
                    <a:pt x="411" y="0"/>
                  </a:lnTo>
                  <a:lnTo>
                    <a:pt x="432" y="0"/>
                  </a:lnTo>
                  <a:lnTo>
                    <a:pt x="446" y="0"/>
                  </a:lnTo>
                  <a:lnTo>
                    <a:pt x="468" y="0"/>
                  </a:lnTo>
                  <a:lnTo>
                    <a:pt x="482" y="0"/>
                  </a:lnTo>
                  <a:lnTo>
                    <a:pt x="496" y="0"/>
                  </a:lnTo>
                  <a:lnTo>
                    <a:pt x="517" y="0"/>
                  </a:lnTo>
                  <a:lnTo>
                    <a:pt x="531" y="0"/>
                  </a:lnTo>
                  <a:lnTo>
                    <a:pt x="553" y="0"/>
                  </a:lnTo>
                  <a:lnTo>
                    <a:pt x="567" y="0"/>
                  </a:lnTo>
                  <a:lnTo>
                    <a:pt x="588" y="0"/>
                  </a:lnTo>
                  <a:lnTo>
                    <a:pt x="602" y="0"/>
                  </a:lnTo>
                  <a:lnTo>
                    <a:pt x="616" y="0"/>
                  </a:lnTo>
                  <a:lnTo>
                    <a:pt x="638" y="0"/>
                  </a:lnTo>
                  <a:lnTo>
                    <a:pt x="652" y="0"/>
                  </a:lnTo>
                  <a:lnTo>
                    <a:pt x="673" y="0"/>
                  </a:lnTo>
                  <a:lnTo>
                    <a:pt x="687" y="0"/>
                  </a:lnTo>
                  <a:lnTo>
                    <a:pt x="702" y="0"/>
                  </a:lnTo>
                  <a:lnTo>
                    <a:pt x="723" y="0"/>
                  </a:lnTo>
                  <a:lnTo>
                    <a:pt x="737" y="0"/>
                  </a:lnTo>
                  <a:lnTo>
                    <a:pt x="758" y="0"/>
                  </a:lnTo>
                  <a:lnTo>
                    <a:pt x="772" y="0"/>
                  </a:lnTo>
                  <a:lnTo>
                    <a:pt x="794" y="0"/>
                  </a:lnTo>
                  <a:lnTo>
                    <a:pt x="808" y="0"/>
                  </a:lnTo>
                  <a:lnTo>
                    <a:pt x="822" y="0"/>
                  </a:lnTo>
                  <a:lnTo>
                    <a:pt x="843" y="0"/>
                  </a:lnTo>
                  <a:lnTo>
                    <a:pt x="857" y="0"/>
                  </a:lnTo>
                  <a:lnTo>
                    <a:pt x="879" y="0"/>
                  </a:lnTo>
                  <a:lnTo>
                    <a:pt x="893" y="0"/>
                  </a:lnTo>
                  <a:lnTo>
                    <a:pt x="914" y="0"/>
                  </a:lnTo>
                  <a:lnTo>
                    <a:pt x="928" y="0"/>
                  </a:lnTo>
                  <a:lnTo>
                    <a:pt x="943" y="0"/>
                  </a:lnTo>
                  <a:lnTo>
                    <a:pt x="964" y="0"/>
                  </a:lnTo>
                  <a:lnTo>
                    <a:pt x="978" y="0"/>
                  </a:lnTo>
                  <a:lnTo>
                    <a:pt x="999" y="0"/>
                  </a:lnTo>
                  <a:lnTo>
                    <a:pt x="1013" y="0"/>
                  </a:lnTo>
                  <a:lnTo>
                    <a:pt x="1035" y="0"/>
                  </a:lnTo>
                  <a:lnTo>
                    <a:pt x="1049" y="0"/>
                  </a:lnTo>
                  <a:lnTo>
                    <a:pt x="1063" y="0"/>
                  </a:lnTo>
                  <a:lnTo>
                    <a:pt x="1084" y="0"/>
                  </a:lnTo>
                  <a:lnTo>
                    <a:pt x="1098" y="0"/>
                  </a:lnTo>
                  <a:lnTo>
                    <a:pt x="1120" y="0"/>
                  </a:lnTo>
                  <a:lnTo>
                    <a:pt x="1134" y="0"/>
                  </a:lnTo>
                  <a:lnTo>
                    <a:pt x="1148" y="0"/>
                  </a:lnTo>
                  <a:lnTo>
                    <a:pt x="1169" y="0"/>
                  </a:lnTo>
                  <a:lnTo>
                    <a:pt x="1183" y="0"/>
                  </a:lnTo>
                  <a:lnTo>
                    <a:pt x="1205" y="0"/>
                  </a:lnTo>
                  <a:lnTo>
                    <a:pt x="1219" y="0"/>
                  </a:lnTo>
                  <a:lnTo>
                    <a:pt x="1240" y="0"/>
                  </a:lnTo>
                  <a:lnTo>
                    <a:pt x="1254" y="0"/>
                  </a:lnTo>
                  <a:lnTo>
                    <a:pt x="1269" y="0"/>
                  </a:lnTo>
                  <a:lnTo>
                    <a:pt x="1290" y="0"/>
                  </a:lnTo>
                  <a:lnTo>
                    <a:pt x="1304" y="0"/>
                  </a:lnTo>
                  <a:lnTo>
                    <a:pt x="1325" y="0"/>
                  </a:lnTo>
                  <a:lnTo>
                    <a:pt x="1339" y="0"/>
                  </a:lnTo>
                  <a:lnTo>
                    <a:pt x="1361" y="0"/>
                  </a:lnTo>
                  <a:lnTo>
                    <a:pt x="1375" y="0"/>
                  </a:lnTo>
                  <a:lnTo>
                    <a:pt x="1389" y="0"/>
                  </a:lnTo>
                  <a:lnTo>
                    <a:pt x="1410" y="0"/>
                  </a:lnTo>
                  <a:lnTo>
                    <a:pt x="1424" y="0"/>
                  </a:lnTo>
                  <a:lnTo>
                    <a:pt x="1446" y="0"/>
                  </a:lnTo>
                  <a:lnTo>
                    <a:pt x="1460" y="0"/>
                  </a:lnTo>
                  <a:lnTo>
                    <a:pt x="1481" y="0"/>
                  </a:lnTo>
                  <a:lnTo>
                    <a:pt x="1495" y="0"/>
                  </a:lnTo>
                  <a:lnTo>
                    <a:pt x="1509" y="0"/>
                  </a:lnTo>
                  <a:lnTo>
                    <a:pt x="1531" y="0"/>
                  </a:lnTo>
                  <a:lnTo>
                    <a:pt x="1545" y="0"/>
                  </a:lnTo>
                  <a:lnTo>
                    <a:pt x="1566" y="0"/>
                  </a:lnTo>
                  <a:lnTo>
                    <a:pt x="1580" y="0"/>
                  </a:lnTo>
                  <a:lnTo>
                    <a:pt x="1595" y="0"/>
                  </a:lnTo>
                  <a:lnTo>
                    <a:pt x="1616" y="0"/>
                  </a:lnTo>
                  <a:lnTo>
                    <a:pt x="1630" y="0"/>
                  </a:lnTo>
                  <a:lnTo>
                    <a:pt x="1651" y="0"/>
                  </a:lnTo>
                  <a:lnTo>
                    <a:pt x="1665" y="0"/>
                  </a:lnTo>
                  <a:lnTo>
                    <a:pt x="1687" y="0"/>
                  </a:lnTo>
                  <a:lnTo>
                    <a:pt x="1701" y="0"/>
                  </a:lnTo>
                  <a:lnTo>
                    <a:pt x="1715" y="0"/>
                  </a:lnTo>
                  <a:lnTo>
                    <a:pt x="1736" y="0"/>
                  </a:lnTo>
                  <a:lnTo>
                    <a:pt x="1750" y="0"/>
                  </a:lnTo>
                  <a:lnTo>
                    <a:pt x="1772" y="0"/>
                  </a:lnTo>
                  <a:lnTo>
                    <a:pt x="1786" y="0"/>
                  </a:lnTo>
                  <a:lnTo>
                    <a:pt x="1807" y="0"/>
                  </a:lnTo>
                  <a:lnTo>
                    <a:pt x="1821" y="0"/>
                  </a:lnTo>
                  <a:lnTo>
                    <a:pt x="1835" y="0"/>
                  </a:lnTo>
                  <a:lnTo>
                    <a:pt x="1857" y="0"/>
                  </a:lnTo>
                  <a:lnTo>
                    <a:pt x="1871" y="0"/>
                  </a:lnTo>
                  <a:lnTo>
                    <a:pt x="1892" y="0"/>
                  </a:lnTo>
                  <a:lnTo>
                    <a:pt x="1906" y="0"/>
                  </a:lnTo>
                  <a:lnTo>
                    <a:pt x="1928" y="0"/>
                  </a:lnTo>
                </a:path>
              </a:pathLst>
            </a:custGeom>
            <a:noFill/>
            <a:ln w="25400">
              <a:solidFill>
                <a:srgbClr val="00A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4" name="Freeform 52">
              <a:extLst>
                <a:ext uri="{FF2B5EF4-FFF2-40B4-BE49-F238E27FC236}">
                  <a16:creationId xmlns:a16="http://schemas.microsoft.com/office/drawing/2014/main" id="{26B22F69-54D7-0A74-84EF-EDB284F50845}"/>
                </a:ext>
              </a:extLst>
            </p:cNvPr>
            <p:cNvSpPr>
              <a:spLocks noChangeArrowheads="1"/>
            </p:cNvSpPr>
            <p:nvPr/>
          </p:nvSpPr>
          <p:spPr bwMode="auto">
            <a:xfrm>
              <a:off x="3149" y="2466"/>
              <a:ext cx="807" cy="329"/>
            </a:xfrm>
            <a:custGeom>
              <a:avLst/>
              <a:gdLst>
                <a:gd name="T0" fmla="*/ 0 w 2176"/>
                <a:gd name="T1" fmla="*/ 1 h 1254"/>
                <a:gd name="T2" fmla="*/ 0 w 2176"/>
                <a:gd name="T3" fmla="*/ 1 h 1254"/>
                <a:gd name="T4" fmla="*/ 1 w 2176"/>
                <a:gd name="T5" fmla="*/ 0 h 1254"/>
                <a:gd name="T6" fmla="*/ 1 w 2176"/>
                <a:gd name="T7" fmla="*/ 0 h 1254"/>
                <a:gd name="T8" fmla="*/ 1 w 2176"/>
                <a:gd name="T9" fmla="*/ 0 h 1254"/>
                <a:gd name="T10" fmla="*/ 2 w 2176"/>
                <a:gd name="T11" fmla="*/ 0 h 1254"/>
                <a:gd name="T12" fmla="*/ 2 w 2176"/>
                <a:gd name="T13" fmla="*/ 0 h 1254"/>
                <a:gd name="T14" fmla="*/ 3 w 2176"/>
                <a:gd name="T15" fmla="*/ 0 h 1254"/>
                <a:gd name="T16" fmla="*/ 3 w 2176"/>
                <a:gd name="T17" fmla="*/ 0 h 1254"/>
                <a:gd name="T18" fmla="*/ 3 w 2176"/>
                <a:gd name="T19" fmla="*/ 0 h 1254"/>
                <a:gd name="T20" fmla="*/ 4 w 2176"/>
                <a:gd name="T21" fmla="*/ 0 h 1254"/>
                <a:gd name="T22" fmla="*/ 4 w 2176"/>
                <a:gd name="T23" fmla="*/ 0 h 1254"/>
                <a:gd name="T24" fmla="*/ 4 w 2176"/>
                <a:gd name="T25" fmla="*/ 0 h 1254"/>
                <a:gd name="T26" fmla="*/ 5 w 2176"/>
                <a:gd name="T27" fmla="*/ 0 h 1254"/>
                <a:gd name="T28" fmla="*/ 5 w 2176"/>
                <a:gd name="T29" fmla="*/ 0 h 1254"/>
                <a:gd name="T30" fmla="*/ 6 w 2176"/>
                <a:gd name="T31" fmla="*/ 0 h 1254"/>
                <a:gd name="T32" fmla="*/ 6 w 2176"/>
                <a:gd name="T33" fmla="*/ 0 h 1254"/>
                <a:gd name="T34" fmla="*/ 6 w 2176"/>
                <a:gd name="T35" fmla="*/ 0 h 1254"/>
                <a:gd name="T36" fmla="*/ 7 w 2176"/>
                <a:gd name="T37" fmla="*/ 0 h 1254"/>
                <a:gd name="T38" fmla="*/ 7 w 2176"/>
                <a:gd name="T39" fmla="*/ 0 h 1254"/>
                <a:gd name="T40" fmla="*/ 7 w 2176"/>
                <a:gd name="T41" fmla="*/ 0 h 1254"/>
                <a:gd name="T42" fmla="*/ 8 w 2176"/>
                <a:gd name="T43" fmla="*/ 0 h 1254"/>
                <a:gd name="T44" fmla="*/ 8 w 2176"/>
                <a:gd name="T45" fmla="*/ 0 h 1254"/>
                <a:gd name="T46" fmla="*/ 9 w 2176"/>
                <a:gd name="T47" fmla="*/ 0 h 1254"/>
                <a:gd name="T48" fmla="*/ 9 w 2176"/>
                <a:gd name="T49" fmla="*/ 0 h 1254"/>
                <a:gd name="T50" fmla="*/ 9 w 2176"/>
                <a:gd name="T51" fmla="*/ 0 h 1254"/>
                <a:gd name="T52" fmla="*/ 10 w 2176"/>
                <a:gd name="T53" fmla="*/ 0 h 1254"/>
                <a:gd name="T54" fmla="*/ 10 w 2176"/>
                <a:gd name="T55" fmla="*/ 0 h 1254"/>
                <a:gd name="T56" fmla="*/ 10 w 2176"/>
                <a:gd name="T57" fmla="*/ 0 h 1254"/>
                <a:gd name="T58" fmla="*/ 11 w 2176"/>
                <a:gd name="T59" fmla="*/ 0 h 1254"/>
                <a:gd name="T60" fmla="*/ 11 w 2176"/>
                <a:gd name="T61" fmla="*/ 0 h 1254"/>
                <a:gd name="T62" fmla="*/ 11 w 2176"/>
                <a:gd name="T63" fmla="*/ 0 h 1254"/>
                <a:gd name="T64" fmla="*/ 12 w 2176"/>
                <a:gd name="T65" fmla="*/ 0 h 1254"/>
                <a:gd name="T66" fmla="*/ 12 w 2176"/>
                <a:gd name="T67" fmla="*/ 0 h 1254"/>
                <a:gd name="T68" fmla="*/ 13 w 2176"/>
                <a:gd name="T69" fmla="*/ 0 h 1254"/>
                <a:gd name="T70" fmla="*/ 13 w 2176"/>
                <a:gd name="T71" fmla="*/ 0 h 1254"/>
                <a:gd name="T72" fmla="*/ 13 w 2176"/>
                <a:gd name="T73" fmla="*/ 0 h 1254"/>
                <a:gd name="T74" fmla="*/ 14 w 2176"/>
                <a:gd name="T75" fmla="*/ 0 h 1254"/>
                <a:gd name="T76" fmla="*/ 14 w 2176"/>
                <a:gd name="T77" fmla="*/ 0 h 1254"/>
                <a:gd name="T78" fmla="*/ 14 w 2176"/>
                <a:gd name="T79" fmla="*/ 0 h 1254"/>
                <a:gd name="T80" fmla="*/ 14 w 2176"/>
                <a:gd name="T81" fmla="*/ 0 h 1254"/>
                <a:gd name="T82" fmla="*/ 15 w 2176"/>
                <a:gd name="T83" fmla="*/ 0 h 125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176" h="1254">
                  <a:moveTo>
                    <a:pt x="0" y="1254"/>
                  </a:moveTo>
                  <a:lnTo>
                    <a:pt x="14" y="1021"/>
                  </a:lnTo>
                  <a:lnTo>
                    <a:pt x="28" y="836"/>
                  </a:lnTo>
                  <a:lnTo>
                    <a:pt x="50" y="688"/>
                  </a:lnTo>
                  <a:lnTo>
                    <a:pt x="64" y="560"/>
                  </a:lnTo>
                  <a:lnTo>
                    <a:pt x="85" y="461"/>
                  </a:lnTo>
                  <a:lnTo>
                    <a:pt x="99" y="376"/>
                  </a:lnTo>
                  <a:lnTo>
                    <a:pt x="114" y="312"/>
                  </a:lnTo>
                  <a:lnTo>
                    <a:pt x="135" y="255"/>
                  </a:lnTo>
                  <a:lnTo>
                    <a:pt x="149" y="206"/>
                  </a:lnTo>
                  <a:lnTo>
                    <a:pt x="170" y="170"/>
                  </a:lnTo>
                  <a:lnTo>
                    <a:pt x="184" y="142"/>
                  </a:lnTo>
                  <a:lnTo>
                    <a:pt x="206" y="113"/>
                  </a:lnTo>
                  <a:lnTo>
                    <a:pt x="220" y="92"/>
                  </a:lnTo>
                  <a:lnTo>
                    <a:pt x="234" y="78"/>
                  </a:lnTo>
                  <a:lnTo>
                    <a:pt x="255" y="64"/>
                  </a:lnTo>
                  <a:lnTo>
                    <a:pt x="269" y="50"/>
                  </a:lnTo>
                  <a:lnTo>
                    <a:pt x="291" y="43"/>
                  </a:lnTo>
                  <a:lnTo>
                    <a:pt x="305" y="36"/>
                  </a:lnTo>
                  <a:lnTo>
                    <a:pt x="326" y="28"/>
                  </a:lnTo>
                  <a:lnTo>
                    <a:pt x="340" y="21"/>
                  </a:lnTo>
                  <a:lnTo>
                    <a:pt x="354" y="21"/>
                  </a:lnTo>
                  <a:lnTo>
                    <a:pt x="376" y="14"/>
                  </a:lnTo>
                  <a:lnTo>
                    <a:pt x="390" y="14"/>
                  </a:lnTo>
                  <a:lnTo>
                    <a:pt x="411" y="14"/>
                  </a:lnTo>
                  <a:lnTo>
                    <a:pt x="425" y="7"/>
                  </a:lnTo>
                  <a:lnTo>
                    <a:pt x="440" y="7"/>
                  </a:lnTo>
                  <a:lnTo>
                    <a:pt x="461" y="7"/>
                  </a:lnTo>
                  <a:lnTo>
                    <a:pt x="475" y="7"/>
                  </a:lnTo>
                  <a:lnTo>
                    <a:pt x="496" y="7"/>
                  </a:lnTo>
                  <a:lnTo>
                    <a:pt x="510" y="7"/>
                  </a:lnTo>
                  <a:lnTo>
                    <a:pt x="532" y="7"/>
                  </a:lnTo>
                  <a:lnTo>
                    <a:pt x="546" y="7"/>
                  </a:lnTo>
                  <a:lnTo>
                    <a:pt x="560" y="7"/>
                  </a:lnTo>
                  <a:lnTo>
                    <a:pt x="581" y="0"/>
                  </a:lnTo>
                  <a:lnTo>
                    <a:pt x="595" y="0"/>
                  </a:lnTo>
                  <a:lnTo>
                    <a:pt x="617" y="0"/>
                  </a:lnTo>
                  <a:lnTo>
                    <a:pt x="631" y="0"/>
                  </a:lnTo>
                  <a:lnTo>
                    <a:pt x="652" y="0"/>
                  </a:lnTo>
                  <a:lnTo>
                    <a:pt x="666" y="0"/>
                  </a:lnTo>
                  <a:lnTo>
                    <a:pt x="680" y="0"/>
                  </a:lnTo>
                  <a:lnTo>
                    <a:pt x="702" y="0"/>
                  </a:lnTo>
                  <a:lnTo>
                    <a:pt x="716" y="0"/>
                  </a:lnTo>
                  <a:lnTo>
                    <a:pt x="737" y="0"/>
                  </a:lnTo>
                  <a:lnTo>
                    <a:pt x="751" y="0"/>
                  </a:lnTo>
                  <a:lnTo>
                    <a:pt x="773" y="0"/>
                  </a:lnTo>
                  <a:lnTo>
                    <a:pt x="787" y="0"/>
                  </a:lnTo>
                  <a:lnTo>
                    <a:pt x="801" y="0"/>
                  </a:lnTo>
                  <a:lnTo>
                    <a:pt x="822" y="0"/>
                  </a:lnTo>
                  <a:lnTo>
                    <a:pt x="836" y="0"/>
                  </a:lnTo>
                  <a:lnTo>
                    <a:pt x="858" y="0"/>
                  </a:lnTo>
                  <a:lnTo>
                    <a:pt x="872" y="0"/>
                  </a:lnTo>
                  <a:lnTo>
                    <a:pt x="886" y="0"/>
                  </a:lnTo>
                  <a:lnTo>
                    <a:pt x="907" y="0"/>
                  </a:lnTo>
                  <a:lnTo>
                    <a:pt x="921" y="0"/>
                  </a:lnTo>
                  <a:lnTo>
                    <a:pt x="943" y="0"/>
                  </a:lnTo>
                  <a:lnTo>
                    <a:pt x="957" y="0"/>
                  </a:lnTo>
                  <a:lnTo>
                    <a:pt x="978" y="0"/>
                  </a:lnTo>
                  <a:lnTo>
                    <a:pt x="992" y="0"/>
                  </a:lnTo>
                  <a:lnTo>
                    <a:pt x="1007" y="0"/>
                  </a:lnTo>
                  <a:lnTo>
                    <a:pt x="1028" y="0"/>
                  </a:lnTo>
                  <a:lnTo>
                    <a:pt x="1042" y="0"/>
                  </a:lnTo>
                  <a:lnTo>
                    <a:pt x="1063" y="0"/>
                  </a:lnTo>
                  <a:lnTo>
                    <a:pt x="1077" y="0"/>
                  </a:lnTo>
                  <a:lnTo>
                    <a:pt x="1099" y="0"/>
                  </a:lnTo>
                  <a:lnTo>
                    <a:pt x="1113" y="0"/>
                  </a:lnTo>
                  <a:lnTo>
                    <a:pt x="1127" y="0"/>
                  </a:lnTo>
                  <a:lnTo>
                    <a:pt x="1148" y="0"/>
                  </a:lnTo>
                  <a:lnTo>
                    <a:pt x="1162" y="0"/>
                  </a:lnTo>
                  <a:lnTo>
                    <a:pt x="1184" y="0"/>
                  </a:lnTo>
                  <a:lnTo>
                    <a:pt x="1198" y="0"/>
                  </a:lnTo>
                  <a:lnTo>
                    <a:pt x="1219" y="0"/>
                  </a:lnTo>
                  <a:lnTo>
                    <a:pt x="1233" y="0"/>
                  </a:lnTo>
                  <a:lnTo>
                    <a:pt x="1247" y="0"/>
                  </a:lnTo>
                  <a:lnTo>
                    <a:pt x="1269" y="0"/>
                  </a:lnTo>
                  <a:lnTo>
                    <a:pt x="1283" y="0"/>
                  </a:lnTo>
                  <a:lnTo>
                    <a:pt x="1304" y="0"/>
                  </a:lnTo>
                  <a:lnTo>
                    <a:pt x="1318" y="0"/>
                  </a:lnTo>
                  <a:lnTo>
                    <a:pt x="1333" y="0"/>
                  </a:lnTo>
                  <a:lnTo>
                    <a:pt x="1354" y="0"/>
                  </a:lnTo>
                  <a:lnTo>
                    <a:pt x="1368" y="0"/>
                  </a:lnTo>
                  <a:lnTo>
                    <a:pt x="1389" y="0"/>
                  </a:lnTo>
                  <a:lnTo>
                    <a:pt x="1403" y="0"/>
                  </a:lnTo>
                  <a:lnTo>
                    <a:pt x="1425" y="0"/>
                  </a:lnTo>
                  <a:lnTo>
                    <a:pt x="1439" y="0"/>
                  </a:lnTo>
                  <a:lnTo>
                    <a:pt x="1453" y="0"/>
                  </a:lnTo>
                  <a:lnTo>
                    <a:pt x="1474" y="0"/>
                  </a:lnTo>
                  <a:lnTo>
                    <a:pt x="1488" y="0"/>
                  </a:lnTo>
                  <a:lnTo>
                    <a:pt x="1510" y="0"/>
                  </a:lnTo>
                  <a:lnTo>
                    <a:pt x="1524" y="0"/>
                  </a:lnTo>
                  <a:lnTo>
                    <a:pt x="1545" y="0"/>
                  </a:lnTo>
                  <a:lnTo>
                    <a:pt x="1559" y="0"/>
                  </a:lnTo>
                  <a:lnTo>
                    <a:pt x="1573" y="0"/>
                  </a:lnTo>
                  <a:lnTo>
                    <a:pt x="1595" y="0"/>
                  </a:lnTo>
                  <a:lnTo>
                    <a:pt x="1609" y="0"/>
                  </a:lnTo>
                  <a:lnTo>
                    <a:pt x="1630" y="0"/>
                  </a:lnTo>
                  <a:lnTo>
                    <a:pt x="1644" y="0"/>
                  </a:lnTo>
                  <a:lnTo>
                    <a:pt x="1659" y="0"/>
                  </a:lnTo>
                  <a:lnTo>
                    <a:pt x="1680" y="0"/>
                  </a:lnTo>
                  <a:lnTo>
                    <a:pt x="1694" y="0"/>
                  </a:lnTo>
                  <a:lnTo>
                    <a:pt x="1715" y="0"/>
                  </a:lnTo>
                  <a:lnTo>
                    <a:pt x="1729" y="0"/>
                  </a:lnTo>
                  <a:lnTo>
                    <a:pt x="1751" y="0"/>
                  </a:lnTo>
                  <a:lnTo>
                    <a:pt x="1765" y="0"/>
                  </a:lnTo>
                  <a:lnTo>
                    <a:pt x="1779" y="0"/>
                  </a:lnTo>
                  <a:lnTo>
                    <a:pt x="1800" y="0"/>
                  </a:lnTo>
                  <a:lnTo>
                    <a:pt x="1814" y="0"/>
                  </a:lnTo>
                  <a:lnTo>
                    <a:pt x="1836" y="0"/>
                  </a:lnTo>
                  <a:lnTo>
                    <a:pt x="1850" y="0"/>
                  </a:lnTo>
                  <a:lnTo>
                    <a:pt x="1871" y="0"/>
                  </a:lnTo>
                  <a:lnTo>
                    <a:pt x="1885" y="0"/>
                  </a:lnTo>
                  <a:lnTo>
                    <a:pt x="1900" y="0"/>
                  </a:lnTo>
                  <a:lnTo>
                    <a:pt x="1921" y="0"/>
                  </a:lnTo>
                  <a:lnTo>
                    <a:pt x="1935" y="0"/>
                  </a:lnTo>
                  <a:lnTo>
                    <a:pt x="1956" y="0"/>
                  </a:lnTo>
                  <a:lnTo>
                    <a:pt x="1970" y="0"/>
                  </a:lnTo>
                  <a:lnTo>
                    <a:pt x="1992" y="0"/>
                  </a:lnTo>
                  <a:lnTo>
                    <a:pt x="2006" y="0"/>
                  </a:lnTo>
                  <a:lnTo>
                    <a:pt x="2020" y="0"/>
                  </a:lnTo>
                  <a:lnTo>
                    <a:pt x="2041" y="0"/>
                  </a:lnTo>
                  <a:lnTo>
                    <a:pt x="2055" y="0"/>
                  </a:lnTo>
                  <a:lnTo>
                    <a:pt x="2077" y="0"/>
                  </a:lnTo>
                  <a:lnTo>
                    <a:pt x="2091" y="0"/>
                  </a:lnTo>
                  <a:lnTo>
                    <a:pt x="2105" y="0"/>
                  </a:lnTo>
                  <a:lnTo>
                    <a:pt x="2126" y="0"/>
                  </a:lnTo>
                  <a:lnTo>
                    <a:pt x="2140" y="0"/>
                  </a:lnTo>
                  <a:lnTo>
                    <a:pt x="2162" y="0"/>
                  </a:lnTo>
                  <a:lnTo>
                    <a:pt x="2176" y="0"/>
                  </a:lnTo>
                </a:path>
              </a:pathLst>
            </a:custGeom>
            <a:noFill/>
            <a:ln w="25400">
              <a:solidFill>
                <a:srgbClr val="00A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5" name="Freeform 53">
              <a:extLst>
                <a:ext uri="{FF2B5EF4-FFF2-40B4-BE49-F238E27FC236}">
                  <a16:creationId xmlns:a16="http://schemas.microsoft.com/office/drawing/2014/main" id="{F057C646-F9E1-CF99-5EEA-0AD2503DEF7E}"/>
                </a:ext>
              </a:extLst>
            </p:cNvPr>
            <p:cNvSpPr>
              <a:spLocks noChangeArrowheads="1"/>
            </p:cNvSpPr>
            <p:nvPr/>
          </p:nvSpPr>
          <p:spPr bwMode="auto">
            <a:xfrm>
              <a:off x="3152" y="1979"/>
              <a:ext cx="1225" cy="635"/>
            </a:xfrm>
            <a:custGeom>
              <a:avLst/>
              <a:gdLst>
                <a:gd name="T0" fmla="*/ 0 w 4104"/>
                <a:gd name="T1" fmla="*/ 2 h 2523"/>
                <a:gd name="T2" fmla="*/ 0 w 4104"/>
                <a:gd name="T3" fmla="*/ 1 h 2523"/>
                <a:gd name="T4" fmla="*/ 0 w 4104"/>
                <a:gd name="T5" fmla="*/ 0 h 2523"/>
                <a:gd name="T6" fmla="*/ 1 w 4104"/>
                <a:gd name="T7" fmla="*/ 0 h 2523"/>
                <a:gd name="T8" fmla="*/ 1 w 4104"/>
                <a:gd name="T9" fmla="*/ 0 h 2523"/>
                <a:gd name="T10" fmla="*/ 1 w 4104"/>
                <a:gd name="T11" fmla="*/ 1 h 2523"/>
                <a:gd name="T12" fmla="*/ 1 w 4104"/>
                <a:gd name="T13" fmla="*/ 1 h 2523"/>
                <a:gd name="T14" fmla="*/ 1 w 4104"/>
                <a:gd name="T15" fmla="*/ 1 h 2523"/>
                <a:gd name="T16" fmla="*/ 2 w 4104"/>
                <a:gd name="T17" fmla="*/ 2 h 2523"/>
                <a:gd name="T18" fmla="*/ 2 w 4104"/>
                <a:gd name="T19" fmla="*/ 2 h 2523"/>
                <a:gd name="T20" fmla="*/ 2 w 4104"/>
                <a:gd name="T21" fmla="*/ 2 h 2523"/>
                <a:gd name="T22" fmla="*/ 2 w 4104"/>
                <a:gd name="T23" fmla="*/ 3 h 2523"/>
                <a:gd name="T24" fmla="*/ 2 w 4104"/>
                <a:gd name="T25" fmla="*/ 3 h 2523"/>
                <a:gd name="T26" fmla="*/ 3 w 4104"/>
                <a:gd name="T27" fmla="*/ 3 h 2523"/>
                <a:gd name="T28" fmla="*/ 3 w 4104"/>
                <a:gd name="T29" fmla="*/ 3 h 2523"/>
                <a:gd name="T30" fmla="*/ 3 w 4104"/>
                <a:gd name="T31" fmla="*/ 2 h 2523"/>
                <a:gd name="T32" fmla="*/ 3 w 4104"/>
                <a:gd name="T33" fmla="*/ 2 h 2523"/>
                <a:gd name="T34" fmla="*/ 3 w 4104"/>
                <a:gd name="T35" fmla="*/ 2 h 2523"/>
                <a:gd name="T36" fmla="*/ 4 w 4104"/>
                <a:gd name="T37" fmla="*/ 2 h 2523"/>
                <a:gd name="T38" fmla="*/ 4 w 4104"/>
                <a:gd name="T39" fmla="*/ 2 h 2523"/>
                <a:gd name="T40" fmla="*/ 4 w 4104"/>
                <a:gd name="T41" fmla="*/ 2 h 2523"/>
                <a:gd name="T42" fmla="*/ 4 w 4104"/>
                <a:gd name="T43" fmla="*/ 2 h 2523"/>
                <a:gd name="T44" fmla="*/ 4 w 4104"/>
                <a:gd name="T45" fmla="*/ 2 h 2523"/>
                <a:gd name="T46" fmla="*/ 4 w 4104"/>
                <a:gd name="T47" fmla="*/ 2 h 2523"/>
                <a:gd name="T48" fmla="*/ 5 w 4104"/>
                <a:gd name="T49" fmla="*/ 2 h 2523"/>
                <a:gd name="T50" fmla="*/ 5 w 4104"/>
                <a:gd name="T51" fmla="*/ 2 h 2523"/>
                <a:gd name="T52" fmla="*/ 5 w 4104"/>
                <a:gd name="T53" fmla="*/ 2 h 2523"/>
                <a:gd name="T54" fmla="*/ 5 w 4104"/>
                <a:gd name="T55" fmla="*/ 2 h 2523"/>
                <a:gd name="T56" fmla="*/ 6 w 4104"/>
                <a:gd name="T57" fmla="*/ 2 h 2523"/>
                <a:gd name="T58" fmla="*/ 6 w 4104"/>
                <a:gd name="T59" fmla="*/ 2 h 2523"/>
                <a:gd name="T60" fmla="*/ 6 w 4104"/>
                <a:gd name="T61" fmla="*/ 2 h 2523"/>
                <a:gd name="T62" fmla="*/ 6 w 4104"/>
                <a:gd name="T63" fmla="*/ 2 h 2523"/>
                <a:gd name="T64" fmla="*/ 6 w 4104"/>
                <a:gd name="T65" fmla="*/ 2 h 2523"/>
                <a:gd name="T66" fmla="*/ 7 w 4104"/>
                <a:gd name="T67" fmla="*/ 2 h 2523"/>
                <a:gd name="T68" fmla="*/ 7 w 4104"/>
                <a:gd name="T69" fmla="*/ 2 h 2523"/>
                <a:gd name="T70" fmla="*/ 7 w 4104"/>
                <a:gd name="T71" fmla="*/ 2 h 2523"/>
                <a:gd name="T72" fmla="*/ 7 w 4104"/>
                <a:gd name="T73" fmla="*/ 2 h 2523"/>
                <a:gd name="T74" fmla="*/ 7 w 4104"/>
                <a:gd name="T75" fmla="*/ 2 h 2523"/>
                <a:gd name="T76" fmla="*/ 7 w 4104"/>
                <a:gd name="T77" fmla="*/ 2 h 2523"/>
                <a:gd name="T78" fmla="*/ 8 w 4104"/>
                <a:gd name="T79" fmla="*/ 2 h 2523"/>
                <a:gd name="T80" fmla="*/ 8 w 4104"/>
                <a:gd name="T81" fmla="*/ 2 h 2523"/>
                <a:gd name="T82" fmla="*/ 8 w 4104"/>
                <a:gd name="T83" fmla="*/ 2 h 2523"/>
                <a:gd name="T84" fmla="*/ 8 w 4104"/>
                <a:gd name="T85" fmla="*/ 2 h 2523"/>
                <a:gd name="T86" fmla="*/ 8 w 4104"/>
                <a:gd name="T87" fmla="*/ 2 h 2523"/>
                <a:gd name="T88" fmla="*/ 9 w 4104"/>
                <a:gd name="T89" fmla="*/ 2 h 2523"/>
                <a:gd name="T90" fmla="*/ 9 w 4104"/>
                <a:gd name="T91" fmla="*/ 2 h 2523"/>
                <a:gd name="T92" fmla="*/ 9 w 4104"/>
                <a:gd name="T93" fmla="*/ 2 h 2523"/>
                <a:gd name="T94" fmla="*/ 9 w 4104"/>
                <a:gd name="T95" fmla="*/ 2 h 2523"/>
                <a:gd name="T96" fmla="*/ 10 w 4104"/>
                <a:gd name="T97" fmla="*/ 2 h 2523"/>
                <a:gd name="T98" fmla="*/ 10 w 4104"/>
                <a:gd name="T99" fmla="*/ 2 h 252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104" h="2523">
                  <a:moveTo>
                    <a:pt x="0" y="2070"/>
                  </a:moveTo>
                  <a:lnTo>
                    <a:pt x="36" y="1538"/>
                  </a:lnTo>
                  <a:lnTo>
                    <a:pt x="78" y="1085"/>
                  </a:lnTo>
                  <a:lnTo>
                    <a:pt x="121" y="702"/>
                  </a:lnTo>
                  <a:lnTo>
                    <a:pt x="163" y="404"/>
                  </a:lnTo>
                  <a:lnTo>
                    <a:pt x="199" y="192"/>
                  </a:lnTo>
                  <a:lnTo>
                    <a:pt x="241" y="57"/>
                  </a:lnTo>
                  <a:lnTo>
                    <a:pt x="284" y="0"/>
                  </a:lnTo>
                  <a:lnTo>
                    <a:pt x="326" y="14"/>
                  </a:lnTo>
                  <a:lnTo>
                    <a:pt x="369" y="92"/>
                  </a:lnTo>
                  <a:lnTo>
                    <a:pt x="404" y="213"/>
                  </a:lnTo>
                  <a:lnTo>
                    <a:pt x="447" y="383"/>
                  </a:lnTo>
                  <a:lnTo>
                    <a:pt x="489" y="581"/>
                  </a:lnTo>
                  <a:lnTo>
                    <a:pt x="532" y="801"/>
                  </a:lnTo>
                  <a:lnTo>
                    <a:pt x="574" y="1028"/>
                  </a:lnTo>
                  <a:lnTo>
                    <a:pt x="610" y="1262"/>
                  </a:lnTo>
                  <a:lnTo>
                    <a:pt x="652" y="1488"/>
                  </a:lnTo>
                  <a:lnTo>
                    <a:pt x="695" y="1708"/>
                  </a:lnTo>
                  <a:lnTo>
                    <a:pt x="737" y="1900"/>
                  </a:lnTo>
                  <a:lnTo>
                    <a:pt x="780" y="2070"/>
                  </a:lnTo>
                  <a:lnTo>
                    <a:pt x="815" y="2218"/>
                  </a:lnTo>
                  <a:lnTo>
                    <a:pt x="858" y="2332"/>
                  </a:lnTo>
                  <a:lnTo>
                    <a:pt x="900" y="2424"/>
                  </a:lnTo>
                  <a:lnTo>
                    <a:pt x="943" y="2481"/>
                  </a:lnTo>
                  <a:lnTo>
                    <a:pt x="978" y="2516"/>
                  </a:lnTo>
                  <a:lnTo>
                    <a:pt x="1021" y="2523"/>
                  </a:lnTo>
                  <a:lnTo>
                    <a:pt x="1063" y="2502"/>
                  </a:lnTo>
                  <a:lnTo>
                    <a:pt x="1106" y="2466"/>
                  </a:lnTo>
                  <a:lnTo>
                    <a:pt x="1148" y="2417"/>
                  </a:lnTo>
                  <a:lnTo>
                    <a:pt x="1184" y="2353"/>
                  </a:lnTo>
                  <a:lnTo>
                    <a:pt x="1226" y="2275"/>
                  </a:lnTo>
                  <a:lnTo>
                    <a:pt x="1269" y="2197"/>
                  </a:lnTo>
                  <a:lnTo>
                    <a:pt x="1311" y="2112"/>
                  </a:lnTo>
                  <a:lnTo>
                    <a:pt x="1354" y="2034"/>
                  </a:lnTo>
                  <a:lnTo>
                    <a:pt x="1389" y="1956"/>
                  </a:lnTo>
                  <a:lnTo>
                    <a:pt x="1432" y="1885"/>
                  </a:lnTo>
                  <a:lnTo>
                    <a:pt x="1474" y="1822"/>
                  </a:lnTo>
                  <a:lnTo>
                    <a:pt x="1517" y="1765"/>
                  </a:lnTo>
                  <a:lnTo>
                    <a:pt x="1559" y="1722"/>
                  </a:lnTo>
                  <a:lnTo>
                    <a:pt x="1595" y="1687"/>
                  </a:lnTo>
                  <a:lnTo>
                    <a:pt x="1637" y="1659"/>
                  </a:lnTo>
                  <a:lnTo>
                    <a:pt x="1680" y="1644"/>
                  </a:lnTo>
                  <a:lnTo>
                    <a:pt x="1722" y="1637"/>
                  </a:lnTo>
                  <a:lnTo>
                    <a:pt x="1758" y="1637"/>
                  </a:lnTo>
                  <a:lnTo>
                    <a:pt x="1800" y="1651"/>
                  </a:lnTo>
                  <a:lnTo>
                    <a:pt x="1843" y="1666"/>
                  </a:lnTo>
                  <a:lnTo>
                    <a:pt x="1885" y="1687"/>
                  </a:lnTo>
                  <a:lnTo>
                    <a:pt x="1928" y="1708"/>
                  </a:lnTo>
                  <a:lnTo>
                    <a:pt x="1963" y="1737"/>
                  </a:lnTo>
                  <a:lnTo>
                    <a:pt x="2006" y="1765"/>
                  </a:lnTo>
                  <a:lnTo>
                    <a:pt x="2048" y="1793"/>
                  </a:lnTo>
                  <a:lnTo>
                    <a:pt x="2091" y="1822"/>
                  </a:lnTo>
                  <a:lnTo>
                    <a:pt x="2133" y="1850"/>
                  </a:lnTo>
                  <a:lnTo>
                    <a:pt x="2169" y="1871"/>
                  </a:lnTo>
                  <a:lnTo>
                    <a:pt x="2211" y="1892"/>
                  </a:lnTo>
                  <a:lnTo>
                    <a:pt x="2254" y="1914"/>
                  </a:lnTo>
                  <a:lnTo>
                    <a:pt x="2296" y="1928"/>
                  </a:lnTo>
                  <a:lnTo>
                    <a:pt x="2339" y="1935"/>
                  </a:lnTo>
                  <a:lnTo>
                    <a:pt x="2374" y="1942"/>
                  </a:lnTo>
                  <a:lnTo>
                    <a:pt x="2417" y="1949"/>
                  </a:lnTo>
                  <a:lnTo>
                    <a:pt x="2459" y="1949"/>
                  </a:lnTo>
                  <a:lnTo>
                    <a:pt x="2502" y="1942"/>
                  </a:lnTo>
                  <a:lnTo>
                    <a:pt x="2537" y="1942"/>
                  </a:lnTo>
                  <a:lnTo>
                    <a:pt x="2580" y="1935"/>
                  </a:lnTo>
                  <a:lnTo>
                    <a:pt x="2622" y="1928"/>
                  </a:lnTo>
                  <a:lnTo>
                    <a:pt x="2665" y="1914"/>
                  </a:lnTo>
                  <a:lnTo>
                    <a:pt x="2707" y="1907"/>
                  </a:lnTo>
                  <a:lnTo>
                    <a:pt x="2743" y="1892"/>
                  </a:lnTo>
                  <a:lnTo>
                    <a:pt x="2785" y="1885"/>
                  </a:lnTo>
                  <a:lnTo>
                    <a:pt x="2828" y="1878"/>
                  </a:lnTo>
                  <a:lnTo>
                    <a:pt x="2870" y="1871"/>
                  </a:lnTo>
                  <a:lnTo>
                    <a:pt x="2913" y="1857"/>
                  </a:lnTo>
                  <a:lnTo>
                    <a:pt x="2948" y="1850"/>
                  </a:lnTo>
                  <a:lnTo>
                    <a:pt x="2991" y="1850"/>
                  </a:lnTo>
                  <a:lnTo>
                    <a:pt x="3033" y="1843"/>
                  </a:lnTo>
                  <a:lnTo>
                    <a:pt x="3076" y="1843"/>
                  </a:lnTo>
                  <a:lnTo>
                    <a:pt x="3119" y="1836"/>
                  </a:lnTo>
                  <a:lnTo>
                    <a:pt x="3154" y="1836"/>
                  </a:lnTo>
                  <a:lnTo>
                    <a:pt x="3196" y="1836"/>
                  </a:lnTo>
                  <a:lnTo>
                    <a:pt x="3239" y="1843"/>
                  </a:lnTo>
                  <a:lnTo>
                    <a:pt x="3282" y="1843"/>
                  </a:lnTo>
                  <a:lnTo>
                    <a:pt x="3317" y="1843"/>
                  </a:lnTo>
                  <a:lnTo>
                    <a:pt x="3359" y="1850"/>
                  </a:lnTo>
                  <a:lnTo>
                    <a:pt x="3402" y="1850"/>
                  </a:lnTo>
                  <a:lnTo>
                    <a:pt x="3445" y="1857"/>
                  </a:lnTo>
                  <a:lnTo>
                    <a:pt x="3487" y="1857"/>
                  </a:lnTo>
                  <a:lnTo>
                    <a:pt x="3522" y="1864"/>
                  </a:lnTo>
                  <a:lnTo>
                    <a:pt x="3565" y="1864"/>
                  </a:lnTo>
                  <a:lnTo>
                    <a:pt x="3608" y="1864"/>
                  </a:lnTo>
                  <a:lnTo>
                    <a:pt x="3650" y="1871"/>
                  </a:lnTo>
                  <a:lnTo>
                    <a:pt x="3693" y="1871"/>
                  </a:lnTo>
                  <a:lnTo>
                    <a:pt x="3728" y="1871"/>
                  </a:lnTo>
                  <a:lnTo>
                    <a:pt x="3771" y="1878"/>
                  </a:lnTo>
                  <a:lnTo>
                    <a:pt x="3813" y="1878"/>
                  </a:lnTo>
                  <a:lnTo>
                    <a:pt x="3856" y="1878"/>
                  </a:lnTo>
                  <a:lnTo>
                    <a:pt x="3898" y="1878"/>
                  </a:lnTo>
                  <a:lnTo>
                    <a:pt x="3934" y="1878"/>
                  </a:lnTo>
                  <a:lnTo>
                    <a:pt x="3976" y="1878"/>
                  </a:lnTo>
                  <a:lnTo>
                    <a:pt x="4019" y="1871"/>
                  </a:lnTo>
                  <a:lnTo>
                    <a:pt x="4061" y="1871"/>
                  </a:lnTo>
                  <a:lnTo>
                    <a:pt x="4104" y="1871"/>
                  </a:ln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6" name="Text Box 54">
              <a:extLst>
                <a:ext uri="{FF2B5EF4-FFF2-40B4-BE49-F238E27FC236}">
                  <a16:creationId xmlns:a16="http://schemas.microsoft.com/office/drawing/2014/main" id="{76A58969-1522-81EE-6F06-843E90E1F9DC}"/>
                </a:ext>
              </a:extLst>
            </p:cNvPr>
            <p:cNvSpPr txBox="1">
              <a:spLocks noChangeArrowheads="1"/>
            </p:cNvSpPr>
            <p:nvPr/>
          </p:nvSpPr>
          <p:spPr bwMode="auto">
            <a:xfrm>
              <a:off x="2992" y="2382"/>
              <a:ext cx="18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76817" name="Text Box 55">
              <a:extLst>
                <a:ext uri="{FF2B5EF4-FFF2-40B4-BE49-F238E27FC236}">
                  <a16:creationId xmlns:a16="http://schemas.microsoft.com/office/drawing/2014/main" id="{C619C8AB-416A-FCF0-214F-E4BEE5044E13}"/>
                </a:ext>
              </a:extLst>
            </p:cNvPr>
            <p:cNvSpPr txBox="1">
              <a:spLocks noChangeArrowheads="1"/>
            </p:cNvSpPr>
            <p:nvPr/>
          </p:nvSpPr>
          <p:spPr bwMode="auto">
            <a:xfrm>
              <a:off x="4624" y="2440"/>
              <a:ext cx="14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a:t>
              </a:r>
            </a:p>
          </p:txBody>
        </p:sp>
        <p:sp>
          <p:nvSpPr>
            <p:cNvPr id="76818" name="Text Box 56">
              <a:extLst>
                <a:ext uri="{FF2B5EF4-FFF2-40B4-BE49-F238E27FC236}">
                  <a16:creationId xmlns:a16="http://schemas.microsoft.com/office/drawing/2014/main" id="{0CB55B43-1492-307D-0DC2-82AC094171EA}"/>
                </a:ext>
              </a:extLst>
            </p:cNvPr>
            <p:cNvSpPr txBox="1">
              <a:spLocks noChangeArrowheads="1"/>
            </p:cNvSpPr>
            <p:nvPr/>
          </p:nvSpPr>
          <p:spPr bwMode="auto">
            <a:xfrm>
              <a:off x="2789" y="1842"/>
              <a:ext cx="38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c</a:t>
              </a:r>
              <a:r>
                <a:rPr lang="en-US" altLang="zh-CN" sz="2400" i="1" baseline="-180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76819" name="Line 57">
              <a:extLst>
                <a:ext uri="{FF2B5EF4-FFF2-40B4-BE49-F238E27FC236}">
                  <a16:creationId xmlns:a16="http://schemas.microsoft.com/office/drawing/2014/main" id="{80885F3A-CCAE-B423-8AAE-1FC768B77A55}"/>
                </a:ext>
              </a:extLst>
            </p:cNvPr>
            <p:cNvSpPr>
              <a:spLocks noChangeShapeType="1"/>
            </p:cNvSpPr>
            <p:nvPr/>
          </p:nvSpPr>
          <p:spPr bwMode="auto">
            <a:xfrm flipH="1">
              <a:off x="3365" y="2191"/>
              <a:ext cx="170" cy="88"/>
            </a:xfrm>
            <a:prstGeom prst="line">
              <a:avLst/>
            </a:prstGeom>
            <a:noFill/>
            <a:ln w="222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20" name="Rectangle 58">
              <a:extLst>
                <a:ext uri="{FF2B5EF4-FFF2-40B4-BE49-F238E27FC236}">
                  <a16:creationId xmlns:a16="http://schemas.microsoft.com/office/drawing/2014/main" id="{49AC0F11-933C-4980-450B-1AD792C19EA0}"/>
                </a:ext>
              </a:extLst>
            </p:cNvPr>
            <p:cNvSpPr>
              <a:spLocks noChangeArrowheads="1"/>
            </p:cNvSpPr>
            <p:nvPr/>
          </p:nvSpPr>
          <p:spPr bwMode="auto">
            <a:xfrm>
              <a:off x="3501" y="2075"/>
              <a:ext cx="51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rgbClr val="FF0000"/>
                  </a:solidFill>
                  <a:latin typeface="Times New Roman" panose="02020603050405020304" pitchFamily="18" charset="0"/>
                </a:rPr>
                <a:t>p</a:t>
              </a:r>
              <a:r>
                <a:rPr lang="en-US" altLang="zh-CN" sz="2400" baseline="-18000">
                  <a:solidFill>
                    <a:srgbClr val="FF0000"/>
                  </a:solidFill>
                  <a:latin typeface="Times New Roman" panose="02020603050405020304" pitchFamily="18" charset="0"/>
                </a:rPr>
                <a:t>1 </a:t>
              </a:r>
              <a:r>
                <a:rPr lang="zh-CN" altLang="en-US" sz="2400" baseline="-18000">
                  <a:solidFill>
                    <a:srgbClr val="FF0000"/>
                  </a:solidFill>
                  <a:latin typeface="Times New Roman" panose="02020603050405020304" pitchFamily="18" charset="0"/>
                </a:rPr>
                <a:t>、</a:t>
              </a:r>
              <a:r>
                <a:rPr lang="en-US" altLang="zh-CN" sz="2400" i="1">
                  <a:solidFill>
                    <a:srgbClr val="FF0000"/>
                  </a:solidFill>
                  <a:latin typeface="Times New Roman" panose="02020603050405020304" pitchFamily="18" charset="0"/>
                </a:rPr>
                <a:t>p</a:t>
              </a:r>
              <a:r>
                <a:rPr lang="en-US" altLang="zh-CN" sz="2400" baseline="-18000">
                  <a:solidFill>
                    <a:srgbClr val="FF0000"/>
                  </a:solidFill>
                  <a:latin typeface="Times New Roman" panose="02020603050405020304" pitchFamily="18" charset="0"/>
                </a:rPr>
                <a:t>2</a:t>
              </a:r>
            </a:p>
          </p:txBody>
        </p:sp>
        <p:sp>
          <p:nvSpPr>
            <p:cNvPr id="76821" name="Line 59">
              <a:extLst>
                <a:ext uri="{FF2B5EF4-FFF2-40B4-BE49-F238E27FC236}">
                  <a16:creationId xmlns:a16="http://schemas.microsoft.com/office/drawing/2014/main" id="{5DF07197-C91E-E260-6005-AB3BD2E70CE7}"/>
                </a:ext>
              </a:extLst>
            </p:cNvPr>
            <p:cNvSpPr>
              <a:spLocks noChangeShapeType="1"/>
            </p:cNvSpPr>
            <p:nvPr/>
          </p:nvSpPr>
          <p:spPr bwMode="auto">
            <a:xfrm flipH="1" flipV="1">
              <a:off x="3179" y="2584"/>
              <a:ext cx="102" cy="14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22" name="Rectangle 60">
              <a:extLst>
                <a:ext uri="{FF2B5EF4-FFF2-40B4-BE49-F238E27FC236}">
                  <a16:creationId xmlns:a16="http://schemas.microsoft.com/office/drawing/2014/main" id="{B16B294A-7A87-44F6-6246-7EA6FA86B057}"/>
                </a:ext>
              </a:extLst>
            </p:cNvPr>
            <p:cNvSpPr>
              <a:spLocks noChangeArrowheads="1"/>
            </p:cNvSpPr>
            <p:nvPr/>
          </p:nvSpPr>
          <p:spPr bwMode="auto">
            <a:xfrm>
              <a:off x="3249" y="2628"/>
              <a:ext cx="23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rgbClr val="339966"/>
                  </a:solidFill>
                  <a:latin typeface="Times New Roman" panose="02020603050405020304" pitchFamily="18" charset="0"/>
                </a:rPr>
                <a:t>p</a:t>
              </a:r>
              <a:r>
                <a:rPr lang="en-US" altLang="zh-CN" sz="2400" baseline="-18000">
                  <a:solidFill>
                    <a:srgbClr val="339966"/>
                  </a:solidFill>
                  <a:latin typeface="Times New Roman" panose="02020603050405020304" pitchFamily="18" charset="0"/>
                </a:rPr>
                <a:t>3</a:t>
              </a:r>
            </a:p>
          </p:txBody>
        </p:sp>
        <p:sp>
          <p:nvSpPr>
            <p:cNvPr id="76823" name="Rectangle 61">
              <a:extLst>
                <a:ext uri="{FF2B5EF4-FFF2-40B4-BE49-F238E27FC236}">
                  <a16:creationId xmlns:a16="http://schemas.microsoft.com/office/drawing/2014/main" id="{ABE5997C-AA4F-B0C7-6B09-454A16D7F4D7}"/>
                </a:ext>
              </a:extLst>
            </p:cNvPr>
            <p:cNvSpPr>
              <a:spLocks noChangeArrowheads="1"/>
            </p:cNvSpPr>
            <p:nvPr/>
          </p:nvSpPr>
          <p:spPr bwMode="auto">
            <a:xfrm>
              <a:off x="3515" y="2205"/>
              <a:ext cx="51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solidFill>
                    <a:srgbClr val="3333FF"/>
                  </a:solidFill>
                  <a:latin typeface="Times New Roman" panose="02020603050405020304" pitchFamily="18" charset="0"/>
                </a:rPr>
                <a:t>p</a:t>
              </a:r>
              <a:r>
                <a:rPr lang="en-US" altLang="zh-CN" sz="2400" baseline="-18000">
                  <a:solidFill>
                    <a:srgbClr val="3333FF"/>
                  </a:solidFill>
                  <a:latin typeface="Times New Roman" panose="02020603050405020304" pitchFamily="18" charset="0"/>
                </a:rPr>
                <a:t>4 </a:t>
              </a:r>
              <a:r>
                <a:rPr lang="zh-CN" altLang="en-US" sz="2400" baseline="-18000">
                  <a:solidFill>
                    <a:srgbClr val="3333FF"/>
                  </a:solidFill>
                  <a:latin typeface="Times New Roman" panose="02020603050405020304" pitchFamily="18" charset="0"/>
                </a:rPr>
                <a:t>、</a:t>
              </a:r>
              <a:r>
                <a:rPr lang="en-US" altLang="zh-CN" sz="2400" i="1">
                  <a:solidFill>
                    <a:srgbClr val="3333FF"/>
                  </a:solidFill>
                  <a:latin typeface="Times New Roman" panose="02020603050405020304" pitchFamily="18" charset="0"/>
                </a:rPr>
                <a:t>p</a:t>
              </a:r>
              <a:r>
                <a:rPr lang="en-US" altLang="zh-CN" sz="2400" baseline="-18000">
                  <a:solidFill>
                    <a:srgbClr val="3333FF"/>
                  </a:solidFill>
                  <a:latin typeface="Times New Roman" panose="02020603050405020304" pitchFamily="18" charset="0"/>
                </a:rPr>
                <a:t>5</a:t>
              </a:r>
            </a:p>
          </p:txBody>
        </p:sp>
        <p:sp>
          <p:nvSpPr>
            <p:cNvPr id="76824" name="Line 62">
              <a:extLst>
                <a:ext uri="{FF2B5EF4-FFF2-40B4-BE49-F238E27FC236}">
                  <a16:creationId xmlns:a16="http://schemas.microsoft.com/office/drawing/2014/main" id="{E3E3148C-74BF-6695-62F1-DF3CFDCF337C}"/>
                </a:ext>
              </a:extLst>
            </p:cNvPr>
            <p:cNvSpPr>
              <a:spLocks noChangeShapeType="1"/>
            </p:cNvSpPr>
            <p:nvPr/>
          </p:nvSpPr>
          <p:spPr bwMode="auto">
            <a:xfrm flipH="1">
              <a:off x="3168" y="2298"/>
              <a:ext cx="373" cy="175"/>
            </a:xfrm>
            <a:prstGeom prst="line">
              <a:avLst/>
            </a:prstGeom>
            <a:noFill/>
            <a:ln w="22225">
              <a:solidFill>
                <a:srgbClr val="0000FF"/>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76806" name="Object 5">
            <a:extLst>
              <a:ext uri="{FF2B5EF4-FFF2-40B4-BE49-F238E27FC236}">
                <a16:creationId xmlns:a16="http://schemas.microsoft.com/office/drawing/2014/main" id="{A2CB6C87-1D80-DC2E-2D62-F14E18DF2B74}"/>
              </a:ext>
            </a:extLst>
          </p:cNvPr>
          <p:cNvGraphicFramePr>
            <a:graphicFrameLocks noChangeAspect="1"/>
          </p:cNvGraphicFramePr>
          <p:nvPr/>
        </p:nvGraphicFramePr>
        <p:xfrm>
          <a:off x="1476375" y="0"/>
          <a:ext cx="5835650" cy="1112838"/>
        </p:xfrm>
        <a:graphic>
          <a:graphicData uri="http://schemas.openxmlformats.org/presentationml/2006/ole">
            <mc:AlternateContent xmlns:mc="http://schemas.openxmlformats.org/markup-compatibility/2006">
              <mc:Choice xmlns:v="urn:schemas-microsoft-com:vml" Requires="v">
                <p:oleObj spid="_x0000_s21507" r:id="rId4" imgW="3606800" imgH="685800" progId="Equation.3">
                  <p:embed/>
                </p:oleObj>
              </mc:Choice>
              <mc:Fallback>
                <p:oleObj r:id="rId4" imgW="3606800" imgH="6858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0"/>
                        <a:ext cx="583565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 calcmode="lin" valueType="num">
                                      <p:cBhvr additive="base">
                                        <p:cTn id="7" dur="500" fill="hold"/>
                                        <p:tgtEl>
                                          <p:spTgt spid="66563"/>
                                        </p:tgtEl>
                                        <p:attrNameLst>
                                          <p:attrName>ppt_x</p:attrName>
                                        </p:attrNameLst>
                                      </p:cBhvr>
                                      <p:tavLst>
                                        <p:tav tm="0">
                                          <p:val>
                                            <p:strVal val="#ppt_x"/>
                                          </p:val>
                                        </p:tav>
                                        <p:tav tm="100000">
                                          <p:val>
                                            <p:strVal val="#ppt_x"/>
                                          </p:val>
                                        </p:tav>
                                      </p:tavLst>
                                    </p:anim>
                                    <p:anim calcmode="lin" valueType="num">
                                      <p:cBhvr additive="base">
                                        <p:cTn id="8" dur="500" fill="hold"/>
                                        <p:tgtEl>
                                          <p:spTgt spid="665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72664CD6-DC32-AFDF-3362-5CAE6329EA0F}"/>
              </a:ext>
            </a:extLst>
          </p:cNvPr>
          <p:cNvSpPr>
            <a:spLocks noChangeArrowheads="1"/>
          </p:cNvSpPr>
          <p:nvPr/>
        </p:nvSpPr>
        <p:spPr bwMode="auto">
          <a:xfrm>
            <a:off x="1258888" y="1700213"/>
            <a:ext cx="7162800"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系统零点影响各极点处的留数的大小（即</a:t>
            </a:r>
          </a:p>
          <a:p>
            <a:pPr eaLnBrk="1" hangingPunct="1">
              <a:lnSpc>
                <a:spcPct val="115000"/>
              </a:lnSpc>
            </a:pPr>
            <a:r>
              <a:rPr lang="zh-CN" altLang="en-US" sz="2800">
                <a:latin typeface="宋体" panose="02010600030101010101" pitchFamily="2" charset="-122"/>
              </a:rPr>
              <a:t>  各个瞬态分量的相对强度），如果在某一</a:t>
            </a:r>
          </a:p>
          <a:p>
            <a:pPr eaLnBrk="1" hangingPunct="1">
              <a:lnSpc>
                <a:spcPct val="115000"/>
              </a:lnSpc>
            </a:pPr>
            <a:r>
              <a:rPr lang="zh-CN" altLang="en-US" sz="2800">
                <a:latin typeface="宋体" panose="02010600030101010101" pitchFamily="2" charset="-122"/>
              </a:rPr>
              <a:t>  极点附近存在零点，则其对应的瞬态分量</a:t>
            </a:r>
          </a:p>
          <a:p>
            <a:pPr eaLnBrk="1" hangingPunct="1">
              <a:lnSpc>
                <a:spcPct val="115000"/>
              </a:lnSpc>
            </a:pPr>
            <a:r>
              <a:rPr lang="zh-CN" altLang="en-US" sz="2800">
                <a:latin typeface="宋体" panose="02010600030101010101" pitchFamily="2" charset="-122"/>
              </a:rPr>
              <a:t>  的强度将变小，所以一对靠得很近的零点</a:t>
            </a:r>
          </a:p>
          <a:p>
            <a:pPr eaLnBrk="1" hangingPunct="1">
              <a:lnSpc>
                <a:spcPct val="115000"/>
              </a:lnSpc>
            </a:pPr>
            <a:r>
              <a:rPr lang="zh-CN" altLang="en-US" sz="2800">
                <a:latin typeface="宋体" panose="02010600030101010101" pitchFamily="2" charset="-122"/>
              </a:rPr>
              <a:t>  和极点其瞬态响应分量可以忽略。这对零</a:t>
            </a:r>
          </a:p>
          <a:p>
            <a:pPr eaLnBrk="1" hangingPunct="1">
              <a:lnSpc>
                <a:spcPct val="115000"/>
              </a:lnSpc>
            </a:pPr>
            <a:r>
              <a:rPr lang="zh-CN" altLang="en-US" sz="2800">
                <a:latin typeface="宋体" panose="02010600030101010101" pitchFamily="2" charset="-122"/>
              </a:rPr>
              <a:t>  极点称为</a:t>
            </a:r>
            <a:r>
              <a:rPr lang="zh-CN" altLang="en-US" sz="2800">
                <a:solidFill>
                  <a:srgbClr val="FF0000"/>
                </a:solidFill>
                <a:latin typeface="宋体" panose="02010600030101010101" pitchFamily="2" charset="-122"/>
              </a:rPr>
              <a:t>偶极子</a:t>
            </a:r>
            <a:r>
              <a:rPr lang="zh-CN" altLang="en-US" sz="2800">
                <a:latin typeface="宋体" panose="02010600030101010101" pitchFamily="2" charset="-122"/>
              </a:rPr>
              <a:t>。</a:t>
            </a:r>
          </a:p>
        </p:txBody>
      </p:sp>
      <p:sp>
        <p:nvSpPr>
          <p:cNvPr id="65540" name="Rectangle 4">
            <a:extLst>
              <a:ext uri="{FF2B5EF4-FFF2-40B4-BE49-F238E27FC236}">
                <a16:creationId xmlns:a16="http://schemas.microsoft.com/office/drawing/2014/main" id="{FA96A712-D535-7E1F-446E-B4BD0143DB38}"/>
              </a:ext>
            </a:extLst>
          </p:cNvPr>
          <p:cNvSpPr>
            <a:spLocks noChangeArrowheads="1"/>
          </p:cNvSpPr>
          <p:nvPr/>
        </p:nvSpPr>
        <p:spPr bwMode="auto">
          <a:xfrm>
            <a:off x="1258888" y="4708525"/>
            <a:ext cx="7345362"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通常如果闭环零点和极点的之间的距离小</a:t>
            </a:r>
          </a:p>
          <a:p>
            <a:pPr eaLnBrk="1" hangingPunct="1">
              <a:lnSpc>
                <a:spcPct val="115000"/>
              </a:lnSpc>
              <a:buFont typeface="Wingdings" panose="05000000000000000000" pitchFamily="2" charset="2"/>
              <a:buNone/>
            </a:pPr>
            <a:r>
              <a:rPr lang="zh-CN" altLang="en-US" sz="2800">
                <a:latin typeface="Times New Roman" panose="02020603050405020304" pitchFamily="18" charset="0"/>
              </a:rPr>
              <a:t>   于它们本身到原点距离的十分之一时，则</a:t>
            </a:r>
          </a:p>
          <a:p>
            <a:pPr eaLnBrk="1" hangingPunct="1">
              <a:lnSpc>
                <a:spcPct val="115000"/>
              </a:lnSpc>
              <a:buFont typeface="Wingdings" panose="05000000000000000000" pitchFamily="2" charset="2"/>
              <a:buNone/>
            </a:pPr>
            <a:r>
              <a:rPr lang="zh-CN" altLang="en-US" sz="2800">
                <a:latin typeface="Times New Roman" panose="02020603050405020304" pitchFamily="18" charset="0"/>
              </a:rPr>
              <a:t>    该极点和零点构成一对偶极子，可以对消。</a:t>
            </a:r>
          </a:p>
        </p:txBody>
      </p:sp>
      <p:graphicFrame>
        <p:nvGraphicFramePr>
          <p:cNvPr id="78852" name="Object 5">
            <a:extLst>
              <a:ext uri="{FF2B5EF4-FFF2-40B4-BE49-F238E27FC236}">
                <a16:creationId xmlns:a16="http://schemas.microsoft.com/office/drawing/2014/main" id="{3D7BDBCF-8A92-D91E-0A1F-8503C1D2F695}"/>
              </a:ext>
            </a:extLst>
          </p:cNvPr>
          <p:cNvGraphicFramePr>
            <a:graphicFrameLocks noChangeAspect="1"/>
          </p:cNvGraphicFramePr>
          <p:nvPr/>
        </p:nvGraphicFramePr>
        <p:xfrm>
          <a:off x="1042988" y="333375"/>
          <a:ext cx="7131050" cy="1358900"/>
        </p:xfrm>
        <a:graphic>
          <a:graphicData uri="http://schemas.openxmlformats.org/presentationml/2006/ole">
            <mc:AlternateContent xmlns:mc="http://schemas.openxmlformats.org/markup-compatibility/2006">
              <mc:Choice xmlns:v="urn:schemas-microsoft-com:vml" Requires="v">
                <p:oleObj spid="_x0000_s22531" r:id="rId4" imgW="3606800" imgH="685800" progId="Equation.3">
                  <p:embed/>
                </p:oleObj>
              </mc:Choice>
              <mc:Fallback>
                <p:oleObj r:id="rId4" imgW="3606800" imgH="6858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333375"/>
                        <a:ext cx="713105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 calcmode="lin" valueType="num">
                                      <p:cBhvr additive="base">
                                        <p:cTn id="7" dur="500" fill="hold"/>
                                        <p:tgtEl>
                                          <p:spTgt spid="65540"/>
                                        </p:tgtEl>
                                        <p:attrNameLst>
                                          <p:attrName>ppt_x</p:attrName>
                                        </p:attrNameLst>
                                      </p:cBhvr>
                                      <p:tavLst>
                                        <p:tav tm="0">
                                          <p:val>
                                            <p:strVal val="#ppt_x"/>
                                          </p:val>
                                        </p:tav>
                                        <p:tav tm="100000">
                                          <p:val>
                                            <p:strVal val="#ppt_x"/>
                                          </p:val>
                                        </p:tav>
                                      </p:tavLst>
                                    </p:anim>
                                    <p:anim calcmode="lin" valueType="num">
                                      <p:cBhvr additive="base">
                                        <p:cTn id="8" dur="500" fill="hold"/>
                                        <p:tgtEl>
                                          <p:spTgt spid="655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461D3FE2-FA69-6811-BC4D-ED22C202449B}"/>
              </a:ext>
            </a:extLst>
          </p:cNvPr>
          <p:cNvSpPr>
            <a:spLocks noChangeArrowheads="1"/>
          </p:cNvSpPr>
          <p:nvPr/>
        </p:nvSpPr>
        <p:spPr bwMode="auto">
          <a:xfrm>
            <a:off x="1258888" y="3757613"/>
            <a:ext cx="7162800"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综上所述，对于高阶系统，如果能够找到</a:t>
            </a:r>
          </a:p>
          <a:p>
            <a:pPr eaLnBrk="1" hangingPunct="1">
              <a:lnSpc>
                <a:spcPct val="115000"/>
              </a:lnSpc>
            </a:pPr>
            <a:r>
              <a:rPr lang="zh-CN" altLang="en-US" sz="2800">
                <a:latin typeface="Times New Roman" panose="02020603050405020304" pitchFamily="18" charset="0"/>
              </a:rPr>
              <a:t>    主导极点（通常选为一对共轭复数极点，</a:t>
            </a:r>
          </a:p>
          <a:p>
            <a:pPr eaLnBrk="1" hangingPunct="1">
              <a:lnSpc>
                <a:spcPct val="115000"/>
              </a:lnSpc>
            </a:pPr>
            <a:r>
              <a:rPr lang="zh-CN" altLang="en-US" sz="2800">
                <a:latin typeface="Times New Roman" panose="02020603050405020304" pitchFamily="18" charset="0"/>
              </a:rPr>
              <a:t>    即二阶系统），就可以忽略其它远离虚轴</a:t>
            </a:r>
          </a:p>
          <a:p>
            <a:pPr eaLnBrk="1" hangingPunct="1">
              <a:lnSpc>
                <a:spcPct val="115000"/>
              </a:lnSpc>
            </a:pPr>
            <a:r>
              <a:rPr lang="zh-CN" altLang="en-US" sz="2800">
                <a:latin typeface="Times New Roman" panose="02020603050405020304" pitchFamily="18" charset="0"/>
              </a:rPr>
              <a:t>    的极点和偶极子的影响，近似为二阶系统</a:t>
            </a:r>
          </a:p>
          <a:p>
            <a:pPr eaLnBrk="1" hangingPunct="1">
              <a:lnSpc>
                <a:spcPct val="115000"/>
              </a:lnSpc>
            </a:pPr>
            <a:r>
              <a:rPr lang="zh-CN" altLang="en-US" sz="2800">
                <a:latin typeface="Times New Roman" panose="02020603050405020304" pitchFamily="18" charset="0"/>
              </a:rPr>
              <a:t>    进行处理。</a:t>
            </a:r>
          </a:p>
        </p:txBody>
      </p:sp>
      <p:sp>
        <p:nvSpPr>
          <p:cNvPr id="64516" name="Rectangle 4">
            <a:extLst>
              <a:ext uri="{FF2B5EF4-FFF2-40B4-BE49-F238E27FC236}">
                <a16:creationId xmlns:a16="http://schemas.microsoft.com/office/drawing/2014/main" id="{6D15FC35-45EE-23A4-4D9C-EBD7A3C505A4}"/>
              </a:ext>
            </a:extLst>
          </p:cNvPr>
          <p:cNvSpPr>
            <a:spLocks noChangeArrowheads="1"/>
          </p:cNvSpPr>
          <p:nvPr/>
        </p:nvSpPr>
        <p:spPr bwMode="auto">
          <a:xfrm>
            <a:off x="1258888" y="1700213"/>
            <a:ext cx="71628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solidFill>
                  <a:srgbClr val="FF0000"/>
                </a:solidFill>
                <a:latin typeface="宋体" panose="02010600030101010101" pitchFamily="2" charset="-122"/>
              </a:rPr>
              <a:t>主导极点</a:t>
            </a:r>
            <a:r>
              <a:rPr lang="zh-CN" altLang="en-US" sz="2800">
                <a:latin typeface="宋体" panose="02010600030101010101" pitchFamily="2" charset="-122"/>
              </a:rPr>
              <a:t>（</a:t>
            </a:r>
            <a:r>
              <a:rPr lang="zh-CN" altLang="en-US" sz="2800">
                <a:latin typeface="Times New Roman" panose="02020603050405020304" pitchFamily="18" charset="0"/>
              </a:rPr>
              <a:t> </a:t>
            </a:r>
            <a:r>
              <a:rPr lang="zh-CN" altLang="en-US" sz="2800">
                <a:latin typeface="宋体" panose="02010600030101010101" pitchFamily="2" charset="-122"/>
              </a:rPr>
              <a:t>距虚轴最近、实部的绝对值为</a:t>
            </a:r>
          </a:p>
          <a:p>
            <a:pPr eaLnBrk="1" hangingPunct="1">
              <a:lnSpc>
                <a:spcPct val="115000"/>
              </a:lnSpc>
            </a:pPr>
            <a:r>
              <a:rPr lang="zh-CN" altLang="en-US" sz="2800">
                <a:latin typeface="宋体" panose="02010600030101010101" pitchFamily="2" charset="-122"/>
              </a:rPr>
              <a:t>  其它极点实部绝对值的</a:t>
            </a:r>
            <a:r>
              <a:rPr lang="en-US" altLang="zh-CN" sz="2800">
                <a:latin typeface="Times New Roman" panose="02020603050405020304" pitchFamily="18" charset="0"/>
              </a:rPr>
              <a:t>1/5</a:t>
            </a:r>
            <a:r>
              <a:rPr lang="zh-CN" altLang="en-US" sz="2800">
                <a:latin typeface="宋体" panose="02010600030101010101" pitchFamily="2" charset="-122"/>
              </a:rPr>
              <a:t>或更小，且其附</a:t>
            </a:r>
          </a:p>
          <a:p>
            <a:pPr eaLnBrk="1" hangingPunct="1">
              <a:lnSpc>
                <a:spcPct val="115000"/>
              </a:lnSpc>
            </a:pPr>
            <a:r>
              <a:rPr lang="zh-CN" altLang="en-US" sz="2800">
                <a:latin typeface="宋体" panose="02010600030101010101" pitchFamily="2" charset="-122"/>
              </a:rPr>
              <a:t>  近没有零点的闭环极点）对高阶系统的瞬</a:t>
            </a:r>
          </a:p>
          <a:p>
            <a:pPr eaLnBrk="1" hangingPunct="1">
              <a:lnSpc>
                <a:spcPct val="115000"/>
              </a:lnSpc>
            </a:pPr>
            <a:r>
              <a:rPr lang="zh-CN" altLang="en-US" sz="2800">
                <a:latin typeface="宋体" panose="02010600030101010101" pitchFamily="2" charset="-122"/>
              </a:rPr>
              <a:t>  态响应起主导作用。</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4515"/>
                                        </p:tgtEl>
                                        <p:attrNameLst>
                                          <p:attrName>style.visibility</p:attrName>
                                        </p:attrNameLst>
                                      </p:cBhvr>
                                      <p:to>
                                        <p:strVal val="visible"/>
                                      </p:to>
                                    </p:set>
                                    <p:anim calcmode="lin" valueType="num">
                                      <p:cBhvr additive="base">
                                        <p:cTn id="11" dur="500" fill="hold"/>
                                        <p:tgtEl>
                                          <p:spTgt spid="64515"/>
                                        </p:tgtEl>
                                        <p:attrNameLst>
                                          <p:attrName>ppt_x</p:attrName>
                                        </p:attrNameLst>
                                      </p:cBhvr>
                                      <p:tavLst>
                                        <p:tav tm="0">
                                          <p:val>
                                            <p:strVal val="#ppt_x"/>
                                          </p:val>
                                        </p:tav>
                                        <p:tav tm="100000">
                                          <p:val>
                                            <p:strVal val="#ppt_x"/>
                                          </p:val>
                                        </p:tav>
                                      </p:tavLst>
                                    </p:anim>
                                    <p:anim calcmode="lin" valueType="num">
                                      <p:cBhvr additive="base">
                                        <p:cTn id="12" dur="500" fill="hold"/>
                                        <p:tgtEl>
                                          <p:spTgt spid="645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P spid="645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D45E4E07-93EA-341C-03AE-67A2144EE5FD}"/>
              </a:ext>
            </a:extLst>
          </p:cNvPr>
          <p:cNvSpPr>
            <a:spLocks noChangeArrowheads="1"/>
          </p:cNvSpPr>
          <p:nvPr/>
        </p:nvSpPr>
        <p:spPr bwMode="auto">
          <a:xfrm>
            <a:off x="990600" y="191928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例题</a:t>
            </a:r>
          </a:p>
        </p:txBody>
      </p:sp>
      <p:grpSp>
        <p:nvGrpSpPr>
          <p:cNvPr id="82947" name="Group 4">
            <a:extLst>
              <a:ext uri="{FF2B5EF4-FFF2-40B4-BE49-F238E27FC236}">
                <a16:creationId xmlns:a16="http://schemas.microsoft.com/office/drawing/2014/main" id="{61E45741-9426-D2F6-CA88-C375088A0A1E}"/>
              </a:ext>
            </a:extLst>
          </p:cNvPr>
          <p:cNvGrpSpPr>
            <a:grpSpLocks/>
          </p:cNvGrpSpPr>
          <p:nvPr/>
        </p:nvGrpSpPr>
        <p:grpSpPr bwMode="auto">
          <a:xfrm>
            <a:off x="1371600" y="2425700"/>
            <a:ext cx="7162800" cy="2146300"/>
            <a:chOff x="864" y="1528"/>
            <a:chExt cx="4512" cy="1352"/>
          </a:xfrm>
        </p:grpSpPr>
        <p:sp>
          <p:nvSpPr>
            <p:cNvPr id="82950" name="Rectangle 5">
              <a:extLst>
                <a:ext uri="{FF2B5EF4-FFF2-40B4-BE49-F238E27FC236}">
                  <a16:creationId xmlns:a16="http://schemas.microsoft.com/office/drawing/2014/main" id="{6A6B2BE7-DBD8-5717-2D8A-DFB0A561DA89}"/>
                </a:ext>
              </a:extLst>
            </p:cNvPr>
            <p:cNvSpPr>
              <a:spLocks noChangeArrowheads="1"/>
            </p:cNvSpPr>
            <p:nvPr/>
          </p:nvSpPr>
          <p:spPr bwMode="auto">
            <a:xfrm>
              <a:off x="864" y="1528"/>
              <a:ext cx="451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已知系统的闭环传递函数为：</a:t>
              </a:r>
            </a:p>
          </p:txBody>
        </p:sp>
        <p:graphicFrame>
          <p:nvGraphicFramePr>
            <p:cNvPr id="82951" name="Object 6">
              <a:extLst>
                <a:ext uri="{FF2B5EF4-FFF2-40B4-BE49-F238E27FC236}">
                  <a16:creationId xmlns:a16="http://schemas.microsoft.com/office/drawing/2014/main" id="{6DD49409-E8A8-4089-D41E-C9EE3651605D}"/>
                </a:ext>
              </a:extLst>
            </p:cNvPr>
            <p:cNvGraphicFramePr>
              <a:graphicFrameLocks noChangeAspect="1"/>
            </p:cNvGraphicFramePr>
            <p:nvPr/>
          </p:nvGraphicFramePr>
          <p:xfrm>
            <a:off x="1008" y="1916"/>
            <a:ext cx="4368" cy="549"/>
          </p:xfrm>
          <a:graphic>
            <a:graphicData uri="http://schemas.openxmlformats.org/presentationml/2006/ole">
              <mc:AlternateContent xmlns:mc="http://schemas.openxmlformats.org/markup-compatibility/2006">
                <mc:Choice xmlns:v="urn:schemas-microsoft-com:vml" Requires="v">
                  <p:oleObj spid="_x0000_s23556" r:id="rId4" imgW="3733800" imgH="469900" progId="Equation.3">
                    <p:embed/>
                  </p:oleObj>
                </mc:Choice>
                <mc:Fallback>
                  <p:oleObj r:id="rId4" imgW="3733800" imgH="4699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1916"/>
                          <a:ext cx="4368" cy="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2" name="Rectangle 7">
              <a:extLst>
                <a:ext uri="{FF2B5EF4-FFF2-40B4-BE49-F238E27FC236}">
                  <a16:creationId xmlns:a16="http://schemas.microsoft.com/office/drawing/2014/main" id="{879D1979-7F76-C064-3C8C-1A75951954B0}"/>
                </a:ext>
              </a:extLst>
            </p:cNvPr>
            <p:cNvSpPr>
              <a:spLocks noChangeArrowheads="1"/>
            </p:cNvSpPr>
            <p:nvPr/>
          </p:nvSpPr>
          <p:spPr bwMode="auto">
            <a:xfrm>
              <a:off x="864" y="2513"/>
              <a:ext cx="451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求系统近似单位阶跃响应。</a:t>
              </a:r>
            </a:p>
          </p:txBody>
        </p:sp>
      </p:grpSp>
      <p:sp>
        <p:nvSpPr>
          <p:cNvPr id="63496" name="Rectangle 8">
            <a:extLst>
              <a:ext uri="{FF2B5EF4-FFF2-40B4-BE49-F238E27FC236}">
                <a16:creationId xmlns:a16="http://schemas.microsoft.com/office/drawing/2014/main" id="{BCC5047F-EFF7-C534-691F-52F477A98AD9}"/>
              </a:ext>
            </a:extLst>
          </p:cNvPr>
          <p:cNvSpPr>
            <a:spLocks noChangeArrowheads="1"/>
          </p:cNvSpPr>
          <p:nvPr/>
        </p:nvSpPr>
        <p:spPr bwMode="auto">
          <a:xfrm>
            <a:off x="1371600" y="4729163"/>
            <a:ext cx="7162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Times New Roman" panose="02020603050405020304" pitchFamily="18" charset="0"/>
              </a:rPr>
              <a:t>解</a:t>
            </a:r>
            <a:r>
              <a:rPr lang="zh-CN" altLang="en-US" sz="2800">
                <a:latin typeface="Times New Roman" panose="02020603050405020304" pitchFamily="18" charset="0"/>
              </a:rPr>
              <a:t>：系统闭环传递函数的零极点形式为：</a:t>
            </a:r>
          </a:p>
        </p:txBody>
      </p:sp>
      <p:graphicFrame>
        <p:nvGraphicFramePr>
          <p:cNvPr id="63497" name="Object 9">
            <a:extLst>
              <a:ext uri="{FF2B5EF4-FFF2-40B4-BE49-F238E27FC236}">
                <a16:creationId xmlns:a16="http://schemas.microsoft.com/office/drawing/2014/main" id="{E7E7178D-9FD7-3AD4-4D9C-4053EA77658E}"/>
              </a:ext>
            </a:extLst>
          </p:cNvPr>
          <p:cNvGraphicFramePr>
            <a:graphicFrameLocks noChangeAspect="1"/>
          </p:cNvGraphicFramePr>
          <p:nvPr/>
        </p:nvGraphicFramePr>
        <p:xfrm>
          <a:off x="2220913" y="5400675"/>
          <a:ext cx="6084887" cy="847725"/>
        </p:xfrm>
        <a:graphic>
          <a:graphicData uri="http://schemas.openxmlformats.org/presentationml/2006/ole">
            <mc:AlternateContent xmlns:mc="http://schemas.openxmlformats.org/markup-compatibility/2006">
              <mc:Choice xmlns:v="urn:schemas-microsoft-com:vml" Requires="v">
                <p:oleObj spid="_x0000_s23557" r:id="rId6" imgW="3276600" imgH="457200" progId="Equation.3">
                  <p:embed/>
                </p:oleObj>
              </mc:Choice>
              <mc:Fallback>
                <p:oleObj r:id="rId6" imgW="3276600" imgH="4572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0913" y="5400675"/>
                        <a:ext cx="608488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496"/>
                                        </p:tgtEl>
                                        <p:attrNameLst>
                                          <p:attrName>style.visibility</p:attrName>
                                        </p:attrNameLst>
                                      </p:cBhvr>
                                      <p:to>
                                        <p:strVal val="visible"/>
                                      </p:to>
                                    </p:set>
                                    <p:anim calcmode="lin" valueType="num">
                                      <p:cBhvr additive="base">
                                        <p:cTn id="7" dur="500" fill="hold"/>
                                        <p:tgtEl>
                                          <p:spTgt spid="63496"/>
                                        </p:tgtEl>
                                        <p:attrNameLst>
                                          <p:attrName>ppt_x</p:attrName>
                                        </p:attrNameLst>
                                      </p:cBhvr>
                                      <p:tavLst>
                                        <p:tav tm="0">
                                          <p:val>
                                            <p:strVal val="#ppt_x"/>
                                          </p:val>
                                        </p:tav>
                                        <p:tav tm="100000">
                                          <p:val>
                                            <p:strVal val="#ppt_x"/>
                                          </p:val>
                                        </p:tav>
                                      </p:tavLst>
                                    </p:anim>
                                    <p:anim calcmode="lin" valueType="num">
                                      <p:cBhvr additive="base">
                                        <p:cTn id="8" dur="500" fill="hold"/>
                                        <p:tgtEl>
                                          <p:spTgt spid="6349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3497"/>
                                        </p:tgtEl>
                                        <p:attrNameLst>
                                          <p:attrName>style.visibility</p:attrName>
                                        </p:attrNameLst>
                                      </p:cBhvr>
                                      <p:to>
                                        <p:strVal val="visible"/>
                                      </p:to>
                                    </p:set>
                                    <p:anim calcmode="lin" valueType="num">
                                      <p:cBhvr additive="base">
                                        <p:cTn id="13" dur="500" fill="hold"/>
                                        <p:tgtEl>
                                          <p:spTgt spid="63497"/>
                                        </p:tgtEl>
                                        <p:attrNameLst>
                                          <p:attrName>ppt_x</p:attrName>
                                        </p:attrNameLst>
                                      </p:cBhvr>
                                      <p:tavLst>
                                        <p:tav tm="0">
                                          <p:val>
                                            <p:strVal val="#ppt_x"/>
                                          </p:val>
                                        </p:tav>
                                        <p:tav tm="100000">
                                          <p:val>
                                            <p:strVal val="#ppt_x"/>
                                          </p:val>
                                        </p:tav>
                                      </p:tavLst>
                                    </p:anim>
                                    <p:anim calcmode="lin" valueType="num">
                                      <p:cBhvr additive="base">
                                        <p:cTn id="14" dur="500" fill="hold"/>
                                        <p:tgtEl>
                                          <p:spTgt spid="634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994" name="Group 3">
            <a:extLst>
              <a:ext uri="{FF2B5EF4-FFF2-40B4-BE49-F238E27FC236}">
                <a16:creationId xmlns:a16="http://schemas.microsoft.com/office/drawing/2014/main" id="{1CE4C245-0587-0201-F0BF-EC0C16045B8D}"/>
              </a:ext>
            </a:extLst>
          </p:cNvPr>
          <p:cNvGrpSpPr>
            <a:grpSpLocks/>
          </p:cNvGrpSpPr>
          <p:nvPr/>
        </p:nvGrpSpPr>
        <p:grpSpPr bwMode="auto">
          <a:xfrm>
            <a:off x="1763713" y="836613"/>
            <a:ext cx="4552950" cy="3165475"/>
            <a:chOff x="288" y="1104"/>
            <a:chExt cx="2868" cy="2189"/>
          </a:xfrm>
        </p:grpSpPr>
        <p:sp>
          <p:nvSpPr>
            <p:cNvPr id="84997" name="Line 4">
              <a:extLst>
                <a:ext uri="{FF2B5EF4-FFF2-40B4-BE49-F238E27FC236}">
                  <a16:creationId xmlns:a16="http://schemas.microsoft.com/office/drawing/2014/main" id="{DF4ABBAC-8CE3-B589-F06B-ADAD21495457}"/>
                </a:ext>
              </a:extLst>
            </p:cNvPr>
            <p:cNvSpPr>
              <a:spLocks noChangeAspect="1" noChangeShapeType="1"/>
            </p:cNvSpPr>
            <p:nvPr/>
          </p:nvSpPr>
          <p:spPr bwMode="auto">
            <a:xfrm>
              <a:off x="2289" y="1454"/>
              <a:ext cx="0" cy="1699"/>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useBgFill="1">
          <p:nvSpPr>
            <p:cNvPr id="84998" name="Text Box 5">
              <a:extLst>
                <a:ext uri="{FF2B5EF4-FFF2-40B4-BE49-F238E27FC236}">
                  <a16:creationId xmlns:a16="http://schemas.microsoft.com/office/drawing/2014/main" id="{85E526DD-BFB6-45AF-2D56-AAA6A1C016EF}"/>
                </a:ext>
              </a:extLst>
            </p:cNvPr>
            <p:cNvSpPr txBox="1">
              <a:spLocks noChangeArrowheads="1"/>
            </p:cNvSpPr>
            <p:nvPr/>
          </p:nvSpPr>
          <p:spPr bwMode="auto">
            <a:xfrm>
              <a:off x="2076" y="2304"/>
              <a:ext cx="372" cy="316"/>
            </a:xfrm>
            <a:prstGeom prst="rect">
              <a:avLst/>
            </a:prstGeom>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rPr>
                <a:t>-10</a:t>
              </a:r>
            </a:p>
          </p:txBody>
        </p:sp>
        <p:sp>
          <p:nvSpPr>
            <p:cNvPr id="84999" name="Line 6">
              <a:extLst>
                <a:ext uri="{FF2B5EF4-FFF2-40B4-BE49-F238E27FC236}">
                  <a16:creationId xmlns:a16="http://schemas.microsoft.com/office/drawing/2014/main" id="{77D46B3F-67BD-D242-E534-B755E72791D9}"/>
                </a:ext>
              </a:extLst>
            </p:cNvPr>
            <p:cNvSpPr>
              <a:spLocks noChangeAspect="1" noChangeShapeType="1"/>
            </p:cNvSpPr>
            <p:nvPr/>
          </p:nvSpPr>
          <p:spPr bwMode="auto">
            <a:xfrm>
              <a:off x="466" y="2304"/>
              <a:ext cx="2477" cy="0"/>
            </a:xfrm>
            <a:prstGeom prst="line">
              <a:avLst/>
            </a:prstGeom>
            <a:noFill/>
            <a:ln w="0">
              <a:solidFill>
                <a:srgbClr val="66666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00" name="Line 7">
              <a:extLst>
                <a:ext uri="{FF2B5EF4-FFF2-40B4-BE49-F238E27FC236}">
                  <a16:creationId xmlns:a16="http://schemas.microsoft.com/office/drawing/2014/main" id="{4502180B-0E86-A13A-7FC2-27E141B0885C}"/>
                </a:ext>
              </a:extLst>
            </p:cNvPr>
            <p:cNvSpPr>
              <a:spLocks noChangeAspect="1" noChangeShapeType="1"/>
            </p:cNvSpPr>
            <p:nvPr/>
          </p:nvSpPr>
          <p:spPr bwMode="auto">
            <a:xfrm>
              <a:off x="384" y="2304"/>
              <a:ext cx="2677"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01" name="Line 8">
              <a:extLst>
                <a:ext uri="{FF2B5EF4-FFF2-40B4-BE49-F238E27FC236}">
                  <a16:creationId xmlns:a16="http://schemas.microsoft.com/office/drawing/2014/main" id="{81E8898F-C520-2142-9010-2DED75E9E985}"/>
                </a:ext>
              </a:extLst>
            </p:cNvPr>
            <p:cNvSpPr>
              <a:spLocks noChangeAspect="1" noChangeShapeType="1"/>
            </p:cNvSpPr>
            <p:nvPr/>
          </p:nvSpPr>
          <p:spPr bwMode="auto">
            <a:xfrm flipV="1">
              <a:off x="2658" y="1296"/>
              <a:ext cx="0" cy="1958"/>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5002" name="Group 9">
              <a:extLst>
                <a:ext uri="{FF2B5EF4-FFF2-40B4-BE49-F238E27FC236}">
                  <a16:creationId xmlns:a16="http://schemas.microsoft.com/office/drawing/2014/main" id="{35B93168-41BF-AEA0-7A68-8BFA6C54501A}"/>
                </a:ext>
              </a:extLst>
            </p:cNvPr>
            <p:cNvGrpSpPr>
              <a:grpSpLocks/>
            </p:cNvGrpSpPr>
            <p:nvPr/>
          </p:nvGrpSpPr>
          <p:grpSpPr bwMode="auto">
            <a:xfrm>
              <a:off x="2240" y="1398"/>
              <a:ext cx="96" cy="96"/>
              <a:chOff x="1872" y="1584"/>
              <a:chExt cx="96" cy="96"/>
            </a:xfrm>
          </p:grpSpPr>
          <p:sp>
            <p:nvSpPr>
              <p:cNvPr id="85023" name="Line 10">
                <a:extLst>
                  <a:ext uri="{FF2B5EF4-FFF2-40B4-BE49-F238E27FC236}">
                    <a16:creationId xmlns:a16="http://schemas.microsoft.com/office/drawing/2014/main" id="{67098C4E-2C2D-EE52-154A-C512048ADB94}"/>
                  </a:ext>
                </a:extLst>
              </p:cNvPr>
              <p:cNvSpPr>
                <a:spLocks noChangeShapeType="1"/>
              </p:cNvSpPr>
              <p:nvPr/>
            </p:nvSpPr>
            <p:spPr bwMode="auto">
              <a:xfrm flipH="1">
                <a:off x="1872" y="1584"/>
                <a:ext cx="96" cy="96"/>
              </a:xfrm>
              <a:prstGeom prst="line">
                <a:avLst/>
              </a:prstGeom>
              <a:noFill/>
              <a:ln w="2222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24" name="Line 11">
                <a:extLst>
                  <a:ext uri="{FF2B5EF4-FFF2-40B4-BE49-F238E27FC236}">
                    <a16:creationId xmlns:a16="http://schemas.microsoft.com/office/drawing/2014/main" id="{F129B5F0-8CEE-A659-2F90-C257D165DA5E}"/>
                  </a:ext>
                </a:extLst>
              </p:cNvPr>
              <p:cNvSpPr>
                <a:spLocks noChangeShapeType="1"/>
              </p:cNvSpPr>
              <p:nvPr/>
            </p:nvSpPr>
            <p:spPr bwMode="auto">
              <a:xfrm>
                <a:off x="1872" y="1584"/>
                <a:ext cx="96" cy="96"/>
              </a:xfrm>
              <a:prstGeom prst="line">
                <a:avLst/>
              </a:prstGeom>
              <a:noFill/>
              <a:ln w="2222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5003" name="Group 12">
              <a:extLst>
                <a:ext uri="{FF2B5EF4-FFF2-40B4-BE49-F238E27FC236}">
                  <a16:creationId xmlns:a16="http://schemas.microsoft.com/office/drawing/2014/main" id="{4401BAB0-6147-1E39-B702-78E870ED1E27}"/>
                </a:ext>
              </a:extLst>
            </p:cNvPr>
            <p:cNvGrpSpPr>
              <a:grpSpLocks/>
            </p:cNvGrpSpPr>
            <p:nvPr/>
          </p:nvGrpSpPr>
          <p:grpSpPr bwMode="auto">
            <a:xfrm>
              <a:off x="2240" y="3094"/>
              <a:ext cx="96" cy="96"/>
              <a:chOff x="1872" y="1584"/>
              <a:chExt cx="96" cy="96"/>
            </a:xfrm>
          </p:grpSpPr>
          <p:sp>
            <p:nvSpPr>
              <p:cNvPr id="85021" name="Line 13">
                <a:extLst>
                  <a:ext uri="{FF2B5EF4-FFF2-40B4-BE49-F238E27FC236}">
                    <a16:creationId xmlns:a16="http://schemas.microsoft.com/office/drawing/2014/main" id="{F5219993-49E6-12B1-A242-075C12B4AD52}"/>
                  </a:ext>
                </a:extLst>
              </p:cNvPr>
              <p:cNvSpPr>
                <a:spLocks noChangeShapeType="1"/>
              </p:cNvSpPr>
              <p:nvPr/>
            </p:nvSpPr>
            <p:spPr bwMode="auto">
              <a:xfrm flipH="1">
                <a:off x="1872" y="1584"/>
                <a:ext cx="96" cy="96"/>
              </a:xfrm>
              <a:prstGeom prst="line">
                <a:avLst/>
              </a:prstGeom>
              <a:noFill/>
              <a:ln w="2222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22" name="Line 14">
                <a:extLst>
                  <a:ext uri="{FF2B5EF4-FFF2-40B4-BE49-F238E27FC236}">
                    <a16:creationId xmlns:a16="http://schemas.microsoft.com/office/drawing/2014/main" id="{EEEE9786-6EEA-C6CB-22DA-ADD57C59B7F5}"/>
                  </a:ext>
                </a:extLst>
              </p:cNvPr>
              <p:cNvSpPr>
                <a:spLocks noChangeShapeType="1"/>
              </p:cNvSpPr>
              <p:nvPr/>
            </p:nvSpPr>
            <p:spPr bwMode="auto">
              <a:xfrm>
                <a:off x="1872" y="1584"/>
                <a:ext cx="96" cy="96"/>
              </a:xfrm>
              <a:prstGeom prst="line">
                <a:avLst/>
              </a:prstGeom>
              <a:noFill/>
              <a:ln w="22225">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5004" name="Group 15">
              <a:extLst>
                <a:ext uri="{FF2B5EF4-FFF2-40B4-BE49-F238E27FC236}">
                  <a16:creationId xmlns:a16="http://schemas.microsoft.com/office/drawing/2014/main" id="{98F9E17A-5674-B8F5-718F-2EFBEC7E7065}"/>
                </a:ext>
              </a:extLst>
            </p:cNvPr>
            <p:cNvGrpSpPr>
              <a:grpSpLocks/>
            </p:cNvGrpSpPr>
            <p:nvPr/>
          </p:nvGrpSpPr>
          <p:grpSpPr bwMode="auto">
            <a:xfrm>
              <a:off x="1872" y="2249"/>
              <a:ext cx="96" cy="96"/>
              <a:chOff x="1872" y="1584"/>
              <a:chExt cx="96" cy="96"/>
            </a:xfrm>
          </p:grpSpPr>
          <p:sp>
            <p:nvSpPr>
              <p:cNvPr id="85019" name="Line 16">
                <a:extLst>
                  <a:ext uri="{FF2B5EF4-FFF2-40B4-BE49-F238E27FC236}">
                    <a16:creationId xmlns:a16="http://schemas.microsoft.com/office/drawing/2014/main" id="{CD851AF2-C935-82DD-A764-634A167230DD}"/>
                  </a:ext>
                </a:extLst>
              </p:cNvPr>
              <p:cNvSpPr>
                <a:spLocks noChangeShapeType="1"/>
              </p:cNvSpPr>
              <p:nvPr/>
            </p:nvSpPr>
            <p:spPr bwMode="auto">
              <a:xfrm flipH="1">
                <a:off x="1872" y="1584"/>
                <a:ext cx="96" cy="96"/>
              </a:xfrm>
              <a:prstGeom prst="line">
                <a:avLst/>
              </a:prstGeom>
              <a:noFill/>
              <a:ln w="22225">
                <a:solidFill>
                  <a:srgbClr val="80008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20" name="Line 17">
                <a:extLst>
                  <a:ext uri="{FF2B5EF4-FFF2-40B4-BE49-F238E27FC236}">
                    <a16:creationId xmlns:a16="http://schemas.microsoft.com/office/drawing/2014/main" id="{487372F6-E9B0-03ED-82E8-D9EB97F94F16}"/>
                  </a:ext>
                </a:extLst>
              </p:cNvPr>
              <p:cNvSpPr>
                <a:spLocks noChangeShapeType="1"/>
              </p:cNvSpPr>
              <p:nvPr/>
            </p:nvSpPr>
            <p:spPr bwMode="auto">
              <a:xfrm>
                <a:off x="1872" y="1584"/>
                <a:ext cx="96" cy="96"/>
              </a:xfrm>
              <a:prstGeom prst="line">
                <a:avLst/>
              </a:prstGeom>
              <a:noFill/>
              <a:ln w="22225">
                <a:solidFill>
                  <a:srgbClr val="80008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005" name="Oval 18">
              <a:extLst>
                <a:ext uri="{FF2B5EF4-FFF2-40B4-BE49-F238E27FC236}">
                  <a16:creationId xmlns:a16="http://schemas.microsoft.com/office/drawing/2014/main" id="{BB5CB189-DEAF-7287-F3CB-DD9674825511}"/>
                </a:ext>
              </a:extLst>
            </p:cNvPr>
            <p:cNvSpPr>
              <a:spLocks noChangeArrowheads="1"/>
            </p:cNvSpPr>
            <p:nvPr/>
          </p:nvSpPr>
          <p:spPr bwMode="auto">
            <a:xfrm>
              <a:off x="1848" y="2230"/>
              <a:ext cx="144" cy="144"/>
            </a:xfrm>
            <a:prstGeom prst="ellipse">
              <a:avLst/>
            </a:prstGeom>
            <a:noFill/>
            <a:ln w="2222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nvGrpSpPr>
            <p:cNvPr id="85006" name="Group 19">
              <a:extLst>
                <a:ext uri="{FF2B5EF4-FFF2-40B4-BE49-F238E27FC236}">
                  <a16:creationId xmlns:a16="http://schemas.microsoft.com/office/drawing/2014/main" id="{A26FF5D0-9F2C-C967-95EC-26C27C3BAD43}"/>
                </a:ext>
              </a:extLst>
            </p:cNvPr>
            <p:cNvGrpSpPr>
              <a:grpSpLocks/>
            </p:cNvGrpSpPr>
            <p:nvPr/>
          </p:nvGrpSpPr>
          <p:grpSpPr bwMode="auto">
            <a:xfrm>
              <a:off x="424" y="2253"/>
              <a:ext cx="96" cy="96"/>
              <a:chOff x="1872" y="1584"/>
              <a:chExt cx="96" cy="96"/>
            </a:xfrm>
          </p:grpSpPr>
          <p:sp>
            <p:nvSpPr>
              <p:cNvPr id="85017" name="Line 20">
                <a:extLst>
                  <a:ext uri="{FF2B5EF4-FFF2-40B4-BE49-F238E27FC236}">
                    <a16:creationId xmlns:a16="http://schemas.microsoft.com/office/drawing/2014/main" id="{06DB273B-C74E-F496-6896-2ED98A4AEF03}"/>
                  </a:ext>
                </a:extLst>
              </p:cNvPr>
              <p:cNvSpPr>
                <a:spLocks noChangeShapeType="1"/>
              </p:cNvSpPr>
              <p:nvPr/>
            </p:nvSpPr>
            <p:spPr bwMode="auto">
              <a:xfrm flipH="1">
                <a:off x="1872" y="1584"/>
                <a:ext cx="96" cy="96"/>
              </a:xfrm>
              <a:prstGeom prst="line">
                <a:avLst/>
              </a:prstGeom>
              <a:noFill/>
              <a:ln w="22225">
                <a:solidFill>
                  <a:srgbClr val="0099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8" name="Line 21">
                <a:extLst>
                  <a:ext uri="{FF2B5EF4-FFF2-40B4-BE49-F238E27FC236}">
                    <a16:creationId xmlns:a16="http://schemas.microsoft.com/office/drawing/2014/main" id="{7D695AD5-5AF7-7323-3B7C-226578F603AE}"/>
                  </a:ext>
                </a:extLst>
              </p:cNvPr>
              <p:cNvSpPr>
                <a:spLocks noChangeShapeType="1"/>
              </p:cNvSpPr>
              <p:nvPr/>
            </p:nvSpPr>
            <p:spPr bwMode="auto">
              <a:xfrm>
                <a:off x="1872" y="1584"/>
                <a:ext cx="96" cy="96"/>
              </a:xfrm>
              <a:prstGeom prst="line">
                <a:avLst/>
              </a:prstGeom>
              <a:noFill/>
              <a:ln w="22225">
                <a:solidFill>
                  <a:srgbClr val="0099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007" name="Text Box 22">
              <a:extLst>
                <a:ext uri="{FF2B5EF4-FFF2-40B4-BE49-F238E27FC236}">
                  <a16:creationId xmlns:a16="http://schemas.microsoft.com/office/drawing/2014/main" id="{3ECD236A-9732-4D76-9819-92DD398B9314}"/>
                </a:ext>
              </a:extLst>
            </p:cNvPr>
            <p:cNvSpPr txBox="1">
              <a:spLocks noChangeArrowheads="1"/>
            </p:cNvSpPr>
            <p:nvPr/>
          </p:nvSpPr>
          <p:spPr bwMode="auto">
            <a:xfrm>
              <a:off x="1692" y="2352"/>
              <a:ext cx="3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solidFill>
                    <a:srgbClr val="800080"/>
                  </a:solidFill>
                  <a:latin typeface="Times New Roman" panose="02020603050405020304" pitchFamily="18" charset="0"/>
                </a:rPr>
                <a:t>-20</a:t>
              </a:r>
            </a:p>
          </p:txBody>
        </p:sp>
        <p:sp>
          <p:nvSpPr>
            <p:cNvPr id="85008" name="Text Box 23">
              <a:extLst>
                <a:ext uri="{FF2B5EF4-FFF2-40B4-BE49-F238E27FC236}">
                  <a16:creationId xmlns:a16="http://schemas.microsoft.com/office/drawing/2014/main" id="{B650B4B8-96F0-E79D-E636-5605A7E25A7D}"/>
                </a:ext>
              </a:extLst>
            </p:cNvPr>
            <p:cNvSpPr txBox="1">
              <a:spLocks noChangeArrowheads="1"/>
            </p:cNvSpPr>
            <p:nvPr/>
          </p:nvSpPr>
          <p:spPr bwMode="auto">
            <a:xfrm>
              <a:off x="1596" y="1968"/>
              <a:ext cx="61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solidFill>
                    <a:srgbClr val="3333FF"/>
                  </a:solidFill>
                  <a:latin typeface="Times New Roman" panose="02020603050405020304" pitchFamily="18" charset="0"/>
                </a:rPr>
                <a:t>-20.03</a:t>
              </a:r>
            </a:p>
          </p:txBody>
        </p:sp>
        <p:sp>
          <p:nvSpPr>
            <p:cNvPr id="85009" name="Text Box 24">
              <a:extLst>
                <a:ext uri="{FF2B5EF4-FFF2-40B4-BE49-F238E27FC236}">
                  <a16:creationId xmlns:a16="http://schemas.microsoft.com/office/drawing/2014/main" id="{6A1BCB8F-F5D1-497D-CE72-9CEB96BFFF99}"/>
                </a:ext>
              </a:extLst>
            </p:cNvPr>
            <p:cNvSpPr txBox="1">
              <a:spLocks noChangeArrowheads="1"/>
            </p:cNvSpPr>
            <p:nvPr/>
          </p:nvSpPr>
          <p:spPr bwMode="auto">
            <a:xfrm>
              <a:off x="288" y="2304"/>
              <a:ext cx="37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solidFill>
                    <a:srgbClr val="009900"/>
                  </a:solidFill>
                  <a:latin typeface="Times New Roman" panose="02020603050405020304" pitchFamily="18" charset="0"/>
                </a:rPr>
                <a:t>-60</a:t>
              </a:r>
            </a:p>
          </p:txBody>
        </p:sp>
        <p:sp>
          <p:nvSpPr>
            <p:cNvPr id="85010" name="Text Box 25">
              <a:extLst>
                <a:ext uri="{FF2B5EF4-FFF2-40B4-BE49-F238E27FC236}">
                  <a16:creationId xmlns:a16="http://schemas.microsoft.com/office/drawing/2014/main" id="{2E1E0318-7E1A-A1CD-BA88-64B37F152593}"/>
                </a:ext>
              </a:extLst>
            </p:cNvPr>
            <p:cNvSpPr txBox="1">
              <a:spLocks noChangeArrowheads="1"/>
            </p:cNvSpPr>
            <p:nvPr/>
          </p:nvSpPr>
          <p:spPr bwMode="auto">
            <a:xfrm>
              <a:off x="2640" y="1296"/>
              <a:ext cx="45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rPr>
                <a:t>71.4</a:t>
              </a:r>
            </a:p>
          </p:txBody>
        </p:sp>
        <p:sp>
          <p:nvSpPr>
            <p:cNvPr id="85011" name="Text Box 26">
              <a:extLst>
                <a:ext uri="{FF2B5EF4-FFF2-40B4-BE49-F238E27FC236}">
                  <a16:creationId xmlns:a16="http://schemas.microsoft.com/office/drawing/2014/main" id="{08CF370C-087C-D9E0-4039-B49465256A37}"/>
                </a:ext>
              </a:extLst>
            </p:cNvPr>
            <p:cNvSpPr txBox="1">
              <a:spLocks noChangeArrowheads="1"/>
            </p:cNvSpPr>
            <p:nvPr/>
          </p:nvSpPr>
          <p:spPr bwMode="auto">
            <a:xfrm>
              <a:off x="2640" y="2976"/>
              <a:ext cx="51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rPr>
                <a:t>-71.4</a:t>
              </a:r>
            </a:p>
          </p:txBody>
        </p:sp>
        <p:sp>
          <p:nvSpPr>
            <p:cNvPr id="85012" name="Line 27">
              <a:extLst>
                <a:ext uri="{FF2B5EF4-FFF2-40B4-BE49-F238E27FC236}">
                  <a16:creationId xmlns:a16="http://schemas.microsoft.com/office/drawing/2014/main" id="{B6F871E8-BCBB-8346-FA8B-E45E49A92CC7}"/>
                </a:ext>
              </a:extLst>
            </p:cNvPr>
            <p:cNvSpPr>
              <a:spLocks noChangeShapeType="1"/>
            </p:cNvSpPr>
            <p:nvPr/>
          </p:nvSpPr>
          <p:spPr bwMode="auto">
            <a:xfrm>
              <a:off x="2304" y="1448"/>
              <a:ext cx="336" cy="0"/>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3" name="Line 28">
              <a:extLst>
                <a:ext uri="{FF2B5EF4-FFF2-40B4-BE49-F238E27FC236}">
                  <a16:creationId xmlns:a16="http://schemas.microsoft.com/office/drawing/2014/main" id="{4572C685-941E-2DEA-2AA6-0EF98F4CD92B}"/>
                </a:ext>
              </a:extLst>
            </p:cNvPr>
            <p:cNvSpPr>
              <a:spLocks noChangeShapeType="1"/>
            </p:cNvSpPr>
            <p:nvPr/>
          </p:nvSpPr>
          <p:spPr bwMode="auto">
            <a:xfrm>
              <a:off x="2304" y="3144"/>
              <a:ext cx="336" cy="0"/>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4" name="Text Box 29">
              <a:extLst>
                <a:ext uri="{FF2B5EF4-FFF2-40B4-BE49-F238E27FC236}">
                  <a16:creationId xmlns:a16="http://schemas.microsoft.com/office/drawing/2014/main" id="{11453B4E-81BE-26DC-9AE1-404445F2E052}"/>
                </a:ext>
              </a:extLst>
            </p:cNvPr>
            <p:cNvSpPr txBox="1">
              <a:spLocks noChangeArrowheads="1"/>
            </p:cNvSpPr>
            <p:nvPr/>
          </p:nvSpPr>
          <p:spPr bwMode="auto">
            <a:xfrm>
              <a:off x="2630" y="2282"/>
              <a:ext cx="21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85015" name="Rectangle 30">
              <a:extLst>
                <a:ext uri="{FF2B5EF4-FFF2-40B4-BE49-F238E27FC236}">
                  <a16:creationId xmlns:a16="http://schemas.microsoft.com/office/drawing/2014/main" id="{8DA1F9E2-3CF3-133B-BB2F-5782881D73FC}"/>
                </a:ext>
              </a:extLst>
            </p:cNvPr>
            <p:cNvSpPr>
              <a:spLocks noChangeArrowheads="1"/>
            </p:cNvSpPr>
            <p:nvPr/>
          </p:nvSpPr>
          <p:spPr bwMode="auto">
            <a:xfrm>
              <a:off x="2352" y="1104"/>
              <a:ext cx="301"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a:t>
              </a:r>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85016" name="Rectangle 31">
              <a:extLst>
                <a:ext uri="{FF2B5EF4-FFF2-40B4-BE49-F238E27FC236}">
                  <a16:creationId xmlns:a16="http://schemas.microsoft.com/office/drawing/2014/main" id="{5C99EF75-3C37-FA7E-EA06-677EF1947527}"/>
                </a:ext>
              </a:extLst>
            </p:cNvPr>
            <p:cNvSpPr>
              <a:spLocks noChangeArrowheads="1"/>
            </p:cNvSpPr>
            <p:nvPr/>
          </p:nvSpPr>
          <p:spPr bwMode="auto">
            <a:xfrm>
              <a:off x="2840" y="2256"/>
              <a:ext cx="23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grpSp>
      <p:sp>
        <p:nvSpPr>
          <p:cNvPr id="62496" name="Rectangle 32">
            <a:extLst>
              <a:ext uri="{FF2B5EF4-FFF2-40B4-BE49-F238E27FC236}">
                <a16:creationId xmlns:a16="http://schemas.microsoft.com/office/drawing/2014/main" id="{DE07D782-E772-7A10-4F3A-3B8349B2FA03}"/>
              </a:ext>
            </a:extLst>
          </p:cNvPr>
          <p:cNvSpPr>
            <a:spLocks noChangeArrowheads="1"/>
          </p:cNvSpPr>
          <p:nvPr/>
        </p:nvSpPr>
        <p:spPr bwMode="auto">
          <a:xfrm>
            <a:off x="1371600" y="3962400"/>
            <a:ext cx="7162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由系统零极点分布图可见，零点</a:t>
            </a:r>
            <a:r>
              <a:rPr lang="en-US" altLang="zh-CN" sz="2800" i="1">
                <a:latin typeface="Times New Roman" panose="02020603050405020304" pitchFamily="18" charset="0"/>
              </a:rPr>
              <a:t>z</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-20.03</a:t>
            </a:r>
            <a:r>
              <a:rPr lang="zh-CN" altLang="en-US" sz="2800">
                <a:latin typeface="Times New Roman" panose="02020603050405020304" pitchFamily="18" charset="0"/>
              </a:rPr>
              <a:t>和极点</a:t>
            </a:r>
            <a:r>
              <a:rPr lang="en-US" altLang="zh-CN" sz="2800" i="1">
                <a:latin typeface="Times New Roman" panose="02020603050405020304" pitchFamily="18" charset="0"/>
              </a:rPr>
              <a:t>p</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-20 </a:t>
            </a:r>
            <a:r>
              <a:rPr lang="zh-CN" altLang="en-US" sz="2800">
                <a:latin typeface="Times New Roman" panose="02020603050405020304" pitchFamily="18" charset="0"/>
              </a:rPr>
              <a:t>构成一对偶极子，可以消去，共轭复数极点</a:t>
            </a:r>
            <a:r>
              <a:rPr lang="en-US" altLang="zh-CN" sz="2800" i="1">
                <a:latin typeface="Times New Roman" panose="02020603050405020304" pitchFamily="18" charset="0"/>
              </a:rPr>
              <a:t>p</a:t>
            </a:r>
            <a:r>
              <a:rPr lang="en-US" altLang="zh-CN" sz="2900" baseline="-18000">
                <a:latin typeface="Times New Roman" panose="02020603050405020304" pitchFamily="18" charset="0"/>
              </a:rPr>
              <a:t>3,4</a:t>
            </a:r>
            <a:r>
              <a:rPr lang="zh-CN" altLang="en-US" sz="2800">
                <a:latin typeface="Times New Roman" panose="02020603050405020304" pitchFamily="18" charset="0"/>
              </a:rPr>
              <a:t>＝</a:t>
            </a:r>
            <a:r>
              <a:rPr lang="en-US" altLang="zh-CN" sz="2800">
                <a:latin typeface="Times New Roman" panose="02020603050405020304" pitchFamily="18" charset="0"/>
              </a:rPr>
              <a:t>-10±</a:t>
            </a:r>
            <a:r>
              <a:rPr lang="en-US" altLang="zh-CN" sz="2800" i="1">
                <a:latin typeface="Times New Roman" panose="02020603050405020304" pitchFamily="18" charset="0"/>
              </a:rPr>
              <a:t>j</a:t>
            </a:r>
            <a:r>
              <a:rPr lang="en-US" altLang="zh-CN" sz="2800">
                <a:latin typeface="Times New Roman" panose="02020603050405020304" pitchFamily="18" charset="0"/>
              </a:rPr>
              <a:t>71.4</a:t>
            </a:r>
            <a:r>
              <a:rPr lang="zh-CN" altLang="en-US" sz="2800">
                <a:latin typeface="Times New Roman" panose="02020603050405020304" pitchFamily="18" charset="0"/>
              </a:rPr>
              <a:t>与极点</a:t>
            </a:r>
            <a:r>
              <a:rPr lang="en-US" altLang="zh-CN" sz="2800" i="1">
                <a:latin typeface="Times New Roman" panose="02020603050405020304" pitchFamily="18" charset="0"/>
              </a:rPr>
              <a:t>p</a:t>
            </a:r>
            <a:r>
              <a:rPr lang="en-US" altLang="zh-CN" sz="2900" baseline="-18000">
                <a:latin typeface="Times New Roman" panose="02020603050405020304" pitchFamily="18" charset="0"/>
              </a:rPr>
              <a:t>2</a:t>
            </a:r>
            <a:r>
              <a:rPr lang="zh-CN" altLang="en-US" sz="2800">
                <a:latin typeface="Times New Roman" panose="02020603050405020304" pitchFamily="18" charset="0"/>
              </a:rPr>
              <a:t>＝</a:t>
            </a:r>
            <a:r>
              <a:rPr lang="en-US" altLang="zh-CN" sz="2800">
                <a:latin typeface="Times New Roman" panose="02020603050405020304" pitchFamily="18" charset="0"/>
              </a:rPr>
              <a:t>-60</a:t>
            </a:r>
            <a:r>
              <a:rPr lang="zh-CN" altLang="en-US" sz="2800">
                <a:latin typeface="Times New Roman" panose="02020603050405020304" pitchFamily="18" charset="0"/>
              </a:rPr>
              <a:t>相距很远，  </a:t>
            </a:r>
            <a:r>
              <a:rPr lang="en-US" altLang="zh-CN" sz="2800" i="1">
                <a:latin typeface="Times New Roman" panose="02020603050405020304" pitchFamily="18" charset="0"/>
              </a:rPr>
              <a:t>p</a:t>
            </a:r>
            <a:r>
              <a:rPr lang="en-US" altLang="zh-CN" sz="2900" baseline="-18000">
                <a:latin typeface="Times New Roman" panose="02020603050405020304" pitchFamily="18" charset="0"/>
              </a:rPr>
              <a:t>3,4 </a:t>
            </a:r>
            <a:r>
              <a:rPr lang="zh-CN" altLang="en-US" sz="2800">
                <a:latin typeface="Times New Roman" panose="02020603050405020304" pitchFamily="18" charset="0"/>
              </a:rPr>
              <a:t>为系统的主导极点，  </a:t>
            </a:r>
            <a:r>
              <a:rPr lang="en-US" altLang="zh-CN" sz="2800" i="1">
                <a:latin typeface="Times New Roman" panose="02020603050405020304" pitchFamily="18" charset="0"/>
              </a:rPr>
              <a:t>p</a:t>
            </a:r>
            <a:r>
              <a:rPr lang="en-US" altLang="zh-CN" sz="2900" baseline="-18000">
                <a:latin typeface="Times New Roman" panose="02020603050405020304" pitchFamily="18" charset="0"/>
              </a:rPr>
              <a:t>2</a:t>
            </a:r>
            <a:r>
              <a:rPr lang="zh-CN" altLang="en-US" sz="2800">
                <a:latin typeface="Times New Roman" panose="02020603050405020304" pitchFamily="18" charset="0"/>
              </a:rPr>
              <a:t>对响应的影响可以忽略，从而系统简化为：</a:t>
            </a:r>
          </a:p>
        </p:txBody>
      </p:sp>
      <p:graphicFrame>
        <p:nvGraphicFramePr>
          <p:cNvPr id="84996" name="Object 9">
            <a:extLst>
              <a:ext uri="{FF2B5EF4-FFF2-40B4-BE49-F238E27FC236}">
                <a16:creationId xmlns:a16="http://schemas.microsoft.com/office/drawing/2014/main" id="{A3B4BAA2-D1EE-BEF8-B1DD-6D21F18075AF}"/>
              </a:ext>
            </a:extLst>
          </p:cNvPr>
          <p:cNvGraphicFramePr>
            <a:graphicFrameLocks noChangeAspect="1"/>
          </p:cNvGraphicFramePr>
          <p:nvPr/>
        </p:nvGraphicFramePr>
        <p:xfrm>
          <a:off x="1331913" y="0"/>
          <a:ext cx="6084887" cy="847725"/>
        </p:xfrm>
        <a:graphic>
          <a:graphicData uri="http://schemas.openxmlformats.org/presentationml/2006/ole">
            <mc:AlternateContent xmlns:mc="http://schemas.openxmlformats.org/markup-compatibility/2006">
              <mc:Choice xmlns:v="urn:schemas-microsoft-com:vml" Requires="v">
                <p:oleObj spid="_x0000_s24579" r:id="rId4" imgW="3276600" imgH="457200" progId="Equation.3">
                  <p:embed/>
                </p:oleObj>
              </mc:Choice>
              <mc:Fallback>
                <p:oleObj r:id="rId4" imgW="3276600" imgH="4572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0"/>
                        <a:ext cx="608488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96"/>
                                        </p:tgtEl>
                                        <p:attrNameLst>
                                          <p:attrName>style.visibility</p:attrName>
                                        </p:attrNameLst>
                                      </p:cBhvr>
                                      <p:to>
                                        <p:strVal val="visible"/>
                                      </p:to>
                                    </p:set>
                                    <p:anim calcmode="lin" valueType="num">
                                      <p:cBhvr additive="base">
                                        <p:cTn id="7" dur="500" fill="hold"/>
                                        <p:tgtEl>
                                          <p:spTgt spid="62496"/>
                                        </p:tgtEl>
                                        <p:attrNameLst>
                                          <p:attrName>ppt_x</p:attrName>
                                        </p:attrNameLst>
                                      </p:cBhvr>
                                      <p:tavLst>
                                        <p:tav tm="0">
                                          <p:val>
                                            <p:strVal val="#ppt_x"/>
                                          </p:val>
                                        </p:tav>
                                        <p:tav tm="100000">
                                          <p:val>
                                            <p:strVal val="#ppt_x"/>
                                          </p:val>
                                        </p:tav>
                                      </p:tavLst>
                                    </p:anim>
                                    <p:anim calcmode="lin" valueType="num">
                                      <p:cBhvr additive="base">
                                        <p:cTn id="8" dur="500" fill="hold"/>
                                        <p:tgtEl>
                                          <p:spTgt spid="624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9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3">
            <a:extLst>
              <a:ext uri="{FF2B5EF4-FFF2-40B4-BE49-F238E27FC236}">
                <a16:creationId xmlns:a16="http://schemas.microsoft.com/office/drawing/2014/main" id="{E70267FD-4AB7-8B74-C109-CF78FA091F8F}"/>
              </a:ext>
            </a:extLst>
          </p:cNvPr>
          <p:cNvGraphicFramePr>
            <a:graphicFrameLocks noChangeAspect="1"/>
          </p:cNvGraphicFramePr>
          <p:nvPr/>
        </p:nvGraphicFramePr>
        <p:xfrm>
          <a:off x="1905000" y="1792288"/>
          <a:ext cx="4668838" cy="1741487"/>
        </p:xfrm>
        <a:graphic>
          <a:graphicData uri="http://schemas.openxmlformats.org/presentationml/2006/ole">
            <mc:AlternateContent xmlns:mc="http://schemas.openxmlformats.org/markup-compatibility/2006">
              <mc:Choice xmlns:v="urn:schemas-microsoft-com:vml" Requires="v">
                <p:oleObj spid="_x0000_s25605" r:id="rId4" imgW="2514600" imgH="939800" progId="Equation.3">
                  <p:embed/>
                </p:oleObj>
              </mc:Choice>
              <mc:Fallback>
                <p:oleObj r:id="rId4" imgW="2514600" imgH="939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792288"/>
                        <a:ext cx="4668838" cy="17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44" name="Rectangle 4">
            <a:extLst>
              <a:ext uri="{FF2B5EF4-FFF2-40B4-BE49-F238E27FC236}">
                <a16:creationId xmlns:a16="http://schemas.microsoft.com/office/drawing/2014/main" id="{30674369-1A6B-75BE-27E4-4E8BF1DD503D}"/>
              </a:ext>
            </a:extLst>
          </p:cNvPr>
          <p:cNvSpPr>
            <a:spLocks noChangeArrowheads="1"/>
          </p:cNvSpPr>
          <p:nvPr/>
        </p:nvSpPr>
        <p:spPr bwMode="auto">
          <a:xfrm>
            <a:off x="1143000" y="4473575"/>
            <a:ext cx="5029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系统的近似单位阶跃响应为：</a:t>
            </a:r>
          </a:p>
        </p:txBody>
      </p:sp>
      <p:graphicFrame>
        <p:nvGraphicFramePr>
          <p:cNvPr id="61445" name="Object 5">
            <a:extLst>
              <a:ext uri="{FF2B5EF4-FFF2-40B4-BE49-F238E27FC236}">
                <a16:creationId xmlns:a16="http://schemas.microsoft.com/office/drawing/2014/main" id="{A882144F-E90F-FD5B-8C22-9198E99A12A9}"/>
              </a:ext>
            </a:extLst>
          </p:cNvPr>
          <p:cNvGraphicFramePr>
            <a:graphicFrameLocks noChangeAspect="1"/>
          </p:cNvGraphicFramePr>
          <p:nvPr/>
        </p:nvGraphicFramePr>
        <p:xfrm>
          <a:off x="1905000" y="5221288"/>
          <a:ext cx="5257800" cy="493712"/>
        </p:xfrm>
        <a:graphic>
          <a:graphicData uri="http://schemas.openxmlformats.org/presentationml/2006/ole">
            <mc:AlternateContent xmlns:mc="http://schemas.openxmlformats.org/markup-compatibility/2006">
              <mc:Choice xmlns:v="urn:schemas-microsoft-com:vml" Requires="v">
                <p:oleObj spid="_x0000_s25606" r:id="rId6" imgW="2832100" imgH="266700" progId="Equation.3">
                  <p:embed/>
                </p:oleObj>
              </mc:Choice>
              <mc:Fallback>
                <p:oleObj r:id="rId6" imgW="2832100" imgH="2667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5221288"/>
                        <a:ext cx="52578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46" name="Rectangle 6">
            <a:extLst>
              <a:ext uri="{FF2B5EF4-FFF2-40B4-BE49-F238E27FC236}">
                <a16:creationId xmlns:a16="http://schemas.microsoft.com/office/drawing/2014/main" id="{6A275847-C0F5-A43C-DFF5-3DA2E879DEA1}"/>
              </a:ext>
            </a:extLst>
          </p:cNvPr>
          <p:cNvSpPr>
            <a:spLocks noChangeArrowheads="1"/>
          </p:cNvSpPr>
          <p:nvPr/>
        </p:nvSpPr>
        <p:spPr bwMode="auto">
          <a:xfrm>
            <a:off x="1828800" y="3787775"/>
            <a:ext cx="518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n</a:t>
            </a:r>
            <a:r>
              <a:rPr lang="en-US" altLang="zh-CN" sz="2800">
                <a:latin typeface="Times New Roman" panose="02020603050405020304" pitchFamily="18" charset="0"/>
              </a:rPr>
              <a:t>=72.11</a:t>
            </a:r>
            <a:r>
              <a:rPr lang="en-US" altLang="zh-CN" sz="2800" i="1">
                <a:latin typeface="Times New Roman" panose="02020603050405020304" pitchFamily="18" charset="0"/>
              </a:rPr>
              <a:t>rad</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zh-CN" altLang="en-US" sz="2800">
                <a:latin typeface="宋体" panose="02010600030101010101" pitchFamily="2" charset="-122"/>
              </a:rPr>
              <a:t>，</a:t>
            </a:r>
            <a:r>
              <a:rPr lang="zh-CN" altLang="en-US"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=0.139</a:t>
            </a:r>
            <a:endParaRPr lang="en-US" altLang="zh-CN" sz="2800" i="1">
              <a:latin typeface="Times New Roman" panose="02020603050405020304" pitchFamily="18" charset="0"/>
            </a:endParaRPr>
          </a:p>
        </p:txBody>
      </p:sp>
      <p:graphicFrame>
        <p:nvGraphicFramePr>
          <p:cNvPr id="87046" name="Object 9">
            <a:extLst>
              <a:ext uri="{FF2B5EF4-FFF2-40B4-BE49-F238E27FC236}">
                <a16:creationId xmlns:a16="http://schemas.microsoft.com/office/drawing/2014/main" id="{394C0374-4F55-6795-8730-40AD954A1490}"/>
              </a:ext>
            </a:extLst>
          </p:cNvPr>
          <p:cNvGraphicFramePr>
            <a:graphicFrameLocks noChangeAspect="1"/>
          </p:cNvGraphicFramePr>
          <p:nvPr/>
        </p:nvGraphicFramePr>
        <p:xfrm>
          <a:off x="1331913" y="188913"/>
          <a:ext cx="6084887" cy="847725"/>
        </p:xfrm>
        <a:graphic>
          <a:graphicData uri="http://schemas.openxmlformats.org/presentationml/2006/ole">
            <mc:AlternateContent xmlns:mc="http://schemas.openxmlformats.org/markup-compatibility/2006">
              <mc:Choice xmlns:v="urn:schemas-microsoft-com:vml" Requires="v">
                <p:oleObj spid="_x0000_s25607" r:id="rId8" imgW="3276600" imgH="457200" progId="Equation.3">
                  <p:embed/>
                </p:oleObj>
              </mc:Choice>
              <mc:Fallback>
                <p:oleObj r:id="rId8" imgW="3276600" imgH="4572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188913"/>
                        <a:ext cx="608488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1446"/>
                                        </p:tgtEl>
                                        <p:attrNameLst>
                                          <p:attrName>style.visibility</p:attrName>
                                        </p:attrNameLst>
                                      </p:cBhvr>
                                      <p:to>
                                        <p:strVal val="visible"/>
                                      </p:to>
                                    </p:set>
                                    <p:anim calcmode="lin" valueType="num">
                                      <p:cBhvr additive="base">
                                        <p:cTn id="11" dur="500" fill="hold"/>
                                        <p:tgtEl>
                                          <p:spTgt spid="61446"/>
                                        </p:tgtEl>
                                        <p:attrNameLst>
                                          <p:attrName>ppt_x</p:attrName>
                                        </p:attrNameLst>
                                      </p:cBhvr>
                                      <p:tavLst>
                                        <p:tav tm="0">
                                          <p:val>
                                            <p:strVal val="#ppt_x"/>
                                          </p:val>
                                        </p:tav>
                                        <p:tav tm="100000">
                                          <p:val>
                                            <p:strVal val="#ppt_x"/>
                                          </p:val>
                                        </p:tav>
                                      </p:tavLst>
                                    </p:anim>
                                    <p:anim calcmode="lin" valueType="num">
                                      <p:cBhvr additive="base">
                                        <p:cTn id="12" dur="500" fill="hold"/>
                                        <p:tgtEl>
                                          <p:spTgt spid="6144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1444"/>
                                        </p:tgtEl>
                                        <p:attrNameLst>
                                          <p:attrName>style.visibility</p:attrName>
                                        </p:attrNameLst>
                                      </p:cBhvr>
                                      <p:to>
                                        <p:strVal val="visible"/>
                                      </p:to>
                                    </p:set>
                                    <p:anim calcmode="lin" valueType="num">
                                      <p:cBhvr additive="base">
                                        <p:cTn id="17" dur="500" fill="hold"/>
                                        <p:tgtEl>
                                          <p:spTgt spid="61444"/>
                                        </p:tgtEl>
                                        <p:attrNameLst>
                                          <p:attrName>ppt_x</p:attrName>
                                        </p:attrNameLst>
                                      </p:cBhvr>
                                      <p:tavLst>
                                        <p:tav tm="0">
                                          <p:val>
                                            <p:strVal val="#ppt_x"/>
                                          </p:val>
                                        </p:tav>
                                        <p:tav tm="100000">
                                          <p:val>
                                            <p:strVal val="#ppt_x"/>
                                          </p:val>
                                        </p:tav>
                                      </p:tavLst>
                                    </p:anim>
                                    <p:anim calcmode="lin" valueType="num">
                                      <p:cBhvr additive="base">
                                        <p:cTn id="18" dur="500" fill="hold"/>
                                        <p:tgtEl>
                                          <p:spTgt spid="6144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1445"/>
                                        </p:tgtEl>
                                        <p:attrNameLst>
                                          <p:attrName>style.visibility</p:attrName>
                                        </p:attrNameLst>
                                      </p:cBhvr>
                                      <p:to>
                                        <p:strVal val="visible"/>
                                      </p:to>
                                    </p:set>
                                    <p:anim calcmode="lin" valueType="num">
                                      <p:cBhvr additive="base">
                                        <p:cTn id="23" dur="500" fill="hold"/>
                                        <p:tgtEl>
                                          <p:spTgt spid="61445"/>
                                        </p:tgtEl>
                                        <p:attrNameLst>
                                          <p:attrName>ppt_x</p:attrName>
                                        </p:attrNameLst>
                                      </p:cBhvr>
                                      <p:tavLst>
                                        <p:tav tm="0">
                                          <p:val>
                                            <p:strVal val="#ppt_x"/>
                                          </p:val>
                                        </p:tav>
                                        <p:tav tm="100000">
                                          <p:val>
                                            <p:strVal val="#ppt_x"/>
                                          </p:val>
                                        </p:tav>
                                      </p:tavLst>
                                    </p:anim>
                                    <p:anim calcmode="lin" valueType="num">
                                      <p:cBhvr additive="base">
                                        <p:cTn id="24" dur="500" fill="hold"/>
                                        <p:tgtEl>
                                          <p:spTgt spid="614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p:bldP spid="6144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090" name="Group 3">
            <a:extLst>
              <a:ext uri="{FF2B5EF4-FFF2-40B4-BE49-F238E27FC236}">
                <a16:creationId xmlns:a16="http://schemas.microsoft.com/office/drawing/2014/main" id="{9C18C967-4AC9-C9D1-F535-C27865B07F7B}"/>
              </a:ext>
            </a:extLst>
          </p:cNvPr>
          <p:cNvGrpSpPr>
            <a:grpSpLocks/>
          </p:cNvGrpSpPr>
          <p:nvPr/>
        </p:nvGrpSpPr>
        <p:grpSpPr bwMode="auto">
          <a:xfrm>
            <a:off x="1692275" y="2205038"/>
            <a:ext cx="4343400" cy="3048000"/>
            <a:chOff x="336" y="1488"/>
            <a:chExt cx="2736" cy="1920"/>
          </a:xfrm>
        </p:grpSpPr>
        <p:grpSp>
          <p:nvGrpSpPr>
            <p:cNvPr id="89091" name="Group 4">
              <a:extLst>
                <a:ext uri="{FF2B5EF4-FFF2-40B4-BE49-F238E27FC236}">
                  <a16:creationId xmlns:a16="http://schemas.microsoft.com/office/drawing/2014/main" id="{47294F8F-BCEE-554C-7E4E-B5EAACBCBE46}"/>
                </a:ext>
              </a:extLst>
            </p:cNvPr>
            <p:cNvGrpSpPr>
              <a:grpSpLocks/>
            </p:cNvGrpSpPr>
            <p:nvPr/>
          </p:nvGrpSpPr>
          <p:grpSpPr bwMode="auto">
            <a:xfrm>
              <a:off x="819" y="1744"/>
              <a:ext cx="1953" cy="1209"/>
              <a:chOff x="952" y="842"/>
              <a:chExt cx="2424" cy="2913"/>
            </a:xfrm>
          </p:grpSpPr>
          <p:sp>
            <p:nvSpPr>
              <p:cNvPr id="89102" name="Freeform 5">
                <a:extLst>
                  <a:ext uri="{FF2B5EF4-FFF2-40B4-BE49-F238E27FC236}">
                    <a16:creationId xmlns:a16="http://schemas.microsoft.com/office/drawing/2014/main" id="{C1376341-49D3-8874-84CF-AA5AD6A2BE8D}"/>
                  </a:ext>
                </a:extLst>
              </p:cNvPr>
              <p:cNvSpPr>
                <a:spLocks noChangeArrowheads="1"/>
              </p:cNvSpPr>
              <p:nvPr/>
            </p:nvSpPr>
            <p:spPr bwMode="auto">
              <a:xfrm>
                <a:off x="952" y="1331"/>
                <a:ext cx="2424" cy="2424"/>
              </a:xfrm>
              <a:custGeom>
                <a:avLst/>
                <a:gdLst>
                  <a:gd name="T0" fmla="*/ 35 w 2424"/>
                  <a:gd name="T1" fmla="*/ 2409 h 2424"/>
                  <a:gd name="T2" fmla="*/ 92 w 2424"/>
                  <a:gd name="T3" fmla="*/ 2239 h 2424"/>
                  <a:gd name="T4" fmla="*/ 149 w 2424"/>
                  <a:gd name="T5" fmla="*/ 1842 h 2424"/>
                  <a:gd name="T6" fmla="*/ 205 w 2424"/>
                  <a:gd name="T7" fmla="*/ 1268 h 2424"/>
                  <a:gd name="T8" fmla="*/ 262 w 2424"/>
                  <a:gd name="T9" fmla="*/ 680 h 2424"/>
                  <a:gd name="T10" fmla="*/ 319 w 2424"/>
                  <a:gd name="T11" fmla="*/ 227 h 2424"/>
                  <a:gd name="T12" fmla="*/ 375 w 2424"/>
                  <a:gd name="T13" fmla="*/ 7 h 2424"/>
                  <a:gd name="T14" fmla="*/ 439 w 2424"/>
                  <a:gd name="T15" fmla="*/ 57 h 2424"/>
                  <a:gd name="T16" fmla="*/ 496 w 2424"/>
                  <a:gd name="T17" fmla="*/ 297 h 2424"/>
                  <a:gd name="T18" fmla="*/ 553 w 2424"/>
                  <a:gd name="T19" fmla="*/ 623 h 2424"/>
                  <a:gd name="T20" fmla="*/ 609 w 2424"/>
                  <a:gd name="T21" fmla="*/ 907 h 2424"/>
                  <a:gd name="T22" fmla="*/ 666 w 2424"/>
                  <a:gd name="T23" fmla="*/ 1070 h 2424"/>
                  <a:gd name="T24" fmla="*/ 723 w 2424"/>
                  <a:gd name="T25" fmla="*/ 1070 h 2424"/>
                  <a:gd name="T26" fmla="*/ 779 w 2424"/>
                  <a:gd name="T27" fmla="*/ 935 h 2424"/>
                  <a:gd name="T28" fmla="*/ 836 w 2424"/>
                  <a:gd name="T29" fmla="*/ 730 h 2424"/>
                  <a:gd name="T30" fmla="*/ 893 w 2424"/>
                  <a:gd name="T31" fmla="*/ 531 h 2424"/>
                  <a:gd name="T32" fmla="*/ 949 w 2424"/>
                  <a:gd name="T33" fmla="*/ 397 h 2424"/>
                  <a:gd name="T34" fmla="*/ 1006 w 2424"/>
                  <a:gd name="T35" fmla="*/ 361 h 2424"/>
                  <a:gd name="T36" fmla="*/ 1063 w 2424"/>
                  <a:gd name="T37" fmla="*/ 425 h 2424"/>
                  <a:gd name="T38" fmla="*/ 1127 w 2424"/>
                  <a:gd name="T39" fmla="*/ 553 h 2424"/>
                  <a:gd name="T40" fmla="*/ 1183 w 2424"/>
                  <a:gd name="T41" fmla="*/ 687 h 2424"/>
                  <a:gd name="T42" fmla="*/ 1240 w 2424"/>
                  <a:gd name="T43" fmla="*/ 786 h 2424"/>
                  <a:gd name="T44" fmla="*/ 1297 w 2424"/>
                  <a:gd name="T45" fmla="*/ 829 h 2424"/>
                  <a:gd name="T46" fmla="*/ 1353 w 2424"/>
                  <a:gd name="T47" fmla="*/ 801 h 2424"/>
                  <a:gd name="T48" fmla="*/ 1410 w 2424"/>
                  <a:gd name="T49" fmla="*/ 730 h 2424"/>
                  <a:gd name="T50" fmla="*/ 1467 w 2424"/>
                  <a:gd name="T51" fmla="*/ 645 h 2424"/>
                  <a:gd name="T52" fmla="*/ 1524 w 2424"/>
                  <a:gd name="T53" fmla="*/ 567 h 2424"/>
                  <a:gd name="T54" fmla="*/ 1580 w 2424"/>
                  <a:gd name="T55" fmla="*/ 531 h 2424"/>
                  <a:gd name="T56" fmla="*/ 1637 w 2424"/>
                  <a:gd name="T57" fmla="*/ 538 h 2424"/>
                  <a:gd name="T58" fmla="*/ 1694 w 2424"/>
                  <a:gd name="T59" fmla="*/ 574 h 2424"/>
                  <a:gd name="T60" fmla="*/ 1757 w 2424"/>
                  <a:gd name="T61" fmla="*/ 631 h 2424"/>
                  <a:gd name="T62" fmla="*/ 1814 w 2424"/>
                  <a:gd name="T63" fmla="*/ 680 h 2424"/>
                  <a:gd name="T64" fmla="*/ 1871 w 2424"/>
                  <a:gd name="T65" fmla="*/ 716 h 2424"/>
                  <a:gd name="T66" fmla="*/ 1928 w 2424"/>
                  <a:gd name="T67" fmla="*/ 723 h 2424"/>
                  <a:gd name="T68" fmla="*/ 1984 w 2424"/>
                  <a:gd name="T69" fmla="*/ 701 h 2424"/>
                  <a:gd name="T70" fmla="*/ 2041 w 2424"/>
                  <a:gd name="T71" fmla="*/ 666 h 2424"/>
                  <a:gd name="T72" fmla="*/ 2098 w 2424"/>
                  <a:gd name="T73" fmla="*/ 631 h 2424"/>
                  <a:gd name="T74" fmla="*/ 2154 w 2424"/>
                  <a:gd name="T75" fmla="*/ 602 h 2424"/>
                  <a:gd name="T76" fmla="*/ 2211 w 2424"/>
                  <a:gd name="T77" fmla="*/ 595 h 2424"/>
                  <a:gd name="T78" fmla="*/ 2268 w 2424"/>
                  <a:gd name="T79" fmla="*/ 602 h 2424"/>
                  <a:gd name="T80" fmla="*/ 2324 w 2424"/>
                  <a:gd name="T81" fmla="*/ 623 h 2424"/>
                  <a:gd name="T82" fmla="*/ 2388 w 2424"/>
                  <a:gd name="T83" fmla="*/ 652 h 24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24" h="2424">
                    <a:moveTo>
                      <a:pt x="0" y="2424"/>
                    </a:moveTo>
                    <a:lnTo>
                      <a:pt x="14" y="2416"/>
                    </a:lnTo>
                    <a:lnTo>
                      <a:pt x="35" y="2409"/>
                    </a:lnTo>
                    <a:lnTo>
                      <a:pt x="56" y="2374"/>
                    </a:lnTo>
                    <a:lnTo>
                      <a:pt x="71" y="2324"/>
                    </a:lnTo>
                    <a:lnTo>
                      <a:pt x="92" y="2239"/>
                    </a:lnTo>
                    <a:lnTo>
                      <a:pt x="113" y="2133"/>
                    </a:lnTo>
                    <a:lnTo>
                      <a:pt x="127" y="1998"/>
                    </a:lnTo>
                    <a:lnTo>
                      <a:pt x="149" y="1842"/>
                    </a:lnTo>
                    <a:lnTo>
                      <a:pt x="170" y="1665"/>
                    </a:lnTo>
                    <a:lnTo>
                      <a:pt x="184" y="1467"/>
                    </a:lnTo>
                    <a:lnTo>
                      <a:pt x="205" y="1268"/>
                    </a:lnTo>
                    <a:lnTo>
                      <a:pt x="227" y="1063"/>
                    </a:lnTo>
                    <a:lnTo>
                      <a:pt x="248" y="864"/>
                    </a:lnTo>
                    <a:lnTo>
                      <a:pt x="262" y="680"/>
                    </a:lnTo>
                    <a:lnTo>
                      <a:pt x="283" y="503"/>
                    </a:lnTo>
                    <a:lnTo>
                      <a:pt x="305" y="354"/>
                    </a:lnTo>
                    <a:lnTo>
                      <a:pt x="319" y="227"/>
                    </a:lnTo>
                    <a:lnTo>
                      <a:pt x="340" y="120"/>
                    </a:lnTo>
                    <a:lnTo>
                      <a:pt x="361" y="49"/>
                    </a:lnTo>
                    <a:lnTo>
                      <a:pt x="375" y="7"/>
                    </a:lnTo>
                    <a:lnTo>
                      <a:pt x="397" y="0"/>
                    </a:lnTo>
                    <a:lnTo>
                      <a:pt x="418" y="14"/>
                    </a:lnTo>
                    <a:lnTo>
                      <a:pt x="439" y="57"/>
                    </a:lnTo>
                    <a:lnTo>
                      <a:pt x="453" y="120"/>
                    </a:lnTo>
                    <a:lnTo>
                      <a:pt x="475" y="198"/>
                    </a:lnTo>
                    <a:lnTo>
                      <a:pt x="496" y="297"/>
                    </a:lnTo>
                    <a:lnTo>
                      <a:pt x="510" y="404"/>
                    </a:lnTo>
                    <a:lnTo>
                      <a:pt x="531" y="510"/>
                    </a:lnTo>
                    <a:lnTo>
                      <a:pt x="553" y="623"/>
                    </a:lnTo>
                    <a:lnTo>
                      <a:pt x="567" y="723"/>
                    </a:lnTo>
                    <a:lnTo>
                      <a:pt x="588" y="822"/>
                    </a:lnTo>
                    <a:lnTo>
                      <a:pt x="609" y="907"/>
                    </a:lnTo>
                    <a:lnTo>
                      <a:pt x="623" y="978"/>
                    </a:lnTo>
                    <a:lnTo>
                      <a:pt x="645" y="1035"/>
                    </a:lnTo>
                    <a:lnTo>
                      <a:pt x="666" y="1070"/>
                    </a:lnTo>
                    <a:lnTo>
                      <a:pt x="687" y="1091"/>
                    </a:lnTo>
                    <a:lnTo>
                      <a:pt x="701" y="1091"/>
                    </a:lnTo>
                    <a:lnTo>
                      <a:pt x="723" y="1070"/>
                    </a:lnTo>
                    <a:lnTo>
                      <a:pt x="744" y="1042"/>
                    </a:lnTo>
                    <a:lnTo>
                      <a:pt x="758" y="992"/>
                    </a:lnTo>
                    <a:lnTo>
                      <a:pt x="779" y="935"/>
                    </a:lnTo>
                    <a:lnTo>
                      <a:pt x="801" y="872"/>
                    </a:lnTo>
                    <a:lnTo>
                      <a:pt x="815" y="801"/>
                    </a:lnTo>
                    <a:lnTo>
                      <a:pt x="836" y="730"/>
                    </a:lnTo>
                    <a:lnTo>
                      <a:pt x="857" y="659"/>
                    </a:lnTo>
                    <a:lnTo>
                      <a:pt x="879" y="588"/>
                    </a:lnTo>
                    <a:lnTo>
                      <a:pt x="893" y="531"/>
                    </a:lnTo>
                    <a:lnTo>
                      <a:pt x="914" y="475"/>
                    </a:lnTo>
                    <a:lnTo>
                      <a:pt x="935" y="432"/>
                    </a:lnTo>
                    <a:lnTo>
                      <a:pt x="949" y="397"/>
                    </a:lnTo>
                    <a:lnTo>
                      <a:pt x="971" y="375"/>
                    </a:lnTo>
                    <a:lnTo>
                      <a:pt x="992" y="361"/>
                    </a:lnTo>
                    <a:lnTo>
                      <a:pt x="1006" y="361"/>
                    </a:lnTo>
                    <a:lnTo>
                      <a:pt x="1027" y="375"/>
                    </a:lnTo>
                    <a:lnTo>
                      <a:pt x="1049" y="397"/>
                    </a:lnTo>
                    <a:lnTo>
                      <a:pt x="1063" y="425"/>
                    </a:lnTo>
                    <a:lnTo>
                      <a:pt x="1084" y="468"/>
                    </a:lnTo>
                    <a:lnTo>
                      <a:pt x="1105" y="503"/>
                    </a:lnTo>
                    <a:lnTo>
                      <a:pt x="1127" y="553"/>
                    </a:lnTo>
                    <a:lnTo>
                      <a:pt x="1141" y="595"/>
                    </a:lnTo>
                    <a:lnTo>
                      <a:pt x="1162" y="645"/>
                    </a:lnTo>
                    <a:lnTo>
                      <a:pt x="1183" y="687"/>
                    </a:lnTo>
                    <a:lnTo>
                      <a:pt x="1198" y="730"/>
                    </a:lnTo>
                    <a:lnTo>
                      <a:pt x="1219" y="758"/>
                    </a:lnTo>
                    <a:lnTo>
                      <a:pt x="1240" y="786"/>
                    </a:lnTo>
                    <a:lnTo>
                      <a:pt x="1254" y="808"/>
                    </a:lnTo>
                    <a:lnTo>
                      <a:pt x="1275" y="822"/>
                    </a:lnTo>
                    <a:lnTo>
                      <a:pt x="1297" y="829"/>
                    </a:lnTo>
                    <a:lnTo>
                      <a:pt x="1318" y="829"/>
                    </a:lnTo>
                    <a:lnTo>
                      <a:pt x="1332" y="815"/>
                    </a:lnTo>
                    <a:lnTo>
                      <a:pt x="1353" y="801"/>
                    </a:lnTo>
                    <a:lnTo>
                      <a:pt x="1375" y="786"/>
                    </a:lnTo>
                    <a:lnTo>
                      <a:pt x="1389" y="758"/>
                    </a:lnTo>
                    <a:lnTo>
                      <a:pt x="1410" y="730"/>
                    </a:lnTo>
                    <a:lnTo>
                      <a:pt x="1431" y="701"/>
                    </a:lnTo>
                    <a:lnTo>
                      <a:pt x="1446" y="673"/>
                    </a:lnTo>
                    <a:lnTo>
                      <a:pt x="1467" y="645"/>
                    </a:lnTo>
                    <a:lnTo>
                      <a:pt x="1488" y="616"/>
                    </a:lnTo>
                    <a:lnTo>
                      <a:pt x="1502" y="588"/>
                    </a:lnTo>
                    <a:lnTo>
                      <a:pt x="1524" y="567"/>
                    </a:lnTo>
                    <a:lnTo>
                      <a:pt x="1545" y="553"/>
                    </a:lnTo>
                    <a:lnTo>
                      <a:pt x="1566" y="538"/>
                    </a:lnTo>
                    <a:lnTo>
                      <a:pt x="1580" y="531"/>
                    </a:lnTo>
                    <a:lnTo>
                      <a:pt x="1601" y="524"/>
                    </a:lnTo>
                    <a:lnTo>
                      <a:pt x="1623" y="531"/>
                    </a:lnTo>
                    <a:lnTo>
                      <a:pt x="1637" y="538"/>
                    </a:lnTo>
                    <a:lnTo>
                      <a:pt x="1658" y="546"/>
                    </a:lnTo>
                    <a:lnTo>
                      <a:pt x="1679" y="560"/>
                    </a:lnTo>
                    <a:lnTo>
                      <a:pt x="1694" y="574"/>
                    </a:lnTo>
                    <a:lnTo>
                      <a:pt x="1715" y="595"/>
                    </a:lnTo>
                    <a:lnTo>
                      <a:pt x="1736" y="609"/>
                    </a:lnTo>
                    <a:lnTo>
                      <a:pt x="1757" y="631"/>
                    </a:lnTo>
                    <a:lnTo>
                      <a:pt x="1772" y="652"/>
                    </a:lnTo>
                    <a:lnTo>
                      <a:pt x="1793" y="666"/>
                    </a:lnTo>
                    <a:lnTo>
                      <a:pt x="1814" y="680"/>
                    </a:lnTo>
                    <a:lnTo>
                      <a:pt x="1828" y="694"/>
                    </a:lnTo>
                    <a:lnTo>
                      <a:pt x="1850" y="709"/>
                    </a:lnTo>
                    <a:lnTo>
                      <a:pt x="1871" y="716"/>
                    </a:lnTo>
                    <a:lnTo>
                      <a:pt x="1885" y="723"/>
                    </a:lnTo>
                    <a:lnTo>
                      <a:pt x="1906" y="723"/>
                    </a:lnTo>
                    <a:lnTo>
                      <a:pt x="1928" y="723"/>
                    </a:lnTo>
                    <a:lnTo>
                      <a:pt x="1949" y="716"/>
                    </a:lnTo>
                    <a:lnTo>
                      <a:pt x="1963" y="709"/>
                    </a:lnTo>
                    <a:lnTo>
                      <a:pt x="1984" y="701"/>
                    </a:lnTo>
                    <a:lnTo>
                      <a:pt x="2005" y="687"/>
                    </a:lnTo>
                    <a:lnTo>
                      <a:pt x="2020" y="680"/>
                    </a:lnTo>
                    <a:lnTo>
                      <a:pt x="2041" y="666"/>
                    </a:lnTo>
                    <a:lnTo>
                      <a:pt x="2062" y="652"/>
                    </a:lnTo>
                    <a:lnTo>
                      <a:pt x="2076" y="638"/>
                    </a:lnTo>
                    <a:lnTo>
                      <a:pt x="2098" y="631"/>
                    </a:lnTo>
                    <a:lnTo>
                      <a:pt x="2119" y="616"/>
                    </a:lnTo>
                    <a:lnTo>
                      <a:pt x="2133" y="609"/>
                    </a:lnTo>
                    <a:lnTo>
                      <a:pt x="2154" y="602"/>
                    </a:lnTo>
                    <a:lnTo>
                      <a:pt x="2176" y="602"/>
                    </a:lnTo>
                    <a:lnTo>
                      <a:pt x="2197" y="595"/>
                    </a:lnTo>
                    <a:lnTo>
                      <a:pt x="2211" y="595"/>
                    </a:lnTo>
                    <a:lnTo>
                      <a:pt x="2232" y="595"/>
                    </a:lnTo>
                    <a:lnTo>
                      <a:pt x="2254" y="602"/>
                    </a:lnTo>
                    <a:lnTo>
                      <a:pt x="2268" y="602"/>
                    </a:lnTo>
                    <a:lnTo>
                      <a:pt x="2289" y="609"/>
                    </a:lnTo>
                    <a:lnTo>
                      <a:pt x="2310" y="616"/>
                    </a:lnTo>
                    <a:lnTo>
                      <a:pt x="2324" y="623"/>
                    </a:lnTo>
                    <a:lnTo>
                      <a:pt x="2346" y="631"/>
                    </a:lnTo>
                    <a:lnTo>
                      <a:pt x="2367" y="645"/>
                    </a:lnTo>
                    <a:lnTo>
                      <a:pt x="2388" y="652"/>
                    </a:lnTo>
                    <a:lnTo>
                      <a:pt x="2402" y="659"/>
                    </a:lnTo>
                    <a:lnTo>
                      <a:pt x="2424" y="666"/>
                    </a:lnTo>
                  </a:path>
                </a:pathLst>
              </a:custGeom>
              <a:noFill/>
              <a:ln w="2222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103" name="Freeform 6">
                <a:extLst>
                  <a:ext uri="{FF2B5EF4-FFF2-40B4-BE49-F238E27FC236}">
                    <a16:creationId xmlns:a16="http://schemas.microsoft.com/office/drawing/2014/main" id="{B3EBE446-2737-DE9E-AB0E-306B8307B461}"/>
                  </a:ext>
                </a:extLst>
              </p:cNvPr>
              <p:cNvSpPr>
                <a:spLocks noChangeArrowheads="1"/>
              </p:cNvSpPr>
              <p:nvPr/>
            </p:nvSpPr>
            <p:spPr bwMode="auto">
              <a:xfrm>
                <a:off x="952" y="842"/>
                <a:ext cx="2424" cy="2913"/>
              </a:xfrm>
              <a:custGeom>
                <a:avLst/>
                <a:gdLst>
                  <a:gd name="T0" fmla="*/ 35 w 2424"/>
                  <a:gd name="T1" fmla="*/ 2771 h 2913"/>
                  <a:gd name="T2" fmla="*/ 92 w 2424"/>
                  <a:gd name="T3" fmla="*/ 2161 h 2913"/>
                  <a:gd name="T4" fmla="*/ 149 w 2424"/>
                  <a:gd name="T5" fmla="*/ 1318 h 2913"/>
                  <a:gd name="T6" fmla="*/ 205 w 2424"/>
                  <a:gd name="T7" fmla="*/ 538 h 2913"/>
                  <a:gd name="T8" fmla="*/ 262 w 2424"/>
                  <a:gd name="T9" fmla="*/ 78 h 2913"/>
                  <a:gd name="T10" fmla="*/ 319 w 2424"/>
                  <a:gd name="T11" fmla="*/ 28 h 2913"/>
                  <a:gd name="T12" fmla="*/ 375 w 2424"/>
                  <a:gd name="T13" fmla="*/ 340 h 2913"/>
                  <a:gd name="T14" fmla="*/ 439 w 2424"/>
                  <a:gd name="T15" fmla="*/ 864 h 2913"/>
                  <a:gd name="T16" fmla="*/ 496 w 2424"/>
                  <a:gd name="T17" fmla="*/ 1396 h 2913"/>
                  <a:gd name="T18" fmla="*/ 553 w 2424"/>
                  <a:gd name="T19" fmla="*/ 1764 h 2913"/>
                  <a:gd name="T20" fmla="*/ 609 w 2424"/>
                  <a:gd name="T21" fmla="*/ 1871 h 2913"/>
                  <a:gd name="T22" fmla="*/ 666 w 2424"/>
                  <a:gd name="T23" fmla="*/ 1729 h 2913"/>
                  <a:gd name="T24" fmla="*/ 723 w 2424"/>
                  <a:gd name="T25" fmla="*/ 1417 h 2913"/>
                  <a:gd name="T26" fmla="*/ 779 w 2424"/>
                  <a:gd name="T27" fmla="*/ 1063 h 2913"/>
                  <a:gd name="T28" fmla="*/ 836 w 2424"/>
                  <a:gd name="T29" fmla="*/ 786 h 2913"/>
                  <a:gd name="T30" fmla="*/ 893 w 2424"/>
                  <a:gd name="T31" fmla="*/ 666 h 2913"/>
                  <a:gd name="T32" fmla="*/ 949 w 2424"/>
                  <a:gd name="T33" fmla="*/ 716 h 2913"/>
                  <a:gd name="T34" fmla="*/ 1006 w 2424"/>
                  <a:gd name="T35" fmla="*/ 893 h 2913"/>
                  <a:gd name="T36" fmla="*/ 1063 w 2424"/>
                  <a:gd name="T37" fmla="*/ 1120 h 2913"/>
                  <a:gd name="T38" fmla="*/ 1127 w 2424"/>
                  <a:gd name="T39" fmla="*/ 1318 h 2913"/>
                  <a:gd name="T40" fmla="*/ 1183 w 2424"/>
                  <a:gd name="T41" fmla="*/ 1431 h 2913"/>
                  <a:gd name="T42" fmla="*/ 1240 w 2424"/>
                  <a:gd name="T43" fmla="*/ 1424 h 2913"/>
                  <a:gd name="T44" fmla="*/ 1297 w 2424"/>
                  <a:gd name="T45" fmla="*/ 1332 h 2913"/>
                  <a:gd name="T46" fmla="*/ 1353 w 2424"/>
                  <a:gd name="T47" fmla="*/ 1190 h 2913"/>
                  <a:gd name="T48" fmla="*/ 1410 w 2424"/>
                  <a:gd name="T49" fmla="*/ 1049 h 2913"/>
                  <a:gd name="T50" fmla="*/ 1467 w 2424"/>
                  <a:gd name="T51" fmla="*/ 964 h 2913"/>
                  <a:gd name="T52" fmla="*/ 1524 w 2424"/>
                  <a:gd name="T53" fmla="*/ 942 h 2913"/>
                  <a:gd name="T54" fmla="*/ 1580 w 2424"/>
                  <a:gd name="T55" fmla="*/ 992 h 2913"/>
                  <a:gd name="T56" fmla="*/ 1637 w 2424"/>
                  <a:gd name="T57" fmla="*/ 1077 h 2913"/>
                  <a:gd name="T58" fmla="*/ 1694 w 2424"/>
                  <a:gd name="T59" fmla="*/ 1169 h 2913"/>
                  <a:gd name="T60" fmla="*/ 1757 w 2424"/>
                  <a:gd name="T61" fmla="*/ 1240 h 2913"/>
                  <a:gd name="T62" fmla="*/ 1814 w 2424"/>
                  <a:gd name="T63" fmla="*/ 1261 h 2913"/>
                  <a:gd name="T64" fmla="*/ 1871 w 2424"/>
                  <a:gd name="T65" fmla="*/ 1247 h 2913"/>
                  <a:gd name="T66" fmla="*/ 1928 w 2424"/>
                  <a:gd name="T67" fmla="*/ 1190 h 2913"/>
                  <a:gd name="T68" fmla="*/ 1984 w 2424"/>
                  <a:gd name="T69" fmla="*/ 1134 h 2913"/>
                  <a:gd name="T70" fmla="*/ 2041 w 2424"/>
                  <a:gd name="T71" fmla="*/ 1084 h 2913"/>
                  <a:gd name="T72" fmla="*/ 2098 w 2424"/>
                  <a:gd name="T73" fmla="*/ 1056 h 2913"/>
                  <a:gd name="T74" fmla="*/ 2154 w 2424"/>
                  <a:gd name="T75" fmla="*/ 1063 h 2913"/>
                  <a:gd name="T76" fmla="*/ 2211 w 2424"/>
                  <a:gd name="T77" fmla="*/ 1091 h 2913"/>
                  <a:gd name="T78" fmla="*/ 2268 w 2424"/>
                  <a:gd name="T79" fmla="*/ 1127 h 2913"/>
                  <a:gd name="T80" fmla="*/ 2324 w 2424"/>
                  <a:gd name="T81" fmla="*/ 1162 h 2913"/>
                  <a:gd name="T82" fmla="*/ 2381 w 2424"/>
                  <a:gd name="T83" fmla="*/ 1183 h 291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24" h="2913">
                    <a:moveTo>
                      <a:pt x="0" y="2913"/>
                    </a:moveTo>
                    <a:lnTo>
                      <a:pt x="14" y="2877"/>
                    </a:lnTo>
                    <a:lnTo>
                      <a:pt x="35" y="2771"/>
                    </a:lnTo>
                    <a:lnTo>
                      <a:pt x="56" y="2615"/>
                    </a:lnTo>
                    <a:lnTo>
                      <a:pt x="71" y="2409"/>
                    </a:lnTo>
                    <a:lnTo>
                      <a:pt x="92" y="2161"/>
                    </a:lnTo>
                    <a:lnTo>
                      <a:pt x="113" y="1892"/>
                    </a:lnTo>
                    <a:lnTo>
                      <a:pt x="127" y="1601"/>
                    </a:lnTo>
                    <a:lnTo>
                      <a:pt x="149" y="1318"/>
                    </a:lnTo>
                    <a:lnTo>
                      <a:pt x="170" y="1035"/>
                    </a:lnTo>
                    <a:lnTo>
                      <a:pt x="184" y="772"/>
                    </a:lnTo>
                    <a:lnTo>
                      <a:pt x="205" y="538"/>
                    </a:lnTo>
                    <a:lnTo>
                      <a:pt x="227" y="340"/>
                    </a:lnTo>
                    <a:lnTo>
                      <a:pt x="248" y="184"/>
                    </a:lnTo>
                    <a:lnTo>
                      <a:pt x="262" y="78"/>
                    </a:lnTo>
                    <a:lnTo>
                      <a:pt x="283" y="14"/>
                    </a:lnTo>
                    <a:lnTo>
                      <a:pt x="305" y="0"/>
                    </a:lnTo>
                    <a:lnTo>
                      <a:pt x="319" y="28"/>
                    </a:lnTo>
                    <a:lnTo>
                      <a:pt x="340" y="99"/>
                    </a:lnTo>
                    <a:lnTo>
                      <a:pt x="361" y="205"/>
                    </a:lnTo>
                    <a:lnTo>
                      <a:pt x="375" y="340"/>
                    </a:lnTo>
                    <a:lnTo>
                      <a:pt x="397" y="503"/>
                    </a:lnTo>
                    <a:lnTo>
                      <a:pt x="418" y="680"/>
                    </a:lnTo>
                    <a:lnTo>
                      <a:pt x="439" y="864"/>
                    </a:lnTo>
                    <a:lnTo>
                      <a:pt x="453" y="1049"/>
                    </a:lnTo>
                    <a:lnTo>
                      <a:pt x="475" y="1226"/>
                    </a:lnTo>
                    <a:lnTo>
                      <a:pt x="496" y="1396"/>
                    </a:lnTo>
                    <a:lnTo>
                      <a:pt x="510" y="1545"/>
                    </a:lnTo>
                    <a:lnTo>
                      <a:pt x="531" y="1665"/>
                    </a:lnTo>
                    <a:lnTo>
                      <a:pt x="553" y="1764"/>
                    </a:lnTo>
                    <a:lnTo>
                      <a:pt x="567" y="1828"/>
                    </a:lnTo>
                    <a:lnTo>
                      <a:pt x="588" y="1864"/>
                    </a:lnTo>
                    <a:lnTo>
                      <a:pt x="609" y="1871"/>
                    </a:lnTo>
                    <a:lnTo>
                      <a:pt x="623" y="1850"/>
                    </a:lnTo>
                    <a:lnTo>
                      <a:pt x="645" y="1800"/>
                    </a:lnTo>
                    <a:lnTo>
                      <a:pt x="666" y="1729"/>
                    </a:lnTo>
                    <a:lnTo>
                      <a:pt x="687" y="1637"/>
                    </a:lnTo>
                    <a:lnTo>
                      <a:pt x="701" y="1531"/>
                    </a:lnTo>
                    <a:lnTo>
                      <a:pt x="723" y="1417"/>
                    </a:lnTo>
                    <a:lnTo>
                      <a:pt x="744" y="1297"/>
                    </a:lnTo>
                    <a:lnTo>
                      <a:pt x="758" y="1176"/>
                    </a:lnTo>
                    <a:lnTo>
                      <a:pt x="779" y="1063"/>
                    </a:lnTo>
                    <a:lnTo>
                      <a:pt x="801" y="957"/>
                    </a:lnTo>
                    <a:lnTo>
                      <a:pt x="815" y="864"/>
                    </a:lnTo>
                    <a:lnTo>
                      <a:pt x="836" y="786"/>
                    </a:lnTo>
                    <a:lnTo>
                      <a:pt x="857" y="730"/>
                    </a:lnTo>
                    <a:lnTo>
                      <a:pt x="879" y="687"/>
                    </a:lnTo>
                    <a:lnTo>
                      <a:pt x="893" y="666"/>
                    </a:lnTo>
                    <a:lnTo>
                      <a:pt x="914" y="666"/>
                    </a:lnTo>
                    <a:lnTo>
                      <a:pt x="935" y="680"/>
                    </a:lnTo>
                    <a:lnTo>
                      <a:pt x="949" y="716"/>
                    </a:lnTo>
                    <a:lnTo>
                      <a:pt x="971" y="765"/>
                    </a:lnTo>
                    <a:lnTo>
                      <a:pt x="992" y="822"/>
                    </a:lnTo>
                    <a:lnTo>
                      <a:pt x="1006" y="893"/>
                    </a:lnTo>
                    <a:lnTo>
                      <a:pt x="1027" y="971"/>
                    </a:lnTo>
                    <a:lnTo>
                      <a:pt x="1049" y="1049"/>
                    </a:lnTo>
                    <a:lnTo>
                      <a:pt x="1063" y="1120"/>
                    </a:lnTo>
                    <a:lnTo>
                      <a:pt x="1084" y="1198"/>
                    </a:lnTo>
                    <a:lnTo>
                      <a:pt x="1105" y="1261"/>
                    </a:lnTo>
                    <a:lnTo>
                      <a:pt x="1127" y="1318"/>
                    </a:lnTo>
                    <a:lnTo>
                      <a:pt x="1141" y="1368"/>
                    </a:lnTo>
                    <a:lnTo>
                      <a:pt x="1162" y="1403"/>
                    </a:lnTo>
                    <a:lnTo>
                      <a:pt x="1183" y="1431"/>
                    </a:lnTo>
                    <a:lnTo>
                      <a:pt x="1198" y="1438"/>
                    </a:lnTo>
                    <a:lnTo>
                      <a:pt x="1219" y="1438"/>
                    </a:lnTo>
                    <a:lnTo>
                      <a:pt x="1240" y="1424"/>
                    </a:lnTo>
                    <a:lnTo>
                      <a:pt x="1254" y="1403"/>
                    </a:lnTo>
                    <a:lnTo>
                      <a:pt x="1275" y="1375"/>
                    </a:lnTo>
                    <a:lnTo>
                      <a:pt x="1297" y="1332"/>
                    </a:lnTo>
                    <a:lnTo>
                      <a:pt x="1318" y="1290"/>
                    </a:lnTo>
                    <a:lnTo>
                      <a:pt x="1332" y="1240"/>
                    </a:lnTo>
                    <a:lnTo>
                      <a:pt x="1353" y="1190"/>
                    </a:lnTo>
                    <a:lnTo>
                      <a:pt x="1375" y="1141"/>
                    </a:lnTo>
                    <a:lnTo>
                      <a:pt x="1389" y="1091"/>
                    </a:lnTo>
                    <a:lnTo>
                      <a:pt x="1410" y="1049"/>
                    </a:lnTo>
                    <a:lnTo>
                      <a:pt x="1431" y="1013"/>
                    </a:lnTo>
                    <a:lnTo>
                      <a:pt x="1446" y="985"/>
                    </a:lnTo>
                    <a:lnTo>
                      <a:pt x="1467" y="964"/>
                    </a:lnTo>
                    <a:lnTo>
                      <a:pt x="1488" y="949"/>
                    </a:lnTo>
                    <a:lnTo>
                      <a:pt x="1502" y="942"/>
                    </a:lnTo>
                    <a:lnTo>
                      <a:pt x="1524" y="942"/>
                    </a:lnTo>
                    <a:lnTo>
                      <a:pt x="1545" y="949"/>
                    </a:lnTo>
                    <a:lnTo>
                      <a:pt x="1566" y="971"/>
                    </a:lnTo>
                    <a:lnTo>
                      <a:pt x="1580" y="992"/>
                    </a:lnTo>
                    <a:lnTo>
                      <a:pt x="1601" y="1013"/>
                    </a:lnTo>
                    <a:lnTo>
                      <a:pt x="1623" y="1049"/>
                    </a:lnTo>
                    <a:lnTo>
                      <a:pt x="1637" y="1077"/>
                    </a:lnTo>
                    <a:lnTo>
                      <a:pt x="1658" y="1105"/>
                    </a:lnTo>
                    <a:lnTo>
                      <a:pt x="1679" y="1141"/>
                    </a:lnTo>
                    <a:lnTo>
                      <a:pt x="1694" y="1169"/>
                    </a:lnTo>
                    <a:lnTo>
                      <a:pt x="1715" y="1198"/>
                    </a:lnTo>
                    <a:lnTo>
                      <a:pt x="1736" y="1219"/>
                    </a:lnTo>
                    <a:lnTo>
                      <a:pt x="1757" y="1240"/>
                    </a:lnTo>
                    <a:lnTo>
                      <a:pt x="1772" y="1254"/>
                    </a:lnTo>
                    <a:lnTo>
                      <a:pt x="1793" y="1261"/>
                    </a:lnTo>
                    <a:lnTo>
                      <a:pt x="1814" y="1261"/>
                    </a:lnTo>
                    <a:lnTo>
                      <a:pt x="1828" y="1261"/>
                    </a:lnTo>
                    <a:lnTo>
                      <a:pt x="1850" y="1254"/>
                    </a:lnTo>
                    <a:lnTo>
                      <a:pt x="1871" y="1247"/>
                    </a:lnTo>
                    <a:lnTo>
                      <a:pt x="1885" y="1233"/>
                    </a:lnTo>
                    <a:lnTo>
                      <a:pt x="1906" y="1212"/>
                    </a:lnTo>
                    <a:lnTo>
                      <a:pt x="1928" y="1190"/>
                    </a:lnTo>
                    <a:lnTo>
                      <a:pt x="1942" y="1176"/>
                    </a:lnTo>
                    <a:lnTo>
                      <a:pt x="1963" y="1155"/>
                    </a:lnTo>
                    <a:lnTo>
                      <a:pt x="1984" y="1134"/>
                    </a:lnTo>
                    <a:lnTo>
                      <a:pt x="2005" y="1112"/>
                    </a:lnTo>
                    <a:lnTo>
                      <a:pt x="2020" y="1098"/>
                    </a:lnTo>
                    <a:lnTo>
                      <a:pt x="2041" y="1084"/>
                    </a:lnTo>
                    <a:lnTo>
                      <a:pt x="2062" y="1070"/>
                    </a:lnTo>
                    <a:lnTo>
                      <a:pt x="2076" y="1063"/>
                    </a:lnTo>
                    <a:lnTo>
                      <a:pt x="2098" y="1056"/>
                    </a:lnTo>
                    <a:lnTo>
                      <a:pt x="2119" y="1056"/>
                    </a:lnTo>
                    <a:lnTo>
                      <a:pt x="2133" y="1056"/>
                    </a:lnTo>
                    <a:lnTo>
                      <a:pt x="2154" y="1063"/>
                    </a:lnTo>
                    <a:lnTo>
                      <a:pt x="2176" y="1070"/>
                    </a:lnTo>
                    <a:lnTo>
                      <a:pt x="2197" y="1077"/>
                    </a:lnTo>
                    <a:lnTo>
                      <a:pt x="2211" y="1091"/>
                    </a:lnTo>
                    <a:lnTo>
                      <a:pt x="2232" y="1105"/>
                    </a:lnTo>
                    <a:lnTo>
                      <a:pt x="2254" y="1112"/>
                    </a:lnTo>
                    <a:lnTo>
                      <a:pt x="2268" y="1127"/>
                    </a:lnTo>
                    <a:lnTo>
                      <a:pt x="2289" y="1141"/>
                    </a:lnTo>
                    <a:lnTo>
                      <a:pt x="2310" y="1155"/>
                    </a:lnTo>
                    <a:lnTo>
                      <a:pt x="2324" y="1162"/>
                    </a:lnTo>
                    <a:lnTo>
                      <a:pt x="2346" y="1176"/>
                    </a:lnTo>
                    <a:lnTo>
                      <a:pt x="2367" y="1183"/>
                    </a:lnTo>
                    <a:lnTo>
                      <a:pt x="2381" y="1183"/>
                    </a:lnTo>
                    <a:lnTo>
                      <a:pt x="2402" y="1190"/>
                    </a:lnTo>
                    <a:lnTo>
                      <a:pt x="2424" y="1190"/>
                    </a:lnTo>
                  </a:path>
                </a:pathLst>
              </a:custGeom>
              <a:noFill/>
              <a:ln w="22225">
                <a:solidFill>
                  <a:srgbClr val="00A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9092" name="Line 7">
              <a:extLst>
                <a:ext uri="{FF2B5EF4-FFF2-40B4-BE49-F238E27FC236}">
                  <a16:creationId xmlns:a16="http://schemas.microsoft.com/office/drawing/2014/main" id="{2E06C6F7-F06A-D063-B54F-675B9DBCF27C}"/>
                </a:ext>
              </a:extLst>
            </p:cNvPr>
            <p:cNvSpPr>
              <a:spLocks noChangeShapeType="1"/>
            </p:cNvSpPr>
            <p:nvPr/>
          </p:nvSpPr>
          <p:spPr bwMode="auto">
            <a:xfrm>
              <a:off x="819" y="2950"/>
              <a:ext cx="2220" cy="3"/>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3" name="Line 8">
              <a:extLst>
                <a:ext uri="{FF2B5EF4-FFF2-40B4-BE49-F238E27FC236}">
                  <a16:creationId xmlns:a16="http://schemas.microsoft.com/office/drawing/2014/main" id="{92BF4A03-29D4-3527-2001-C342FF3DEFB1}"/>
                </a:ext>
              </a:extLst>
            </p:cNvPr>
            <p:cNvSpPr>
              <a:spLocks noChangeShapeType="1"/>
            </p:cNvSpPr>
            <p:nvPr/>
          </p:nvSpPr>
          <p:spPr bwMode="auto">
            <a:xfrm flipV="1">
              <a:off x="819" y="1574"/>
              <a:ext cx="0" cy="137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4" name="Rectangle 9">
              <a:extLst>
                <a:ext uri="{FF2B5EF4-FFF2-40B4-BE49-F238E27FC236}">
                  <a16:creationId xmlns:a16="http://schemas.microsoft.com/office/drawing/2014/main" id="{8A227D69-3F1F-D459-3B68-10BF27F0CDA1}"/>
                </a:ext>
              </a:extLst>
            </p:cNvPr>
            <p:cNvSpPr>
              <a:spLocks noChangeArrowheads="1"/>
            </p:cNvSpPr>
            <p:nvPr/>
          </p:nvSpPr>
          <p:spPr bwMode="auto">
            <a:xfrm>
              <a:off x="2903" y="2909"/>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a:t>
              </a:r>
            </a:p>
          </p:txBody>
        </p:sp>
        <p:sp>
          <p:nvSpPr>
            <p:cNvPr id="89095" name="Rectangle 10">
              <a:extLst>
                <a:ext uri="{FF2B5EF4-FFF2-40B4-BE49-F238E27FC236}">
                  <a16:creationId xmlns:a16="http://schemas.microsoft.com/office/drawing/2014/main" id="{705E6724-550A-9348-6CC5-AE881BFD120E}"/>
                </a:ext>
              </a:extLst>
            </p:cNvPr>
            <p:cNvSpPr>
              <a:spLocks noChangeArrowheads="1"/>
            </p:cNvSpPr>
            <p:nvPr/>
          </p:nvSpPr>
          <p:spPr bwMode="auto">
            <a:xfrm>
              <a:off x="336" y="1488"/>
              <a:ext cx="4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x</a:t>
              </a:r>
              <a:r>
                <a:rPr lang="en-US" altLang="zh-CN" sz="2400" i="1" baseline="-18000">
                  <a:latin typeface="Times New Roman" panose="02020603050405020304" pitchFamily="18" charset="0"/>
                </a:rPr>
                <a:t>o </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89096" name="Text Box 11">
              <a:extLst>
                <a:ext uri="{FF2B5EF4-FFF2-40B4-BE49-F238E27FC236}">
                  <a16:creationId xmlns:a16="http://schemas.microsoft.com/office/drawing/2014/main" id="{A6423732-4237-F39D-2163-B9DA8EECC2C7}"/>
                </a:ext>
              </a:extLst>
            </p:cNvPr>
            <p:cNvSpPr txBox="1">
              <a:spLocks noChangeArrowheads="1"/>
            </p:cNvSpPr>
            <p:nvPr/>
          </p:nvSpPr>
          <p:spPr bwMode="auto">
            <a:xfrm>
              <a:off x="648" y="28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89097" name="Line 12">
              <a:extLst>
                <a:ext uri="{FF2B5EF4-FFF2-40B4-BE49-F238E27FC236}">
                  <a16:creationId xmlns:a16="http://schemas.microsoft.com/office/drawing/2014/main" id="{4EEF63E2-944A-D021-0D9C-09B9EE7A3DEA}"/>
                </a:ext>
              </a:extLst>
            </p:cNvPr>
            <p:cNvSpPr>
              <a:spLocks noChangeShapeType="1"/>
            </p:cNvSpPr>
            <p:nvPr/>
          </p:nvSpPr>
          <p:spPr bwMode="auto">
            <a:xfrm flipH="1">
              <a:off x="1221" y="1888"/>
              <a:ext cx="193" cy="222"/>
            </a:xfrm>
            <a:prstGeom prst="line">
              <a:avLst/>
            </a:prstGeom>
            <a:noFill/>
            <a:ln w="22225">
              <a:solidFill>
                <a:schemeClr val="accent2"/>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8" name="Text Box 13">
              <a:extLst>
                <a:ext uri="{FF2B5EF4-FFF2-40B4-BE49-F238E27FC236}">
                  <a16:creationId xmlns:a16="http://schemas.microsoft.com/office/drawing/2014/main" id="{EA43B80A-E125-AF2D-E429-12DC521C48D8}"/>
                </a:ext>
              </a:extLst>
            </p:cNvPr>
            <p:cNvSpPr txBox="1">
              <a:spLocks noChangeArrowheads="1"/>
            </p:cNvSpPr>
            <p:nvPr/>
          </p:nvSpPr>
          <p:spPr bwMode="auto">
            <a:xfrm>
              <a:off x="1182" y="1621"/>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原系统</a:t>
              </a:r>
            </a:p>
          </p:txBody>
        </p:sp>
        <p:sp>
          <p:nvSpPr>
            <p:cNvPr id="89099" name="Text Box 14">
              <a:extLst>
                <a:ext uri="{FF2B5EF4-FFF2-40B4-BE49-F238E27FC236}">
                  <a16:creationId xmlns:a16="http://schemas.microsoft.com/office/drawing/2014/main" id="{0D741DA1-D76E-17C9-7454-A55D08A7305D}"/>
                </a:ext>
              </a:extLst>
            </p:cNvPr>
            <p:cNvSpPr txBox="1">
              <a:spLocks noChangeArrowheads="1"/>
            </p:cNvSpPr>
            <p:nvPr/>
          </p:nvSpPr>
          <p:spPr bwMode="auto">
            <a:xfrm>
              <a:off x="972" y="2598"/>
              <a:ext cx="1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等效二阶系统</a:t>
              </a:r>
            </a:p>
          </p:txBody>
        </p:sp>
        <p:sp>
          <p:nvSpPr>
            <p:cNvPr id="89100" name="Line 15">
              <a:extLst>
                <a:ext uri="{FF2B5EF4-FFF2-40B4-BE49-F238E27FC236}">
                  <a16:creationId xmlns:a16="http://schemas.microsoft.com/office/drawing/2014/main" id="{7192D9A7-8F99-1D35-D217-6F1FCD02397C}"/>
                </a:ext>
              </a:extLst>
            </p:cNvPr>
            <p:cNvSpPr>
              <a:spLocks noChangeShapeType="1"/>
            </p:cNvSpPr>
            <p:nvPr/>
          </p:nvSpPr>
          <p:spPr bwMode="auto">
            <a:xfrm flipV="1">
              <a:off x="1143" y="2465"/>
              <a:ext cx="116" cy="133"/>
            </a:xfrm>
            <a:prstGeom prst="line">
              <a:avLst/>
            </a:prstGeom>
            <a:noFill/>
            <a:ln w="22225">
              <a:solidFill>
                <a:srgbClr val="0099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01" name="Rectangle 16">
              <a:extLst>
                <a:ext uri="{FF2B5EF4-FFF2-40B4-BE49-F238E27FC236}">
                  <a16:creationId xmlns:a16="http://schemas.microsoft.com/office/drawing/2014/main" id="{F6591210-C36C-C8D6-0BEE-21BF1D65DA57}"/>
                </a:ext>
              </a:extLst>
            </p:cNvPr>
            <p:cNvSpPr>
              <a:spLocks noChangeArrowheads="1"/>
            </p:cNvSpPr>
            <p:nvPr/>
          </p:nvSpPr>
          <p:spPr bwMode="auto">
            <a:xfrm>
              <a:off x="1248" y="3119"/>
              <a:ext cx="126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单位阶跃响应</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
            <a:extLst>
              <a:ext uri="{FF2B5EF4-FFF2-40B4-BE49-F238E27FC236}">
                <a16:creationId xmlns:a16="http://schemas.microsoft.com/office/drawing/2014/main" id="{50E08150-5574-AD34-1A83-A55A5DB3703C}"/>
              </a:ext>
            </a:extLst>
          </p:cNvPr>
          <p:cNvSpPr>
            <a:spLocks noChangeArrowheads="1"/>
          </p:cNvSpPr>
          <p:nvPr/>
        </p:nvSpPr>
        <p:spPr bwMode="auto">
          <a:xfrm>
            <a:off x="755650" y="981075"/>
            <a:ext cx="57912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zh-CN" altLang="en-US" sz="2800">
                <a:latin typeface="Times New Roman" panose="02020603050405020304" pitchFamily="18" charset="0"/>
                <a:ea typeface="黑体" panose="02010609060101010101" pitchFamily="49" charset="-122"/>
              </a:rPr>
              <a:t>小结</a:t>
            </a:r>
          </a:p>
        </p:txBody>
      </p:sp>
      <p:sp>
        <p:nvSpPr>
          <p:cNvPr id="91139" name="TextBox 2">
            <a:extLst>
              <a:ext uri="{FF2B5EF4-FFF2-40B4-BE49-F238E27FC236}">
                <a16:creationId xmlns:a16="http://schemas.microsoft.com/office/drawing/2014/main" id="{45675285-F87E-E0D2-6512-E7E439BDEEBB}"/>
              </a:ext>
            </a:extLst>
          </p:cNvPr>
          <p:cNvSpPr txBox="1">
            <a:spLocks noChangeArrowheads="1"/>
          </p:cNvSpPr>
          <p:nvPr/>
        </p:nvSpPr>
        <p:spPr bwMode="auto">
          <a:xfrm>
            <a:off x="900113" y="1916113"/>
            <a:ext cx="734377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zh-CN" altLang="en-US" sz="2400"/>
              <a:t>控制系统的阶跃响应曲线由稳态分量和暂态分量两部分组成。一阶系统阶跃响应曲线为单调上升的指数曲线，时间常数</a:t>
            </a:r>
            <a:r>
              <a:rPr lang="en-US" altLang="zh-CN" sz="2400"/>
              <a:t>T</a:t>
            </a:r>
            <a:r>
              <a:rPr lang="zh-CN" altLang="en-US" sz="2400"/>
              <a:t>越小，曲线越陡，响应速度越快。二阶系统的阶跃响应曲线类型与极点的位置对应，或者说与阻尼比取值有关。</a:t>
            </a:r>
          </a:p>
        </p:txBody>
      </p:sp>
      <p:sp>
        <p:nvSpPr>
          <p:cNvPr id="76804" name="矩形 3">
            <a:extLst>
              <a:ext uri="{FF2B5EF4-FFF2-40B4-BE49-F238E27FC236}">
                <a16:creationId xmlns:a16="http://schemas.microsoft.com/office/drawing/2014/main" id="{C360B7D8-EF09-2384-435D-7F1938FA212A}"/>
              </a:ext>
            </a:extLst>
          </p:cNvPr>
          <p:cNvSpPr>
            <a:spLocks noChangeArrowheads="1"/>
          </p:cNvSpPr>
          <p:nvPr/>
        </p:nvSpPr>
        <p:spPr bwMode="auto">
          <a:xfrm>
            <a:off x="900113" y="4076700"/>
            <a:ext cx="7704137"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ü"/>
            </a:pPr>
            <a:r>
              <a:rPr lang="zh-CN" altLang="en-US" sz="2400">
                <a:latin typeface="宋体" panose="02010600030101010101" pitchFamily="2" charset="-122"/>
              </a:rPr>
              <a:t>高阶系统的单位阶跃响应由一阶和二阶系统的响应函数叠加而成。</a:t>
            </a:r>
            <a:r>
              <a:rPr lang="zh-CN" altLang="en-US" sz="2400">
                <a:latin typeface="Times New Roman" panose="02020603050405020304" pitchFamily="18" charset="0"/>
              </a:rPr>
              <a:t>如果能够找到主导极点（通常选为一对共轭复数极点， 即二阶系统），就可以忽略其它远离虚轴的极点和偶极子的影响，近似为二阶系统进行处理。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blinds(horizontal)">
                                      <p:cBhvr>
                                        <p:cTn id="7" dur="5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a:extLst>
              <a:ext uri="{FF2B5EF4-FFF2-40B4-BE49-F238E27FC236}">
                <a16:creationId xmlns:a16="http://schemas.microsoft.com/office/drawing/2014/main" id="{867346A6-0D09-1981-2D67-342D52058731}"/>
              </a:ext>
            </a:extLst>
          </p:cNvPr>
          <p:cNvSpPr>
            <a:spLocks noChangeArrowheads="1"/>
          </p:cNvSpPr>
          <p:nvPr/>
        </p:nvSpPr>
        <p:spPr bwMode="auto">
          <a:xfrm>
            <a:off x="1116013" y="1746250"/>
            <a:ext cx="73914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a:latin typeface="宋体" panose="02010600030101010101" pitchFamily="2" charset="-122"/>
              </a:rPr>
              <a:t> </a:t>
            </a:r>
            <a:r>
              <a:rPr lang="zh-CN" altLang="en-US" sz="2400">
                <a:latin typeface="Times New Roman" panose="02020603050405020304" pitchFamily="18" charset="0"/>
              </a:rPr>
              <a:t>二阶系统的动态性能由</a:t>
            </a:r>
            <a:r>
              <a:rPr lang="zh-CN" altLang="en-US"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r>
              <a:rPr lang="zh-CN" altLang="en-US" sz="2400">
                <a:latin typeface="Times New Roman" panose="02020603050405020304" pitchFamily="18" charset="0"/>
              </a:rPr>
              <a:t>和</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决定。</a:t>
            </a:r>
            <a:endParaRPr lang="zh-CN" altLang="en-US" sz="2400">
              <a:latin typeface="宋体" panose="02010600030101010101" pitchFamily="2" charset="-122"/>
            </a:endParaRPr>
          </a:p>
        </p:txBody>
      </p:sp>
      <p:sp>
        <p:nvSpPr>
          <p:cNvPr id="145413" name="Rectangle 5">
            <a:extLst>
              <a:ext uri="{FF2B5EF4-FFF2-40B4-BE49-F238E27FC236}">
                <a16:creationId xmlns:a16="http://schemas.microsoft.com/office/drawing/2014/main" id="{F9B72348-A8C9-820B-FA70-30568F1296F7}"/>
              </a:ext>
            </a:extLst>
          </p:cNvPr>
          <p:cNvSpPr>
            <a:spLocks noChangeArrowheads="1"/>
          </p:cNvSpPr>
          <p:nvPr/>
        </p:nvSpPr>
        <p:spPr bwMode="auto">
          <a:xfrm>
            <a:off x="1116013" y="4365625"/>
            <a:ext cx="7391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a:latin typeface="宋体" panose="02010600030101010101" pitchFamily="2" charset="-122"/>
              </a:rPr>
              <a:t> </a:t>
            </a:r>
            <a:r>
              <a:rPr lang="zh-CN" altLang="en-US" sz="2400">
                <a:latin typeface="Times New Roman" panose="02020603050405020304" pitchFamily="18" charset="0"/>
              </a:rPr>
              <a:t>通常根据允许的最大超调量来确定</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一般选择在</a:t>
            </a:r>
            <a:r>
              <a:rPr lang="en-US" altLang="zh-CN" sz="2400">
                <a:latin typeface="Times New Roman" panose="02020603050405020304" pitchFamily="18" charset="0"/>
              </a:rPr>
              <a:t>0.4~0.8</a:t>
            </a:r>
            <a:r>
              <a:rPr lang="zh-CN" altLang="en-US" sz="2400">
                <a:latin typeface="Times New Roman" panose="02020603050405020304" pitchFamily="18" charset="0"/>
              </a:rPr>
              <a:t>之间，然后再调整</a:t>
            </a:r>
            <a:r>
              <a:rPr lang="zh-CN" altLang="en-US"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r>
              <a:rPr lang="zh-CN" altLang="en-US" sz="2400">
                <a:latin typeface="Times New Roman" panose="02020603050405020304" pitchFamily="18" charset="0"/>
              </a:rPr>
              <a:t>以获得合适的瞬态响应时间。</a:t>
            </a:r>
            <a:endParaRPr lang="zh-CN" altLang="en-US" sz="2400">
              <a:latin typeface="宋体" panose="02010600030101010101" pitchFamily="2" charset="-122"/>
            </a:endParaRPr>
          </a:p>
        </p:txBody>
      </p:sp>
      <p:sp>
        <p:nvSpPr>
          <p:cNvPr id="145414" name="Rectangle 6">
            <a:extLst>
              <a:ext uri="{FF2B5EF4-FFF2-40B4-BE49-F238E27FC236}">
                <a16:creationId xmlns:a16="http://schemas.microsoft.com/office/drawing/2014/main" id="{A882A1CC-B756-BD99-23B3-C7271AE2A28E}"/>
              </a:ext>
            </a:extLst>
          </p:cNvPr>
          <p:cNvSpPr>
            <a:spLocks noChangeArrowheads="1"/>
          </p:cNvSpPr>
          <p:nvPr/>
        </p:nvSpPr>
        <p:spPr bwMode="auto">
          <a:xfrm>
            <a:off x="1116013" y="3382963"/>
            <a:ext cx="72009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i="1">
                <a:latin typeface="宋体" panose="02010600030101010101" pitchFamily="2" charset="-122"/>
              </a:rPr>
              <a:t> </a:t>
            </a:r>
            <a:r>
              <a:rPr lang="en-US" altLang="zh-CN"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一定，</a:t>
            </a:r>
            <a:r>
              <a:rPr lang="zh-CN" altLang="en-US" sz="2400" i="1">
                <a:latin typeface="Times New Roman" panose="02020603050405020304" pitchFamily="18" charset="0"/>
                <a:sym typeface="Symbol" panose="05050102010706020507" pitchFamily="18" charset="2"/>
              </a:rPr>
              <a:t></a:t>
            </a:r>
            <a:r>
              <a:rPr lang="en-US" altLang="zh-CN" sz="2400" i="1" baseline="-18000">
                <a:latin typeface="Times New Roman" panose="02020603050405020304" pitchFamily="18" charset="0"/>
              </a:rPr>
              <a:t>n</a:t>
            </a:r>
            <a:r>
              <a:rPr lang="zh-CN" altLang="en-US" sz="2400">
                <a:latin typeface="Times New Roman" panose="02020603050405020304" pitchFamily="18" charset="0"/>
              </a:rPr>
              <a:t>越大，系统响应快速性越好， </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r</a:t>
            </a:r>
            <a:r>
              <a:rPr lang="zh-CN" altLang="en-US" sz="2400">
                <a:latin typeface="宋体" panose="02010600030101010101" pitchFamily="2" charset="-122"/>
              </a:rPr>
              <a:t>、</a:t>
            </a:r>
            <a:r>
              <a:rPr lang="zh-CN" altLang="en-US" sz="2400" i="1">
                <a:latin typeface="Times New Roman" panose="02020603050405020304" pitchFamily="18" charset="0"/>
              </a:rPr>
              <a:t> </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p</a:t>
            </a:r>
            <a:r>
              <a:rPr lang="zh-CN" altLang="en-US" sz="2400">
                <a:latin typeface="宋体" panose="02010600030101010101" pitchFamily="2" charset="-122"/>
              </a:rPr>
              <a:t>、</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s</a:t>
            </a:r>
            <a:r>
              <a:rPr lang="zh-CN" altLang="en-US" sz="2400">
                <a:latin typeface="宋体" panose="02010600030101010101" pitchFamily="2" charset="-122"/>
              </a:rPr>
              <a:t>越小</a:t>
            </a:r>
            <a:r>
              <a:rPr lang="zh-CN" altLang="en-US" sz="2400">
                <a:latin typeface="Times New Roman" panose="02020603050405020304" pitchFamily="18" charset="0"/>
              </a:rPr>
              <a:t>。</a:t>
            </a:r>
          </a:p>
        </p:txBody>
      </p:sp>
      <p:sp>
        <p:nvSpPr>
          <p:cNvPr id="145415" name="Rectangle 7">
            <a:extLst>
              <a:ext uri="{FF2B5EF4-FFF2-40B4-BE49-F238E27FC236}">
                <a16:creationId xmlns:a16="http://schemas.microsoft.com/office/drawing/2014/main" id="{631F73A8-2B7E-6040-9582-2EEAE598868F}"/>
              </a:ext>
            </a:extLst>
          </p:cNvPr>
          <p:cNvSpPr>
            <a:spLocks noChangeArrowheads="1"/>
          </p:cNvSpPr>
          <p:nvPr/>
        </p:nvSpPr>
        <p:spPr bwMode="auto">
          <a:xfrm>
            <a:off x="1116013" y="2349500"/>
            <a:ext cx="7559675"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
            </a:pPr>
            <a:r>
              <a:rPr lang="en-US" altLang="zh-CN" sz="2400">
                <a:latin typeface="宋体" panose="02010600030101010101" pitchFamily="2" charset="-122"/>
              </a:rPr>
              <a:t> </a:t>
            </a:r>
            <a:r>
              <a:rPr lang="zh-CN" altLang="en-US" sz="2400">
                <a:latin typeface="Times New Roman" panose="02020603050405020304" pitchFamily="18" charset="0"/>
              </a:rPr>
              <a:t>增加</a:t>
            </a:r>
            <a:r>
              <a:rPr lang="zh-CN" altLang="en-US" sz="2400" i="1">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可以降低振荡，减小超调量</a:t>
            </a:r>
            <a:r>
              <a:rPr lang="en-US" altLang="zh-CN" sz="2400" i="1">
                <a:latin typeface="Times New Roman" panose="02020603050405020304" pitchFamily="18" charset="0"/>
              </a:rPr>
              <a:t>M</a:t>
            </a:r>
            <a:r>
              <a:rPr lang="en-US" altLang="zh-CN" sz="2400" i="1" baseline="-18000">
                <a:latin typeface="Times New Roman" panose="02020603050405020304" pitchFamily="18" charset="0"/>
              </a:rPr>
              <a:t>p </a:t>
            </a:r>
            <a:r>
              <a:rPr lang="zh-CN" altLang="en-US" sz="2400">
                <a:latin typeface="Times New Roman" panose="02020603050405020304" pitchFamily="18" charset="0"/>
              </a:rPr>
              <a:t>和振荡次数</a:t>
            </a:r>
            <a:r>
              <a:rPr lang="en-US" altLang="zh-CN" sz="2400" i="1">
                <a:latin typeface="Times New Roman" panose="02020603050405020304" pitchFamily="18" charset="0"/>
              </a:rPr>
              <a:t>N </a:t>
            </a:r>
            <a:r>
              <a:rPr lang="zh-CN" altLang="en-US" sz="2400">
                <a:latin typeface="宋体" panose="02010600030101010101" pitchFamily="2" charset="-122"/>
              </a:rPr>
              <a:t>，但系统快速性降低，</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r</a:t>
            </a:r>
            <a:r>
              <a:rPr lang="zh-CN" altLang="en-US" sz="2400">
                <a:latin typeface="宋体" panose="02010600030101010101" pitchFamily="2" charset="-122"/>
              </a:rPr>
              <a:t>、</a:t>
            </a:r>
            <a:r>
              <a:rPr lang="en-US" altLang="zh-CN" sz="2400" i="1">
                <a:latin typeface="Times New Roman" panose="02020603050405020304" pitchFamily="18" charset="0"/>
              </a:rPr>
              <a:t>t</a:t>
            </a:r>
            <a:r>
              <a:rPr lang="en-US" altLang="zh-CN" sz="2400" i="1" baseline="-18000">
                <a:latin typeface="Times New Roman" panose="02020603050405020304" pitchFamily="18" charset="0"/>
              </a:rPr>
              <a:t>p</a:t>
            </a:r>
            <a:r>
              <a:rPr lang="zh-CN" altLang="en-US" sz="2400">
                <a:latin typeface="宋体" panose="02010600030101010101" pitchFamily="2" charset="-122"/>
              </a:rPr>
              <a:t>增加；</a:t>
            </a:r>
          </a:p>
        </p:txBody>
      </p:sp>
      <p:sp>
        <p:nvSpPr>
          <p:cNvPr id="92166" name="TextBox 6">
            <a:extLst>
              <a:ext uri="{FF2B5EF4-FFF2-40B4-BE49-F238E27FC236}">
                <a16:creationId xmlns:a16="http://schemas.microsoft.com/office/drawing/2014/main" id="{AAC1C872-DEEC-70A4-5E92-E18D870E615B}"/>
              </a:ext>
            </a:extLst>
          </p:cNvPr>
          <p:cNvSpPr txBox="1">
            <a:spLocks noChangeArrowheads="1"/>
          </p:cNvSpPr>
          <p:nvPr/>
        </p:nvSpPr>
        <p:spPr bwMode="auto">
          <a:xfrm>
            <a:off x="971550" y="404813"/>
            <a:ext cx="7632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zh-CN" altLang="en-US" sz="2400"/>
              <a:t>因为实际系统的阶跃响应往往具有二阶欠阻尼系统响应曲线的形状，所以控制系统的动态性能指标是根据欠阻尼二阶系统的阶跃响应曲线来定义的。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411"/>
                                        </p:tgtEl>
                                        <p:attrNameLst>
                                          <p:attrName>style.visibility</p:attrName>
                                        </p:attrNameLst>
                                      </p:cBhvr>
                                      <p:to>
                                        <p:strVal val="visible"/>
                                      </p:to>
                                    </p:set>
                                    <p:anim calcmode="lin" valueType="num">
                                      <p:cBhvr additive="base">
                                        <p:cTn id="7" dur="500" fill="hold"/>
                                        <p:tgtEl>
                                          <p:spTgt spid="145411"/>
                                        </p:tgtEl>
                                        <p:attrNameLst>
                                          <p:attrName>ppt_x</p:attrName>
                                        </p:attrNameLst>
                                      </p:cBhvr>
                                      <p:tavLst>
                                        <p:tav tm="0">
                                          <p:val>
                                            <p:strVal val="#ppt_x"/>
                                          </p:val>
                                        </p:tav>
                                        <p:tav tm="100000">
                                          <p:val>
                                            <p:strVal val="#ppt_x"/>
                                          </p:val>
                                        </p:tav>
                                      </p:tavLst>
                                    </p:anim>
                                    <p:anim calcmode="lin" valueType="num">
                                      <p:cBhvr additive="base">
                                        <p:cTn id="8" dur="500" fill="hold"/>
                                        <p:tgtEl>
                                          <p:spTgt spid="1454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415"/>
                                        </p:tgtEl>
                                        <p:attrNameLst>
                                          <p:attrName>style.visibility</p:attrName>
                                        </p:attrNameLst>
                                      </p:cBhvr>
                                      <p:to>
                                        <p:strVal val="visible"/>
                                      </p:to>
                                    </p:set>
                                    <p:anim calcmode="lin" valueType="num">
                                      <p:cBhvr additive="base">
                                        <p:cTn id="13" dur="500" fill="hold"/>
                                        <p:tgtEl>
                                          <p:spTgt spid="145415"/>
                                        </p:tgtEl>
                                        <p:attrNameLst>
                                          <p:attrName>ppt_x</p:attrName>
                                        </p:attrNameLst>
                                      </p:cBhvr>
                                      <p:tavLst>
                                        <p:tav tm="0">
                                          <p:val>
                                            <p:strVal val="#ppt_x"/>
                                          </p:val>
                                        </p:tav>
                                        <p:tav tm="100000">
                                          <p:val>
                                            <p:strVal val="#ppt_x"/>
                                          </p:val>
                                        </p:tav>
                                      </p:tavLst>
                                    </p:anim>
                                    <p:anim calcmode="lin" valueType="num">
                                      <p:cBhvr additive="base">
                                        <p:cTn id="14" dur="500" fill="hold"/>
                                        <p:tgtEl>
                                          <p:spTgt spid="14541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5414"/>
                                        </p:tgtEl>
                                        <p:attrNameLst>
                                          <p:attrName>style.visibility</p:attrName>
                                        </p:attrNameLst>
                                      </p:cBhvr>
                                      <p:to>
                                        <p:strVal val="visible"/>
                                      </p:to>
                                    </p:set>
                                    <p:anim calcmode="lin" valueType="num">
                                      <p:cBhvr additive="base">
                                        <p:cTn id="19" dur="500" fill="hold"/>
                                        <p:tgtEl>
                                          <p:spTgt spid="145414"/>
                                        </p:tgtEl>
                                        <p:attrNameLst>
                                          <p:attrName>ppt_x</p:attrName>
                                        </p:attrNameLst>
                                      </p:cBhvr>
                                      <p:tavLst>
                                        <p:tav tm="0">
                                          <p:val>
                                            <p:strVal val="#ppt_x"/>
                                          </p:val>
                                        </p:tav>
                                        <p:tav tm="100000">
                                          <p:val>
                                            <p:strVal val="#ppt_x"/>
                                          </p:val>
                                        </p:tav>
                                      </p:tavLst>
                                    </p:anim>
                                    <p:anim calcmode="lin" valueType="num">
                                      <p:cBhvr additive="base">
                                        <p:cTn id="20" dur="500" fill="hold"/>
                                        <p:tgtEl>
                                          <p:spTgt spid="14541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5413"/>
                                        </p:tgtEl>
                                        <p:attrNameLst>
                                          <p:attrName>style.visibility</p:attrName>
                                        </p:attrNameLst>
                                      </p:cBhvr>
                                      <p:to>
                                        <p:strVal val="visible"/>
                                      </p:to>
                                    </p:set>
                                    <p:anim calcmode="lin" valueType="num">
                                      <p:cBhvr additive="base">
                                        <p:cTn id="25" dur="500" fill="hold"/>
                                        <p:tgtEl>
                                          <p:spTgt spid="145413"/>
                                        </p:tgtEl>
                                        <p:attrNameLst>
                                          <p:attrName>ppt_x</p:attrName>
                                        </p:attrNameLst>
                                      </p:cBhvr>
                                      <p:tavLst>
                                        <p:tav tm="0">
                                          <p:val>
                                            <p:strVal val="#ppt_x"/>
                                          </p:val>
                                        </p:tav>
                                        <p:tav tm="100000">
                                          <p:val>
                                            <p:strVal val="#ppt_x"/>
                                          </p:val>
                                        </p:tav>
                                      </p:tavLst>
                                    </p:anim>
                                    <p:anim calcmode="lin" valueType="num">
                                      <p:cBhvr additive="base">
                                        <p:cTn id="26" dur="500" fill="hold"/>
                                        <p:tgtEl>
                                          <p:spTgt spid="145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p:bldP spid="145413" grpId="0"/>
      <p:bldP spid="145414" grpId="0"/>
      <p:bldP spid="1454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文本框 1">
            <a:extLst>
              <a:ext uri="{FF2B5EF4-FFF2-40B4-BE49-F238E27FC236}">
                <a16:creationId xmlns:a16="http://schemas.microsoft.com/office/drawing/2014/main" id="{652CBD9E-6199-333C-CC69-A6399AE03BEC}"/>
              </a:ext>
            </a:extLst>
          </p:cNvPr>
          <p:cNvSpPr txBox="1">
            <a:spLocks noChangeArrowheads="1"/>
          </p:cNvSpPr>
          <p:nvPr/>
        </p:nvSpPr>
        <p:spPr bwMode="auto">
          <a:xfrm>
            <a:off x="1042988" y="692150"/>
            <a:ext cx="2955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3600"/>
              <a:t>本节知识要点</a:t>
            </a:r>
          </a:p>
        </p:txBody>
      </p:sp>
      <p:sp>
        <p:nvSpPr>
          <p:cNvPr id="4" name="文本框 3">
            <a:extLst>
              <a:ext uri="{FF2B5EF4-FFF2-40B4-BE49-F238E27FC236}">
                <a16:creationId xmlns:a16="http://schemas.microsoft.com/office/drawing/2014/main" id="{EEADB2C5-026B-A86A-90D3-892A637F0EB5}"/>
              </a:ext>
            </a:extLst>
          </p:cNvPr>
          <p:cNvSpPr txBox="1">
            <a:spLocks noChangeArrowheads="1"/>
          </p:cNvSpPr>
          <p:nvPr/>
        </p:nvSpPr>
        <p:spPr bwMode="auto">
          <a:xfrm flipH="1">
            <a:off x="1173361" y="2224121"/>
            <a:ext cx="7200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控制系统的动态性能指标与系统参数的关系</a:t>
            </a:r>
          </a:p>
        </p:txBody>
      </p:sp>
      <p:sp>
        <p:nvSpPr>
          <p:cNvPr id="5" name="文本框 4">
            <a:extLst>
              <a:ext uri="{FF2B5EF4-FFF2-40B4-BE49-F238E27FC236}">
                <a16:creationId xmlns:a16="http://schemas.microsoft.com/office/drawing/2014/main" id="{C084CA68-C9F1-50D3-1601-89E5982052CB}"/>
              </a:ext>
            </a:extLst>
          </p:cNvPr>
          <p:cNvSpPr txBox="1">
            <a:spLocks noChangeArrowheads="1"/>
          </p:cNvSpPr>
          <p:nvPr/>
        </p:nvSpPr>
        <p:spPr bwMode="auto">
          <a:xfrm flipH="1">
            <a:off x="1176670" y="3506348"/>
            <a:ext cx="4105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主导极点</a:t>
            </a:r>
          </a:p>
        </p:txBody>
      </p:sp>
      <p:sp>
        <p:nvSpPr>
          <p:cNvPr id="6" name="文本框 5">
            <a:extLst>
              <a:ext uri="{FF2B5EF4-FFF2-40B4-BE49-F238E27FC236}">
                <a16:creationId xmlns:a16="http://schemas.microsoft.com/office/drawing/2014/main" id="{99878AB3-FA81-D4B7-E52F-402067889F1B}"/>
              </a:ext>
            </a:extLst>
          </p:cNvPr>
          <p:cNvSpPr txBox="1">
            <a:spLocks noChangeArrowheads="1"/>
          </p:cNvSpPr>
          <p:nvPr/>
        </p:nvSpPr>
        <p:spPr bwMode="auto">
          <a:xfrm flipH="1">
            <a:off x="1176670" y="4196695"/>
            <a:ext cx="4105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偶极子</a:t>
            </a:r>
          </a:p>
        </p:txBody>
      </p:sp>
      <p:sp>
        <p:nvSpPr>
          <p:cNvPr id="7" name="文本框 6">
            <a:extLst>
              <a:ext uri="{FF2B5EF4-FFF2-40B4-BE49-F238E27FC236}">
                <a16:creationId xmlns:a16="http://schemas.microsoft.com/office/drawing/2014/main" id="{5620FE1D-7B09-E9A0-78B5-A03FE5916DDE}"/>
              </a:ext>
            </a:extLst>
          </p:cNvPr>
          <p:cNvSpPr txBox="1">
            <a:spLocks noChangeArrowheads="1"/>
          </p:cNvSpPr>
          <p:nvPr/>
        </p:nvSpPr>
        <p:spPr bwMode="auto">
          <a:xfrm flipH="1">
            <a:off x="1202385" y="4808537"/>
            <a:ext cx="4103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高阶系统的降阶</a:t>
            </a:r>
          </a:p>
        </p:txBody>
      </p:sp>
      <p:sp>
        <p:nvSpPr>
          <p:cNvPr id="9" name="文本框 8">
            <a:extLst>
              <a:ext uri="{FF2B5EF4-FFF2-40B4-BE49-F238E27FC236}">
                <a16:creationId xmlns:a16="http://schemas.microsoft.com/office/drawing/2014/main" id="{5620FE1D-7B09-E9A0-78B5-A03FE5916DDE}"/>
              </a:ext>
            </a:extLst>
          </p:cNvPr>
          <p:cNvSpPr txBox="1">
            <a:spLocks noChangeArrowheads="1"/>
          </p:cNvSpPr>
          <p:nvPr/>
        </p:nvSpPr>
        <p:spPr bwMode="auto">
          <a:xfrm flipH="1">
            <a:off x="1173361" y="2875215"/>
            <a:ext cx="4103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dirty="0"/>
              <a:t>高阶系统</a:t>
            </a:r>
            <a:r>
              <a:rPr lang="zh-CN" altLang="en-US" sz="2800" dirty="0" smtClean="0"/>
              <a:t>的时域响应</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263</TotalTime>
  <Words>1814</Words>
  <Application>Microsoft Office PowerPoint</Application>
  <PresentationFormat>全屏显示(4:3)</PresentationFormat>
  <Paragraphs>286</Paragraphs>
  <Slides>40</Slides>
  <Notes>36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2" baseType="lpstr">
      <vt:lpstr>黑体</vt:lpstr>
      <vt:lpstr>华文新魏</vt:lpstr>
      <vt:lpstr>宋体</vt:lpstr>
      <vt:lpstr>Arial</vt:lpstr>
      <vt:lpstr>Calibri</vt:lpstr>
      <vt:lpstr>Helvetica</vt:lpstr>
      <vt:lpstr>Symbol</vt:lpstr>
      <vt:lpstr>Times New Roman</vt:lpstr>
      <vt:lpstr>Verdana</vt:lpstr>
      <vt:lpstr>Wingdings</vt:lpstr>
      <vt:lpstr>Profile</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Lujx</cp:lastModifiedBy>
  <cp:revision>123</cp:revision>
  <dcterms:created xsi:type="dcterms:W3CDTF">2011-07-28T02:52:00Z</dcterms:created>
  <dcterms:modified xsi:type="dcterms:W3CDTF">2025-09-22T06:22:32Z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